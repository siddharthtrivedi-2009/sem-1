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slides/slide146.xml" ContentType="application/vnd.openxmlformats-officedocument.presentationml.slide+xml"/>
  <Override PartName="/ppt/slides/slide147.xml" ContentType="application/vnd.openxmlformats-officedocument.presentationml.slide+xml"/>
  <Override PartName="/ppt/slides/slide148.xml" ContentType="application/vnd.openxmlformats-officedocument.presentationml.slide+xml"/>
  <Override PartName="/ppt/slides/slide149.xml" ContentType="application/vnd.openxmlformats-officedocument.presentationml.slide+xml"/>
  <Override PartName="/ppt/slides/slide150.xml" ContentType="application/vnd.openxmlformats-officedocument.presentationml.slide+xml"/>
  <Override PartName="/ppt/slides/slide151.xml" ContentType="application/vnd.openxmlformats-officedocument.presentationml.slide+xml"/>
  <Override PartName="/ppt/slides/slide152.xml" ContentType="application/vnd.openxmlformats-officedocument.presentationml.slide+xml"/>
  <Override PartName="/ppt/slides/slide153.xml" ContentType="application/vnd.openxmlformats-officedocument.presentationml.slide+xml"/>
  <Override PartName="/ppt/slides/slide154.xml" ContentType="application/vnd.openxmlformats-officedocument.presentationml.slide+xml"/>
  <Override PartName="/ppt/slides/slide155.xml" ContentType="application/vnd.openxmlformats-officedocument.presentationml.slide+xml"/>
  <Override PartName="/ppt/slides/slide156.xml" ContentType="application/vnd.openxmlformats-officedocument.presentationml.slide+xml"/>
  <Override PartName="/ppt/slides/slide157.xml" ContentType="application/vnd.openxmlformats-officedocument.presentationml.slide+xml"/>
  <Override PartName="/ppt/slides/slide158.xml" ContentType="application/vnd.openxmlformats-officedocument.presentationml.slide+xml"/>
  <Override PartName="/ppt/slides/slide159.xml" ContentType="application/vnd.openxmlformats-officedocument.presentationml.slide+xml"/>
  <Override PartName="/ppt/slides/slide160.xml" ContentType="application/vnd.openxmlformats-officedocument.presentationml.slide+xml"/>
  <Override PartName="/ppt/slides/slide161.xml" ContentType="application/vnd.openxmlformats-officedocument.presentationml.slide+xml"/>
  <Override PartName="/ppt/slides/slide162.xml" ContentType="application/vnd.openxmlformats-officedocument.presentationml.slide+xml"/>
  <Override PartName="/ppt/slides/slide163.xml" ContentType="application/vnd.openxmlformats-officedocument.presentationml.slide+xml"/>
  <Override PartName="/ppt/slides/slide164.xml" ContentType="application/vnd.openxmlformats-officedocument.presentationml.slide+xml"/>
  <Override PartName="/ppt/slides/slide165.xml" ContentType="application/vnd.openxmlformats-officedocument.presentationml.slide+xml"/>
  <Override PartName="/ppt/slides/slide16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168"/>
  </p:notesMasterIdLst>
  <p:handoutMasterIdLst>
    <p:handoutMasterId r:id="rId169"/>
  </p:handoutMasterIdLst>
  <p:sldIdLst>
    <p:sldId id="865" r:id="rId2"/>
    <p:sldId id="265" r:id="rId3"/>
    <p:sldId id="868" r:id="rId4"/>
    <p:sldId id="728" r:id="rId5"/>
    <p:sldId id="869" r:id="rId6"/>
    <p:sldId id="1141" r:id="rId7"/>
    <p:sldId id="1142" r:id="rId8"/>
    <p:sldId id="1143" r:id="rId9"/>
    <p:sldId id="1144" r:id="rId10"/>
    <p:sldId id="874" r:id="rId11"/>
    <p:sldId id="875" r:id="rId12"/>
    <p:sldId id="876" r:id="rId13"/>
    <p:sldId id="877" r:id="rId14"/>
    <p:sldId id="878" r:id="rId15"/>
    <p:sldId id="879" r:id="rId16"/>
    <p:sldId id="1145" r:id="rId17"/>
    <p:sldId id="1146" r:id="rId18"/>
    <p:sldId id="1147" r:id="rId19"/>
    <p:sldId id="1148" r:id="rId20"/>
    <p:sldId id="1149" r:id="rId21"/>
    <p:sldId id="1150" r:id="rId22"/>
    <p:sldId id="1151" r:id="rId23"/>
    <p:sldId id="1152" r:id="rId24"/>
    <p:sldId id="1153" r:id="rId25"/>
    <p:sldId id="1154" r:id="rId26"/>
    <p:sldId id="883" r:id="rId27"/>
    <p:sldId id="1124" r:id="rId28"/>
    <p:sldId id="1126" r:id="rId29"/>
    <p:sldId id="1127" r:id="rId30"/>
    <p:sldId id="1128" r:id="rId31"/>
    <p:sldId id="1129" r:id="rId32"/>
    <p:sldId id="1130" r:id="rId33"/>
    <p:sldId id="1131" r:id="rId34"/>
    <p:sldId id="1132" r:id="rId35"/>
    <p:sldId id="1133" r:id="rId36"/>
    <p:sldId id="1164" r:id="rId37"/>
    <p:sldId id="1155" r:id="rId38"/>
    <p:sldId id="1156" r:id="rId39"/>
    <p:sldId id="1165" r:id="rId40"/>
    <p:sldId id="1157" r:id="rId41"/>
    <p:sldId id="1158" r:id="rId42"/>
    <p:sldId id="1166" r:id="rId43"/>
    <p:sldId id="1167" r:id="rId44"/>
    <p:sldId id="1168" r:id="rId45"/>
    <p:sldId id="1176" r:id="rId46"/>
    <p:sldId id="1169" r:id="rId47"/>
    <p:sldId id="1170" r:id="rId48"/>
    <p:sldId id="1171" r:id="rId49"/>
    <p:sldId id="1172" r:id="rId50"/>
    <p:sldId id="1173" r:id="rId51"/>
    <p:sldId id="1177" r:id="rId52"/>
    <p:sldId id="1178" r:id="rId53"/>
    <p:sldId id="1179" r:id="rId54"/>
    <p:sldId id="1180" r:id="rId55"/>
    <p:sldId id="1181" r:id="rId56"/>
    <p:sldId id="1182" r:id="rId57"/>
    <p:sldId id="1183" r:id="rId58"/>
    <p:sldId id="1184" r:id="rId59"/>
    <p:sldId id="1185" r:id="rId60"/>
    <p:sldId id="1190" r:id="rId61"/>
    <p:sldId id="1186" r:id="rId62"/>
    <p:sldId id="1187" r:id="rId63"/>
    <p:sldId id="1188" r:id="rId64"/>
    <p:sldId id="1191" r:id="rId65"/>
    <p:sldId id="1192" r:id="rId66"/>
    <p:sldId id="1193" r:id="rId67"/>
    <p:sldId id="1194" r:id="rId68"/>
    <p:sldId id="1195" r:id="rId69"/>
    <p:sldId id="1196" r:id="rId70"/>
    <p:sldId id="1197" r:id="rId71"/>
    <p:sldId id="1198" r:id="rId72"/>
    <p:sldId id="1199" r:id="rId73"/>
    <p:sldId id="1200" r:id="rId74"/>
    <p:sldId id="1201" r:id="rId75"/>
    <p:sldId id="1202" r:id="rId76"/>
    <p:sldId id="1203" r:id="rId77"/>
    <p:sldId id="1204" r:id="rId78"/>
    <p:sldId id="1206" r:id="rId79"/>
    <p:sldId id="1207" r:id="rId80"/>
    <p:sldId id="1205" r:id="rId81"/>
    <p:sldId id="1209" r:id="rId82"/>
    <p:sldId id="1217" r:id="rId83"/>
    <p:sldId id="1210" r:id="rId84"/>
    <p:sldId id="1211" r:id="rId85"/>
    <p:sldId id="1218" r:id="rId86"/>
    <p:sldId id="1212" r:id="rId87"/>
    <p:sldId id="1213" r:id="rId88"/>
    <p:sldId id="1214" r:id="rId89"/>
    <p:sldId id="1215" r:id="rId90"/>
    <p:sldId id="1219" r:id="rId91"/>
    <p:sldId id="1220" r:id="rId92"/>
    <p:sldId id="1222" r:id="rId93"/>
    <p:sldId id="1223" r:id="rId94"/>
    <p:sldId id="1224" r:id="rId95"/>
    <p:sldId id="1277" r:id="rId96"/>
    <p:sldId id="1278" r:id="rId97"/>
    <p:sldId id="1279" r:id="rId98"/>
    <p:sldId id="1226" r:id="rId99"/>
    <p:sldId id="1228" r:id="rId100"/>
    <p:sldId id="1225" r:id="rId101"/>
    <p:sldId id="1227" r:id="rId102"/>
    <p:sldId id="1229" r:id="rId103"/>
    <p:sldId id="1230" r:id="rId104"/>
    <p:sldId id="1231" r:id="rId105"/>
    <p:sldId id="1232" r:id="rId106"/>
    <p:sldId id="1233" r:id="rId107"/>
    <p:sldId id="1234" r:id="rId108"/>
    <p:sldId id="1235" r:id="rId109"/>
    <p:sldId id="1280" r:id="rId110"/>
    <p:sldId id="1281" r:id="rId111"/>
    <p:sldId id="1282" r:id="rId112"/>
    <p:sldId id="1283" r:id="rId113"/>
    <p:sldId id="1284" r:id="rId114"/>
    <p:sldId id="1240" r:id="rId115"/>
    <p:sldId id="1241" r:id="rId116"/>
    <p:sldId id="1242" r:id="rId117"/>
    <p:sldId id="1236" r:id="rId118"/>
    <p:sldId id="1244" r:id="rId119"/>
    <p:sldId id="1245" r:id="rId120"/>
    <p:sldId id="1246" r:id="rId121"/>
    <p:sldId id="1247" r:id="rId122"/>
    <p:sldId id="1286" r:id="rId123"/>
    <p:sldId id="1287" r:id="rId124"/>
    <p:sldId id="1288" r:id="rId125"/>
    <p:sldId id="1248" r:id="rId126"/>
    <p:sldId id="1249" r:id="rId127"/>
    <p:sldId id="1250" r:id="rId128"/>
    <p:sldId id="1289" r:id="rId129"/>
    <p:sldId id="1251" r:id="rId130"/>
    <p:sldId id="1255" r:id="rId131"/>
    <p:sldId id="1253" r:id="rId132"/>
    <p:sldId id="1254" r:id="rId133"/>
    <p:sldId id="1258" r:id="rId134"/>
    <p:sldId id="1291" r:id="rId135"/>
    <p:sldId id="1292" r:id="rId136"/>
    <p:sldId id="1293" r:id="rId137"/>
    <p:sldId id="1294" r:id="rId138"/>
    <p:sldId id="1295" r:id="rId139"/>
    <p:sldId id="1296" r:id="rId140"/>
    <p:sldId id="1297" r:id="rId141"/>
    <p:sldId id="1298" r:id="rId142"/>
    <p:sldId id="1259" r:id="rId143"/>
    <p:sldId id="1260" r:id="rId144"/>
    <p:sldId id="1262" r:id="rId145"/>
    <p:sldId id="1261" r:id="rId146"/>
    <p:sldId id="1263" r:id="rId147"/>
    <p:sldId id="1305" r:id="rId148"/>
    <p:sldId id="1306" r:id="rId149"/>
    <p:sldId id="1266" r:id="rId150"/>
    <p:sldId id="1268" r:id="rId151"/>
    <p:sldId id="1267" r:id="rId152"/>
    <p:sldId id="1270" r:id="rId153"/>
    <p:sldId id="1271" r:id="rId154"/>
    <p:sldId id="1299" r:id="rId155"/>
    <p:sldId id="1300" r:id="rId156"/>
    <p:sldId id="1301" r:id="rId157"/>
    <p:sldId id="1302" r:id="rId158"/>
    <p:sldId id="1272" r:id="rId159"/>
    <p:sldId id="1273" r:id="rId160"/>
    <p:sldId id="1274" r:id="rId161"/>
    <p:sldId id="1304" r:id="rId162"/>
    <p:sldId id="1303" r:id="rId163"/>
    <p:sldId id="1275" r:id="rId164"/>
    <p:sldId id="1307" r:id="rId165"/>
    <p:sldId id="1276" r:id="rId166"/>
    <p:sldId id="264" r:id="rId167"/>
  </p:sldIdLst>
  <p:sldSz cx="12192000" cy="6858000"/>
  <p:notesSz cx="6858000" cy="9144000"/>
  <p:embeddedFontLst>
    <p:embeddedFont>
      <p:font typeface="Calibri" panose="020F0502020204030204" pitchFamily="34" charset="0"/>
      <p:regular r:id="rId170"/>
      <p:bold r:id="rId171"/>
      <p:italic r:id="rId172"/>
      <p:boldItalic r:id="rId173"/>
    </p:embeddedFont>
    <p:embeddedFont>
      <p:font typeface="Cambria" panose="02040503050406030204" pitchFamily="18" charset="0"/>
      <p:regular r:id="rId174"/>
      <p:bold r:id="rId175"/>
      <p:italic r:id="rId176"/>
      <p:boldItalic r:id="rId177"/>
    </p:embeddedFont>
    <p:embeddedFont>
      <p:font typeface="Cambria Math" panose="02040503050406030204" pitchFamily="18" charset="0"/>
      <p:regular r:id="rId178"/>
    </p:embeddedFont>
    <p:embeddedFont>
      <p:font typeface="Roboto Condensed" panose="02000000000000000000" pitchFamily="2" charset="0"/>
      <p:regular r:id="rId179"/>
      <p:bold r:id="rId180"/>
      <p:italic r:id="rId181"/>
      <p:boldItalic r:id="rId182"/>
    </p:embeddedFont>
    <p:embeddedFont>
      <p:font typeface="Roboto Condensed Light" panose="02000000000000000000" pitchFamily="2" charset="0"/>
      <p:regular r:id="rId183"/>
      <p:italic r:id="rId184"/>
    </p:embeddedFont>
    <p:embeddedFont>
      <p:font typeface="Wingdings 3" panose="05040102010807070707" pitchFamily="18" charset="2"/>
      <p:regular r:id="rId18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modifyVerifier cryptProviderType="rsaAES" cryptAlgorithmClass="hash" cryptAlgorithmType="typeAny" cryptAlgorithmSid="14" spinCount="100000" saltData="tEbcu02IOYXo/sfFulKiJw==" hashData="oJoRmDIvwOhNfYF+hBucT0HHvvaSZedgFpZLsnmsfRvkvum6ZWmI/+tOUlY9A1tEWYcXgcpzYx6TdSPyq7Q2hg=="/>
  <p:extLst>
    <p:ext uri="{521415D9-36F7-43E2-AB2F-B90AF26B5E84}">
      <p14:sectionLst xmlns:p14="http://schemas.microsoft.com/office/powerpoint/2010/main">
        <p14:section name="Default Section" id="{52390557-2A6E-468D-8401-98D6D0EE2411}">
          <p14:sldIdLst>
            <p14:sldId id="865"/>
            <p14:sldId id="265"/>
            <p14:sldId id="868"/>
          </p14:sldIdLst>
        </p14:section>
        <p14:section name="Introduction" id="{5E3E94B6-4ED5-4E28-9B26-E14BF004EBCB}">
          <p14:sldIdLst>
            <p14:sldId id="728"/>
            <p14:sldId id="869"/>
            <p14:sldId id="1141"/>
            <p14:sldId id="1142"/>
            <p14:sldId id="1143"/>
            <p14:sldId id="1144"/>
          </p14:sldIdLst>
        </p14:section>
        <p14:section name="M1 : Vector Space" id="{85F46A39-81BF-4C56-A4C7-5B928F11A833}">
          <p14:sldIdLst>
            <p14:sldId id="874"/>
            <p14:sldId id="875"/>
            <p14:sldId id="876"/>
            <p14:sldId id="877"/>
            <p14:sldId id="878"/>
            <p14:sldId id="879"/>
            <p14:sldId id="1145"/>
            <p14:sldId id="1146"/>
            <p14:sldId id="1147"/>
            <p14:sldId id="1148"/>
            <p14:sldId id="1149"/>
            <p14:sldId id="1150"/>
            <p14:sldId id="1151"/>
            <p14:sldId id="1152"/>
            <p14:sldId id="1153"/>
            <p14:sldId id="1154"/>
            <p14:sldId id="883"/>
            <p14:sldId id="1124"/>
            <p14:sldId id="1126"/>
            <p14:sldId id="1127"/>
            <p14:sldId id="1128"/>
            <p14:sldId id="1129"/>
            <p14:sldId id="1130"/>
            <p14:sldId id="1131"/>
            <p14:sldId id="1132"/>
            <p14:sldId id="1133"/>
            <p14:sldId id="1164"/>
            <p14:sldId id="1155"/>
            <p14:sldId id="1156"/>
            <p14:sldId id="1165"/>
            <p14:sldId id="1157"/>
            <p14:sldId id="1158"/>
            <p14:sldId id="1166"/>
            <p14:sldId id="1167"/>
            <p14:sldId id="1168"/>
            <p14:sldId id="1176"/>
            <p14:sldId id="1169"/>
            <p14:sldId id="1170"/>
            <p14:sldId id="1171"/>
            <p14:sldId id="1172"/>
            <p14:sldId id="1173"/>
            <p14:sldId id="1177"/>
            <p14:sldId id="1178"/>
            <p14:sldId id="1179"/>
            <p14:sldId id="1180"/>
            <p14:sldId id="1181"/>
            <p14:sldId id="1182"/>
            <p14:sldId id="1183"/>
            <p14:sldId id="1184"/>
            <p14:sldId id="1185"/>
            <p14:sldId id="1190"/>
            <p14:sldId id="1186"/>
            <p14:sldId id="1187"/>
            <p14:sldId id="1188"/>
            <p14:sldId id="1191"/>
            <p14:sldId id="1192"/>
            <p14:sldId id="1193"/>
            <p14:sldId id="1194"/>
            <p14:sldId id="1195"/>
            <p14:sldId id="1196"/>
            <p14:sldId id="1197"/>
            <p14:sldId id="1198"/>
            <p14:sldId id="1199"/>
            <p14:sldId id="1200"/>
            <p14:sldId id="1201"/>
            <p14:sldId id="1202"/>
            <p14:sldId id="1203"/>
          </p14:sldIdLst>
        </p14:section>
        <p14:section name="M2: Subspaces" id="{4B92EAA0-4B7D-4D49-B9E1-7F87310A4B8C}">
          <p14:sldIdLst>
            <p14:sldId id="1204"/>
            <p14:sldId id="1206"/>
            <p14:sldId id="1207"/>
            <p14:sldId id="1205"/>
            <p14:sldId id="1209"/>
            <p14:sldId id="1217"/>
            <p14:sldId id="1210"/>
            <p14:sldId id="1211"/>
            <p14:sldId id="1218"/>
            <p14:sldId id="1212"/>
            <p14:sldId id="1213"/>
            <p14:sldId id="1214"/>
            <p14:sldId id="1215"/>
            <p14:sldId id="1219"/>
            <p14:sldId id="1220"/>
            <p14:sldId id="1222"/>
          </p14:sldIdLst>
        </p14:section>
        <p14:section name="M3: Linear Combination and Span" id="{14265CE6-F948-4072-803D-E098CBA37D06}">
          <p14:sldIdLst>
            <p14:sldId id="1223"/>
            <p14:sldId id="1224"/>
            <p14:sldId id="1277"/>
            <p14:sldId id="1278"/>
            <p14:sldId id="1279"/>
            <p14:sldId id="1226"/>
            <p14:sldId id="1228"/>
            <p14:sldId id="1225"/>
            <p14:sldId id="1227"/>
            <p14:sldId id="1229"/>
            <p14:sldId id="1230"/>
            <p14:sldId id="1231"/>
            <p14:sldId id="1232"/>
            <p14:sldId id="1233"/>
            <p14:sldId id="1234"/>
            <p14:sldId id="1235"/>
            <p14:sldId id="1280"/>
            <p14:sldId id="1281"/>
            <p14:sldId id="1282"/>
            <p14:sldId id="1283"/>
            <p14:sldId id="1284"/>
            <p14:sldId id="1240"/>
            <p14:sldId id="1241"/>
            <p14:sldId id="1242"/>
            <p14:sldId id="1236"/>
            <p14:sldId id="1244"/>
            <p14:sldId id="1245"/>
            <p14:sldId id="1246"/>
          </p14:sldIdLst>
        </p14:section>
        <p14:section name="M4: LI &amp; LD" id="{AD3DD89E-55EA-483A-8162-159B5A67D440}">
          <p14:sldIdLst>
            <p14:sldId id="1247"/>
            <p14:sldId id="1286"/>
            <p14:sldId id="1287"/>
            <p14:sldId id="1288"/>
            <p14:sldId id="1248"/>
            <p14:sldId id="1249"/>
            <p14:sldId id="1250"/>
            <p14:sldId id="1289"/>
            <p14:sldId id="1251"/>
            <p14:sldId id="1255"/>
            <p14:sldId id="1253"/>
            <p14:sldId id="1254"/>
          </p14:sldIdLst>
        </p14:section>
        <p14:section name="M5: Basis &amp; Dimension" id="{9EBD8E47-5A8C-4053-9D1F-67B0DC1E3865}">
          <p14:sldIdLst>
            <p14:sldId id="1258"/>
            <p14:sldId id="1291"/>
            <p14:sldId id="1292"/>
            <p14:sldId id="1293"/>
            <p14:sldId id="1294"/>
            <p14:sldId id="1295"/>
            <p14:sldId id="1296"/>
            <p14:sldId id="1297"/>
            <p14:sldId id="1298"/>
            <p14:sldId id="1259"/>
            <p14:sldId id="1260"/>
            <p14:sldId id="1262"/>
            <p14:sldId id="1261"/>
            <p14:sldId id="1263"/>
            <p14:sldId id="1305"/>
            <p14:sldId id="1306"/>
            <p14:sldId id="1266"/>
            <p14:sldId id="1268"/>
            <p14:sldId id="1267"/>
            <p14:sldId id="1270"/>
          </p14:sldIdLst>
        </p14:section>
        <p14:section name="M6: RS, CS &amp; NS" id="{D34E7434-1A09-4482-AA37-23924FC70F10}">
          <p14:sldIdLst>
            <p14:sldId id="1271"/>
            <p14:sldId id="1299"/>
            <p14:sldId id="1300"/>
            <p14:sldId id="1301"/>
            <p14:sldId id="1302"/>
            <p14:sldId id="1272"/>
            <p14:sldId id="1273"/>
            <p14:sldId id="1274"/>
            <p14:sldId id="1304"/>
            <p14:sldId id="1303"/>
            <p14:sldId id="1275"/>
            <p14:sldId id="1307"/>
            <p14:sldId id="1276"/>
            <p14:sldId id="264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  <p15:guide id="3" pos="3940" userDrawn="1">
          <p15:clr>
            <a:srgbClr val="A4A3A4"/>
          </p15:clr>
        </p15:guide>
        <p15:guide id="4" orient="horz" pos="2260" userDrawn="1">
          <p15:clr>
            <a:srgbClr val="A4A3A4"/>
          </p15:clr>
        </p15:guide>
        <p15:guide id="5" pos="40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DELL" initials="D" lastIdx="1" clrIdx="0">
    <p:extLst>
      <p:ext uri="{19B8F6BF-5375-455C-9EA6-DF929625EA0E}">
        <p15:presenceInfo xmlns:p15="http://schemas.microsoft.com/office/powerpoint/2012/main" userId="DELL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0000"/>
    <a:srgbClr val="002060"/>
    <a:srgbClr val="EEEEEE"/>
    <a:srgbClr val="DBDBDB"/>
    <a:srgbClr val="616161"/>
    <a:srgbClr val="CE5151"/>
    <a:srgbClr val="00B0F0"/>
    <a:srgbClr val="3A4A6A"/>
    <a:srgbClr val="354F7F"/>
    <a:srgbClr val="D102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793AD52-4FDB-4C13-9958-E54FB91E73DC}" v="1008" dt="2026-05-15T18:30:07.49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638B1855-1B75-4FBE-930C-398BA8C253C6}" styleName="Themed Style 2 - Accent 6">
    <a:tblBg>
      <a:fillRef idx="3">
        <a:schemeClr val="accent6"/>
      </a:fillRef>
      <a:effectRef idx="3">
        <a:schemeClr val="accent6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6">
                <a:tint val="50000"/>
              </a:schemeClr>
            </a:lnRef>
          </a:left>
          <a:right>
            <a:lnRef idx="1">
              <a:schemeClr val="accent6">
                <a:tint val="50000"/>
              </a:schemeClr>
            </a:lnRef>
          </a:right>
          <a:top>
            <a:lnRef idx="1">
              <a:schemeClr val="accent6">
                <a:tint val="50000"/>
              </a:schemeClr>
            </a:lnRef>
          </a:top>
          <a:bottom>
            <a:lnRef idx="1">
              <a:schemeClr val="accent6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899" autoAdjust="0"/>
    <p:restoredTop sz="87791" autoAdjust="0"/>
  </p:normalViewPr>
  <p:slideViewPr>
    <p:cSldViewPr snapToGrid="0">
      <p:cViewPr>
        <p:scale>
          <a:sx n="33" d="100"/>
          <a:sy n="33" d="100"/>
        </p:scale>
        <p:origin x="1332" y="732"/>
      </p:cViewPr>
      <p:guideLst>
        <p:guide orient="horz" pos="2160"/>
        <p:guide pos="3840"/>
        <p:guide pos="3940"/>
        <p:guide orient="horz" pos="2260"/>
        <p:guide pos="4040"/>
      </p:guideLst>
    </p:cSldViewPr>
  </p:slideViewPr>
  <p:outlineViewPr>
    <p:cViewPr>
      <p:scale>
        <a:sx n="33" d="100"/>
        <a:sy n="33" d="100"/>
      </p:scale>
      <p:origin x="0" y="-35476"/>
    </p:cViewPr>
  </p:outlineViewPr>
  <p:notesTextViewPr>
    <p:cViewPr>
      <p:scale>
        <a:sx n="125" d="100"/>
        <a:sy n="125" d="100"/>
      </p:scale>
      <p:origin x="0" y="0"/>
    </p:cViewPr>
  </p:notesTextViewPr>
  <p:sorterViewPr>
    <p:cViewPr>
      <p:scale>
        <a:sx n="100" d="100"/>
        <a:sy n="100" d="100"/>
      </p:scale>
      <p:origin x="0" y="-15860"/>
    </p:cViewPr>
  </p:sorterViewPr>
  <p:notesViewPr>
    <p:cSldViewPr snapToGrid="0">
      <p:cViewPr varScale="1">
        <p:scale>
          <a:sx n="67" d="100"/>
          <a:sy n="67" d="100"/>
        </p:scale>
        <p:origin x="3228" y="6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17" Type="http://schemas.openxmlformats.org/officeDocument/2006/relationships/slide" Target="slides/slide116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63" Type="http://schemas.openxmlformats.org/officeDocument/2006/relationships/slide" Target="slides/slide62.xml"/><Relationship Id="rId84" Type="http://schemas.openxmlformats.org/officeDocument/2006/relationships/slide" Target="slides/slide83.xml"/><Relationship Id="rId138" Type="http://schemas.openxmlformats.org/officeDocument/2006/relationships/slide" Target="slides/slide137.xml"/><Relationship Id="rId159" Type="http://schemas.openxmlformats.org/officeDocument/2006/relationships/slide" Target="slides/slide158.xml"/><Relationship Id="rId170" Type="http://schemas.openxmlformats.org/officeDocument/2006/relationships/font" Target="fonts/font1.fntdata"/><Relationship Id="rId191" Type="http://schemas.microsoft.com/office/2015/10/relationships/revisionInfo" Target="revisionInfo.xml"/><Relationship Id="rId107" Type="http://schemas.openxmlformats.org/officeDocument/2006/relationships/slide" Target="slides/slide106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53" Type="http://schemas.openxmlformats.org/officeDocument/2006/relationships/slide" Target="slides/slide52.xml"/><Relationship Id="rId74" Type="http://schemas.openxmlformats.org/officeDocument/2006/relationships/slide" Target="slides/slide73.xml"/><Relationship Id="rId128" Type="http://schemas.openxmlformats.org/officeDocument/2006/relationships/slide" Target="slides/slide127.xml"/><Relationship Id="rId149" Type="http://schemas.openxmlformats.org/officeDocument/2006/relationships/slide" Target="slides/slide148.xml"/><Relationship Id="rId5" Type="http://schemas.openxmlformats.org/officeDocument/2006/relationships/slide" Target="slides/slide4.xml"/><Relationship Id="rId95" Type="http://schemas.openxmlformats.org/officeDocument/2006/relationships/slide" Target="slides/slide94.xml"/><Relationship Id="rId160" Type="http://schemas.openxmlformats.org/officeDocument/2006/relationships/slide" Target="slides/slide159.xml"/><Relationship Id="rId181" Type="http://schemas.openxmlformats.org/officeDocument/2006/relationships/font" Target="fonts/font12.fntdata"/><Relationship Id="rId22" Type="http://schemas.openxmlformats.org/officeDocument/2006/relationships/slide" Target="slides/slide21.xml"/><Relationship Id="rId43" Type="http://schemas.openxmlformats.org/officeDocument/2006/relationships/slide" Target="slides/slide42.xml"/><Relationship Id="rId64" Type="http://schemas.openxmlformats.org/officeDocument/2006/relationships/slide" Target="slides/slide63.xml"/><Relationship Id="rId118" Type="http://schemas.openxmlformats.org/officeDocument/2006/relationships/slide" Target="slides/slide117.xml"/><Relationship Id="rId139" Type="http://schemas.openxmlformats.org/officeDocument/2006/relationships/slide" Target="slides/slide138.xml"/><Relationship Id="rId85" Type="http://schemas.openxmlformats.org/officeDocument/2006/relationships/slide" Target="slides/slide84.xml"/><Relationship Id="rId150" Type="http://schemas.openxmlformats.org/officeDocument/2006/relationships/slide" Target="slides/slide149.xml"/><Relationship Id="rId171" Type="http://schemas.openxmlformats.org/officeDocument/2006/relationships/font" Target="fonts/font2.fntdata"/><Relationship Id="rId12" Type="http://schemas.openxmlformats.org/officeDocument/2006/relationships/slide" Target="slides/slide11.xml"/><Relationship Id="rId33" Type="http://schemas.openxmlformats.org/officeDocument/2006/relationships/slide" Target="slides/slide32.xml"/><Relationship Id="rId108" Type="http://schemas.openxmlformats.org/officeDocument/2006/relationships/slide" Target="slides/slide107.xml"/><Relationship Id="rId129" Type="http://schemas.openxmlformats.org/officeDocument/2006/relationships/slide" Target="slides/slide128.xml"/><Relationship Id="rId54" Type="http://schemas.openxmlformats.org/officeDocument/2006/relationships/slide" Target="slides/slide53.xml"/><Relationship Id="rId75" Type="http://schemas.openxmlformats.org/officeDocument/2006/relationships/slide" Target="slides/slide74.xml"/><Relationship Id="rId96" Type="http://schemas.openxmlformats.org/officeDocument/2006/relationships/slide" Target="slides/slide95.xml"/><Relationship Id="rId140" Type="http://schemas.openxmlformats.org/officeDocument/2006/relationships/slide" Target="slides/slide139.xml"/><Relationship Id="rId161" Type="http://schemas.openxmlformats.org/officeDocument/2006/relationships/slide" Target="slides/slide160.xml"/><Relationship Id="rId182" Type="http://schemas.openxmlformats.org/officeDocument/2006/relationships/font" Target="fonts/font13.fntdata"/><Relationship Id="rId6" Type="http://schemas.openxmlformats.org/officeDocument/2006/relationships/slide" Target="slides/slide5.xml"/><Relationship Id="rId23" Type="http://schemas.openxmlformats.org/officeDocument/2006/relationships/slide" Target="slides/slide22.xml"/><Relationship Id="rId119" Type="http://schemas.openxmlformats.org/officeDocument/2006/relationships/slide" Target="slides/slide118.xml"/><Relationship Id="rId44" Type="http://schemas.openxmlformats.org/officeDocument/2006/relationships/slide" Target="slides/slide43.xml"/><Relationship Id="rId65" Type="http://schemas.openxmlformats.org/officeDocument/2006/relationships/slide" Target="slides/slide64.xml"/><Relationship Id="rId86" Type="http://schemas.openxmlformats.org/officeDocument/2006/relationships/slide" Target="slides/slide85.xml"/><Relationship Id="rId130" Type="http://schemas.openxmlformats.org/officeDocument/2006/relationships/slide" Target="slides/slide129.xml"/><Relationship Id="rId151" Type="http://schemas.openxmlformats.org/officeDocument/2006/relationships/slide" Target="slides/slide150.xml"/><Relationship Id="rId172" Type="http://schemas.openxmlformats.org/officeDocument/2006/relationships/font" Target="fonts/font3.fntdata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109" Type="http://schemas.openxmlformats.org/officeDocument/2006/relationships/slide" Target="slides/slide10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slide" Target="slides/slide103.xml"/><Relationship Id="rId120" Type="http://schemas.openxmlformats.org/officeDocument/2006/relationships/slide" Target="slides/slide119.xml"/><Relationship Id="rId125" Type="http://schemas.openxmlformats.org/officeDocument/2006/relationships/slide" Target="slides/slide124.xml"/><Relationship Id="rId141" Type="http://schemas.openxmlformats.org/officeDocument/2006/relationships/slide" Target="slides/slide140.xml"/><Relationship Id="rId146" Type="http://schemas.openxmlformats.org/officeDocument/2006/relationships/slide" Target="slides/slide145.xml"/><Relationship Id="rId167" Type="http://schemas.openxmlformats.org/officeDocument/2006/relationships/slide" Target="slides/slide166.xml"/><Relationship Id="rId188" Type="http://schemas.openxmlformats.org/officeDocument/2006/relationships/viewProps" Target="viewProps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162" Type="http://schemas.openxmlformats.org/officeDocument/2006/relationships/slide" Target="slides/slide161.xml"/><Relationship Id="rId183" Type="http://schemas.openxmlformats.org/officeDocument/2006/relationships/font" Target="fonts/font14.fntdata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110" Type="http://schemas.openxmlformats.org/officeDocument/2006/relationships/slide" Target="slides/slide109.xml"/><Relationship Id="rId115" Type="http://schemas.openxmlformats.org/officeDocument/2006/relationships/slide" Target="slides/slide114.xml"/><Relationship Id="rId131" Type="http://schemas.openxmlformats.org/officeDocument/2006/relationships/slide" Target="slides/slide130.xml"/><Relationship Id="rId136" Type="http://schemas.openxmlformats.org/officeDocument/2006/relationships/slide" Target="slides/slide135.xml"/><Relationship Id="rId157" Type="http://schemas.openxmlformats.org/officeDocument/2006/relationships/slide" Target="slides/slide156.xml"/><Relationship Id="rId178" Type="http://schemas.openxmlformats.org/officeDocument/2006/relationships/font" Target="fonts/font9.fntdata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52" Type="http://schemas.openxmlformats.org/officeDocument/2006/relationships/slide" Target="slides/slide151.xml"/><Relationship Id="rId173" Type="http://schemas.openxmlformats.org/officeDocument/2006/relationships/font" Target="fonts/font4.fntdata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slide" Target="slides/slide104.xml"/><Relationship Id="rId126" Type="http://schemas.openxmlformats.org/officeDocument/2006/relationships/slide" Target="slides/slide125.xml"/><Relationship Id="rId147" Type="http://schemas.openxmlformats.org/officeDocument/2006/relationships/slide" Target="slides/slide146.xml"/><Relationship Id="rId168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121" Type="http://schemas.openxmlformats.org/officeDocument/2006/relationships/slide" Target="slides/slide120.xml"/><Relationship Id="rId142" Type="http://schemas.openxmlformats.org/officeDocument/2006/relationships/slide" Target="slides/slide141.xml"/><Relationship Id="rId163" Type="http://schemas.openxmlformats.org/officeDocument/2006/relationships/slide" Target="slides/slide162.xml"/><Relationship Id="rId184" Type="http://schemas.openxmlformats.org/officeDocument/2006/relationships/font" Target="fonts/font15.fntdata"/><Relationship Id="rId189" Type="http://schemas.openxmlformats.org/officeDocument/2006/relationships/theme" Target="theme/theme1.xml"/><Relationship Id="rId3" Type="http://schemas.openxmlformats.org/officeDocument/2006/relationships/slide" Target="slides/slide2.xml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Relationship Id="rId116" Type="http://schemas.openxmlformats.org/officeDocument/2006/relationships/slide" Target="slides/slide115.xml"/><Relationship Id="rId137" Type="http://schemas.openxmlformats.org/officeDocument/2006/relationships/slide" Target="slides/slide136.xml"/><Relationship Id="rId158" Type="http://schemas.openxmlformats.org/officeDocument/2006/relationships/slide" Target="slides/slide157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62" Type="http://schemas.openxmlformats.org/officeDocument/2006/relationships/slide" Target="slides/slide61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111" Type="http://schemas.openxmlformats.org/officeDocument/2006/relationships/slide" Target="slides/slide110.xml"/><Relationship Id="rId132" Type="http://schemas.openxmlformats.org/officeDocument/2006/relationships/slide" Target="slides/slide131.xml"/><Relationship Id="rId153" Type="http://schemas.openxmlformats.org/officeDocument/2006/relationships/slide" Target="slides/slide152.xml"/><Relationship Id="rId174" Type="http://schemas.openxmlformats.org/officeDocument/2006/relationships/font" Target="fonts/font5.fntdata"/><Relationship Id="rId179" Type="http://schemas.openxmlformats.org/officeDocument/2006/relationships/font" Target="fonts/font10.fntdata"/><Relationship Id="rId190" Type="http://schemas.openxmlformats.org/officeDocument/2006/relationships/tableStyles" Target="tableStyles.xml"/><Relationship Id="rId15" Type="http://schemas.openxmlformats.org/officeDocument/2006/relationships/slide" Target="slides/slide14.xml"/><Relationship Id="rId36" Type="http://schemas.openxmlformats.org/officeDocument/2006/relationships/slide" Target="slides/slide35.xml"/><Relationship Id="rId57" Type="http://schemas.openxmlformats.org/officeDocument/2006/relationships/slide" Target="slides/slide56.xml"/><Relationship Id="rId106" Type="http://schemas.openxmlformats.org/officeDocument/2006/relationships/slide" Target="slides/slide105.xml"/><Relationship Id="rId127" Type="http://schemas.openxmlformats.org/officeDocument/2006/relationships/slide" Target="slides/slide12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52" Type="http://schemas.openxmlformats.org/officeDocument/2006/relationships/slide" Target="slides/slide51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122" Type="http://schemas.openxmlformats.org/officeDocument/2006/relationships/slide" Target="slides/slide121.xml"/><Relationship Id="rId143" Type="http://schemas.openxmlformats.org/officeDocument/2006/relationships/slide" Target="slides/slide142.xml"/><Relationship Id="rId148" Type="http://schemas.openxmlformats.org/officeDocument/2006/relationships/slide" Target="slides/slide147.xml"/><Relationship Id="rId164" Type="http://schemas.openxmlformats.org/officeDocument/2006/relationships/slide" Target="slides/slide163.xml"/><Relationship Id="rId169" Type="http://schemas.openxmlformats.org/officeDocument/2006/relationships/handoutMaster" Target="handoutMasters/handoutMaster1.xml"/><Relationship Id="rId185" Type="http://schemas.openxmlformats.org/officeDocument/2006/relationships/font" Target="fonts/font16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80" Type="http://schemas.openxmlformats.org/officeDocument/2006/relationships/font" Target="fonts/font11.fntdata"/><Relationship Id="rId26" Type="http://schemas.openxmlformats.org/officeDocument/2006/relationships/slide" Target="slides/slide25.xml"/><Relationship Id="rId47" Type="http://schemas.openxmlformats.org/officeDocument/2006/relationships/slide" Target="slides/slide46.xml"/><Relationship Id="rId68" Type="http://schemas.openxmlformats.org/officeDocument/2006/relationships/slide" Target="slides/slide67.xml"/><Relationship Id="rId89" Type="http://schemas.openxmlformats.org/officeDocument/2006/relationships/slide" Target="slides/slide88.xml"/><Relationship Id="rId112" Type="http://schemas.openxmlformats.org/officeDocument/2006/relationships/slide" Target="slides/slide111.xml"/><Relationship Id="rId133" Type="http://schemas.openxmlformats.org/officeDocument/2006/relationships/slide" Target="slides/slide132.xml"/><Relationship Id="rId154" Type="http://schemas.openxmlformats.org/officeDocument/2006/relationships/slide" Target="slides/slide153.xml"/><Relationship Id="rId175" Type="http://schemas.openxmlformats.org/officeDocument/2006/relationships/font" Target="fonts/font6.fntdata"/><Relationship Id="rId16" Type="http://schemas.openxmlformats.org/officeDocument/2006/relationships/slide" Target="slides/slide15.xml"/><Relationship Id="rId37" Type="http://schemas.openxmlformats.org/officeDocument/2006/relationships/slide" Target="slides/slide36.xml"/><Relationship Id="rId58" Type="http://schemas.openxmlformats.org/officeDocument/2006/relationships/slide" Target="slides/slide57.xml"/><Relationship Id="rId79" Type="http://schemas.openxmlformats.org/officeDocument/2006/relationships/slide" Target="slides/slide78.xml"/><Relationship Id="rId102" Type="http://schemas.openxmlformats.org/officeDocument/2006/relationships/slide" Target="slides/slide101.xml"/><Relationship Id="rId123" Type="http://schemas.openxmlformats.org/officeDocument/2006/relationships/slide" Target="slides/slide122.xml"/><Relationship Id="rId144" Type="http://schemas.openxmlformats.org/officeDocument/2006/relationships/slide" Target="slides/slide143.xml"/><Relationship Id="rId90" Type="http://schemas.openxmlformats.org/officeDocument/2006/relationships/slide" Target="slides/slide89.xml"/><Relationship Id="rId165" Type="http://schemas.openxmlformats.org/officeDocument/2006/relationships/slide" Target="slides/slide164.xml"/><Relationship Id="rId186" Type="http://schemas.openxmlformats.org/officeDocument/2006/relationships/commentAuthors" Target="commentAuthors.xml"/><Relationship Id="rId27" Type="http://schemas.openxmlformats.org/officeDocument/2006/relationships/slide" Target="slides/slide26.xml"/><Relationship Id="rId48" Type="http://schemas.openxmlformats.org/officeDocument/2006/relationships/slide" Target="slides/slide47.xml"/><Relationship Id="rId69" Type="http://schemas.openxmlformats.org/officeDocument/2006/relationships/slide" Target="slides/slide68.xml"/><Relationship Id="rId113" Type="http://schemas.openxmlformats.org/officeDocument/2006/relationships/slide" Target="slides/slide112.xml"/><Relationship Id="rId134" Type="http://schemas.openxmlformats.org/officeDocument/2006/relationships/slide" Target="slides/slide133.xml"/><Relationship Id="rId80" Type="http://schemas.openxmlformats.org/officeDocument/2006/relationships/slide" Target="slides/slide79.xml"/><Relationship Id="rId155" Type="http://schemas.openxmlformats.org/officeDocument/2006/relationships/slide" Target="slides/slide154.xml"/><Relationship Id="rId176" Type="http://schemas.openxmlformats.org/officeDocument/2006/relationships/font" Target="fonts/font7.fntdata"/><Relationship Id="rId17" Type="http://schemas.openxmlformats.org/officeDocument/2006/relationships/slide" Target="slides/slide16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slide" Target="slides/slide102.xml"/><Relationship Id="rId124" Type="http://schemas.openxmlformats.org/officeDocument/2006/relationships/slide" Target="slides/slide123.xml"/><Relationship Id="rId70" Type="http://schemas.openxmlformats.org/officeDocument/2006/relationships/slide" Target="slides/slide69.xml"/><Relationship Id="rId91" Type="http://schemas.openxmlformats.org/officeDocument/2006/relationships/slide" Target="slides/slide90.xml"/><Relationship Id="rId145" Type="http://schemas.openxmlformats.org/officeDocument/2006/relationships/slide" Target="slides/slide144.xml"/><Relationship Id="rId166" Type="http://schemas.openxmlformats.org/officeDocument/2006/relationships/slide" Target="slides/slide165.xml"/><Relationship Id="rId187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28" Type="http://schemas.openxmlformats.org/officeDocument/2006/relationships/slide" Target="slides/slide27.xml"/><Relationship Id="rId49" Type="http://schemas.openxmlformats.org/officeDocument/2006/relationships/slide" Target="slides/slide48.xml"/><Relationship Id="rId114" Type="http://schemas.openxmlformats.org/officeDocument/2006/relationships/slide" Target="slides/slide113.xml"/><Relationship Id="rId60" Type="http://schemas.openxmlformats.org/officeDocument/2006/relationships/slide" Target="slides/slide59.xml"/><Relationship Id="rId81" Type="http://schemas.openxmlformats.org/officeDocument/2006/relationships/slide" Target="slides/slide80.xml"/><Relationship Id="rId135" Type="http://schemas.openxmlformats.org/officeDocument/2006/relationships/slide" Target="slides/slide134.xml"/><Relationship Id="rId156" Type="http://schemas.openxmlformats.org/officeDocument/2006/relationships/slide" Target="slides/slide155.xml"/><Relationship Id="rId177" Type="http://schemas.openxmlformats.org/officeDocument/2006/relationships/font" Target="fonts/font8.fntdata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40691E0-E0E7-464F-892B-71ACC2518A4D}" type="datetimeFigureOut">
              <a:rPr lang="en-US" smtClean="0"/>
              <a:t>8/18/2026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153689D-5810-4E66-9D5F-1657D824CFA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8709607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648E3F3-8B31-41D2-AA9B-9796555DB866}" type="datetimeFigureOut">
              <a:rPr lang="en-US" smtClean="0"/>
              <a:t>8/18/2026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C79BDEF-6165-4E72-B1A6-6E8034CEC24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660139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7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1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0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1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2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3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8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9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0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3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4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79BDEF-6165-4E72-B1A6-6E8034CEC248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7187403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79BDEF-6165-4E72-B1A6-6E8034CEC248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2668406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C79BDEF-6165-4E72-B1A6-6E8034CEC248}" type="slidenum">
              <a:rPr lang="en-US" smtClean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3348506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C79BDEF-6165-4E72-B1A6-6E8034CEC248}" type="slidenum">
              <a:rPr lang="en-US" smtClean="0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2607668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C79BDEF-6165-4E72-B1A6-6E8034CEC248}" type="slidenum">
              <a:rPr lang="en-US" smtClean="0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0611114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C79BDEF-6165-4E72-B1A6-6E8034CEC248}" type="slidenum">
              <a:rPr lang="en-US" smtClean="0"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7893242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79BDEF-6165-4E72-B1A6-6E8034CEC248}" type="slidenum">
              <a:rPr lang="en-US" smtClean="0"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5108339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C79BDEF-6165-4E72-B1A6-6E8034CEC248}" type="slidenum">
              <a:rPr lang="en-US" smtClean="0"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5544136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C79BDEF-6165-4E72-B1A6-6E8034CEC248}" type="slidenum">
              <a:rPr lang="en-US" smtClean="0"/>
              <a:t>51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2542518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C79BDEF-6165-4E72-B1A6-6E8034CEC248}" type="slidenum">
              <a:rPr lang="en-US" smtClean="0"/>
              <a:t>52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0628539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79BDEF-6165-4E72-B1A6-6E8034CEC248}" type="slidenum">
              <a:rPr lang="en-US" smtClean="0"/>
              <a:t>77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2508200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79BDEF-6165-4E72-B1A6-6E8034CEC248}" type="slidenum">
              <a:rPr lang="en-US" smtClean="0"/>
              <a:t>93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5962856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79BDEF-6165-4E72-B1A6-6E8034CEC248}" type="slidenum">
              <a:rPr lang="en-US" smtClean="0"/>
              <a:t>121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5649727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79BDEF-6165-4E72-B1A6-6E8034CEC248}" type="slidenum">
              <a:rPr lang="en-US" smtClean="0"/>
              <a:t>125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7472975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79BDEF-6165-4E72-B1A6-6E8034CEC248}" type="slidenum">
              <a:rPr lang="en-US" smtClean="0"/>
              <a:t>126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5485126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79BDEF-6165-4E72-B1A6-6E8034CEC248}" type="slidenum">
              <a:rPr lang="en-US" smtClean="0"/>
              <a:t>127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7419626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79BDEF-6165-4E72-B1A6-6E8034CEC248}" type="slidenum">
              <a:rPr lang="en-US" smtClean="0"/>
              <a:t>129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29275130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79BDEF-6165-4E72-B1A6-6E8034CEC248}" type="slidenum">
              <a:rPr lang="en-US" smtClean="0"/>
              <a:t>130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43001119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79BDEF-6165-4E72-B1A6-6E8034CEC248}" type="slidenum">
              <a:rPr lang="en-US" smtClean="0"/>
              <a:t>131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49264892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79BDEF-6165-4E72-B1A6-6E8034CEC248}" type="slidenum">
              <a:rPr lang="en-US" smtClean="0"/>
              <a:t>132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10869754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79BDEF-6165-4E72-B1A6-6E8034CEC248}" type="slidenum">
              <a:rPr lang="en-US" smtClean="0"/>
              <a:t>133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38056043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79BDEF-6165-4E72-B1A6-6E8034CEC248}" type="slidenum">
              <a:rPr lang="en-US" smtClean="0"/>
              <a:t>142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28076006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79BDEF-6165-4E72-B1A6-6E8034CEC248}" type="slidenum">
              <a:rPr lang="en-US" smtClean="0"/>
              <a:t>143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81816795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79BDEF-6165-4E72-B1A6-6E8034CEC248}" type="slidenum">
              <a:rPr lang="en-US" smtClean="0"/>
              <a:t>144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4610348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79BDEF-6165-4E72-B1A6-6E8034CEC248}" type="slidenum">
              <a:rPr lang="en-US" smtClean="0"/>
              <a:t>145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81379980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79BDEF-6165-4E72-B1A6-6E8034CEC248}" type="slidenum">
              <a:rPr lang="en-US" smtClean="0"/>
              <a:t>146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22185455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79BDEF-6165-4E72-B1A6-6E8034CEC248}" type="slidenum">
              <a:rPr lang="en-US" smtClean="0"/>
              <a:t>147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57529046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79BDEF-6165-4E72-B1A6-6E8034CEC248}" type="slidenum">
              <a:rPr lang="en-US" smtClean="0"/>
              <a:t>148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38772026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B50E60-4637-2FC3-A357-BF01A3313D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7B65A0B-8F0C-2E0A-875E-92412284340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C391644-31B1-3100-052A-A4843CC7107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0480FA2-23A6-5249-3DFE-385B497AD7F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79BDEF-6165-4E72-B1A6-6E8034CEC248}" type="slidenum">
              <a:rPr lang="en-US" smtClean="0"/>
              <a:t>149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72590148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3778F4-EC29-0DA9-EE3F-529E448F2F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1030A3B-EBDB-E07D-5366-B1D9CC5DAF4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3358EBE-E1BC-61C9-D84D-59DAED18434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4532E68-3C54-422D-DEAB-CBF77860260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79BDEF-6165-4E72-B1A6-6E8034CEC248}" type="slidenum">
              <a:rPr lang="en-US" smtClean="0"/>
              <a:t>150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17235696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375B4A-FCAC-C44E-6467-E4D565863E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8177F22-3086-5D5F-BABE-67F88BA7DBE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B847B23-1067-883B-55A5-2FB5644C6C7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31123A2-E9CF-DD72-C7CB-FC4FA0313CB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79BDEF-6165-4E72-B1A6-6E8034CEC248}" type="slidenum">
              <a:rPr lang="en-US" smtClean="0"/>
              <a:t>151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03050247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A6C9F1-3C1A-4BA8-32AA-B09FC1FD2B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094C17B-37F9-3A6F-B1D6-9CDDB13F9A6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CD3878A-4A98-B701-D618-EF92F3C4D8C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8B8EF0F-9F44-01E9-625D-0F8553FD66D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79BDEF-6165-4E72-B1A6-6E8034CEC248}" type="slidenum">
              <a:rPr lang="en-US" smtClean="0"/>
              <a:t>152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84938516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F24CE7-D61B-7F1F-0A63-0A03DD5C3B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8934DF3-79B1-4C6B-8DAB-7A3DEAC10EF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4F073F3-AC4F-DE25-1124-7CD58240D50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CD29C0D-6AE0-B938-B7B5-B021322793E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79BDEF-6165-4E72-B1A6-6E8034CEC248}" type="slidenum">
              <a:rPr lang="en-US" smtClean="0"/>
              <a:t>153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0545059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3059DE-1622-3624-9F25-054DA52612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32164BF-2ED6-83A9-4685-FD293CF6E83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79CCCA7-A097-92CD-2A69-A4A55DE0942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6CC52F7-69E1-5678-2CAE-D2791B0C81E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79BDEF-6165-4E72-B1A6-6E8034CEC248}" type="slidenum">
              <a:rPr lang="en-US" smtClean="0"/>
              <a:t>158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44203837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DD15A8-EB40-0CEE-C522-EDCE8CE808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C95DEF6-140F-DE83-73B9-54D8EEBC887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7133942-501C-87A6-5AD3-4FA25B2898B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C73A96B-2F76-3F60-6A65-003A1A081B3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79BDEF-6165-4E72-B1A6-6E8034CEC248}" type="slidenum">
              <a:rPr lang="en-US" smtClean="0"/>
              <a:t>159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92552167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2E8114-AAC8-4F9E-2EF6-EF42560442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4A659B4-1C4B-BD54-73B9-C22C66FE8DB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20467DE-835E-B9FA-F991-E08406360FF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A7CF7B5-5EE3-2C0F-3106-691DD656267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79BDEF-6165-4E72-B1A6-6E8034CEC248}" type="slidenum">
              <a:rPr lang="en-US" smtClean="0"/>
              <a:t>160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48038195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219B63-7839-A235-2733-966E608FB4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81AA3BF-9D81-A375-77F1-3BE192B9742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6FF2CA7-E084-C6AC-EF02-91274643C44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E8E26B1-641F-2CEB-7474-D1EC852A9C1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79BDEF-6165-4E72-B1A6-6E8034CEC248}" type="slidenum">
              <a:rPr lang="en-US" smtClean="0"/>
              <a:t>163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4244349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86A263-4157-2486-1BFD-B06A811248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3D387E9-8267-54C8-430A-055975D37F2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4F60E48-3A2C-D0B4-FFBD-05825D09E16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98AD9E1-86BA-B67E-6B4F-C6CF7E4FBBB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79BDEF-6165-4E72-B1A6-6E8034CEC248}" type="slidenum">
              <a:rPr lang="en-US" smtClean="0"/>
              <a:t>164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07695520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E3BF61-6498-AC3D-C2BB-543880D46C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8D44E40-B4AD-84E4-4705-D7E5262A605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38C8C02-5BCE-F313-B1D7-13109918F72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A61F835-B9C4-41EA-11EA-59F91FF5326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79BDEF-6165-4E72-B1A6-6E8034CEC248}" type="slidenum">
              <a:rPr lang="en-US" smtClean="0"/>
              <a:t>165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5626026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.png"/><Relationship Id="rId4" Type="http://schemas.microsoft.com/office/2007/relationships/hdphoto" Target="../media/hdphoto1.wdp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8" Type="http://schemas.microsoft.com/office/2007/relationships/hdphoto" Target="../media/hdphoto2.wdp"/><Relationship Id="rId3" Type="http://schemas.openxmlformats.org/officeDocument/2006/relationships/image" Target="../media/image3.png"/><Relationship Id="rId7" Type="http://schemas.openxmlformats.org/officeDocument/2006/relationships/image" Target="../media/image10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10" Type="http://schemas.openxmlformats.org/officeDocument/2006/relationships/image" Target="../media/image12.png"/><Relationship Id="rId4" Type="http://schemas.openxmlformats.org/officeDocument/2006/relationships/image" Target="../media/image7.png"/><Relationship Id="rId9" Type="http://schemas.openxmlformats.org/officeDocument/2006/relationships/image" Target="../media/image11.jpeg"/></Relationships>
</file>

<file path=ppt/slideLayouts/_rels/slideLayout11.xml.rels><?xml version="1.0" encoding="UTF-8" standalone="yes"?>
<Relationships xmlns="http://schemas.openxmlformats.org/package/2006/relationships"><Relationship Id="rId8" Type="http://schemas.microsoft.com/office/2007/relationships/hdphoto" Target="../media/hdphoto2.wdp"/><Relationship Id="rId3" Type="http://schemas.openxmlformats.org/officeDocument/2006/relationships/image" Target="../media/image3.png"/><Relationship Id="rId7" Type="http://schemas.openxmlformats.org/officeDocument/2006/relationships/image" Target="../media/image10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10" Type="http://schemas.openxmlformats.org/officeDocument/2006/relationships/image" Target="../media/image12.png"/><Relationship Id="rId4" Type="http://schemas.openxmlformats.org/officeDocument/2006/relationships/image" Target="../media/image7.png"/><Relationship Id="rId9" Type="http://schemas.openxmlformats.org/officeDocument/2006/relationships/image" Target="../media/image11.jpeg"/></Relationships>
</file>

<file path=ppt/slideLayouts/_rels/slideLayout12.xml.rels><?xml version="1.0" encoding="UTF-8" standalone="yes"?>
<Relationships xmlns="http://schemas.openxmlformats.org/package/2006/relationships"><Relationship Id="rId8" Type="http://schemas.microsoft.com/office/2007/relationships/hdphoto" Target="../media/hdphoto2.wdp"/><Relationship Id="rId3" Type="http://schemas.openxmlformats.org/officeDocument/2006/relationships/image" Target="../media/image3.png"/><Relationship Id="rId7" Type="http://schemas.openxmlformats.org/officeDocument/2006/relationships/image" Target="../media/image10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10" Type="http://schemas.openxmlformats.org/officeDocument/2006/relationships/image" Target="../media/image12.png"/><Relationship Id="rId4" Type="http://schemas.openxmlformats.org/officeDocument/2006/relationships/image" Target="../media/image7.png"/><Relationship Id="rId9" Type="http://schemas.openxmlformats.org/officeDocument/2006/relationships/image" Target="../media/image11.jpeg"/></Relationships>
</file>

<file path=ppt/slideLayouts/_rels/slideLayout13.xml.rels><?xml version="1.0" encoding="UTF-8" standalone="yes"?>
<Relationships xmlns="http://schemas.openxmlformats.org/package/2006/relationships"><Relationship Id="rId8" Type="http://schemas.microsoft.com/office/2007/relationships/hdphoto" Target="../media/hdphoto2.wdp"/><Relationship Id="rId3" Type="http://schemas.openxmlformats.org/officeDocument/2006/relationships/image" Target="../media/image3.png"/><Relationship Id="rId7" Type="http://schemas.openxmlformats.org/officeDocument/2006/relationships/image" Target="../media/image10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10" Type="http://schemas.openxmlformats.org/officeDocument/2006/relationships/image" Target="../media/image12.png"/><Relationship Id="rId4" Type="http://schemas.openxmlformats.org/officeDocument/2006/relationships/image" Target="../media/image7.png"/><Relationship Id="rId9" Type="http://schemas.openxmlformats.org/officeDocument/2006/relationships/image" Target="../media/image11.jpeg"/></Relationships>
</file>

<file path=ppt/slideLayouts/_rels/slideLayout14.xml.rels><?xml version="1.0" encoding="UTF-8" standalone="yes"?>
<Relationships xmlns="http://schemas.openxmlformats.org/package/2006/relationships"><Relationship Id="rId8" Type="http://schemas.microsoft.com/office/2007/relationships/hdphoto" Target="../media/hdphoto2.wdp"/><Relationship Id="rId3" Type="http://schemas.openxmlformats.org/officeDocument/2006/relationships/image" Target="../media/image3.png"/><Relationship Id="rId7" Type="http://schemas.openxmlformats.org/officeDocument/2006/relationships/image" Target="../media/image10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10" Type="http://schemas.openxmlformats.org/officeDocument/2006/relationships/image" Target="../media/image12.png"/><Relationship Id="rId4" Type="http://schemas.openxmlformats.org/officeDocument/2006/relationships/image" Target="../media/image7.png"/><Relationship Id="rId9" Type="http://schemas.openxmlformats.org/officeDocument/2006/relationships/image" Target="../media/image11.jpeg"/></Relationships>
</file>

<file path=ppt/slideLayouts/_rels/slideLayout15.xml.rels><?xml version="1.0" encoding="UTF-8" standalone="yes"?>
<Relationships xmlns="http://schemas.openxmlformats.org/package/2006/relationships"><Relationship Id="rId8" Type="http://schemas.microsoft.com/office/2007/relationships/hdphoto" Target="../media/hdphoto2.wdp"/><Relationship Id="rId3" Type="http://schemas.openxmlformats.org/officeDocument/2006/relationships/image" Target="../media/image3.png"/><Relationship Id="rId7" Type="http://schemas.openxmlformats.org/officeDocument/2006/relationships/image" Target="../media/image10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10" Type="http://schemas.openxmlformats.org/officeDocument/2006/relationships/image" Target="../media/image12.png"/><Relationship Id="rId4" Type="http://schemas.openxmlformats.org/officeDocument/2006/relationships/image" Target="../media/image7.png"/><Relationship Id="rId9" Type="http://schemas.openxmlformats.org/officeDocument/2006/relationships/image" Target="../media/image11.jpeg"/></Relationships>
</file>

<file path=ppt/slideLayouts/_rels/slideLayout16.xml.rels><?xml version="1.0" encoding="UTF-8" standalone="yes"?>
<Relationships xmlns="http://schemas.openxmlformats.org/package/2006/relationships"><Relationship Id="rId8" Type="http://schemas.microsoft.com/office/2007/relationships/hdphoto" Target="../media/hdphoto2.wdp"/><Relationship Id="rId3" Type="http://schemas.openxmlformats.org/officeDocument/2006/relationships/image" Target="../media/image3.png"/><Relationship Id="rId7" Type="http://schemas.openxmlformats.org/officeDocument/2006/relationships/image" Target="../media/image10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10" Type="http://schemas.openxmlformats.org/officeDocument/2006/relationships/image" Target="../media/image12.png"/><Relationship Id="rId4" Type="http://schemas.openxmlformats.org/officeDocument/2006/relationships/image" Target="../media/image7.png"/><Relationship Id="rId9" Type="http://schemas.openxmlformats.org/officeDocument/2006/relationships/image" Target="../media/image11.jpeg"/></Relationships>
</file>

<file path=ppt/slideLayouts/_rels/slideLayout17.xml.rels><?xml version="1.0" encoding="UTF-8" standalone="yes"?>
<Relationships xmlns="http://schemas.openxmlformats.org/package/2006/relationships"><Relationship Id="rId8" Type="http://schemas.microsoft.com/office/2007/relationships/hdphoto" Target="../media/hdphoto2.wdp"/><Relationship Id="rId3" Type="http://schemas.openxmlformats.org/officeDocument/2006/relationships/image" Target="../media/image3.png"/><Relationship Id="rId7" Type="http://schemas.openxmlformats.org/officeDocument/2006/relationships/image" Target="../media/image10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10" Type="http://schemas.openxmlformats.org/officeDocument/2006/relationships/image" Target="../media/image12.png"/><Relationship Id="rId4" Type="http://schemas.openxmlformats.org/officeDocument/2006/relationships/image" Target="../media/image7.png"/><Relationship Id="rId9" Type="http://schemas.openxmlformats.org/officeDocument/2006/relationships/image" Target="../media/image11.jpeg"/></Relationships>
</file>

<file path=ppt/slideLayouts/_rels/slideLayout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3.png"/><Relationship Id="rId7" Type="http://schemas.microsoft.com/office/2007/relationships/hdphoto" Target="../media/hdphoto2.wdp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0.png"/><Relationship Id="rId11" Type="http://schemas.openxmlformats.org/officeDocument/2006/relationships/image" Target="../media/image14.png"/><Relationship Id="rId5" Type="http://schemas.openxmlformats.org/officeDocument/2006/relationships/image" Target="../media/image9.png"/><Relationship Id="rId10" Type="http://schemas.openxmlformats.org/officeDocument/2006/relationships/image" Target="../media/image12.png"/><Relationship Id="rId4" Type="http://schemas.openxmlformats.org/officeDocument/2006/relationships/image" Target="../media/image8.png"/><Relationship Id="rId9" Type="http://schemas.openxmlformats.org/officeDocument/2006/relationships/image" Target="../media/image11.jpeg"/></Relationships>
</file>

<file path=ppt/slideLayouts/_rels/slideLayout19.xml.rels><?xml version="1.0" encoding="UTF-8" standalone="yes"?>
<Relationships xmlns="http://schemas.openxmlformats.org/package/2006/relationships"><Relationship Id="rId8" Type="http://schemas.microsoft.com/office/2007/relationships/hdphoto" Target="../media/hdphoto2.wdp"/><Relationship Id="rId3" Type="http://schemas.openxmlformats.org/officeDocument/2006/relationships/image" Target="../media/image3.png"/><Relationship Id="rId7" Type="http://schemas.openxmlformats.org/officeDocument/2006/relationships/image" Target="../media/image10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9.png"/><Relationship Id="rId11" Type="http://schemas.openxmlformats.org/officeDocument/2006/relationships/image" Target="../media/image12.png"/><Relationship Id="rId5" Type="http://schemas.openxmlformats.org/officeDocument/2006/relationships/image" Target="../media/image8.png"/><Relationship Id="rId10" Type="http://schemas.openxmlformats.org/officeDocument/2006/relationships/image" Target="../media/image11.jpeg"/><Relationship Id="rId4" Type="http://schemas.openxmlformats.org/officeDocument/2006/relationships/image" Target="../media/image7.png"/><Relationship Id="rId9" Type="http://schemas.openxmlformats.org/officeDocument/2006/relationships/image" Target="../media/image15.jpeg"/></Relationships>
</file>

<file path=ppt/slideLayouts/_rels/slideLayout20.xml.rels><?xml version="1.0" encoding="UTF-8" standalone="yes"?>
<Relationships xmlns="http://schemas.openxmlformats.org/package/2006/relationships"><Relationship Id="rId8" Type="http://schemas.microsoft.com/office/2007/relationships/hdphoto" Target="../media/hdphoto2.wdp"/><Relationship Id="rId3" Type="http://schemas.openxmlformats.org/officeDocument/2006/relationships/image" Target="../media/image3.png"/><Relationship Id="rId7" Type="http://schemas.openxmlformats.org/officeDocument/2006/relationships/image" Target="../media/image10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10" Type="http://schemas.openxmlformats.org/officeDocument/2006/relationships/image" Target="../media/image12.png"/><Relationship Id="rId4" Type="http://schemas.openxmlformats.org/officeDocument/2006/relationships/image" Target="../media/image7.png"/><Relationship Id="rId9" Type="http://schemas.openxmlformats.org/officeDocument/2006/relationships/image" Target="../media/image11.jpe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 - Logo on T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B9A329F3-B4EA-403B-BD1C-FDD65D8E9D3F}"/>
              </a:ext>
            </a:extLst>
          </p:cNvPr>
          <p:cNvGrpSpPr/>
          <p:nvPr userDrawn="1"/>
        </p:nvGrpSpPr>
        <p:grpSpPr>
          <a:xfrm>
            <a:off x="10721798" y="852808"/>
            <a:ext cx="1339023" cy="407045"/>
            <a:chOff x="10721798" y="852808"/>
            <a:chExt cx="1339023" cy="407045"/>
          </a:xfrm>
        </p:grpSpPr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F0325C5E-F004-43A9-9277-53A0BD206A7C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721798" y="852808"/>
              <a:ext cx="1339022" cy="407045"/>
            </a:xfrm>
            <a:prstGeom prst="rect">
              <a:avLst/>
            </a:prstGeom>
          </p:spPr>
        </p:pic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4B63808E-204C-4894-A747-B51DDC7425CA}"/>
                </a:ext>
              </a:extLst>
            </p:cNvPr>
            <p:cNvSpPr/>
            <p:nvPr userDrawn="1"/>
          </p:nvSpPr>
          <p:spPr>
            <a:xfrm>
              <a:off x="10721799" y="852808"/>
              <a:ext cx="1339022" cy="407044"/>
            </a:xfrm>
            <a:prstGeom prst="rect">
              <a:avLst/>
            </a:pr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7CD05EDD-7D4D-4F15-B3BB-F4E2E35E1780}"/>
              </a:ext>
            </a:extLst>
          </p:cNvPr>
          <p:cNvSpPr/>
          <p:nvPr userDrawn="1"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Slide Number Placeholder 3">
            <a:extLst>
              <a:ext uri="{FF2B5EF4-FFF2-40B4-BE49-F238E27FC236}">
                <a16:creationId xmlns:a16="http://schemas.microsoft.com/office/drawing/2014/main" id="{FE084249-8DB7-4B0A-AA7A-A1A407FC0773}"/>
              </a:ext>
            </a:extLst>
          </p:cNvPr>
          <p:cNvSpPr txBox="1">
            <a:spLocks/>
          </p:cNvSpPr>
          <p:nvPr userDrawn="1"/>
        </p:nvSpPr>
        <p:spPr>
          <a:xfrm>
            <a:off x="86106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b="1" smtClean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</a:rPr>
              <a:pPr/>
              <a:t>‹#›</a:t>
            </a:fld>
            <a:endParaRPr lang="en-US" b="1" dirty="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pic>
        <p:nvPicPr>
          <p:cNvPr id="18" name="Shape 56">
            <a:extLst>
              <a:ext uri="{FF2B5EF4-FFF2-40B4-BE49-F238E27FC236}">
                <a16:creationId xmlns:a16="http://schemas.microsoft.com/office/drawing/2014/main" id="{ACB01872-4321-4181-A609-1C503C074C10}"/>
              </a:ext>
            </a:extLst>
          </p:cNvPr>
          <p:cNvPicPr preferRelativeResize="0"/>
          <p:nvPr userDrawn="1"/>
        </p:nvPicPr>
        <p:blipFill rotWithShape="1">
          <a:blip r:embed="rId3">
            <a:alphaModFix/>
          </a:blip>
          <a:srcRect t="86739" r="1768" b="3535"/>
          <a:stretch/>
        </p:blipFill>
        <p:spPr>
          <a:xfrm>
            <a:off x="0" y="0"/>
            <a:ext cx="12192000" cy="711201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5CD07E8-CBAA-45BA-85CF-1233D4AA86C9}"/>
              </a:ext>
            </a:extLst>
          </p:cNvPr>
          <p:cNvSpPr>
            <a:spLocks noGrp="1"/>
          </p:cNvSpPr>
          <p:nvPr userDrawn="1">
            <p:ph type="title"/>
          </p:nvPr>
        </p:nvSpPr>
        <p:spPr>
          <a:xfrm>
            <a:off x="0" y="1"/>
            <a:ext cx="12192000" cy="711200"/>
          </a:xfrm>
          <a:solidFill>
            <a:srgbClr val="C0C0C0">
              <a:alpha val="50000"/>
            </a:srgbClr>
          </a:solidFill>
          <a:ln>
            <a:noFill/>
          </a:ln>
        </p:spPr>
        <p:txBody>
          <a:bodyPr lIns="216000" tIns="108000" rIns="216000" bIns="108000">
            <a:normAutofit/>
          </a:bodyPr>
          <a:lstStyle>
            <a:lvl1pPr>
              <a:defRPr lang="en-US" sz="34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05596C8C-2163-45E8-B709-8118C381771F}"/>
              </a:ext>
            </a:extLst>
          </p:cNvPr>
          <p:cNvCxnSpPr/>
          <p:nvPr userDrawn="1"/>
        </p:nvCxnSpPr>
        <p:spPr>
          <a:xfrm>
            <a:off x="0" y="711201"/>
            <a:ext cx="12192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F86BF578-C91A-4942-95D5-11408C3CCACF}"/>
              </a:ext>
            </a:extLst>
          </p:cNvPr>
          <p:cNvCxnSpPr/>
          <p:nvPr userDrawn="1"/>
        </p:nvCxnSpPr>
        <p:spPr>
          <a:xfrm>
            <a:off x="0" y="6595977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6F4971-704E-42EF-A852-52D75741FB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863444"/>
            <a:ext cx="11929641" cy="5590565"/>
          </a:xfrm>
        </p:spPr>
        <p:txBody>
          <a:bodyPr>
            <a:noAutofit/>
          </a:bodyPr>
          <a:lstStyle>
            <a:lvl1pPr marL="265113" indent="-265113" algn="just">
              <a:buClr>
                <a:schemeClr val="accent6"/>
              </a:buClr>
              <a:buFont typeface="Wingdings 3" panose="05040102010807070707" pitchFamily="18" charset="2"/>
              <a:buChar char=""/>
              <a:defRPr sz="2800">
                <a:solidFill>
                  <a:srgbClr val="002060"/>
                </a:solidFill>
              </a:defRPr>
            </a:lvl1pPr>
            <a:lvl2pPr marL="809625" indent="-352425" algn="just">
              <a:buClr>
                <a:schemeClr val="accent6"/>
              </a:buClr>
              <a:buFont typeface="Wingdings 3" panose="05040102010807070707" pitchFamily="18" charset="2"/>
              <a:buChar char=""/>
              <a:defRPr sz="2800">
                <a:solidFill>
                  <a:srgbClr val="002060"/>
                </a:solidFill>
              </a:defRPr>
            </a:lvl2pPr>
            <a:lvl3pPr marL="1143000" indent="-228600" algn="just">
              <a:buClr>
                <a:schemeClr val="accent6"/>
              </a:buClr>
              <a:buFont typeface="Wingdings" panose="05000000000000000000" pitchFamily="2" charset="2"/>
              <a:buChar char="§"/>
              <a:defRPr sz="2800">
                <a:solidFill>
                  <a:srgbClr val="002060"/>
                </a:solidFill>
              </a:defRPr>
            </a:lvl3pPr>
            <a:lvl4pPr algn="just">
              <a:buClr>
                <a:schemeClr val="accent6"/>
              </a:buClr>
              <a:defRPr sz="2800">
                <a:solidFill>
                  <a:srgbClr val="002060"/>
                </a:solidFill>
              </a:defRPr>
            </a:lvl4pPr>
            <a:lvl5pPr algn="just">
              <a:buClr>
                <a:schemeClr val="accent6"/>
              </a:buClr>
              <a:defRPr sz="2800">
                <a:solidFill>
                  <a:srgbClr val="002060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4" name="Date Placeholder 1">
            <a:extLst>
              <a:ext uri="{FF2B5EF4-FFF2-40B4-BE49-F238E27FC236}">
                <a16:creationId xmlns:a16="http://schemas.microsoft.com/office/drawing/2014/main" id="{CA463A36-7025-4394-9467-8A3EC3425B00}"/>
              </a:ext>
            </a:extLst>
          </p:cNvPr>
          <p:cNvSpPr txBox="1">
            <a:spLocks/>
          </p:cNvSpPr>
          <p:nvPr userDrawn="1"/>
        </p:nvSpPr>
        <p:spPr>
          <a:xfrm>
            <a:off x="8382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200" b="0" kern="1200" dirty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  <a:ea typeface="+mn-ea"/>
                <a:cs typeface="+mn-cs"/>
              </a:rPr>
              <a:t>Prof. Nishant Khiraiya</a:t>
            </a:r>
          </a:p>
        </p:txBody>
      </p:sp>
      <p:sp>
        <p:nvSpPr>
          <p:cNvPr id="21" name="Footer Placeholder 2">
            <a:extLst>
              <a:ext uri="{FF2B5EF4-FFF2-40B4-BE49-F238E27FC236}">
                <a16:creationId xmlns:a16="http://schemas.microsoft.com/office/drawing/2014/main" id="{BF2BE79E-EA17-4AB9-8CB5-714A52A6B2F5}"/>
              </a:ext>
            </a:extLst>
          </p:cNvPr>
          <p:cNvSpPr txBox="1">
            <a:spLocks/>
          </p:cNvSpPr>
          <p:nvPr userDrawn="1"/>
        </p:nvSpPr>
        <p:spPr>
          <a:xfrm>
            <a:off x="3976258" y="6604000"/>
            <a:ext cx="4239482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200" b="0" kern="1200" dirty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  <a:ea typeface="+mn-ea"/>
                <a:cs typeface="+mn-cs"/>
              </a:rPr>
              <a:t>#2601HS101 (Mathematics – I)   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Wingdings" panose="05000000000000000000" pitchFamily="2" charset="2"/>
                <a:ea typeface="Roboto Condensed Light" panose="02000000000000000000" pitchFamily="2" charset="0"/>
              </a:rPr>
              <a:t></a:t>
            </a:r>
            <a:r>
              <a:rPr lang="en-US" sz="1200" b="0" kern="1200" dirty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  <a:ea typeface="+mn-ea"/>
                <a:cs typeface="+mn-cs"/>
              </a:rPr>
              <a:t>   Unit 2 – Vector Space</a:t>
            </a:r>
          </a:p>
        </p:txBody>
      </p:sp>
    </p:spTree>
    <p:extLst>
      <p:ext uri="{BB962C8B-B14F-4D97-AF65-F5344CB8AC3E}">
        <p14:creationId xmlns:p14="http://schemas.microsoft.com/office/powerpoint/2010/main" val="13069425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 - Logo on B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>
            <a:extLst>
              <a:ext uri="{FF2B5EF4-FFF2-40B4-BE49-F238E27FC236}">
                <a16:creationId xmlns:a16="http://schemas.microsoft.com/office/drawing/2014/main" id="{619E228D-B2BD-4EFA-9FE9-86D81DDC600E}"/>
              </a:ext>
            </a:extLst>
          </p:cNvPr>
          <p:cNvGrpSpPr/>
          <p:nvPr userDrawn="1"/>
        </p:nvGrpSpPr>
        <p:grpSpPr>
          <a:xfrm>
            <a:off x="10721797" y="6047527"/>
            <a:ext cx="1339023" cy="407045"/>
            <a:chOff x="10721798" y="852808"/>
            <a:chExt cx="1339023" cy="407045"/>
          </a:xfrm>
        </p:grpSpPr>
        <p:pic>
          <p:nvPicPr>
            <p:cNvPr id="25" name="Picture 24">
              <a:extLst>
                <a:ext uri="{FF2B5EF4-FFF2-40B4-BE49-F238E27FC236}">
                  <a16:creationId xmlns:a16="http://schemas.microsoft.com/office/drawing/2014/main" id="{60ED7292-9BDD-4D31-8064-11177842F8CC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721798" y="852808"/>
              <a:ext cx="1339022" cy="407045"/>
            </a:xfrm>
            <a:prstGeom prst="rect">
              <a:avLst/>
            </a:prstGeom>
          </p:spPr>
        </p:pic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1F0757EE-ABB9-45D2-B479-D5AB8FB14DF1}"/>
                </a:ext>
              </a:extLst>
            </p:cNvPr>
            <p:cNvSpPr/>
            <p:nvPr userDrawn="1"/>
          </p:nvSpPr>
          <p:spPr>
            <a:xfrm>
              <a:off x="10721799" y="852808"/>
              <a:ext cx="1339022" cy="407044"/>
            </a:xfrm>
            <a:prstGeom prst="rect">
              <a:avLst/>
            </a:pr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7CD05EDD-7D4D-4F15-B3BB-F4E2E35E1780}"/>
              </a:ext>
            </a:extLst>
          </p:cNvPr>
          <p:cNvSpPr/>
          <p:nvPr userDrawn="1"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Slide Number Placeholder 3">
            <a:extLst>
              <a:ext uri="{FF2B5EF4-FFF2-40B4-BE49-F238E27FC236}">
                <a16:creationId xmlns:a16="http://schemas.microsoft.com/office/drawing/2014/main" id="{FE084249-8DB7-4B0A-AA7A-A1A407FC0773}"/>
              </a:ext>
            </a:extLst>
          </p:cNvPr>
          <p:cNvSpPr txBox="1">
            <a:spLocks/>
          </p:cNvSpPr>
          <p:nvPr userDrawn="1"/>
        </p:nvSpPr>
        <p:spPr>
          <a:xfrm>
            <a:off x="86106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b="1" smtClean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</a:rPr>
              <a:pPr/>
              <a:t>‹#›</a:t>
            </a:fld>
            <a:endParaRPr lang="en-US" b="1" dirty="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pic>
        <p:nvPicPr>
          <p:cNvPr id="18" name="Shape 56">
            <a:extLst>
              <a:ext uri="{FF2B5EF4-FFF2-40B4-BE49-F238E27FC236}">
                <a16:creationId xmlns:a16="http://schemas.microsoft.com/office/drawing/2014/main" id="{ACB01872-4321-4181-A609-1C503C074C10}"/>
              </a:ext>
            </a:extLst>
          </p:cNvPr>
          <p:cNvPicPr preferRelativeResize="0"/>
          <p:nvPr userDrawn="1"/>
        </p:nvPicPr>
        <p:blipFill rotWithShape="1">
          <a:blip r:embed="rId3">
            <a:alphaModFix/>
          </a:blip>
          <a:srcRect t="86739" r="1768" b="3535"/>
          <a:stretch/>
        </p:blipFill>
        <p:spPr>
          <a:xfrm>
            <a:off x="0" y="0"/>
            <a:ext cx="12192000" cy="711201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5CD07E8-CBAA-45BA-85CF-1233D4AA86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  <a:solidFill>
            <a:srgbClr val="C0C0C0">
              <a:alpha val="50000"/>
            </a:srgbClr>
          </a:solidFill>
          <a:ln>
            <a:noFill/>
          </a:ln>
        </p:spPr>
        <p:txBody>
          <a:bodyPr lIns="216000" tIns="108000" rIns="216000" bIns="108000">
            <a:normAutofit/>
          </a:bodyPr>
          <a:lstStyle>
            <a:lvl1pPr>
              <a:defRPr lang="en-US" sz="34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05596C8C-2163-45E8-B709-8118C381771F}"/>
              </a:ext>
            </a:extLst>
          </p:cNvPr>
          <p:cNvCxnSpPr/>
          <p:nvPr userDrawn="1"/>
        </p:nvCxnSpPr>
        <p:spPr>
          <a:xfrm>
            <a:off x="0" y="711201"/>
            <a:ext cx="12192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F86BF578-C91A-4942-95D5-11408C3CCACF}"/>
              </a:ext>
            </a:extLst>
          </p:cNvPr>
          <p:cNvCxnSpPr/>
          <p:nvPr userDrawn="1"/>
        </p:nvCxnSpPr>
        <p:spPr>
          <a:xfrm>
            <a:off x="0" y="6606251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6F4971-704E-42EF-A852-52D75741FB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863444"/>
            <a:ext cx="11929641" cy="5590565"/>
          </a:xfrm>
        </p:spPr>
        <p:txBody>
          <a:bodyPr>
            <a:noAutofit/>
          </a:bodyPr>
          <a:lstStyle>
            <a:lvl1pPr marL="265113" indent="-265113" algn="just">
              <a:lnSpc>
                <a:spcPct val="130000"/>
              </a:lnSpc>
              <a:buClr>
                <a:schemeClr val="accent6"/>
              </a:buClr>
              <a:buFont typeface="Wingdings 3" panose="05040102010807070707" pitchFamily="18" charset="2"/>
              <a:buChar char=""/>
              <a:defRPr sz="2800">
                <a:solidFill>
                  <a:srgbClr val="002060"/>
                </a:solidFill>
              </a:defRPr>
            </a:lvl1pPr>
            <a:lvl2pPr marL="809625" indent="-352425" algn="just">
              <a:lnSpc>
                <a:spcPct val="130000"/>
              </a:lnSpc>
              <a:buClr>
                <a:schemeClr val="accent6"/>
              </a:buClr>
              <a:buFont typeface="Wingdings 3" panose="05040102010807070707" pitchFamily="18" charset="2"/>
              <a:buChar char=""/>
              <a:defRPr sz="2800">
                <a:solidFill>
                  <a:srgbClr val="002060"/>
                </a:solidFill>
              </a:defRPr>
            </a:lvl2pPr>
            <a:lvl3pPr marL="1143000" indent="-228600" algn="just">
              <a:lnSpc>
                <a:spcPct val="130000"/>
              </a:lnSpc>
              <a:buClr>
                <a:schemeClr val="accent6"/>
              </a:buClr>
              <a:buFont typeface="Wingdings" panose="05000000000000000000" pitchFamily="2" charset="2"/>
              <a:buChar char="§"/>
              <a:defRPr sz="2800">
                <a:solidFill>
                  <a:srgbClr val="002060"/>
                </a:solidFill>
              </a:defRPr>
            </a:lvl3pPr>
            <a:lvl4pPr algn="just">
              <a:lnSpc>
                <a:spcPct val="130000"/>
              </a:lnSpc>
              <a:buClr>
                <a:schemeClr val="accent6"/>
              </a:buClr>
              <a:defRPr sz="2800">
                <a:solidFill>
                  <a:srgbClr val="002060"/>
                </a:solidFill>
              </a:defRPr>
            </a:lvl4pPr>
            <a:lvl5pPr algn="just">
              <a:lnSpc>
                <a:spcPct val="130000"/>
              </a:lnSpc>
              <a:buClr>
                <a:schemeClr val="accent6"/>
              </a:buClr>
              <a:defRPr sz="2800">
                <a:solidFill>
                  <a:srgbClr val="002060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4" name="Date Placeholder 1">
            <a:extLst>
              <a:ext uri="{FF2B5EF4-FFF2-40B4-BE49-F238E27FC236}">
                <a16:creationId xmlns:a16="http://schemas.microsoft.com/office/drawing/2014/main" id="{CA463A36-7025-4394-9467-8A3EC3425B00}"/>
              </a:ext>
            </a:extLst>
          </p:cNvPr>
          <p:cNvSpPr txBox="1">
            <a:spLocks/>
          </p:cNvSpPr>
          <p:nvPr userDrawn="1"/>
        </p:nvSpPr>
        <p:spPr>
          <a:xfrm>
            <a:off x="8382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200" b="0" kern="1200" dirty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  <a:ea typeface="+mn-ea"/>
                <a:cs typeface="+mn-cs"/>
              </a:rPr>
              <a:t>Prof. Nishant Khiraiya</a:t>
            </a:r>
          </a:p>
        </p:txBody>
      </p:sp>
      <p:sp>
        <p:nvSpPr>
          <p:cNvPr id="21" name="Footer Placeholder 2">
            <a:extLst>
              <a:ext uri="{FF2B5EF4-FFF2-40B4-BE49-F238E27FC236}">
                <a16:creationId xmlns:a16="http://schemas.microsoft.com/office/drawing/2014/main" id="{BF2BE79E-EA17-4AB9-8CB5-714A52A6B2F5}"/>
              </a:ext>
            </a:extLst>
          </p:cNvPr>
          <p:cNvSpPr txBox="1">
            <a:spLocks/>
          </p:cNvSpPr>
          <p:nvPr userDrawn="1"/>
        </p:nvSpPr>
        <p:spPr>
          <a:xfrm>
            <a:off x="3933652" y="6604000"/>
            <a:ext cx="4324696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200" b="0" kern="1200" dirty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  <a:ea typeface="+mn-ea"/>
                <a:cs typeface="+mn-cs"/>
              </a:rPr>
              <a:t>#2601HS101 (Mathematics – I)   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Wingdings" panose="05000000000000000000" pitchFamily="2" charset="2"/>
                <a:ea typeface="Roboto Condensed Light" panose="02000000000000000000" pitchFamily="2" charset="0"/>
              </a:rPr>
              <a:t></a:t>
            </a:r>
            <a:r>
              <a:rPr lang="en-US" sz="1200" b="0" kern="1200" dirty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  <a:ea typeface="+mn-ea"/>
                <a:cs typeface="+mn-cs"/>
              </a:rPr>
              <a:t>   Unit 2 – Vector Space</a:t>
            </a:r>
          </a:p>
        </p:txBody>
      </p:sp>
    </p:spTree>
    <p:extLst>
      <p:ext uri="{BB962C8B-B14F-4D97-AF65-F5344CB8AC3E}">
        <p14:creationId xmlns:p14="http://schemas.microsoft.com/office/powerpoint/2010/main" val="5299397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and Content - Logo on B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>
            <a:extLst>
              <a:ext uri="{FF2B5EF4-FFF2-40B4-BE49-F238E27FC236}">
                <a16:creationId xmlns:a16="http://schemas.microsoft.com/office/drawing/2014/main" id="{AE04132C-088A-4457-A3C3-1DC6427585FC}"/>
              </a:ext>
            </a:extLst>
          </p:cNvPr>
          <p:cNvGrpSpPr/>
          <p:nvPr userDrawn="1"/>
        </p:nvGrpSpPr>
        <p:grpSpPr>
          <a:xfrm>
            <a:off x="131179" y="6047527"/>
            <a:ext cx="1339023" cy="407045"/>
            <a:chOff x="10721798" y="852808"/>
            <a:chExt cx="1339023" cy="407045"/>
          </a:xfrm>
        </p:grpSpPr>
        <p:pic>
          <p:nvPicPr>
            <p:cNvPr id="25" name="Picture 24">
              <a:extLst>
                <a:ext uri="{FF2B5EF4-FFF2-40B4-BE49-F238E27FC236}">
                  <a16:creationId xmlns:a16="http://schemas.microsoft.com/office/drawing/2014/main" id="{B49C31A0-0173-45C3-B715-F73A797EA642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721798" y="852808"/>
              <a:ext cx="1339022" cy="407045"/>
            </a:xfrm>
            <a:prstGeom prst="rect">
              <a:avLst/>
            </a:prstGeom>
          </p:spPr>
        </p:pic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26EB3A16-1B2C-44F3-A559-3929B9A2E162}"/>
                </a:ext>
              </a:extLst>
            </p:cNvPr>
            <p:cNvSpPr/>
            <p:nvPr userDrawn="1"/>
          </p:nvSpPr>
          <p:spPr>
            <a:xfrm>
              <a:off x="10721799" y="852808"/>
              <a:ext cx="1339022" cy="407044"/>
            </a:xfrm>
            <a:prstGeom prst="rect">
              <a:avLst/>
            </a:pr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7CD05EDD-7D4D-4F15-B3BB-F4E2E35E1780}"/>
              </a:ext>
            </a:extLst>
          </p:cNvPr>
          <p:cNvSpPr/>
          <p:nvPr userDrawn="1"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Date Placeholder 1">
            <a:extLst>
              <a:ext uri="{FF2B5EF4-FFF2-40B4-BE49-F238E27FC236}">
                <a16:creationId xmlns:a16="http://schemas.microsoft.com/office/drawing/2014/main" id="{CA463A36-7025-4394-9467-8A3EC3425B00}"/>
              </a:ext>
            </a:extLst>
          </p:cNvPr>
          <p:cNvSpPr txBox="1">
            <a:spLocks/>
          </p:cNvSpPr>
          <p:nvPr userDrawn="1"/>
        </p:nvSpPr>
        <p:spPr>
          <a:xfrm>
            <a:off x="8382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200" b="0" kern="1200" dirty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  <a:ea typeface="+mn-ea"/>
                <a:cs typeface="+mn-cs"/>
              </a:rPr>
              <a:t>Prof. Nishant Khiraiya</a:t>
            </a:r>
          </a:p>
        </p:txBody>
      </p:sp>
      <p:sp>
        <p:nvSpPr>
          <p:cNvPr id="23" name="Slide Number Placeholder 3">
            <a:extLst>
              <a:ext uri="{FF2B5EF4-FFF2-40B4-BE49-F238E27FC236}">
                <a16:creationId xmlns:a16="http://schemas.microsoft.com/office/drawing/2014/main" id="{FE084249-8DB7-4B0A-AA7A-A1A407FC0773}"/>
              </a:ext>
            </a:extLst>
          </p:cNvPr>
          <p:cNvSpPr txBox="1">
            <a:spLocks/>
          </p:cNvSpPr>
          <p:nvPr userDrawn="1"/>
        </p:nvSpPr>
        <p:spPr>
          <a:xfrm>
            <a:off x="86106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b="1" smtClean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</a:rPr>
              <a:pPr/>
              <a:t>‹#›</a:t>
            </a:fld>
            <a:endParaRPr lang="en-US" b="1" dirty="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pic>
        <p:nvPicPr>
          <p:cNvPr id="18" name="Shape 56">
            <a:extLst>
              <a:ext uri="{FF2B5EF4-FFF2-40B4-BE49-F238E27FC236}">
                <a16:creationId xmlns:a16="http://schemas.microsoft.com/office/drawing/2014/main" id="{ACB01872-4321-4181-A609-1C503C074C10}"/>
              </a:ext>
            </a:extLst>
          </p:cNvPr>
          <p:cNvPicPr preferRelativeResize="0"/>
          <p:nvPr userDrawn="1"/>
        </p:nvPicPr>
        <p:blipFill rotWithShape="1">
          <a:blip r:embed="rId3">
            <a:alphaModFix/>
          </a:blip>
          <a:srcRect t="86739" r="1768" b="3535"/>
          <a:stretch/>
        </p:blipFill>
        <p:spPr>
          <a:xfrm>
            <a:off x="0" y="0"/>
            <a:ext cx="12192000" cy="711201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5CD07E8-CBAA-45BA-85CF-1233D4AA86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  <a:solidFill>
            <a:srgbClr val="C0C0C0">
              <a:alpha val="50000"/>
            </a:srgbClr>
          </a:solidFill>
          <a:ln>
            <a:noFill/>
          </a:ln>
        </p:spPr>
        <p:txBody>
          <a:bodyPr lIns="216000" tIns="108000" rIns="216000" bIns="108000">
            <a:normAutofit/>
          </a:bodyPr>
          <a:lstStyle>
            <a:lvl1pPr>
              <a:defRPr lang="en-US" sz="34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05596C8C-2163-45E8-B709-8118C381771F}"/>
              </a:ext>
            </a:extLst>
          </p:cNvPr>
          <p:cNvCxnSpPr/>
          <p:nvPr userDrawn="1"/>
        </p:nvCxnSpPr>
        <p:spPr>
          <a:xfrm>
            <a:off x="0" y="711201"/>
            <a:ext cx="12192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F86BF578-C91A-4942-95D5-11408C3CCACF}"/>
              </a:ext>
            </a:extLst>
          </p:cNvPr>
          <p:cNvCxnSpPr/>
          <p:nvPr userDrawn="1"/>
        </p:nvCxnSpPr>
        <p:spPr>
          <a:xfrm>
            <a:off x="0" y="6606251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6F4971-704E-42EF-A852-52D75741FB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863444"/>
            <a:ext cx="11929641" cy="5590565"/>
          </a:xfrm>
        </p:spPr>
        <p:txBody>
          <a:bodyPr>
            <a:noAutofit/>
          </a:bodyPr>
          <a:lstStyle>
            <a:lvl1pPr marL="265113" indent="-265113" algn="just">
              <a:buClr>
                <a:schemeClr val="accent6"/>
              </a:buClr>
              <a:buFont typeface="Wingdings 3" panose="05040102010807070707" pitchFamily="18" charset="2"/>
              <a:buChar char=""/>
              <a:defRPr sz="2800">
                <a:solidFill>
                  <a:srgbClr val="002060"/>
                </a:solidFill>
              </a:defRPr>
            </a:lvl1pPr>
            <a:lvl2pPr marL="809625" indent="-352425" algn="just">
              <a:buClr>
                <a:schemeClr val="accent6"/>
              </a:buClr>
              <a:buFont typeface="Wingdings 3" panose="05040102010807070707" pitchFamily="18" charset="2"/>
              <a:buChar char=""/>
              <a:defRPr sz="2800">
                <a:solidFill>
                  <a:srgbClr val="002060"/>
                </a:solidFill>
              </a:defRPr>
            </a:lvl2pPr>
            <a:lvl3pPr marL="1143000" indent="-228600" algn="just">
              <a:buClr>
                <a:schemeClr val="accent6"/>
              </a:buClr>
              <a:buFont typeface="Wingdings" panose="05000000000000000000" pitchFamily="2" charset="2"/>
              <a:buChar char="§"/>
              <a:defRPr sz="2800">
                <a:solidFill>
                  <a:srgbClr val="002060"/>
                </a:solidFill>
              </a:defRPr>
            </a:lvl3pPr>
            <a:lvl4pPr algn="just">
              <a:buClr>
                <a:schemeClr val="accent6"/>
              </a:buClr>
              <a:defRPr sz="2800">
                <a:solidFill>
                  <a:srgbClr val="002060"/>
                </a:solidFill>
              </a:defRPr>
            </a:lvl4pPr>
            <a:lvl5pPr algn="just">
              <a:buClr>
                <a:schemeClr val="accent6"/>
              </a:buClr>
              <a:defRPr sz="2800">
                <a:solidFill>
                  <a:srgbClr val="002060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5" name="Footer Placeholder 2">
            <a:extLst>
              <a:ext uri="{FF2B5EF4-FFF2-40B4-BE49-F238E27FC236}">
                <a16:creationId xmlns:a16="http://schemas.microsoft.com/office/drawing/2014/main" id="{BF2BE79E-EA17-4AB9-8CB5-714A52A6B2F5}"/>
              </a:ext>
            </a:extLst>
          </p:cNvPr>
          <p:cNvSpPr txBox="1">
            <a:spLocks/>
          </p:cNvSpPr>
          <p:nvPr userDrawn="1"/>
        </p:nvSpPr>
        <p:spPr>
          <a:xfrm>
            <a:off x="3933652" y="6604000"/>
            <a:ext cx="4324696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200" b="0" kern="1200" dirty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  <a:ea typeface="+mn-ea"/>
                <a:cs typeface="+mn-cs"/>
              </a:rPr>
              <a:t>#2601HS101 (Mathematics – I)   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Wingdings" panose="05000000000000000000" pitchFamily="2" charset="2"/>
                <a:ea typeface="Roboto Condensed Light" panose="02000000000000000000" pitchFamily="2" charset="0"/>
              </a:rPr>
              <a:t></a:t>
            </a:r>
            <a:r>
              <a:rPr lang="en-US" sz="1200" b="0" kern="1200" dirty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  <a:ea typeface="+mn-ea"/>
                <a:cs typeface="+mn-cs"/>
              </a:rPr>
              <a:t>   Unit 2 – Vector Space</a:t>
            </a:r>
          </a:p>
        </p:txBody>
      </p:sp>
    </p:spTree>
    <p:extLst>
      <p:ext uri="{BB962C8B-B14F-4D97-AF65-F5344CB8AC3E}">
        <p14:creationId xmlns:p14="http://schemas.microsoft.com/office/powerpoint/2010/main" val="33857857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1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07171932-FFF4-4D27-9425-8CB5D27A92F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1581" b="21180"/>
          <a:stretch/>
        </p:blipFill>
        <p:spPr>
          <a:xfrm rot="16200000">
            <a:off x="9807099" y="606901"/>
            <a:ext cx="2991808" cy="177800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1639DF2A-5426-428D-B32D-78E9191D8A0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79646" t="18062" r="2731" b="17724"/>
          <a:stretch/>
        </p:blipFill>
        <p:spPr>
          <a:xfrm>
            <a:off x="0" y="401568"/>
            <a:ext cx="543946" cy="77215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B8C6168-C8A4-4660-9D38-045657B80D0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1849" y="2578895"/>
            <a:ext cx="10515600" cy="2852737"/>
          </a:xfrm>
        </p:spPr>
        <p:txBody>
          <a:bodyPr anchor="b">
            <a:normAutofit/>
          </a:bodyPr>
          <a:lstStyle>
            <a:lvl1pPr>
              <a:defRPr lang="en-US" sz="6000" b="1" kern="1200" dirty="0">
                <a:gradFill flip="none" rotWithShape="1">
                  <a:gsLst>
                    <a:gs pos="0">
                      <a:srgbClr val="1D3064"/>
                    </a:gs>
                    <a:gs pos="100000">
                      <a:schemeClr val="tx2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r>
              <a:rPr lang="en-US" dirty="0"/>
              <a:t>Write here Section 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66C89DA-344D-4448-822C-2826084EF127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Write here Section Subtitle</a:t>
            </a:r>
          </a:p>
        </p:txBody>
      </p:sp>
      <p:sp>
        <p:nvSpPr>
          <p:cNvPr id="8" name="Freeform 17">
            <a:extLst>
              <a:ext uri="{FF2B5EF4-FFF2-40B4-BE49-F238E27FC236}">
                <a16:creationId xmlns:a16="http://schemas.microsoft.com/office/drawing/2014/main" id="{910DC0DC-3FC7-402D-8C9F-62D3ACC8DC86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2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0">
                <a:srgbClr val="1D3064"/>
              </a:gs>
              <a:gs pos="50000">
                <a:srgbClr val="1D3064"/>
              </a:gs>
              <a:gs pos="100000">
                <a:schemeClr val="tx2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AE04132C-088A-4457-A3C3-1DC6427585FC}"/>
              </a:ext>
            </a:extLst>
          </p:cNvPr>
          <p:cNvGrpSpPr/>
          <p:nvPr userDrawn="1"/>
        </p:nvGrpSpPr>
        <p:grpSpPr>
          <a:xfrm>
            <a:off x="10677938" y="6350844"/>
            <a:ext cx="1339023" cy="407045"/>
            <a:chOff x="10721798" y="852808"/>
            <a:chExt cx="1339023" cy="407045"/>
          </a:xfrm>
        </p:grpSpPr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B49C31A0-0173-45C3-B715-F73A797EA642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721798" y="852808"/>
              <a:ext cx="1339022" cy="407045"/>
            </a:xfrm>
            <a:prstGeom prst="rect">
              <a:avLst/>
            </a:prstGeom>
          </p:spPr>
        </p:pic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26EB3A16-1B2C-44F3-A559-3929B9A2E162}"/>
                </a:ext>
              </a:extLst>
            </p:cNvPr>
            <p:cNvSpPr/>
            <p:nvPr userDrawn="1"/>
          </p:nvSpPr>
          <p:spPr>
            <a:xfrm>
              <a:off x="10721799" y="852808"/>
              <a:ext cx="1339022" cy="407044"/>
            </a:xfrm>
            <a:prstGeom prst="rect">
              <a:avLst/>
            </a:pr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1477903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lanck - Logo on T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5D17CCA1-DDAA-4D6C-AAE4-2ECFF46CFEAB}"/>
              </a:ext>
            </a:extLst>
          </p:cNvPr>
          <p:cNvSpPr/>
          <p:nvPr userDrawn="1"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Date Placeholder 1">
            <a:extLst>
              <a:ext uri="{FF2B5EF4-FFF2-40B4-BE49-F238E27FC236}">
                <a16:creationId xmlns:a16="http://schemas.microsoft.com/office/drawing/2014/main" id="{F2FD45BD-9964-4102-8DE9-72CDDDD20A49}"/>
              </a:ext>
            </a:extLst>
          </p:cNvPr>
          <p:cNvSpPr txBox="1">
            <a:spLocks/>
          </p:cNvSpPr>
          <p:nvPr userDrawn="1"/>
        </p:nvSpPr>
        <p:spPr>
          <a:xfrm>
            <a:off x="8382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200" b="0" kern="1200" dirty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  <a:ea typeface="+mn-ea"/>
                <a:cs typeface="+mn-cs"/>
              </a:rPr>
              <a:t>Prof. Nishant Khiraiya</a:t>
            </a:r>
          </a:p>
        </p:txBody>
      </p:sp>
      <p:sp>
        <p:nvSpPr>
          <p:cNvPr id="18" name="Slide Number Placeholder 3">
            <a:extLst>
              <a:ext uri="{FF2B5EF4-FFF2-40B4-BE49-F238E27FC236}">
                <a16:creationId xmlns:a16="http://schemas.microsoft.com/office/drawing/2014/main" id="{32768103-D8F5-4649-8107-E4B3B8C554BB}"/>
              </a:ext>
            </a:extLst>
          </p:cNvPr>
          <p:cNvSpPr txBox="1">
            <a:spLocks/>
          </p:cNvSpPr>
          <p:nvPr userDrawn="1"/>
        </p:nvSpPr>
        <p:spPr>
          <a:xfrm>
            <a:off x="86106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b="1" smtClean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</a:rPr>
              <a:pPr/>
              <a:t>‹#›</a:t>
            </a:fld>
            <a:endParaRPr lang="en-US" b="1" dirty="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86C86632-7EFD-4A64-85B1-0CE7D13E0C97}"/>
              </a:ext>
            </a:extLst>
          </p:cNvPr>
          <p:cNvCxnSpPr/>
          <p:nvPr userDrawn="1"/>
        </p:nvCxnSpPr>
        <p:spPr>
          <a:xfrm>
            <a:off x="0" y="6606251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4" name="Group 13">
            <a:extLst>
              <a:ext uri="{FF2B5EF4-FFF2-40B4-BE49-F238E27FC236}">
                <a16:creationId xmlns:a16="http://schemas.microsoft.com/office/drawing/2014/main" id="{1AA5C57A-F840-488A-AACF-E658D398FCEC}"/>
              </a:ext>
            </a:extLst>
          </p:cNvPr>
          <p:cNvGrpSpPr/>
          <p:nvPr userDrawn="1"/>
        </p:nvGrpSpPr>
        <p:grpSpPr>
          <a:xfrm>
            <a:off x="10304203" y="212531"/>
            <a:ext cx="1649043" cy="501287"/>
            <a:chOff x="10721798" y="852808"/>
            <a:chExt cx="1339023" cy="407045"/>
          </a:xfrm>
        </p:grpSpPr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1B8F12B0-F30C-4955-8E3F-625C9D2A74C4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721798" y="852808"/>
              <a:ext cx="1339022" cy="407045"/>
            </a:xfrm>
            <a:prstGeom prst="rect">
              <a:avLst/>
            </a:prstGeom>
          </p:spPr>
        </p:pic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8508BA0B-FE99-4953-98B0-D2708C070068}"/>
                </a:ext>
              </a:extLst>
            </p:cNvPr>
            <p:cNvSpPr/>
            <p:nvPr userDrawn="1"/>
          </p:nvSpPr>
          <p:spPr>
            <a:xfrm>
              <a:off x="10721799" y="852808"/>
              <a:ext cx="1339022" cy="407044"/>
            </a:xfrm>
            <a:prstGeom prst="rect">
              <a:avLst/>
            </a:pr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10" name="Footer Placeholder 2">
            <a:extLst>
              <a:ext uri="{FF2B5EF4-FFF2-40B4-BE49-F238E27FC236}">
                <a16:creationId xmlns:a16="http://schemas.microsoft.com/office/drawing/2014/main" id="{BF2BE79E-EA17-4AB9-8CB5-714A52A6B2F5}"/>
              </a:ext>
            </a:extLst>
          </p:cNvPr>
          <p:cNvSpPr txBox="1">
            <a:spLocks/>
          </p:cNvSpPr>
          <p:nvPr userDrawn="1"/>
        </p:nvSpPr>
        <p:spPr>
          <a:xfrm>
            <a:off x="3933652" y="6604000"/>
            <a:ext cx="4324696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200" b="0" kern="1200" dirty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  <a:ea typeface="+mn-ea"/>
                <a:cs typeface="+mn-cs"/>
              </a:rPr>
              <a:t>#2601HS101 (Mathematics – I)   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Wingdings" panose="05000000000000000000" pitchFamily="2" charset="2"/>
                <a:ea typeface="Roboto Condensed Light" panose="02000000000000000000" pitchFamily="2" charset="0"/>
              </a:rPr>
              <a:t></a:t>
            </a:r>
            <a:r>
              <a:rPr lang="en-US" sz="1200" b="0" kern="1200" dirty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  <a:ea typeface="+mn-ea"/>
                <a:cs typeface="+mn-cs"/>
              </a:rPr>
              <a:t>   Unit 2 – Vector Space</a:t>
            </a:r>
          </a:p>
        </p:txBody>
      </p:sp>
    </p:spTree>
    <p:extLst>
      <p:ext uri="{BB962C8B-B14F-4D97-AF65-F5344CB8AC3E}">
        <p14:creationId xmlns:p14="http://schemas.microsoft.com/office/powerpoint/2010/main" val="41852813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lanck - Logo on B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5D17CCA1-DDAA-4D6C-AAE4-2ECFF46CFEAB}"/>
              </a:ext>
            </a:extLst>
          </p:cNvPr>
          <p:cNvSpPr/>
          <p:nvPr userDrawn="1"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Date Placeholder 1">
            <a:extLst>
              <a:ext uri="{FF2B5EF4-FFF2-40B4-BE49-F238E27FC236}">
                <a16:creationId xmlns:a16="http://schemas.microsoft.com/office/drawing/2014/main" id="{F2FD45BD-9964-4102-8DE9-72CDDDD20A49}"/>
              </a:ext>
            </a:extLst>
          </p:cNvPr>
          <p:cNvSpPr txBox="1">
            <a:spLocks/>
          </p:cNvSpPr>
          <p:nvPr userDrawn="1"/>
        </p:nvSpPr>
        <p:spPr>
          <a:xfrm>
            <a:off x="8382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200" b="0" kern="1200" dirty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  <a:ea typeface="+mn-ea"/>
                <a:cs typeface="+mn-cs"/>
              </a:rPr>
              <a:t>Prof. Nishant Khiraiya</a:t>
            </a:r>
          </a:p>
        </p:txBody>
      </p:sp>
      <p:sp>
        <p:nvSpPr>
          <p:cNvPr id="18" name="Slide Number Placeholder 3">
            <a:extLst>
              <a:ext uri="{FF2B5EF4-FFF2-40B4-BE49-F238E27FC236}">
                <a16:creationId xmlns:a16="http://schemas.microsoft.com/office/drawing/2014/main" id="{32768103-D8F5-4649-8107-E4B3B8C554BB}"/>
              </a:ext>
            </a:extLst>
          </p:cNvPr>
          <p:cNvSpPr txBox="1">
            <a:spLocks/>
          </p:cNvSpPr>
          <p:nvPr userDrawn="1"/>
        </p:nvSpPr>
        <p:spPr>
          <a:xfrm>
            <a:off x="86106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b="1" smtClean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</a:rPr>
              <a:pPr/>
              <a:t>‹#›</a:t>
            </a:fld>
            <a:endParaRPr lang="en-US" b="1" dirty="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86C86632-7EFD-4A64-85B1-0CE7D13E0C97}"/>
              </a:ext>
            </a:extLst>
          </p:cNvPr>
          <p:cNvCxnSpPr/>
          <p:nvPr userDrawn="1"/>
        </p:nvCxnSpPr>
        <p:spPr>
          <a:xfrm>
            <a:off x="0" y="6606251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4" name="Group 13">
            <a:extLst>
              <a:ext uri="{FF2B5EF4-FFF2-40B4-BE49-F238E27FC236}">
                <a16:creationId xmlns:a16="http://schemas.microsoft.com/office/drawing/2014/main" id="{8FD38B6F-D549-4D28-B5DA-3AF636652084}"/>
              </a:ext>
            </a:extLst>
          </p:cNvPr>
          <p:cNvGrpSpPr/>
          <p:nvPr userDrawn="1"/>
        </p:nvGrpSpPr>
        <p:grpSpPr>
          <a:xfrm>
            <a:off x="10357991" y="5976558"/>
            <a:ext cx="1649043" cy="501287"/>
            <a:chOff x="10721798" y="852808"/>
            <a:chExt cx="1339023" cy="407045"/>
          </a:xfrm>
        </p:grpSpPr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538C9597-8AB6-41B2-8903-FB3D0B47ADD5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721798" y="852808"/>
              <a:ext cx="1339022" cy="407045"/>
            </a:xfrm>
            <a:prstGeom prst="rect">
              <a:avLst/>
            </a:prstGeom>
          </p:spPr>
        </p:pic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0CB3A116-446D-49CC-96A6-7C8DB2B53F5A}"/>
                </a:ext>
              </a:extLst>
            </p:cNvPr>
            <p:cNvSpPr/>
            <p:nvPr userDrawn="1"/>
          </p:nvSpPr>
          <p:spPr>
            <a:xfrm>
              <a:off x="10721799" y="852808"/>
              <a:ext cx="1339022" cy="407044"/>
            </a:xfrm>
            <a:prstGeom prst="rect">
              <a:avLst/>
            </a:pr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10" name="Footer Placeholder 2">
            <a:extLst>
              <a:ext uri="{FF2B5EF4-FFF2-40B4-BE49-F238E27FC236}">
                <a16:creationId xmlns:a16="http://schemas.microsoft.com/office/drawing/2014/main" id="{BF2BE79E-EA17-4AB9-8CB5-714A52A6B2F5}"/>
              </a:ext>
            </a:extLst>
          </p:cNvPr>
          <p:cNvSpPr txBox="1">
            <a:spLocks/>
          </p:cNvSpPr>
          <p:nvPr userDrawn="1"/>
        </p:nvSpPr>
        <p:spPr>
          <a:xfrm>
            <a:off x="3933652" y="6604000"/>
            <a:ext cx="4324696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200" b="0" kern="1200" dirty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  <a:ea typeface="+mn-ea"/>
                <a:cs typeface="+mn-cs"/>
              </a:rPr>
              <a:t>#2601HS101 (Mathematics – I)   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Wingdings" panose="05000000000000000000" pitchFamily="2" charset="2"/>
                <a:ea typeface="Roboto Condensed Light" panose="02000000000000000000" pitchFamily="2" charset="0"/>
              </a:rPr>
              <a:t></a:t>
            </a:r>
            <a:r>
              <a:rPr lang="en-US" sz="1200" b="0" kern="1200" dirty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  <a:ea typeface="+mn-ea"/>
                <a:cs typeface="+mn-cs"/>
              </a:rPr>
              <a:t>   Unit 2 – Vector Space</a:t>
            </a:r>
          </a:p>
        </p:txBody>
      </p:sp>
    </p:spTree>
    <p:extLst>
      <p:ext uri="{BB962C8B-B14F-4D97-AF65-F5344CB8AC3E}">
        <p14:creationId xmlns:p14="http://schemas.microsoft.com/office/powerpoint/2010/main" val="18798318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omplete Blan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>
            <a:extLst>
              <a:ext uri="{FF2B5EF4-FFF2-40B4-BE49-F238E27FC236}">
                <a16:creationId xmlns:a16="http://schemas.microsoft.com/office/drawing/2014/main" id="{8FD38B6F-D549-4D28-B5DA-3AF636652084}"/>
              </a:ext>
            </a:extLst>
          </p:cNvPr>
          <p:cNvGrpSpPr/>
          <p:nvPr userDrawn="1"/>
        </p:nvGrpSpPr>
        <p:grpSpPr>
          <a:xfrm>
            <a:off x="131179" y="6000405"/>
            <a:ext cx="1649043" cy="501287"/>
            <a:chOff x="10721798" y="852808"/>
            <a:chExt cx="1339023" cy="407045"/>
          </a:xfrm>
        </p:grpSpPr>
        <p:pic>
          <p:nvPicPr>
            <p:cNvPr id="18" name="Picture 17">
              <a:extLst>
                <a:ext uri="{FF2B5EF4-FFF2-40B4-BE49-F238E27FC236}">
                  <a16:creationId xmlns:a16="http://schemas.microsoft.com/office/drawing/2014/main" id="{538C9597-8AB6-41B2-8903-FB3D0B47ADD5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721798" y="852808"/>
              <a:ext cx="1339022" cy="407045"/>
            </a:xfrm>
            <a:prstGeom prst="rect">
              <a:avLst/>
            </a:prstGeom>
          </p:spPr>
        </p:pic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0CB3A116-446D-49CC-96A6-7C8DB2B53F5A}"/>
                </a:ext>
              </a:extLst>
            </p:cNvPr>
            <p:cNvSpPr/>
            <p:nvPr userDrawn="1"/>
          </p:nvSpPr>
          <p:spPr>
            <a:xfrm>
              <a:off x="10721799" y="852808"/>
              <a:ext cx="1339022" cy="407044"/>
            </a:xfrm>
            <a:prstGeom prst="rect">
              <a:avLst/>
            </a:pr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20" name="Rectangle: Rounded Corners 10">
            <a:extLst>
              <a:ext uri="{FF2B5EF4-FFF2-40B4-BE49-F238E27FC236}">
                <a16:creationId xmlns:a16="http://schemas.microsoft.com/office/drawing/2014/main" id="{5D17CCA1-DDAA-4D6C-AAE4-2ECFF46CFEAB}"/>
              </a:ext>
            </a:extLst>
          </p:cNvPr>
          <p:cNvSpPr/>
          <p:nvPr userDrawn="1"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1" name="Rectangle: Rounded Corners 10">
            <a:extLst>
              <a:ext uri="{FF2B5EF4-FFF2-40B4-BE49-F238E27FC236}">
                <a16:creationId xmlns:a16="http://schemas.microsoft.com/office/drawing/2014/main" id="{5D17CCA1-DDAA-4D6C-AAE4-2ECFF46CFEAB}"/>
              </a:ext>
            </a:extLst>
          </p:cNvPr>
          <p:cNvSpPr/>
          <p:nvPr userDrawn="1"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2" name="Date Placeholder 1">
            <a:extLst>
              <a:ext uri="{FF2B5EF4-FFF2-40B4-BE49-F238E27FC236}">
                <a16:creationId xmlns:a16="http://schemas.microsoft.com/office/drawing/2014/main" id="{F2FD45BD-9964-4102-8DE9-72CDDDD20A49}"/>
              </a:ext>
            </a:extLst>
          </p:cNvPr>
          <p:cNvSpPr txBox="1">
            <a:spLocks/>
          </p:cNvSpPr>
          <p:nvPr userDrawn="1"/>
        </p:nvSpPr>
        <p:spPr>
          <a:xfrm>
            <a:off x="8382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200" b="0" kern="1200" dirty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  <a:ea typeface="+mn-ea"/>
                <a:cs typeface="+mn-cs"/>
              </a:rPr>
              <a:t>Prof. Nishant Khiraiya</a:t>
            </a:r>
          </a:p>
        </p:txBody>
      </p:sp>
      <p:sp>
        <p:nvSpPr>
          <p:cNvPr id="24" name="Slide Number Placeholder 3">
            <a:extLst>
              <a:ext uri="{FF2B5EF4-FFF2-40B4-BE49-F238E27FC236}">
                <a16:creationId xmlns:a16="http://schemas.microsoft.com/office/drawing/2014/main" id="{32768103-D8F5-4649-8107-E4B3B8C554BB}"/>
              </a:ext>
            </a:extLst>
          </p:cNvPr>
          <p:cNvSpPr txBox="1">
            <a:spLocks/>
          </p:cNvSpPr>
          <p:nvPr userDrawn="1"/>
        </p:nvSpPr>
        <p:spPr>
          <a:xfrm>
            <a:off x="86106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b="1" smtClean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</a:rPr>
              <a:pPr/>
              <a:t>‹#›</a:t>
            </a:fld>
            <a:endParaRPr lang="en-US" b="1" dirty="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sp>
        <p:nvSpPr>
          <p:cNvPr id="25" name="Footer Placeholder 2">
            <a:extLst>
              <a:ext uri="{FF2B5EF4-FFF2-40B4-BE49-F238E27FC236}">
                <a16:creationId xmlns:a16="http://schemas.microsoft.com/office/drawing/2014/main" id="{BF2BE79E-EA17-4AB9-8CB5-714A52A6B2F5}"/>
              </a:ext>
            </a:extLst>
          </p:cNvPr>
          <p:cNvSpPr txBox="1">
            <a:spLocks/>
          </p:cNvSpPr>
          <p:nvPr userDrawn="1"/>
        </p:nvSpPr>
        <p:spPr>
          <a:xfrm>
            <a:off x="3933652" y="6604000"/>
            <a:ext cx="4324696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200" b="0" kern="1200" dirty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  <a:ea typeface="+mn-ea"/>
                <a:cs typeface="+mn-cs"/>
              </a:rPr>
              <a:t>#2601HS101 (Mathematics – I)   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Wingdings" panose="05000000000000000000" pitchFamily="2" charset="2"/>
                <a:ea typeface="Roboto Condensed Light" panose="02000000000000000000" pitchFamily="2" charset="0"/>
              </a:rPr>
              <a:t></a:t>
            </a:r>
            <a:r>
              <a:rPr lang="en-US" sz="1200" b="0" kern="1200" dirty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  <a:ea typeface="+mn-ea"/>
                <a:cs typeface="+mn-cs"/>
              </a:rPr>
              <a:t>   Unit 2 – Vector Space</a:t>
            </a:r>
          </a:p>
        </p:txBody>
      </p:sp>
    </p:spTree>
    <p:extLst>
      <p:ext uri="{BB962C8B-B14F-4D97-AF65-F5344CB8AC3E}">
        <p14:creationId xmlns:p14="http://schemas.microsoft.com/office/powerpoint/2010/main" val="36206743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omplete Blan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247798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Complete Blan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9D71C1D1-D056-4C60-9F03-E6291617B71F}"/>
              </a:ext>
            </a:extLst>
          </p:cNvPr>
          <p:cNvSpPr txBox="1"/>
          <p:nvPr userDrawn="1"/>
        </p:nvSpPr>
        <p:spPr>
          <a:xfrm>
            <a:off x="375920" y="457200"/>
            <a:ext cx="418576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solidFill>
                  <a:srgbClr val="FF0000"/>
                </a:solidFill>
              </a:rPr>
              <a:t>How to Crop Circular Photo?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E0451329-7800-417A-9D19-D93464C6306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013200" y="1808163"/>
            <a:ext cx="3890962" cy="3890962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05875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 - Te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chemeClr val="accent4">
                  <a:lumMod val="50000"/>
                </a:schemeClr>
              </a:gs>
              <a:gs pos="100000">
                <a:srgbClr val="009788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dirty="0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chemeClr val="accent4">
                  <a:lumMod val="50000"/>
                </a:schemeClr>
              </a:gs>
              <a:gs pos="100000">
                <a:srgbClr val="009788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dirty="0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chemeClr val="accent4">
                        <a:lumMod val="50000"/>
                      </a:schemeClr>
                    </a:gs>
                    <a:gs pos="100000">
                      <a:srgbClr val="009788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7" cstate="print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0" name="Picture 19" descr="User icon Royalty Free Vector Image - VectorStock">
            <a:extLst>
              <a:ext uri="{FF2B5EF4-FFF2-40B4-BE49-F238E27FC236}">
                <a16:creationId xmlns:a16="http://schemas.microsoft.com/office/drawing/2014/main" id="{4A8E0F54-DC01-449D-B951-DC7CBAFD954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9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65D60AFC-04BC-4FCA-A89D-6FCD04B6DC35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 dirty="0"/>
          </a:p>
        </p:txBody>
      </p:sp>
      <p:pic>
        <p:nvPicPr>
          <p:cNvPr id="30" name="Picture 29">
            <a:extLst>
              <a:ext uri="{FF2B5EF4-FFF2-40B4-BE49-F238E27FC236}">
                <a16:creationId xmlns:a16="http://schemas.microsoft.com/office/drawing/2014/main" id="{65C24A8B-C009-4A74-9481-67BB67CA49B0}"/>
              </a:ext>
            </a:extLst>
          </p:cNvPr>
          <p:cNvPicPr>
            <a:picLocks noChangeAspect="1"/>
          </p:cNvPicPr>
          <p:nvPr userDrawn="1"/>
        </p:nvPicPr>
        <p:blipFill>
          <a:blip r:embed="rId10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85249" y="320499"/>
            <a:ext cx="2976891" cy="9049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69467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 - Cya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chemeClr val="accent2">
                  <a:lumMod val="50000"/>
                </a:schemeClr>
              </a:gs>
              <a:gs pos="100000">
                <a:schemeClr val="accent2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dirty="0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chemeClr val="accent2">
                  <a:lumMod val="50000"/>
                </a:schemeClr>
              </a:gs>
              <a:gs pos="100000">
                <a:schemeClr val="accent2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dirty="0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chemeClr val="accent2">
                        <a:lumMod val="50000"/>
                      </a:schemeClr>
                    </a:gs>
                    <a:gs pos="100000">
                      <a:schemeClr val="accent2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7" cstate="print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30" name="Picture 29" descr="User icon Royalty Free Vector Image - VectorStock">
            <a:extLst>
              <a:ext uri="{FF2B5EF4-FFF2-40B4-BE49-F238E27FC236}">
                <a16:creationId xmlns:a16="http://schemas.microsoft.com/office/drawing/2014/main" id="{5F55812D-505A-4B1A-9EB5-16DCD08F2B8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9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4" name="Picture Placeholder 33">
            <a:extLst>
              <a:ext uri="{FF2B5EF4-FFF2-40B4-BE49-F238E27FC236}">
                <a16:creationId xmlns:a16="http://schemas.microsoft.com/office/drawing/2014/main" id="{0974588E-8956-4BF5-BF58-B7E42070A56A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 dirty="0"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8DCFBA18-DBB7-4232-9BDC-C0D95AE93AF0}"/>
              </a:ext>
            </a:extLst>
          </p:cNvPr>
          <p:cNvPicPr>
            <a:picLocks noChangeAspect="1"/>
          </p:cNvPicPr>
          <p:nvPr userDrawn="1"/>
        </p:nvPicPr>
        <p:blipFill>
          <a:blip r:embed="rId10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85249" y="320499"/>
            <a:ext cx="2976891" cy="9049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978431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 - Light Gre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chemeClr val="accent3">
                  <a:lumMod val="50000"/>
                </a:schemeClr>
              </a:gs>
              <a:gs pos="100000">
                <a:schemeClr val="accent3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dirty="0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chemeClr val="accent3">
                  <a:lumMod val="50000"/>
                </a:schemeClr>
              </a:gs>
              <a:gs pos="100000">
                <a:schemeClr val="accent3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dirty="0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chemeClr val="accent3">
                        <a:lumMod val="50000"/>
                      </a:schemeClr>
                    </a:gs>
                    <a:gs pos="100000">
                      <a:schemeClr val="accent3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7" cstate="print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id="{AE6570A8-081D-45CE-A0DD-F78F5EDB0F9B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9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0B000B32-CB56-440D-9FAE-7DE703A93A02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 dirty="0"/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5E75AD4F-9BB9-4005-AB78-4A6D388A4CD6}"/>
              </a:ext>
            </a:extLst>
          </p:cNvPr>
          <p:cNvPicPr>
            <a:picLocks noChangeAspect="1"/>
          </p:cNvPicPr>
          <p:nvPr userDrawn="1"/>
        </p:nvPicPr>
        <p:blipFill>
          <a:blip r:embed="rId10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85249" y="320499"/>
            <a:ext cx="2976891" cy="9049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695770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 - Amb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chemeClr val="accent5">
                  <a:lumMod val="50000"/>
                </a:schemeClr>
              </a:gs>
              <a:gs pos="100000">
                <a:schemeClr val="accent5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dirty="0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chemeClr val="accent5">
                  <a:lumMod val="50000"/>
                </a:schemeClr>
              </a:gs>
              <a:gs pos="100000">
                <a:schemeClr val="accent5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dirty="0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chemeClr val="accent5">
                        <a:lumMod val="75000"/>
                      </a:schemeClr>
                    </a:gs>
                    <a:gs pos="100000">
                      <a:schemeClr val="accent5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7" cstate="print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id="{00C9ED70-1CC8-4EF2-BE10-AAFE24AAC5D7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9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7FD1CDD6-829C-4C5B-BFB7-74153A66FF24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 dirty="0"/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4964C355-848F-46E4-BB2A-EA2EE69FEBA2}"/>
              </a:ext>
            </a:extLst>
          </p:cNvPr>
          <p:cNvPicPr>
            <a:picLocks noChangeAspect="1"/>
          </p:cNvPicPr>
          <p:nvPr userDrawn="1"/>
        </p:nvPicPr>
        <p:blipFill>
          <a:blip r:embed="rId10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85249" y="320499"/>
            <a:ext cx="2976891" cy="9049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559366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 - Maro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chemeClr val="accent6">
                  <a:lumMod val="50000"/>
                </a:schemeClr>
              </a:gs>
              <a:gs pos="100000">
                <a:schemeClr val="accent6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dirty="0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chemeClr val="accent6">
                  <a:lumMod val="50000"/>
                </a:schemeClr>
              </a:gs>
              <a:gs pos="100000">
                <a:schemeClr val="accent6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dirty="0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chemeClr val="accent6">
                        <a:lumMod val="50000"/>
                      </a:schemeClr>
                    </a:gs>
                    <a:gs pos="100000">
                      <a:schemeClr val="accent6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7" cstate="print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id="{80BF4AFD-B365-46D4-AAC5-485DFA5A7D4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9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2BC70C35-8BA7-4D49-9AF7-DC36FAB8FDA3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 dirty="0"/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036D56FE-CA91-4481-9096-27448303AC20}"/>
              </a:ext>
            </a:extLst>
          </p:cNvPr>
          <p:cNvPicPr>
            <a:picLocks noChangeAspect="1"/>
          </p:cNvPicPr>
          <p:nvPr userDrawn="1"/>
        </p:nvPicPr>
        <p:blipFill>
          <a:blip r:embed="rId10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85249" y="320499"/>
            <a:ext cx="2976891" cy="9049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945763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 - Blue Gra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rgbClr val="273238"/>
              </a:gs>
              <a:gs pos="100000">
                <a:srgbClr val="607D8B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dirty="0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rgbClr val="273238"/>
              </a:gs>
              <a:gs pos="100000">
                <a:srgbClr val="607D8B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dirty="0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rgbClr val="273238"/>
                    </a:gs>
                    <a:gs pos="100000">
                      <a:srgbClr val="607D8B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7" cstate="print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id="{AEB45C91-0DA6-4973-9AEA-FF1388508ACC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9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F70CF6D9-DDB4-41AA-BB82-F8ED04AD8BC1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 dirty="0"/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A561853C-B15A-4153-A982-7E7EB1213BCE}"/>
              </a:ext>
            </a:extLst>
          </p:cNvPr>
          <p:cNvPicPr>
            <a:picLocks noChangeAspect="1"/>
          </p:cNvPicPr>
          <p:nvPr userDrawn="1"/>
        </p:nvPicPr>
        <p:blipFill>
          <a:blip r:embed="rId10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85249" y="320499"/>
            <a:ext cx="2976891" cy="9049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210155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 - Brow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rgbClr val="3E2622"/>
              </a:gs>
              <a:gs pos="100000">
                <a:srgbClr val="795547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dirty="0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rgbClr val="3E2622"/>
              </a:gs>
              <a:gs pos="100000">
                <a:srgbClr val="795547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dirty="0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rgbClr val="3E2622"/>
                    </a:gs>
                    <a:gs pos="100000">
                      <a:srgbClr val="795547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7" cstate="print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id="{7E386D9D-B92A-4F40-9089-A1FD00CD3874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9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DA295F85-D43D-42E5-9539-A471116A43B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 dirty="0"/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B976521A-C815-4A64-A047-CE405ED0E59A}"/>
              </a:ext>
            </a:extLst>
          </p:cNvPr>
          <p:cNvPicPr>
            <a:picLocks noChangeAspect="1"/>
          </p:cNvPicPr>
          <p:nvPr userDrawn="1"/>
        </p:nvPicPr>
        <p:blipFill>
          <a:blip r:embed="rId10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85249" y="320499"/>
            <a:ext cx="2976891" cy="9049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249971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 - Deep Pup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rgbClr val="301B92"/>
              </a:gs>
              <a:gs pos="100000">
                <a:srgbClr val="673BB7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dirty="0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rgbClr val="301B92"/>
              </a:gs>
              <a:gs pos="100000">
                <a:srgbClr val="673BB7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dirty="0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rgbClr val="301B92"/>
                    </a:gs>
                    <a:gs pos="100000">
                      <a:srgbClr val="673BB7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7" cstate="print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id="{BE300026-40E8-4FB1-998A-9CEB5F7A1B84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9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DB3B5E9B-B4F0-4E85-954A-F7CC04BBF24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 dirty="0"/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631765DD-2E04-4EE4-AFB7-43E328823E61}"/>
              </a:ext>
            </a:extLst>
          </p:cNvPr>
          <p:cNvPicPr>
            <a:picLocks noChangeAspect="1"/>
          </p:cNvPicPr>
          <p:nvPr userDrawn="1"/>
        </p:nvPicPr>
        <p:blipFill>
          <a:blip r:embed="rId10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85249" y="320499"/>
            <a:ext cx="2976891" cy="9049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299891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-22163" y="20384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rgbClr val="0E47A1"/>
              </a:gs>
              <a:gs pos="100000">
                <a:srgbClr val="03A9F5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dirty="0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rgbClr val="0E47A1"/>
              </a:gs>
              <a:gs pos="100000">
                <a:srgbClr val="03A9F5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dirty="0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6" cstate="print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 Placeholder 2">
                <a:extLst>
                  <a:ext uri="{FF2B5EF4-FFF2-40B4-BE49-F238E27FC236}">
                    <a16:creationId xmlns:a16="http://schemas.microsoft.com/office/drawing/2014/main" id="{070A7F06-98AB-45B4-A79D-A6DF8C25DC8E}"/>
                  </a:ext>
                </a:extLst>
              </p:cNvPr>
              <p:cNvSpPr>
                <a:spLocks noGrp="1"/>
              </p:cNvSpPr>
              <p:nvPr>
                <p:ph type="body" sz="quarter" idx="16" hasCustomPrompt="1"/>
              </p:nvPr>
            </p:nvSpPr>
            <p:spPr>
              <a:xfrm>
                <a:off x="2581756" y="20384"/>
                <a:ext cx="4646358" cy="734653"/>
              </a:xfrm>
            </p:spPr>
            <p:txBody>
              <a:bodyPr anchor="ctr">
                <a:noAutofit/>
              </a:bodyPr>
              <a:lstStyle>
                <a:lvl1pPr marL="0" indent="0" algn="ctr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lang="en-US" sz="1800" b="0" kern="1200" dirty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</a:lstStyle>
              <a:p>
                <a:pPr>
                  <a:lnSpc>
                    <a:spcPct val="100000"/>
                  </a:lnSpc>
                </a:pPr>
                <a:r>
                  <a:rPr lang="en-US" dirty="0"/>
                  <a:t>B.Tech.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→ </m:t>
                    </m:r>
                  </m:oMath>
                </a14:m>
                <a:r>
                  <a:rPr lang="en-US" dirty="0"/>
                  <a:t>1</a:t>
                </a:r>
                <a:r>
                  <a:rPr lang="en-US" baseline="30000" dirty="0"/>
                  <a:t>st</a:t>
                </a:r>
                <a:r>
                  <a:rPr lang="en-US" dirty="0"/>
                  <a:t> Semester</a:t>
                </a:r>
              </a:p>
              <a:p>
                <a:pPr>
                  <a:lnSpc>
                    <a:spcPct val="125000"/>
                  </a:lnSpc>
                </a:pPr>
                <a:r>
                  <a:rPr lang="en-US" b="1" dirty="0"/>
                  <a:t>Mathematics – I (</a:t>
                </a:r>
                <a:r>
                  <a:rPr lang="en-US" dirty="0"/>
                  <a:t>2601HS101</a:t>
                </a:r>
                <a:r>
                  <a:rPr lang="en-US" b="1" dirty="0"/>
                  <a:t>)</a:t>
                </a:r>
              </a:p>
            </p:txBody>
          </p:sp>
        </mc:Choice>
        <mc:Fallback xmlns="">
          <p:sp>
            <p:nvSpPr>
              <p:cNvPr id="24" name="Text Placeholder 2">
                <a:extLst>
                  <a:ext uri="{FF2B5EF4-FFF2-40B4-BE49-F238E27FC236}">
                    <a16:creationId xmlns:a16="http://schemas.microsoft.com/office/drawing/2014/main" id="{070A7F06-98AB-45B4-A79D-A6DF8C25DC8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6" hasCustomPrompt="1"/>
              </p:nvPr>
            </p:nvSpPr>
            <p:spPr>
              <a:xfrm>
                <a:off x="2581756" y="20384"/>
                <a:ext cx="4646358" cy="734653"/>
              </a:xfrm>
              <a:blipFill>
                <a:blip r:embed="rId8"/>
                <a:stretch>
                  <a:fillRect b="-991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id="{C3A13D11-EC6C-4E81-AD83-7AC73D273FD4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9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85035EF3-F5FB-41C2-A0BE-B3AEF7556ABD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 dirty="0"/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1018DFAF-9B15-4199-9C36-C730A2CE6C5E}"/>
              </a:ext>
            </a:extLst>
          </p:cNvPr>
          <p:cNvPicPr>
            <a:picLocks noChangeAspect="1"/>
          </p:cNvPicPr>
          <p:nvPr userDrawn="1"/>
        </p:nvPicPr>
        <p:blipFill>
          <a:blip r:embed="rId10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85249" y="320499"/>
            <a:ext cx="2976891" cy="90493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59777820-5CC5-5DD2-4933-0FCE58DE9752}"/>
              </a:ext>
            </a:extLst>
          </p:cNvPr>
          <p:cNvPicPr>
            <a:picLocks noChangeAspect="1"/>
          </p:cNvPicPr>
          <p:nvPr userDrawn="1"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34500" y="1501291"/>
            <a:ext cx="2493080" cy="249308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897C683-EAB4-6ADD-9381-368BA447F26B}"/>
              </a:ext>
            </a:extLst>
          </p:cNvPr>
          <p:cNvSpPr txBox="1"/>
          <p:nvPr userDrawn="1"/>
        </p:nvSpPr>
        <p:spPr>
          <a:xfrm>
            <a:off x="1837677" y="5486461"/>
            <a:ext cx="333777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/>
            <a:r>
              <a:rPr lang="en-US" sz="1600" dirty="0"/>
              <a:t>Department of Humanities and Science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B68F776-DD3A-5723-355F-F87A08DF1D7E}"/>
              </a:ext>
            </a:extLst>
          </p:cNvPr>
          <p:cNvSpPr txBox="1"/>
          <p:nvPr userDrawn="1"/>
        </p:nvSpPr>
        <p:spPr>
          <a:xfrm>
            <a:off x="1837677" y="5192737"/>
            <a:ext cx="4514377" cy="33855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lvl="0" indent="0">
              <a:lnSpc>
                <a:spcPct val="90000"/>
              </a:lnSpc>
              <a:spcBef>
                <a:spcPct val="0"/>
              </a:spcBef>
              <a:buFont typeface="Arial" panose="020B0604020202020204" pitchFamily="34" charset="0"/>
              <a:buNone/>
              <a:defRPr b="1">
                <a:gradFill flip="none" rotWithShape="1">
                  <a:gsLst>
                    <a:gs pos="10000">
                      <a:srgbClr val="0E47A1"/>
                    </a:gs>
                    <a:gs pos="100000">
                      <a:srgbClr val="03A9F5"/>
                    </a:gs>
                  </a:gsLst>
                  <a:lin ang="0" scaled="1"/>
                  <a:tileRect/>
                </a:gradFill>
                <a:effectLst/>
              </a:defRPr>
            </a:lvl1pPr>
            <a:lvl2pPr marL="685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/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/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lvl="0"/>
            <a:r>
              <a:rPr lang="en-US" dirty="0"/>
              <a:t>Prof. Nishant Khiraiya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0B9045B-FE68-68A5-3907-E3F2B9D2420B}"/>
              </a:ext>
            </a:extLst>
          </p:cNvPr>
          <p:cNvSpPr txBox="1"/>
          <p:nvPr userDrawn="1"/>
        </p:nvSpPr>
        <p:spPr>
          <a:xfrm>
            <a:off x="2181814" y="6147096"/>
            <a:ext cx="267573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/>
            <a:r>
              <a: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rPr>
              <a:t>nishant.khiraiya@darshan.ac.in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BE5E0DB-2588-D4A3-1D89-A3BFA8B68781}"/>
              </a:ext>
            </a:extLst>
          </p:cNvPr>
          <p:cNvSpPr txBox="1"/>
          <p:nvPr userDrawn="1"/>
        </p:nvSpPr>
        <p:spPr>
          <a:xfrm>
            <a:off x="2163043" y="6416379"/>
            <a:ext cx="157126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lvl="0">
              <a:defRPr sz="1600" b="0" baseline="0">
                <a:latin typeface="Roboto Condensed Light" panose="02000000000000000000" pitchFamily="2" charset="0"/>
                <a:ea typeface="Roboto Condensed Light" panose="02000000000000000000" pitchFamily="2" charset="0"/>
              </a:defRPr>
            </a:lvl1pPr>
          </a:lstStyle>
          <a:p>
            <a:pPr lvl="0"/>
            <a:r>
              <a:rPr lang="en-US" dirty="0"/>
              <a:t>+91 9510203024</a:t>
            </a:r>
          </a:p>
        </p:txBody>
      </p:sp>
    </p:spTree>
    <p:extLst>
      <p:ext uri="{BB962C8B-B14F-4D97-AF65-F5344CB8AC3E}">
        <p14:creationId xmlns:p14="http://schemas.microsoft.com/office/powerpoint/2010/main" val="253280755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 - R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rgbClr val="B71B1C"/>
              </a:gs>
              <a:gs pos="100000">
                <a:srgbClr val="ED524F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dirty="0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rgbClr val="B71B1C"/>
              </a:gs>
              <a:gs pos="100000">
                <a:srgbClr val="ED524F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dirty="0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rgbClr val="B71B1C"/>
                    </a:gs>
                    <a:gs pos="100000">
                      <a:srgbClr val="ED524F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7" cstate="print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77B7B864-C091-4493-B14B-F5B61B586EED}"/>
              </a:ext>
            </a:extLst>
          </p:cNvPr>
          <p:cNvPicPr>
            <a:picLocks noChangeAspect="1"/>
          </p:cNvPicPr>
          <p:nvPr userDrawn="1"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746" t="7575" r="25761" b="18186"/>
          <a:stretch>
            <a:fillRect/>
          </a:stretch>
        </p:blipFill>
        <p:spPr>
          <a:xfrm>
            <a:off x="356499" y="5214354"/>
            <a:ext cx="1354234" cy="1354234"/>
          </a:xfrm>
          <a:custGeom>
            <a:avLst/>
            <a:gdLst>
              <a:gd name="connsiteX0" fmla="*/ 2286000 w 4572000"/>
              <a:gd name="connsiteY0" fmla="*/ 0 h 4572000"/>
              <a:gd name="connsiteX1" fmla="*/ 4572000 w 4572000"/>
              <a:gd name="connsiteY1" fmla="*/ 2286000 h 4572000"/>
              <a:gd name="connsiteX2" fmla="*/ 2286000 w 4572000"/>
              <a:gd name="connsiteY2" fmla="*/ 4572000 h 4572000"/>
              <a:gd name="connsiteX3" fmla="*/ 0 w 4572000"/>
              <a:gd name="connsiteY3" fmla="*/ 2286000 h 4572000"/>
              <a:gd name="connsiteX4" fmla="*/ 2286000 w 4572000"/>
              <a:gd name="connsiteY4" fmla="*/ 0 h 457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572000" h="4572000">
                <a:moveTo>
                  <a:pt x="2286000" y="0"/>
                </a:moveTo>
                <a:cubicBezTo>
                  <a:pt x="3548523" y="0"/>
                  <a:pt x="4572000" y="1023477"/>
                  <a:pt x="4572000" y="2286000"/>
                </a:cubicBezTo>
                <a:cubicBezTo>
                  <a:pt x="4572000" y="3548523"/>
                  <a:pt x="3548523" y="4572000"/>
                  <a:pt x="2286000" y="4572000"/>
                </a:cubicBezTo>
                <a:cubicBezTo>
                  <a:pt x="1023477" y="4572000"/>
                  <a:pt x="0" y="3548523"/>
                  <a:pt x="0" y="2286000"/>
                </a:cubicBezTo>
                <a:cubicBezTo>
                  <a:pt x="0" y="1023477"/>
                  <a:pt x="1023477" y="0"/>
                  <a:pt x="2286000" y="0"/>
                </a:cubicBezTo>
                <a:close/>
              </a:path>
            </a:pathLst>
          </a:custGeom>
          <a:noFill/>
          <a:ln w="6350">
            <a:solidFill>
              <a:schemeClr val="bg1">
                <a:lumMod val="65000"/>
              </a:schemeClr>
            </a:solidFill>
          </a:ln>
          <a:effectLst/>
        </p:spPr>
      </p:pic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id="{177B86E9-222D-4757-BE64-59540DB794E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0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8ABCD18B-D4E0-41E4-8162-7E83CB11DAE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 dirty="0"/>
          </a:p>
        </p:txBody>
      </p:sp>
      <p:pic>
        <p:nvPicPr>
          <p:cNvPr id="35" name="Picture 34">
            <a:extLst>
              <a:ext uri="{FF2B5EF4-FFF2-40B4-BE49-F238E27FC236}">
                <a16:creationId xmlns:a16="http://schemas.microsoft.com/office/drawing/2014/main" id="{744A518A-BE68-4048-BDCB-77578CB57230}"/>
              </a:ext>
            </a:extLst>
          </p:cNvPr>
          <p:cNvPicPr>
            <a:picLocks noChangeAspect="1"/>
          </p:cNvPicPr>
          <p:nvPr userDrawn="1"/>
        </p:nvPicPr>
        <p:blipFill>
          <a:blip r:embed="rId11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85249" y="320499"/>
            <a:ext cx="2976891" cy="9049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194975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 - Pi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rgbClr val="890E4F"/>
              </a:gs>
              <a:gs pos="100000">
                <a:srgbClr val="D81A60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dirty="0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rgbClr val="890E4F"/>
              </a:gs>
              <a:gs pos="100000">
                <a:srgbClr val="D81A60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dirty="0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rgbClr val="890E4F"/>
                    </a:gs>
                    <a:gs pos="100000">
                      <a:srgbClr val="D81A60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7" cstate="print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id="{A2F1AAAC-C051-4A31-837B-4A9977722A44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9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ADF34BDA-AFB4-4120-81EF-C0AB56D388CB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 dirty="0"/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C248CBD5-99BA-4017-857A-5ED400F43651}"/>
              </a:ext>
            </a:extLst>
          </p:cNvPr>
          <p:cNvPicPr>
            <a:picLocks noChangeAspect="1"/>
          </p:cNvPicPr>
          <p:nvPr userDrawn="1"/>
        </p:nvPicPr>
        <p:blipFill>
          <a:blip r:embed="rId10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85249" y="320499"/>
            <a:ext cx="2976891" cy="9049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14210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BF5063B-909B-4A7F-B502-7802280439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027DDF1-16E2-4622-B8FD-0148CD5CE0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>
              <a:lnSpc>
                <a:spcPct val="125000"/>
              </a:lnSpc>
            </a:pPr>
            <a:r>
              <a:rPr lang="en-US" sz="2800" b="1" dirty="0">
                <a:solidFill>
                  <a:srgbClr val="FF0000"/>
                </a:solidFill>
              </a:rPr>
              <a:t>Outline of Unit 1</a:t>
            </a:r>
          </a:p>
          <a:p>
            <a:pPr>
              <a:lnSpc>
                <a:spcPct val="125000"/>
              </a:lnSpc>
            </a:pPr>
            <a:endParaRPr lang="en-US" sz="2800" b="1" dirty="0">
              <a:solidFill>
                <a:srgbClr val="FF0000"/>
              </a:solidFill>
            </a:endParaRPr>
          </a:p>
          <a:p>
            <a:pPr lvl="2"/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7EA166-F18A-4D32-AA1F-AE475D49103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CD21B45-1703-4330-B544-825BD8F37AF2}" type="datetimeFigureOut">
              <a:rPr lang="en-US" smtClean="0"/>
              <a:t>8/18/2026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5C5379-5B41-4775-9279-F9F7608E662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A4B342-6FD5-4BB7-B9AE-3C5081C089F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641F3C7-36DD-4595-AA08-2525D86280B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919546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3" r:id="rId1"/>
    <p:sldLayoutId id="2147483694" r:id="rId2"/>
    <p:sldLayoutId id="2147483695" r:id="rId3"/>
    <p:sldLayoutId id="2147483696" r:id="rId4"/>
    <p:sldLayoutId id="2147483697" r:id="rId5"/>
    <p:sldLayoutId id="2147483698" r:id="rId6"/>
    <p:sldLayoutId id="2147483699" r:id="rId7"/>
    <p:sldLayoutId id="2147483700" r:id="rId8"/>
    <p:sldLayoutId id="2147483701" r:id="rId9"/>
    <p:sldLayoutId id="2147483702" r:id="rId10"/>
    <p:sldLayoutId id="2147483703" r:id="rId11"/>
    <p:sldLayoutId id="2147483704" r:id="rId12"/>
    <p:sldLayoutId id="2147483705" r:id="rId13"/>
    <p:sldLayoutId id="2147483706" r:id="rId14"/>
    <p:sldLayoutId id="2147483707" r:id="rId15"/>
    <p:sldLayoutId id="2147483708" r:id="rId16"/>
    <p:sldLayoutId id="2147483709" r:id="rId17"/>
    <p:sldLayoutId id="2147483684" r:id="rId18"/>
    <p:sldLayoutId id="2147483711" r:id="rId19"/>
    <p:sldLayoutId id="2147483712" r:id="rId2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None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16.jpe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9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png"/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510.png"/><Relationship Id="rId4" Type="http://schemas.openxmlformats.org/officeDocument/2006/relationships/image" Target="../media/image91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99.png"/><Relationship Id="rId13" Type="http://schemas.openxmlformats.org/officeDocument/2006/relationships/image" Target="../media/image118.png"/><Relationship Id="rId3" Type="http://schemas.openxmlformats.org/officeDocument/2006/relationships/image" Target="../media/image96.png"/><Relationship Id="rId12" Type="http://schemas.openxmlformats.org/officeDocument/2006/relationships/image" Target="../media/image117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8.png"/><Relationship Id="rId11" Type="http://schemas.openxmlformats.org/officeDocument/2006/relationships/image" Target="../media/image116.png"/><Relationship Id="rId5" Type="http://schemas.openxmlformats.org/officeDocument/2006/relationships/image" Target="../media/image97.png"/><Relationship Id="rId10" Type="http://schemas.openxmlformats.org/officeDocument/2006/relationships/image" Target="../media/image102.png"/><Relationship Id="rId4" Type="http://schemas.openxmlformats.org/officeDocument/2006/relationships/image" Target="../media/image92.png"/><Relationship Id="rId9" Type="http://schemas.openxmlformats.org/officeDocument/2006/relationships/image" Target="../media/image100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3.png"/><Relationship Id="rId13" Type="http://schemas.openxmlformats.org/officeDocument/2006/relationships/image" Target="../media/image22.png"/><Relationship Id="rId18" Type="http://schemas.openxmlformats.org/officeDocument/2006/relationships/image" Target="../media/image94.png"/><Relationship Id="rId3" Type="http://schemas.openxmlformats.org/officeDocument/2006/relationships/image" Target="../media/image92.png"/><Relationship Id="rId7" Type="http://schemas.openxmlformats.org/officeDocument/2006/relationships/image" Target="../media/image122.png"/><Relationship Id="rId12" Type="http://schemas.openxmlformats.org/officeDocument/2006/relationships/image" Target="../media/image127.png"/><Relationship Id="rId17" Type="http://schemas.openxmlformats.org/officeDocument/2006/relationships/image" Target="../media/image131.png"/><Relationship Id="rId2" Type="http://schemas.openxmlformats.org/officeDocument/2006/relationships/image" Target="../media/image119.png"/><Relationship Id="rId16" Type="http://schemas.openxmlformats.org/officeDocument/2006/relationships/image" Target="../media/image13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6.png"/><Relationship Id="rId11" Type="http://schemas.openxmlformats.org/officeDocument/2006/relationships/image" Target="../media/image126.png"/><Relationship Id="rId15" Type="http://schemas.openxmlformats.org/officeDocument/2006/relationships/image" Target="../media/image129.png"/><Relationship Id="rId10" Type="http://schemas.openxmlformats.org/officeDocument/2006/relationships/image" Target="../media/image125.png"/><Relationship Id="rId19" Type="http://schemas.openxmlformats.org/officeDocument/2006/relationships/image" Target="../media/image101.png"/><Relationship Id="rId4" Type="http://schemas.openxmlformats.org/officeDocument/2006/relationships/image" Target="../media/image120.png"/><Relationship Id="rId9" Type="http://schemas.openxmlformats.org/officeDocument/2006/relationships/image" Target="../media/image124.png"/><Relationship Id="rId14" Type="http://schemas.openxmlformats.org/officeDocument/2006/relationships/image" Target="../media/image128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.png"/><Relationship Id="rId13" Type="http://schemas.openxmlformats.org/officeDocument/2006/relationships/image" Target="../media/image140.png"/><Relationship Id="rId3" Type="http://schemas.openxmlformats.org/officeDocument/2006/relationships/image" Target="../media/image92.png"/><Relationship Id="rId7" Type="http://schemas.openxmlformats.org/officeDocument/2006/relationships/image" Target="../media/image135.png"/><Relationship Id="rId12" Type="http://schemas.openxmlformats.org/officeDocument/2006/relationships/image" Target="../media/image139.png"/><Relationship Id="rId2" Type="http://schemas.openxmlformats.org/officeDocument/2006/relationships/image" Target="../media/image13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4.png"/><Relationship Id="rId10" Type="http://schemas.openxmlformats.org/officeDocument/2006/relationships/image" Target="../media/image22.png"/><Relationship Id="rId4" Type="http://schemas.openxmlformats.org/officeDocument/2006/relationships/image" Target="../media/image133.png"/><Relationship Id="rId9" Type="http://schemas.openxmlformats.org/officeDocument/2006/relationships/image" Target="../media/image137.pn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40.png"/><Relationship Id="rId3" Type="http://schemas.openxmlformats.org/officeDocument/2006/relationships/image" Target="../media/image92.png"/><Relationship Id="rId7" Type="http://schemas.openxmlformats.org/officeDocument/2006/relationships/image" Target="../media/image143.png"/><Relationship Id="rId12" Type="http://schemas.openxmlformats.org/officeDocument/2006/relationships/image" Target="../media/image148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Relationship Id="rId11" Type="http://schemas.openxmlformats.org/officeDocument/2006/relationships/image" Target="../media/image147.png"/><Relationship Id="rId5" Type="http://schemas.openxmlformats.org/officeDocument/2006/relationships/image" Target="../media/image22.png"/><Relationship Id="rId10" Type="http://schemas.openxmlformats.org/officeDocument/2006/relationships/image" Target="../media/image146.png"/><Relationship Id="rId4" Type="http://schemas.openxmlformats.org/officeDocument/2006/relationships/image" Target="../media/image39.png"/><Relationship Id="rId9" Type="http://schemas.openxmlformats.org/officeDocument/2006/relationships/image" Target="../media/image41.pn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6.png"/><Relationship Id="rId3" Type="http://schemas.openxmlformats.org/officeDocument/2006/relationships/image" Target="../media/image92.png"/><Relationship Id="rId7" Type="http://schemas.openxmlformats.org/officeDocument/2006/relationships/image" Target="../media/image45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4.png"/><Relationship Id="rId11" Type="http://schemas.openxmlformats.org/officeDocument/2006/relationships/image" Target="../media/image48.png"/><Relationship Id="rId5" Type="http://schemas.openxmlformats.org/officeDocument/2006/relationships/image" Target="../media/image43.png"/><Relationship Id="rId10" Type="http://schemas.openxmlformats.org/officeDocument/2006/relationships/image" Target="../media/image22.png"/><Relationship Id="rId9" Type="http://schemas.openxmlformats.org/officeDocument/2006/relationships/image" Target="../media/image47.png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51.png"/><Relationship Id="rId13" Type="http://schemas.openxmlformats.org/officeDocument/2006/relationships/image" Target="../media/image54.png"/><Relationship Id="rId3" Type="http://schemas.openxmlformats.org/officeDocument/2006/relationships/image" Target="../media/image92.png"/><Relationship Id="rId7" Type="http://schemas.openxmlformats.org/officeDocument/2006/relationships/image" Target="../media/image50.png"/><Relationship Id="rId12" Type="http://schemas.openxmlformats.org/officeDocument/2006/relationships/image" Target="../media/image53.png"/><Relationship Id="rId2" Type="http://schemas.openxmlformats.org/officeDocument/2006/relationships/image" Target="../media/image15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9.png"/><Relationship Id="rId11" Type="http://schemas.openxmlformats.org/officeDocument/2006/relationships/image" Target="../media/image52.png"/><Relationship Id="rId5" Type="http://schemas.openxmlformats.org/officeDocument/2006/relationships/image" Target="../media/image1570.png"/><Relationship Id="rId10" Type="http://schemas.openxmlformats.org/officeDocument/2006/relationships/image" Target="../media/image161.png"/><Relationship Id="rId9" Type="http://schemas.openxmlformats.org/officeDocument/2006/relationships/image" Target="../media/image22.png"/><Relationship Id="rId14" Type="http://schemas.openxmlformats.org/officeDocument/2006/relationships/image" Target="../media/image165.png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56.png"/><Relationship Id="rId13" Type="http://schemas.openxmlformats.org/officeDocument/2006/relationships/image" Target="../media/image58.png"/><Relationship Id="rId3" Type="http://schemas.openxmlformats.org/officeDocument/2006/relationships/image" Target="../media/image92.png"/><Relationship Id="rId7" Type="http://schemas.openxmlformats.org/officeDocument/2006/relationships/image" Target="../media/image55.png"/><Relationship Id="rId12" Type="http://schemas.openxmlformats.org/officeDocument/2006/relationships/image" Target="../media/image57.png"/><Relationship Id="rId2" Type="http://schemas.openxmlformats.org/officeDocument/2006/relationships/image" Target="../media/image16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8.png"/><Relationship Id="rId11" Type="http://schemas.openxmlformats.org/officeDocument/2006/relationships/image" Target="../media/image172.png"/><Relationship Id="rId5" Type="http://schemas.openxmlformats.org/officeDocument/2006/relationships/image" Target="../media/image167.png"/><Relationship Id="rId10" Type="http://schemas.openxmlformats.org/officeDocument/2006/relationships/image" Target="../media/image171.png"/><Relationship Id="rId9" Type="http://schemas.openxmlformats.org/officeDocument/2006/relationships/image" Target="../media/image22.png"/><Relationship Id="rId14" Type="http://schemas.openxmlformats.org/officeDocument/2006/relationships/image" Target="../media/image175.png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0.png"/><Relationship Id="rId3" Type="http://schemas.openxmlformats.org/officeDocument/2006/relationships/image" Target="../media/image92.png"/><Relationship Id="rId7" Type="http://schemas.openxmlformats.org/officeDocument/2006/relationships/image" Target="../media/image179.png"/><Relationship Id="rId12" Type="http://schemas.openxmlformats.org/officeDocument/2006/relationships/image" Target="../media/image183.png"/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8.png"/><Relationship Id="rId11" Type="http://schemas.openxmlformats.org/officeDocument/2006/relationships/image" Target="../media/image22.png"/><Relationship Id="rId5" Type="http://schemas.openxmlformats.org/officeDocument/2006/relationships/image" Target="../media/image177.png"/><Relationship Id="rId10" Type="http://schemas.openxmlformats.org/officeDocument/2006/relationships/image" Target="../media/image182.png"/><Relationship Id="rId9" Type="http://schemas.openxmlformats.org/officeDocument/2006/relationships/image" Target="../media/image61.png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62.png"/><Relationship Id="rId13" Type="http://schemas.openxmlformats.org/officeDocument/2006/relationships/image" Target="../media/image1880.png"/><Relationship Id="rId3" Type="http://schemas.openxmlformats.org/officeDocument/2006/relationships/image" Target="../media/image92.png"/><Relationship Id="rId7" Type="http://schemas.openxmlformats.org/officeDocument/2006/relationships/image" Target="../media/image187.png"/><Relationship Id="rId2" Type="http://schemas.openxmlformats.org/officeDocument/2006/relationships/image" Target="../media/image18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6.png"/><Relationship Id="rId5" Type="http://schemas.openxmlformats.org/officeDocument/2006/relationships/image" Target="../media/image185.png"/><Relationship Id="rId10" Type="http://schemas.openxmlformats.org/officeDocument/2006/relationships/image" Target="../media/image22.png"/><Relationship Id="rId9" Type="http://schemas.openxmlformats.org/officeDocument/2006/relationships/image" Target="../media/image189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11.png"/><Relationship Id="rId2" Type="http://schemas.openxmlformats.org/officeDocument/2006/relationships/image" Target="../media/image351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610.png"/><Relationship Id="rId5" Type="http://schemas.openxmlformats.org/officeDocument/2006/relationships/image" Target="../media/image63.png"/><Relationship Id="rId4" Type="http://schemas.openxmlformats.org/officeDocument/2006/relationships/image" Target="../media/image6210.png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71.png"/><Relationship Id="rId13" Type="http://schemas.openxmlformats.org/officeDocument/2006/relationships/image" Target="../media/image400.png"/><Relationship Id="rId3" Type="http://schemas.openxmlformats.org/officeDocument/2006/relationships/image" Target="../media/image380.png"/><Relationship Id="rId12" Type="http://schemas.openxmlformats.org/officeDocument/2006/relationships/image" Target="../media/image75.png"/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5.png"/><Relationship Id="rId11" Type="http://schemas.openxmlformats.org/officeDocument/2006/relationships/image" Target="../media/image74.png"/><Relationship Id="rId5" Type="http://schemas.openxmlformats.org/officeDocument/2006/relationships/image" Target="../media/image68.png"/><Relationship Id="rId15" Type="http://schemas.openxmlformats.org/officeDocument/2006/relationships/image" Target="../media/image420.png"/><Relationship Id="rId10" Type="http://schemas.openxmlformats.org/officeDocument/2006/relationships/image" Target="../media/image73.png"/><Relationship Id="rId4" Type="http://schemas.openxmlformats.org/officeDocument/2006/relationships/image" Target="../media/image67.png"/><Relationship Id="rId9" Type="http://schemas.openxmlformats.org/officeDocument/2006/relationships/image" Target="../media/image72.png"/><Relationship Id="rId14" Type="http://schemas.openxmlformats.org/officeDocument/2006/relationships/image" Target="../media/image26.png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81.png"/><Relationship Id="rId13" Type="http://schemas.openxmlformats.org/officeDocument/2006/relationships/image" Target="../media/image86.png"/><Relationship Id="rId18" Type="http://schemas.openxmlformats.org/officeDocument/2006/relationships/image" Target="../media/image25.png"/><Relationship Id="rId3" Type="http://schemas.openxmlformats.org/officeDocument/2006/relationships/image" Target="../media/image380.png"/><Relationship Id="rId12" Type="http://schemas.openxmlformats.org/officeDocument/2006/relationships/image" Target="../media/image85.png"/><Relationship Id="rId17" Type="http://schemas.openxmlformats.org/officeDocument/2006/relationships/image" Target="../media/image90.png"/><Relationship Id="rId2" Type="http://schemas.openxmlformats.org/officeDocument/2006/relationships/image" Target="../media/image7710.png"/><Relationship Id="rId16" Type="http://schemas.openxmlformats.org/officeDocument/2006/relationships/image" Target="../media/image8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9.png"/><Relationship Id="rId11" Type="http://schemas.openxmlformats.org/officeDocument/2006/relationships/image" Target="../media/image84.png"/><Relationship Id="rId15" Type="http://schemas.openxmlformats.org/officeDocument/2006/relationships/image" Target="../media/image88.png"/><Relationship Id="rId10" Type="http://schemas.openxmlformats.org/officeDocument/2006/relationships/image" Target="../media/image83.png"/><Relationship Id="rId19" Type="http://schemas.openxmlformats.org/officeDocument/2006/relationships/image" Target="../media/image26.png"/><Relationship Id="rId4" Type="http://schemas.openxmlformats.org/officeDocument/2006/relationships/image" Target="../media/image78.png"/><Relationship Id="rId9" Type="http://schemas.openxmlformats.org/officeDocument/2006/relationships/image" Target="../media/image82.png"/><Relationship Id="rId14" Type="http://schemas.openxmlformats.org/officeDocument/2006/relationships/image" Target="../media/image87.png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80.png"/><Relationship Id="rId3" Type="http://schemas.openxmlformats.org/officeDocument/2006/relationships/image" Target="../media/image380.png"/><Relationship Id="rId7" Type="http://schemas.openxmlformats.org/officeDocument/2006/relationships/image" Target="../media/image4210.png"/><Relationship Id="rId2" Type="http://schemas.openxmlformats.org/officeDocument/2006/relationships/image" Target="../media/image39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30.png"/><Relationship Id="rId11" Type="http://schemas.openxmlformats.org/officeDocument/2006/relationships/image" Target="../media/image26.png"/><Relationship Id="rId10" Type="http://schemas.openxmlformats.org/officeDocument/2006/relationships/image" Target="../media/image25.png"/><Relationship Id="rId4" Type="http://schemas.openxmlformats.org/officeDocument/2006/relationships/image" Target="../media/image401.png"/><Relationship Id="rId9" Type="http://schemas.openxmlformats.org/officeDocument/2006/relationships/image" Target="../media/image455.png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image" Target="../media/image95.png"/><Relationship Id="rId3" Type="http://schemas.openxmlformats.org/officeDocument/2006/relationships/image" Target="../media/image380.png"/><Relationship Id="rId7" Type="http://schemas.openxmlformats.org/officeDocument/2006/relationships/image" Target="../media/image470.png"/><Relationship Id="rId2" Type="http://schemas.openxmlformats.org/officeDocument/2006/relationships/image" Target="../media/image44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610.png"/><Relationship Id="rId11" Type="http://schemas.openxmlformats.org/officeDocument/2006/relationships/image" Target="../media/image26.png"/><Relationship Id="rId10" Type="http://schemas.openxmlformats.org/officeDocument/2006/relationships/image" Target="../media/image25.png"/><Relationship Id="rId4" Type="http://schemas.openxmlformats.org/officeDocument/2006/relationships/image" Target="../media/image462.png"/><Relationship Id="rId9" Type="http://schemas.openxmlformats.org/officeDocument/2006/relationships/image" Target="../media/image495.png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5.png"/><Relationship Id="rId3" Type="http://schemas.openxmlformats.org/officeDocument/2006/relationships/image" Target="../media/image380.png"/><Relationship Id="rId7" Type="http://schemas.openxmlformats.org/officeDocument/2006/relationships/image" Target="../media/image104.png"/><Relationship Id="rId12" Type="http://schemas.openxmlformats.org/officeDocument/2006/relationships/image" Target="../media/image109.png"/><Relationship Id="rId2" Type="http://schemas.openxmlformats.org/officeDocument/2006/relationships/image" Target="../media/image103.png"/><Relationship Id="rId1" Type="http://schemas.openxmlformats.org/officeDocument/2006/relationships/slideLayout" Target="../slideLayouts/slideLayout2.xml"/><Relationship Id="rId11" Type="http://schemas.openxmlformats.org/officeDocument/2006/relationships/image" Target="../media/image108.png"/><Relationship Id="rId5" Type="http://schemas.openxmlformats.org/officeDocument/2006/relationships/image" Target="../media/image26.png"/><Relationship Id="rId10" Type="http://schemas.openxmlformats.org/officeDocument/2006/relationships/image" Target="../media/image107.png"/><Relationship Id="rId4" Type="http://schemas.openxmlformats.org/officeDocument/2006/relationships/image" Target="../media/image25.png"/><Relationship Id="rId9" Type="http://schemas.openxmlformats.org/officeDocument/2006/relationships/image" Target="../media/image106.png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2.png"/><Relationship Id="rId13" Type="http://schemas.openxmlformats.org/officeDocument/2006/relationships/image" Target="../media/image136.png"/><Relationship Id="rId3" Type="http://schemas.openxmlformats.org/officeDocument/2006/relationships/image" Target="../media/image380.png"/><Relationship Id="rId7" Type="http://schemas.openxmlformats.org/officeDocument/2006/relationships/image" Target="../media/image111.png"/><Relationship Id="rId12" Type="http://schemas.openxmlformats.org/officeDocument/2006/relationships/image" Target="../media/image121.png"/><Relationship Id="rId2" Type="http://schemas.openxmlformats.org/officeDocument/2006/relationships/image" Target="../media/image110.png"/><Relationship Id="rId1" Type="http://schemas.openxmlformats.org/officeDocument/2006/relationships/slideLayout" Target="../slideLayouts/slideLayout2.xml"/><Relationship Id="rId11" Type="http://schemas.openxmlformats.org/officeDocument/2006/relationships/image" Target="../media/image115.png"/><Relationship Id="rId5" Type="http://schemas.openxmlformats.org/officeDocument/2006/relationships/image" Target="../media/image26.png"/><Relationship Id="rId10" Type="http://schemas.openxmlformats.org/officeDocument/2006/relationships/image" Target="../media/image114.png"/><Relationship Id="rId4" Type="http://schemas.openxmlformats.org/officeDocument/2006/relationships/image" Target="../media/image25.png"/><Relationship Id="rId9" Type="http://schemas.openxmlformats.org/officeDocument/2006/relationships/image" Target="../media/image113.png"/><Relationship Id="rId14" Type="http://schemas.openxmlformats.org/officeDocument/2006/relationships/image" Target="../media/image138.png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60.png"/><Relationship Id="rId3" Type="http://schemas.openxmlformats.org/officeDocument/2006/relationships/image" Target="../media/image380.png"/><Relationship Id="rId7" Type="http://schemas.openxmlformats.org/officeDocument/2006/relationships/image" Target="../media/image450.png"/><Relationship Id="rId12" Type="http://schemas.openxmlformats.org/officeDocument/2006/relationships/image" Target="../media/image145.png"/><Relationship Id="rId2" Type="http://schemas.openxmlformats.org/officeDocument/2006/relationships/image" Target="../media/image440.png"/><Relationship Id="rId1" Type="http://schemas.openxmlformats.org/officeDocument/2006/relationships/slideLayout" Target="../slideLayouts/slideLayout2.xml"/><Relationship Id="rId11" Type="http://schemas.openxmlformats.org/officeDocument/2006/relationships/image" Target="../media/image144.png"/><Relationship Id="rId5" Type="http://schemas.openxmlformats.org/officeDocument/2006/relationships/image" Target="../media/image26.png"/><Relationship Id="rId10" Type="http://schemas.openxmlformats.org/officeDocument/2006/relationships/image" Target="../media/image142.png"/><Relationship Id="rId4" Type="http://schemas.openxmlformats.org/officeDocument/2006/relationships/image" Target="../media/image25.png"/><Relationship Id="rId9" Type="http://schemas.openxmlformats.org/officeDocument/2006/relationships/image" Target="../media/image141.png"/></Relationships>
</file>

<file path=ppt/slides/_rels/slide3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0.png"/><Relationship Id="rId13" Type="http://schemas.openxmlformats.org/officeDocument/2006/relationships/image" Target="../media/image155.png"/><Relationship Id="rId3" Type="http://schemas.openxmlformats.org/officeDocument/2006/relationships/image" Target="../media/image380.png"/><Relationship Id="rId7" Type="http://schemas.openxmlformats.org/officeDocument/2006/relationships/image" Target="../media/image5110.png"/><Relationship Id="rId12" Type="http://schemas.openxmlformats.org/officeDocument/2006/relationships/image" Target="../media/image154.png"/><Relationship Id="rId2" Type="http://schemas.openxmlformats.org/officeDocument/2006/relationships/image" Target="../media/image149.png"/><Relationship Id="rId1" Type="http://schemas.openxmlformats.org/officeDocument/2006/relationships/slideLayout" Target="../slideLayouts/slideLayout2.xml"/><Relationship Id="rId11" Type="http://schemas.openxmlformats.org/officeDocument/2006/relationships/image" Target="../media/image153.png"/><Relationship Id="rId5" Type="http://schemas.openxmlformats.org/officeDocument/2006/relationships/image" Target="../media/image26.png"/><Relationship Id="rId10" Type="http://schemas.openxmlformats.org/officeDocument/2006/relationships/image" Target="../media/image152.png"/><Relationship Id="rId4" Type="http://schemas.openxmlformats.org/officeDocument/2006/relationships/image" Target="../media/image25.png"/><Relationship Id="rId9" Type="http://schemas.openxmlformats.org/officeDocument/2006/relationships/image" Target="../media/image151.png"/></Relationships>
</file>

<file path=ppt/slides/_rels/slide35.xml.rels><?xml version="1.0" encoding="UTF-8" standalone="yes"?>
<Relationships xmlns="http://schemas.openxmlformats.org/package/2006/relationships"><Relationship Id="rId8" Type="http://schemas.openxmlformats.org/officeDocument/2006/relationships/image" Target="../media/image5910.png"/><Relationship Id="rId3" Type="http://schemas.openxmlformats.org/officeDocument/2006/relationships/image" Target="../media/image380.png"/><Relationship Id="rId7" Type="http://schemas.openxmlformats.org/officeDocument/2006/relationships/image" Target="../media/image5812.png"/><Relationship Id="rId2" Type="http://schemas.openxmlformats.org/officeDocument/2006/relationships/image" Target="../media/image570.png"/><Relationship Id="rId1" Type="http://schemas.openxmlformats.org/officeDocument/2006/relationships/slideLayout" Target="../slideLayouts/slideLayout2.xml"/><Relationship Id="rId11" Type="http://schemas.openxmlformats.org/officeDocument/2006/relationships/image" Target="../media/image1140.png"/><Relationship Id="rId5" Type="http://schemas.openxmlformats.org/officeDocument/2006/relationships/image" Target="../media/image26.png"/><Relationship Id="rId10" Type="http://schemas.openxmlformats.org/officeDocument/2006/relationships/image" Target="../media/image157.png"/><Relationship Id="rId4" Type="http://schemas.openxmlformats.org/officeDocument/2006/relationships/image" Target="../media/image25.png"/><Relationship Id="rId9" Type="http://schemas.openxmlformats.org/officeDocument/2006/relationships/image" Target="../media/image7010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72.png"/><Relationship Id="rId2" Type="http://schemas.openxmlformats.org/officeDocument/2006/relationships/image" Target="../media/image19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58.png"/><Relationship Id="rId4" Type="http://schemas.openxmlformats.org/officeDocument/2006/relationships/image" Target="../media/image192.png"/></Relationships>
</file>

<file path=ppt/slides/_rels/slide3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6.png"/><Relationship Id="rId13" Type="http://schemas.openxmlformats.org/officeDocument/2006/relationships/image" Target="../media/image201.png"/><Relationship Id="rId3" Type="http://schemas.openxmlformats.org/officeDocument/2006/relationships/image" Target="../media/image1571.png"/><Relationship Id="rId12" Type="http://schemas.openxmlformats.org/officeDocument/2006/relationships/image" Target="../media/image198.png"/><Relationship Id="rId2" Type="http://schemas.openxmlformats.org/officeDocument/2006/relationships/image" Target="../media/image19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8.png"/><Relationship Id="rId11" Type="http://schemas.openxmlformats.org/officeDocument/2006/relationships/image" Target="../media/image195.png"/><Relationship Id="rId5" Type="http://schemas.openxmlformats.org/officeDocument/2006/relationships/image" Target="../media/image97.png"/><Relationship Id="rId10" Type="http://schemas.openxmlformats.org/officeDocument/2006/relationships/image" Target="../media/image1450.png"/><Relationship Id="rId9" Type="http://schemas.openxmlformats.org/officeDocument/2006/relationships/image" Target="../media/image197.png"/><Relationship Id="rId14" Type="http://schemas.openxmlformats.org/officeDocument/2006/relationships/image" Target="../media/image27.png"/></Relationships>
</file>

<file path=ppt/slides/_rels/slide3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3.png"/><Relationship Id="rId3" Type="http://schemas.openxmlformats.org/officeDocument/2006/relationships/image" Target="../media/image1571.png"/><Relationship Id="rId7" Type="http://schemas.openxmlformats.org/officeDocument/2006/relationships/image" Target="../media/image162.png"/><Relationship Id="rId12" Type="http://schemas.openxmlformats.org/officeDocument/2006/relationships/image" Target="../media/image27.png"/><Relationship Id="rId2" Type="http://schemas.openxmlformats.org/officeDocument/2006/relationships/image" Target="../media/image20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9.png"/><Relationship Id="rId11" Type="http://schemas.openxmlformats.org/officeDocument/2006/relationships/image" Target="../media/image1690.png"/><Relationship Id="rId10" Type="http://schemas.openxmlformats.org/officeDocument/2006/relationships/image" Target="../media/image1640.png"/><Relationship Id="rId4" Type="http://schemas.openxmlformats.org/officeDocument/2006/relationships/image" Target="../media/image200.png"/></Relationships>
</file>

<file path=ppt/slides/_rels/slide3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png"/><Relationship Id="rId13" Type="http://schemas.openxmlformats.org/officeDocument/2006/relationships/image" Target="../media/image215.png"/><Relationship Id="rId3" Type="http://schemas.openxmlformats.org/officeDocument/2006/relationships/image" Target="../media/image1571.png"/><Relationship Id="rId7" Type="http://schemas.openxmlformats.org/officeDocument/2006/relationships/image" Target="../media/image210.png"/><Relationship Id="rId12" Type="http://schemas.openxmlformats.org/officeDocument/2006/relationships/image" Target="../media/image214.png"/><Relationship Id="rId17" Type="http://schemas.openxmlformats.org/officeDocument/2006/relationships/image" Target="../media/image217.png"/><Relationship Id="rId2" Type="http://schemas.openxmlformats.org/officeDocument/2006/relationships/image" Target="../media/image2070.png"/><Relationship Id="rId16" Type="http://schemas.openxmlformats.org/officeDocument/2006/relationships/image" Target="../media/image21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9.png"/><Relationship Id="rId11" Type="http://schemas.openxmlformats.org/officeDocument/2006/relationships/image" Target="../media/image213.png"/><Relationship Id="rId15" Type="http://schemas.openxmlformats.org/officeDocument/2006/relationships/image" Target="../media/image232.png"/><Relationship Id="rId10" Type="http://schemas.openxmlformats.org/officeDocument/2006/relationships/image" Target="../media/image212.png"/><Relationship Id="rId4" Type="http://schemas.openxmlformats.org/officeDocument/2006/relationships/image" Target="../media/image208.png"/><Relationship Id="rId9" Type="http://schemas.openxmlformats.org/officeDocument/2006/relationships/image" Target="../media/image211.png"/></Relationships>
</file>

<file path=ppt/slides/_rels/slide4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8.png"/><Relationship Id="rId18" Type="http://schemas.openxmlformats.org/officeDocument/2006/relationships/image" Target="../media/image27.png"/><Relationship Id="rId3" Type="http://schemas.openxmlformats.org/officeDocument/2006/relationships/image" Target="../media/image1571.png"/><Relationship Id="rId7" Type="http://schemas.openxmlformats.org/officeDocument/2006/relationships/image" Target="../media/image219.png"/><Relationship Id="rId17" Type="http://schemas.openxmlformats.org/officeDocument/2006/relationships/image" Target="../media/image236.png"/><Relationship Id="rId2" Type="http://schemas.openxmlformats.org/officeDocument/2006/relationships/image" Target="../media/image2170.png"/><Relationship Id="rId16" Type="http://schemas.openxmlformats.org/officeDocument/2006/relationships/image" Target="../media/image23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20.png"/><Relationship Id="rId15" Type="http://schemas.openxmlformats.org/officeDocument/2006/relationships/image" Target="../media/image234.png"/><Relationship Id="rId10" Type="http://schemas.openxmlformats.org/officeDocument/2006/relationships/image" Target="../media/image222.png"/><Relationship Id="rId4" Type="http://schemas.openxmlformats.org/officeDocument/2006/relationships/image" Target="../media/image170.png"/></Relationships>
</file>

<file path=ppt/slides/_rels/slide41.xml.rels><?xml version="1.0" encoding="UTF-8" standalone="yes"?>
<Relationships xmlns="http://schemas.openxmlformats.org/package/2006/relationships"><Relationship Id="rId13" Type="http://schemas.openxmlformats.org/officeDocument/2006/relationships/image" Target="../media/image237.png"/><Relationship Id="rId18" Type="http://schemas.openxmlformats.org/officeDocument/2006/relationships/image" Target="../media/image27.png"/><Relationship Id="rId3" Type="http://schemas.openxmlformats.org/officeDocument/2006/relationships/image" Target="../media/image1571.png"/><Relationship Id="rId7" Type="http://schemas.openxmlformats.org/officeDocument/2006/relationships/image" Target="../media/image227.png"/><Relationship Id="rId17" Type="http://schemas.openxmlformats.org/officeDocument/2006/relationships/image" Target="../media/image241.png"/><Relationship Id="rId2" Type="http://schemas.openxmlformats.org/officeDocument/2006/relationships/image" Target="../media/image225.png"/><Relationship Id="rId16" Type="http://schemas.openxmlformats.org/officeDocument/2006/relationships/image" Target="../media/image240.png"/><Relationship Id="rId1" Type="http://schemas.openxmlformats.org/officeDocument/2006/relationships/slideLayout" Target="../slideLayouts/slideLayout2.xml"/><Relationship Id="rId15" Type="http://schemas.openxmlformats.org/officeDocument/2006/relationships/image" Target="../media/image239.png"/><Relationship Id="rId4" Type="http://schemas.openxmlformats.org/officeDocument/2006/relationships/image" Target="../media/image173.png"/><Relationship Id="rId14" Type="http://schemas.openxmlformats.org/officeDocument/2006/relationships/image" Target="../media/image220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4.png"/><Relationship Id="rId2" Type="http://schemas.openxmlformats.org/officeDocument/2006/relationships/image" Target="../media/image24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45.png"/><Relationship Id="rId4" Type="http://schemas.openxmlformats.org/officeDocument/2006/relationships/image" Target="../media/image244.png"/></Relationships>
</file>

<file path=ppt/slides/_rels/slide43.xml.rels><?xml version="1.0" encoding="UTF-8" standalone="yes"?>
<Relationships xmlns="http://schemas.openxmlformats.org/package/2006/relationships"><Relationship Id="rId18" Type="http://schemas.openxmlformats.org/officeDocument/2006/relationships/image" Target="../media/image251.png"/><Relationship Id="rId3" Type="http://schemas.openxmlformats.org/officeDocument/2006/relationships/image" Target="../media/image960.png"/><Relationship Id="rId21" Type="http://schemas.openxmlformats.org/officeDocument/2006/relationships/image" Target="../media/image224.png"/><Relationship Id="rId17" Type="http://schemas.openxmlformats.org/officeDocument/2006/relationships/image" Target="../media/image223.png"/><Relationship Id="rId2" Type="http://schemas.openxmlformats.org/officeDocument/2006/relationships/image" Target="../media/image36.png"/><Relationship Id="rId16" Type="http://schemas.openxmlformats.org/officeDocument/2006/relationships/image" Target="../media/image249.png"/><Relationship Id="rId20" Type="http://schemas.openxmlformats.org/officeDocument/2006/relationships/image" Target="../media/image253.png"/><Relationship Id="rId1" Type="http://schemas.openxmlformats.org/officeDocument/2006/relationships/slideLayout" Target="../slideLayouts/slideLayout2.xml"/><Relationship Id="rId15" Type="http://schemas.openxmlformats.org/officeDocument/2006/relationships/image" Target="../media/image248.png"/><Relationship Id="rId19" Type="http://schemas.openxmlformats.org/officeDocument/2006/relationships/image" Target="../media/image252.png"/><Relationship Id="rId4" Type="http://schemas.openxmlformats.org/officeDocument/2006/relationships/image" Target="../media/image2210.pn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10.png"/><Relationship Id="rId21" Type="http://schemas.openxmlformats.org/officeDocument/2006/relationships/image" Target="../media/image36.png"/><Relationship Id="rId2" Type="http://schemas.openxmlformats.org/officeDocument/2006/relationships/image" Target="../media/image1190.png"/><Relationship Id="rId20" Type="http://schemas.openxmlformats.org/officeDocument/2006/relationships/image" Target="../media/image260.png"/><Relationship Id="rId1" Type="http://schemas.openxmlformats.org/officeDocument/2006/relationships/slideLayout" Target="../slideLayouts/slideLayout2.xml"/><Relationship Id="rId11" Type="http://schemas.openxmlformats.org/officeDocument/2006/relationships/image" Target="../media/image1260.png"/><Relationship Id="rId19" Type="http://schemas.openxmlformats.org/officeDocument/2006/relationships/image" Target="../media/image259.png"/><Relationship Id="rId4" Type="http://schemas.openxmlformats.org/officeDocument/2006/relationships/image" Target="../media/image255.png"/></Relationships>
</file>

<file path=ppt/slides/_rels/slide4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5.png"/><Relationship Id="rId13" Type="http://schemas.openxmlformats.org/officeDocument/2006/relationships/image" Target="../media/image36.png"/><Relationship Id="rId3" Type="http://schemas.openxmlformats.org/officeDocument/2006/relationships/image" Target="../media/image2210.png"/><Relationship Id="rId7" Type="http://schemas.openxmlformats.org/officeDocument/2006/relationships/image" Target="../media/image264.png"/><Relationship Id="rId12" Type="http://schemas.openxmlformats.org/officeDocument/2006/relationships/image" Target="../media/image268.png"/><Relationship Id="rId2" Type="http://schemas.openxmlformats.org/officeDocument/2006/relationships/image" Target="../media/image26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63.png"/><Relationship Id="rId11" Type="http://schemas.openxmlformats.org/officeDocument/2006/relationships/image" Target="../media/image267.png"/><Relationship Id="rId10" Type="http://schemas.openxmlformats.org/officeDocument/2006/relationships/image" Target="../media/image266.png"/><Relationship Id="rId4" Type="http://schemas.openxmlformats.org/officeDocument/2006/relationships/image" Target="../media/image262.png"/></Relationships>
</file>

<file path=ppt/slides/_rels/slide46.xml.rels><?xml version="1.0" encoding="UTF-8" standalone="yes"?>
<Relationships xmlns="http://schemas.openxmlformats.org/package/2006/relationships"><Relationship Id="rId26" Type="http://schemas.openxmlformats.org/officeDocument/2006/relationships/image" Target="../media/image181.png"/><Relationship Id="rId3" Type="http://schemas.openxmlformats.org/officeDocument/2006/relationships/image" Target="../media/image2210.png"/><Relationship Id="rId25" Type="http://schemas.openxmlformats.org/officeDocument/2006/relationships/image" Target="../media/image279.png"/><Relationship Id="rId2" Type="http://schemas.openxmlformats.org/officeDocument/2006/relationships/image" Target="../media/image1320.png"/><Relationship Id="rId16" Type="http://schemas.openxmlformats.org/officeDocument/2006/relationships/image" Target="../media/image271.png"/><Relationship Id="rId29" Type="http://schemas.openxmlformats.org/officeDocument/2006/relationships/image" Target="../media/image283.png"/><Relationship Id="rId1" Type="http://schemas.openxmlformats.org/officeDocument/2006/relationships/slideLayout" Target="../slideLayouts/slideLayout2.xml"/><Relationship Id="rId24" Type="http://schemas.openxmlformats.org/officeDocument/2006/relationships/image" Target="../media/image278.png"/><Relationship Id="rId28" Type="http://schemas.openxmlformats.org/officeDocument/2006/relationships/image" Target="../media/image282.png"/><Relationship Id="rId31" Type="http://schemas.openxmlformats.org/officeDocument/2006/relationships/image" Target="../media/image36.png"/><Relationship Id="rId27" Type="http://schemas.openxmlformats.org/officeDocument/2006/relationships/image" Target="../media/image281.png"/><Relationship Id="rId30" Type="http://schemas.openxmlformats.org/officeDocument/2006/relationships/image" Target="../media/image284.png"/></Relationships>
</file>

<file path=ppt/slides/_rels/slide47.xml.rels><?xml version="1.0" encoding="UTF-8" standalone="yes"?>
<Relationships xmlns="http://schemas.openxmlformats.org/package/2006/relationships"><Relationship Id="rId13" Type="http://schemas.openxmlformats.org/officeDocument/2006/relationships/image" Target="../media/image285.png"/><Relationship Id="rId18" Type="http://schemas.openxmlformats.org/officeDocument/2006/relationships/image" Target="../media/image290.png"/><Relationship Id="rId3" Type="http://schemas.openxmlformats.org/officeDocument/2006/relationships/image" Target="../media/image2210.png"/><Relationship Id="rId17" Type="http://schemas.openxmlformats.org/officeDocument/2006/relationships/image" Target="../media/image289.png"/><Relationship Id="rId2" Type="http://schemas.openxmlformats.org/officeDocument/2006/relationships/image" Target="../media/image1410.png"/><Relationship Id="rId16" Type="http://schemas.openxmlformats.org/officeDocument/2006/relationships/image" Target="../media/image288.png"/><Relationship Id="rId20" Type="http://schemas.openxmlformats.org/officeDocument/2006/relationships/image" Target="../media/image36.png"/><Relationship Id="rId1" Type="http://schemas.openxmlformats.org/officeDocument/2006/relationships/slideLayout" Target="../slideLayouts/slideLayout2.xml"/><Relationship Id="rId15" Type="http://schemas.openxmlformats.org/officeDocument/2006/relationships/image" Target="../media/image287.png"/><Relationship Id="rId19" Type="http://schemas.openxmlformats.org/officeDocument/2006/relationships/image" Target="../media/image291.png"/><Relationship Id="rId14" Type="http://schemas.openxmlformats.org/officeDocument/2006/relationships/image" Target="../media/image286.png"/></Relationships>
</file>

<file path=ppt/slides/_rels/slide48.xml.rels><?xml version="1.0" encoding="UTF-8" standalone="yes"?>
<Relationships xmlns="http://schemas.openxmlformats.org/package/2006/relationships"><Relationship Id="rId18" Type="http://schemas.openxmlformats.org/officeDocument/2006/relationships/image" Target="../media/image297.png"/><Relationship Id="rId3" Type="http://schemas.openxmlformats.org/officeDocument/2006/relationships/image" Target="../media/image2210.png"/><Relationship Id="rId17" Type="http://schemas.openxmlformats.org/officeDocument/2006/relationships/image" Target="../media/image204.png"/><Relationship Id="rId2" Type="http://schemas.openxmlformats.org/officeDocument/2006/relationships/image" Target="../media/image191.png"/><Relationship Id="rId16" Type="http://schemas.openxmlformats.org/officeDocument/2006/relationships/image" Target="../media/image29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2.png"/><Relationship Id="rId5" Type="http://schemas.openxmlformats.org/officeDocument/2006/relationships/image" Target="../media/image193.png"/><Relationship Id="rId15" Type="http://schemas.openxmlformats.org/officeDocument/2006/relationships/image" Target="../media/image294.png"/><Relationship Id="rId19" Type="http://schemas.openxmlformats.org/officeDocument/2006/relationships/image" Target="../media/image36.png"/></Relationships>
</file>

<file path=ppt/slides/_rels/slide49.xml.rels><?xml version="1.0" encoding="UTF-8" standalone="yes"?>
<Relationships xmlns="http://schemas.openxmlformats.org/package/2006/relationships"><Relationship Id="rId13" Type="http://schemas.openxmlformats.org/officeDocument/2006/relationships/image" Target="../media/image228.png"/><Relationship Id="rId3" Type="http://schemas.openxmlformats.org/officeDocument/2006/relationships/image" Target="../media/image2210.png"/><Relationship Id="rId7" Type="http://schemas.openxmlformats.org/officeDocument/2006/relationships/image" Target="../media/image206.png"/><Relationship Id="rId12" Type="http://schemas.openxmlformats.org/officeDocument/2006/relationships/image" Target="../media/image226.png"/><Relationship Id="rId2" Type="http://schemas.openxmlformats.org/officeDocument/2006/relationships/image" Target="../media/image156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5.png"/><Relationship Id="rId11" Type="http://schemas.openxmlformats.org/officeDocument/2006/relationships/image" Target="../media/image207.png"/><Relationship Id="rId5" Type="http://schemas.openxmlformats.org/officeDocument/2006/relationships/image" Target="../media/image15700.png"/><Relationship Id="rId15" Type="http://schemas.openxmlformats.org/officeDocument/2006/relationships/image" Target="../media/image36.png"/><Relationship Id="rId10" Type="http://schemas.openxmlformats.org/officeDocument/2006/relationships/image" Target="../media/image1610.png"/><Relationship Id="rId14" Type="http://schemas.openxmlformats.org/officeDocument/2006/relationships/image" Target="../media/image1650.png"/></Relationships>
</file>

<file path=ppt/slides/_rels/slide50.xml.rels><?xml version="1.0" encoding="UTF-8" standalone="yes"?>
<Relationships xmlns="http://schemas.openxmlformats.org/package/2006/relationships"><Relationship Id="rId18" Type="http://schemas.openxmlformats.org/officeDocument/2006/relationships/image" Target="../media/image22.png"/><Relationship Id="rId26" Type="http://schemas.openxmlformats.org/officeDocument/2006/relationships/image" Target="../media/image238.png"/><Relationship Id="rId3" Type="http://schemas.openxmlformats.org/officeDocument/2006/relationships/image" Target="../media/image2210.png"/><Relationship Id="rId17" Type="http://schemas.openxmlformats.org/officeDocument/2006/relationships/image" Target="../media/image230.png"/><Relationship Id="rId25" Type="http://schemas.openxmlformats.org/officeDocument/2006/relationships/image" Target="../media/image233.png"/><Relationship Id="rId2" Type="http://schemas.openxmlformats.org/officeDocument/2006/relationships/image" Target="../media/image1660.png"/><Relationship Id="rId16" Type="http://schemas.openxmlformats.org/officeDocument/2006/relationships/image" Target="../media/image229.png"/><Relationship Id="rId1" Type="http://schemas.openxmlformats.org/officeDocument/2006/relationships/slideLayout" Target="../slideLayouts/slideLayout2.xml"/><Relationship Id="rId24" Type="http://schemas.openxmlformats.org/officeDocument/2006/relationships/image" Target="../media/image231.png"/><Relationship Id="rId5" Type="http://schemas.openxmlformats.org/officeDocument/2006/relationships/image" Target="../media/image1670.png"/><Relationship Id="rId15" Type="http://schemas.openxmlformats.org/officeDocument/2006/relationships/image" Target="../media/image303.png"/><Relationship Id="rId23" Type="http://schemas.openxmlformats.org/officeDocument/2006/relationships/image" Target="../media/image309.png"/><Relationship Id="rId28" Type="http://schemas.openxmlformats.org/officeDocument/2006/relationships/image" Target="../media/image64.png"/><Relationship Id="rId27" Type="http://schemas.openxmlformats.org/officeDocument/2006/relationships/image" Target="../media/image2260.png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46.png"/><Relationship Id="rId10" Type="http://schemas.openxmlformats.org/officeDocument/2006/relationships/image" Target="../media/image321.png"/><Relationship Id="rId4" Type="http://schemas.openxmlformats.org/officeDocument/2006/relationships/image" Target="../media/image243.png"/></Relationships>
</file>

<file path=ppt/slides/_rels/slide52.xml.rels><?xml version="1.0" encoding="UTF-8" standalone="yes"?>
<Relationships xmlns="http://schemas.openxmlformats.org/package/2006/relationships"><Relationship Id="rId13" Type="http://schemas.openxmlformats.org/officeDocument/2006/relationships/image" Target="../media/image331.png"/><Relationship Id="rId21" Type="http://schemas.openxmlformats.org/officeDocument/2006/relationships/image" Target="../media/image254.png"/><Relationship Id="rId2" Type="http://schemas.openxmlformats.org/officeDocument/2006/relationships/notesSlide" Target="../notesSlides/notesSlide10.xml"/><Relationship Id="rId20" Type="http://schemas.openxmlformats.org/officeDocument/2006/relationships/image" Target="../media/image25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24.png"/><Relationship Id="rId24" Type="http://schemas.openxmlformats.org/officeDocument/2006/relationships/image" Target="../media/image69.png"/><Relationship Id="rId5" Type="http://schemas.openxmlformats.org/officeDocument/2006/relationships/image" Target="../media/image2301.png"/><Relationship Id="rId23" Type="http://schemas.openxmlformats.org/officeDocument/2006/relationships/image" Target="../media/image257.png"/><Relationship Id="rId19" Type="http://schemas.openxmlformats.org/officeDocument/2006/relationships/image" Target="../media/image337.png"/><Relationship Id="rId4" Type="http://schemas.openxmlformats.org/officeDocument/2006/relationships/image" Target="../media/image323.png"/><Relationship Id="rId22" Type="http://schemas.openxmlformats.org/officeDocument/2006/relationships/image" Target="../media/image256.png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01.png"/><Relationship Id="rId7" Type="http://schemas.openxmlformats.org/officeDocument/2006/relationships/image" Target="../media/image344.png"/><Relationship Id="rId12" Type="http://schemas.openxmlformats.org/officeDocument/2006/relationships/image" Target="../media/image347.png"/><Relationship Id="rId2" Type="http://schemas.openxmlformats.org/officeDocument/2006/relationships/image" Target="../media/image1191.png"/><Relationship Id="rId1" Type="http://schemas.openxmlformats.org/officeDocument/2006/relationships/slideLayout" Target="../slideLayouts/slideLayout2.xml"/><Relationship Id="rId11" Type="http://schemas.openxmlformats.org/officeDocument/2006/relationships/image" Target="../media/image346.png"/><Relationship Id="rId15" Type="http://schemas.openxmlformats.org/officeDocument/2006/relationships/image" Target="../media/image69.png"/><Relationship Id="rId4" Type="http://schemas.openxmlformats.org/officeDocument/2006/relationships/image" Target="../media/image2310.png"/><Relationship Id="rId14" Type="http://schemas.openxmlformats.org/officeDocument/2006/relationships/image" Target="../media/image2461.png"/></Relationships>
</file>

<file path=ppt/slides/_rels/slide5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0.png"/><Relationship Id="rId3" Type="http://schemas.openxmlformats.org/officeDocument/2006/relationships/image" Target="../media/image2301.png"/><Relationship Id="rId7" Type="http://schemas.openxmlformats.org/officeDocument/2006/relationships/image" Target="../media/image349.png"/><Relationship Id="rId2" Type="http://schemas.openxmlformats.org/officeDocument/2006/relationships/image" Target="../media/image26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48.png"/><Relationship Id="rId11" Type="http://schemas.openxmlformats.org/officeDocument/2006/relationships/image" Target="../media/image69.png"/><Relationship Id="rId10" Type="http://schemas.openxmlformats.org/officeDocument/2006/relationships/image" Target="../media/image351.png"/><Relationship Id="rId4" Type="http://schemas.openxmlformats.org/officeDocument/2006/relationships/image" Target="../media/image262.png"/></Relationships>
</file>

<file path=ppt/slides/_rels/slide55.xml.rels><?xml version="1.0" encoding="UTF-8" standalone="yes"?>
<Relationships xmlns="http://schemas.openxmlformats.org/package/2006/relationships"><Relationship Id="rId13" Type="http://schemas.openxmlformats.org/officeDocument/2006/relationships/image" Target="../media/image356.png"/><Relationship Id="rId18" Type="http://schemas.openxmlformats.org/officeDocument/2006/relationships/image" Target="../media/image69.png"/><Relationship Id="rId3" Type="http://schemas.openxmlformats.org/officeDocument/2006/relationships/image" Target="../media/image2301.png"/><Relationship Id="rId12" Type="http://schemas.openxmlformats.org/officeDocument/2006/relationships/image" Target="../media/image355.png"/><Relationship Id="rId17" Type="http://schemas.openxmlformats.org/officeDocument/2006/relationships/image" Target="../media/image358.png"/><Relationship Id="rId2" Type="http://schemas.openxmlformats.org/officeDocument/2006/relationships/image" Target="../media/image261.png"/><Relationship Id="rId1" Type="http://schemas.openxmlformats.org/officeDocument/2006/relationships/slideLayout" Target="../slideLayouts/slideLayout2.xml"/><Relationship Id="rId11" Type="http://schemas.openxmlformats.org/officeDocument/2006/relationships/image" Target="../media/image354.png"/><Relationship Id="rId15" Type="http://schemas.openxmlformats.org/officeDocument/2006/relationships/image" Target="../media/image70.png"/><Relationship Id="rId10" Type="http://schemas.openxmlformats.org/officeDocument/2006/relationships/image" Target="../media/image351.png"/><Relationship Id="rId14" Type="http://schemas.openxmlformats.org/officeDocument/2006/relationships/image" Target="../media/image357.png"/></Relationships>
</file>

<file path=ppt/slides/_rels/slide5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9.png"/><Relationship Id="rId3" Type="http://schemas.openxmlformats.org/officeDocument/2006/relationships/image" Target="../media/image2301.png"/><Relationship Id="rId7" Type="http://schemas.openxmlformats.org/officeDocument/2006/relationships/image" Target="../media/image361.png"/><Relationship Id="rId12" Type="http://schemas.openxmlformats.org/officeDocument/2006/relationships/image" Target="../media/image69.png"/><Relationship Id="rId2" Type="http://schemas.openxmlformats.org/officeDocument/2006/relationships/image" Target="../media/image132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60.png"/><Relationship Id="rId11" Type="http://schemas.openxmlformats.org/officeDocument/2006/relationships/image" Target="../media/image2280.png"/><Relationship Id="rId10" Type="http://schemas.openxmlformats.org/officeDocument/2006/relationships/image" Target="../media/image2501.png"/><Relationship Id="rId4" Type="http://schemas.openxmlformats.org/officeDocument/2006/relationships/image" Target="../media/image359.png"/><Relationship Id="rId9" Type="http://schemas.openxmlformats.org/officeDocument/2006/relationships/image" Target="../media/image363.png"/></Relationships>
</file>

<file path=ppt/slides/_rels/slide5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2.png"/><Relationship Id="rId13" Type="http://schemas.openxmlformats.org/officeDocument/2006/relationships/image" Target="../media/image69.png"/><Relationship Id="rId3" Type="http://schemas.openxmlformats.org/officeDocument/2006/relationships/image" Target="../media/image2301.png"/><Relationship Id="rId7" Type="http://schemas.openxmlformats.org/officeDocument/2006/relationships/image" Target="../media/image2300.png"/><Relationship Id="rId12" Type="http://schemas.openxmlformats.org/officeDocument/2006/relationships/image" Target="../media/image2211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Relationship Id="rId11" Type="http://schemas.openxmlformats.org/officeDocument/2006/relationships/image" Target="../media/image2570.png"/><Relationship Id="rId10" Type="http://schemas.openxmlformats.org/officeDocument/2006/relationships/image" Target="../media/image2560.png"/><Relationship Id="rId4" Type="http://schemas.openxmlformats.org/officeDocument/2006/relationships/image" Target="../media/image270.png"/><Relationship Id="rId9" Type="http://schemas.openxmlformats.org/officeDocument/2006/relationships/image" Target="../media/image2460.png"/></Relationships>
</file>

<file path=ppt/slides/_rels/slide5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20.png"/><Relationship Id="rId3" Type="http://schemas.openxmlformats.org/officeDocument/2006/relationships/image" Target="../media/image274.png"/><Relationship Id="rId7" Type="http://schemas.openxmlformats.org/officeDocument/2006/relationships/image" Target="../media/image276.png"/><Relationship Id="rId2" Type="http://schemas.openxmlformats.org/officeDocument/2006/relationships/image" Target="../media/image6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75.png"/><Relationship Id="rId11" Type="http://schemas.openxmlformats.org/officeDocument/2006/relationships/image" Target="../media/image2750.png"/><Relationship Id="rId10" Type="http://schemas.openxmlformats.org/officeDocument/2006/relationships/image" Target="../media/image277.png"/><Relationship Id="rId4" Type="http://schemas.openxmlformats.org/officeDocument/2006/relationships/image" Target="../media/image2301.png"/><Relationship Id="rId9" Type="http://schemas.openxmlformats.org/officeDocument/2006/relationships/image" Target="../media/image2730.png"/></Relationships>
</file>

<file path=ppt/slides/_rels/slide5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60.png"/><Relationship Id="rId13" Type="http://schemas.openxmlformats.org/officeDocument/2006/relationships/image" Target="../media/image313.png"/><Relationship Id="rId3" Type="http://schemas.openxmlformats.org/officeDocument/2006/relationships/image" Target="../media/image1560.png"/><Relationship Id="rId7" Type="http://schemas.openxmlformats.org/officeDocument/2006/relationships/image" Target="../media/image2540.png"/><Relationship Id="rId12" Type="http://schemas.openxmlformats.org/officeDocument/2006/relationships/image" Target="../media/image308.png"/><Relationship Id="rId2" Type="http://schemas.openxmlformats.org/officeDocument/2006/relationships/image" Target="../media/image6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700.png"/><Relationship Id="rId11" Type="http://schemas.openxmlformats.org/officeDocument/2006/relationships/image" Target="../media/image307.png"/><Relationship Id="rId10" Type="http://schemas.openxmlformats.org/officeDocument/2006/relationships/image" Target="../media/image306.png"/><Relationship Id="rId4" Type="http://schemas.openxmlformats.org/officeDocument/2006/relationships/image" Target="../media/image2301.png"/><Relationship Id="rId9" Type="http://schemas.openxmlformats.org/officeDocument/2006/relationships/image" Target="../media/image2770.png"/></Relationships>
</file>

<file path=ppt/slides/_rels/slide6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8.png"/><Relationship Id="rId3" Type="http://schemas.openxmlformats.org/officeDocument/2006/relationships/image" Target="../media/image166.png"/><Relationship Id="rId7" Type="http://schemas.openxmlformats.org/officeDocument/2006/relationships/image" Target="../media/image317.png"/><Relationship Id="rId2" Type="http://schemas.openxmlformats.org/officeDocument/2006/relationships/image" Target="../media/image6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14.png"/><Relationship Id="rId10" Type="http://schemas.openxmlformats.org/officeDocument/2006/relationships/image" Target="../media/image322.png"/><Relationship Id="rId4" Type="http://schemas.openxmlformats.org/officeDocument/2006/relationships/image" Target="../media/image2301.png"/><Relationship Id="rId9" Type="http://schemas.openxmlformats.org/officeDocument/2006/relationships/image" Target="../media/image273.png"/></Relationships>
</file>

<file path=ppt/slides/_rels/slide6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8.png"/><Relationship Id="rId3" Type="http://schemas.openxmlformats.org/officeDocument/2006/relationships/image" Target="../media/image166.png"/><Relationship Id="rId7" Type="http://schemas.openxmlformats.org/officeDocument/2006/relationships/image" Target="../media/image327.png"/><Relationship Id="rId2" Type="http://schemas.openxmlformats.org/officeDocument/2006/relationships/image" Target="../media/image69.png"/><Relationship Id="rId16" Type="http://schemas.openxmlformats.org/officeDocument/2006/relationships/image" Target="../media/image33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26.png"/><Relationship Id="rId11" Type="http://schemas.openxmlformats.org/officeDocument/2006/relationships/image" Target="../media/image77.png"/><Relationship Id="rId10" Type="http://schemas.openxmlformats.org/officeDocument/2006/relationships/image" Target="../media/image329.png"/><Relationship Id="rId4" Type="http://schemas.openxmlformats.org/officeDocument/2006/relationships/image" Target="../media/image2301.png"/><Relationship Id="rId9" Type="http://schemas.openxmlformats.org/officeDocument/2006/relationships/image" Target="../media/image319.png"/></Relationships>
</file>

<file path=ppt/slides/_rels/slide6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3.png"/><Relationship Id="rId3" Type="http://schemas.openxmlformats.org/officeDocument/2006/relationships/image" Target="../media/image292.png"/><Relationship Id="rId7" Type="http://schemas.openxmlformats.org/officeDocument/2006/relationships/image" Target="../media/image342.png"/><Relationship Id="rId12" Type="http://schemas.openxmlformats.org/officeDocument/2006/relationships/image" Target="../media/image364.png"/><Relationship Id="rId2" Type="http://schemas.openxmlformats.org/officeDocument/2006/relationships/image" Target="../media/image6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36.png"/><Relationship Id="rId11" Type="http://schemas.openxmlformats.org/officeDocument/2006/relationships/image" Target="../media/image362.png"/><Relationship Id="rId10" Type="http://schemas.openxmlformats.org/officeDocument/2006/relationships/image" Target="../media/image352.png"/><Relationship Id="rId4" Type="http://schemas.openxmlformats.org/officeDocument/2006/relationships/image" Target="../media/image2301.png"/><Relationship Id="rId9" Type="http://schemas.openxmlformats.org/officeDocument/2006/relationships/image" Target="../media/image293.png"/></Relationships>
</file>

<file path=ppt/slides/_rels/slide6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8.png"/><Relationship Id="rId3" Type="http://schemas.openxmlformats.org/officeDocument/2006/relationships/image" Target="../media/image2301.png"/><Relationship Id="rId7" Type="http://schemas.openxmlformats.org/officeDocument/2006/relationships/image" Target="../media/image367.png"/><Relationship Id="rId12" Type="http://schemas.openxmlformats.org/officeDocument/2006/relationships/image" Target="../media/image69.png"/><Relationship Id="rId2" Type="http://schemas.openxmlformats.org/officeDocument/2006/relationships/image" Target="../media/image18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96.png"/><Relationship Id="rId11" Type="http://schemas.openxmlformats.org/officeDocument/2006/relationships/image" Target="../media/image370.png"/><Relationship Id="rId5" Type="http://schemas.openxmlformats.org/officeDocument/2006/relationships/image" Target="../media/image365.png"/><Relationship Id="rId10" Type="http://schemas.openxmlformats.org/officeDocument/2006/relationships/image" Target="../media/image369.png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8.png"/><Relationship Id="rId2" Type="http://schemas.openxmlformats.org/officeDocument/2006/relationships/image" Target="../media/image189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99.png"/><Relationship Id="rId4" Type="http://schemas.openxmlformats.org/officeDocument/2006/relationships/image" Target="../media/image371.png"/></Relationships>
</file>

<file path=ppt/slides/_rels/slide6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9.png"/><Relationship Id="rId3" Type="http://schemas.openxmlformats.org/officeDocument/2006/relationships/image" Target="../media/image375.png"/><Relationship Id="rId2" Type="http://schemas.openxmlformats.org/officeDocument/2006/relationships/image" Target="../media/image9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78.png"/><Relationship Id="rId5" Type="http://schemas.openxmlformats.org/officeDocument/2006/relationships/image" Target="../media/image301.png"/><Relationship Id="rId4" Type="http://schemas.openxmlformats.org/officeDocument/2006/relationships/image" Target="../media/image376.png"/><Relationship Id="rId9" Type="http://schemas.openxmlformats.org/officeDocument/2006/relationships/image" Target="../media/image302.png"/></Relationships>
</file>

<file path=ppt/slides/_rels/slide6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5.png"/><Relationship Id="rId7" Type="http://schemas.openxmlformats.org/officeDocument/2006/relationships/image" Target="../media/image384.png"/><Relationship Id="rId12" Type="http://schemas.openxmlformats.org/officeDocument/2006/relationships/image" Target="../media/image93.png"/><Relationship Id="rId2" Type="http://schemas.openxmlformats.org/officeDocument/2006/relationships/image" Target="../media/image37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83.png"/><Relationship Id="rId11" Type="http://schemas.openxmlformats.org/officeDocument/2006/relationships/image" Target="../media/image388.png"/><Relationship Id="rId10" Type="http://schemas.openxmlformats.org/officeDocument/2006/relationships/image" Target="../media/image387.png"/><Relationship Id="rId9" Type="http://schemas.openxmlformats.org/officeDocument/2006/relationships/image" Target="../media/image386.png"/></Relationships>
</file>

<file path=ppt/slides/_rels/slide6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1.png"/><Relationship Id="rId3" Type="http://schemas.openxmlformats.org/officeDocument/2006/relationships/image" Target="../media/image376.png"/><Relationship Id="rId7" Type="http://schemas.openxmlformats.org/officeDocument/2006/relationships/image" Target="../media/image310.png"/><Relationship Id="rId12" Type="http://schemas.openxmlformats.org/officeDocument/2006/relationships/image" Target="../media/image318.png"/><Relationship Id="rId2" Type="http://schemas.openxmlformats.org/officeDocument/2006/relationships/image" Target="../media/image119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05.png"/><Relationship Id="rId11" Type="http://schemas.openxmlformats.org/officeDocument/2006/relationships/image" Target="../media/image316.png"/><Relationship Id="rId10" Type="http://schemas.openxmlformats.org/officeDocument/2006/relationships/image" Target="../media/image93.png"/><Relationship Id="rId4" Type="http://schemas.openxmlformats.org/officeDocument/2006/relationships/image" Target="../media/image304.png"/><Relationship Id="rId9" Type="http://schemas.openxmlformats.org/officeDocument/2006/relationships/image" Target="../media/image312.png"/></Relationships>
</file>

<file path=ppt/slides/_rels/slide68.xml.rels><?xml version="1.0" encoding="UTF-8" standalone="yes"?>
<Relationships xmlns="http://schemas.openxmlformats.org/package/2006/relationships"><Relationship Id="rId12" Type="http://schemas.openxmlformats.org/officeDocument/2006/relationships/image" Target="../media/image93.png"/><Relationship Id="rId2" Type="http://schemas.openxmlformats.org/officeDocument/2006/relationships/image" Target="../media/image37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97.png"/><Relationship Id="rId11" Type="http://schemas.openxmlformats.org/officeDocument/2006/relationships/image" Target="../media/image320.png"/><Relationship Id="rId5" Type="http://schemas.openxmlformats.org/officeDocument/2006/relationships/image" Target="../media/image396.png"/><Relationship Id="rId10" Type="http://schemas.openxmlformats.org/officeDocument/2006/relationships/image" Target="../media/image398.png"/><Relationship Id="rId4" Type="http://schemas.openxmlformats.org/officeDocument/2006/relationships/image" Target="../media/image2200.png"/></Relationships>
</file>

<file path=ppt/slides/_rels/slide69.xml.rels><?xml version="1.0" encoding="UTF-8" standalone="yes"?>
<Relationships xmlns="http://schemas.openxmlformats.org/package/2006/relationships"><Relationship Id="rId13" Type="http://schemas.openxmlformats.org/officeDocument/2006/relationships/image" Target="../media/image93.png"/><Relationship Id="rId12" Type="http://schemas.openxmlformats.org/officeDocument/2006/relationships/image" Target="../media/image339.png"/><Relationship Id="rId2" Type="http://schemas.openxmlformats.org/officeDocument/2006/relationships/image" Target="../media/image37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30.png"/><Relationship Id="rId11" Type="http://schemas.openxmlformats.org/officeDocument/2006/relationships/image" Target="../media/image320.png"/><Relationship Id="rId5" Type="http://schemas.openxmlformats.org/officeDocument/2006/relationships/image" Target="../media/image402.png"/><Relationship Id="rId10" Type="http://schemas.openxmlformats.org/officeDocument/2006/relationships/image" Target="../media/image338.png"/><Relationship Id="rId4" Type="http://schemas.openxmlformats.org/officeDocument/2006/relationships/image" Target="../media/image2200.png"/></Relationships>
</file>

<file path=ppt/slides/_rels/slide70.xml.rels><?xml version="1.0" encoding="UTF-8" standalone="yes"?>
<Relationships xmlns="http://schemas.openxmlformats.org/package/2006/relationships"><Relationship Id="rId8" Type="http://schemas.openxmlformats.org/officeDocument/2006/relationships/image" Target="../media/image411.png"/><Relationship Id="rId13" Type="http://schemas.openxmlformats.org/officeDocument/2006/relationships/image" Target="../media/image413.png"/><Relationship Id="rId3" Type="http://schemas.openxmlformats.org/officeDocument/2006/relationships/image" Target="../media/image376.png"/><Relationship Id="rId7" Type="http://schemas.openxmlformats.org/officeDocument/2006/relationships/image" Target="../media/image341.png"/><Relationship Id="rId12" Type="http://schemas.openxmlformats.org/officeDocument/2006/relationships/image" Target="../media/image2400.png"/><Relationship Id="rId2" Type="http://schemas.openxmlformats.org/officeDocument/2006/relationships/image" Target="../media/image232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08.png"/><Relationship Id="rId5" Type="http://schemas.openxmlformats.org/officeDocument/2006/relationships/image" Target="../media/image340.png"/><Relationship Id="rId4" Type="http://schemas.openxmlformats.org/officeDocument/2006/relationships/image" Target="../media/image406.png"/><Relationship Id="rId9" Type="http://schemas.openxmlformats.org/officeDocument/2006/relationships/image" Target="../media/image412.png"/><Relationship Id="rId14" Type="http://schemas.openxmlformats.org/officeDocument/2006/relationships/image" Target="../media/image93.png"/></Relationships>
</file>

<file path=ppt/slides/_rels/slide71.xml.rels><?xml version="1.0" encoding="UTF-8" standalone="yes"?>
<Relationships xmlns="http://schemas.openxmlformats.org/package/2006/relationships"><Relationship Id="rId13" Type="http://schemas.openxmlformats.org/officeDocument/2006/relationships/image" Target="../media/image93.png"/><Relationship Id="rId3" Type="http://schemas.openxmlformats.org/officeDocument/2006/relationships/image" Target="../media/image376.png"/><Relationship Id="rId7" Type="http://schemas.openxmlformats.org/officeDocument/2006/relationships/image" Target="../media/image366.png"/><Relationship Id="rId12" Type="http://schemas.openxmlformats.org/officeDocument/2006/relationships/image" Target="../media/image2480.png"/><Relationship Id="rId2" Type="http://schemas.openxmlformats.org/officeDocument/2006/relationships/image" Target="../media/image141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45.png"/><Relationship Id="rId11" Type="http://schemas.openxmlformats.org/officeDocument/2006/relationships/image" Target="../media/image419.png"/><Relationship Id="rId5" Type="http://schemas.openxmlformats.org/officeDocument/2006/relationships/image" Target="../media/image415.png"/><Relationship Id="rId10" Type="http://schemas.openxmlformats.org/officeDocument/2006/relationships/image" Target="../media/image418.png"/><Relationship Id="rId4" Type="http://schemas.openxmlformats.org/officeDocument/2006/relationships/image" Target="../media/image414.png"/><Relationship Id="rId9" Type="http://schemas.openxmlformats.org/officeDocument/2006/relationships/image" Target="../media/image417.png"/></Relationships>
</file>

<file path=ppt/slides/_rels/slide7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1.png"/><Relationship Id="rId3" Type="http://schemas.openxmlformats.org/officeDocument/2006/relationships/image" Target="../media/image376.png"/><Relationship Id="rId7" Type="http://schemas.openxmlformats.org/officeDocument/2006/relationships/image" Target="../media/image377.png"/><Relationship Id="rId2" Type="http://schemas.openxmlformats.org/officeDocument/2006/relationships/image" Target="../media/image37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21.png"/><Relationship Id="rId11" Type="http://schemas.openxmlformats.org/officeDocument/2006/relationships/image" Target="../media/image93.png"/><Relationship Id="rId5" Type="http://schemas.openxmlformats.org/officeDocument/2006/relationships/image" Target="../media/image374.png"/><Relationship Id="rId10" Type="http://schemas.openxmlformats.org/officeDocument/2006/relationships/image" Target="../media/image389.png"/><Relationship Id="rId4" Type="http://schemas.openxmlformats.org/officeDocument/2006/relationships/image" Target="../media/image373.png"/><Relationship Id="rId9" Type="http://schemas.openxmlformats.org/officeDocument/2006/relationships/image" Target="../media/image382.png"/></Relationships>
</file>

<file path=ppt/slides/_rels/slide7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29.png"/><Relationship Id="rId13" Type="http://schemas.openxmlformats.org/officeDocument/2006/relationships/image" Target="../media/image93.png"/><Relationship Id="rId3" Type="http://schemas.openxmlformats.org/officeDocument/2006/relationships/image" Target="../media/image376.png"/><Relationship Id="rId7" Type="http://schemas.openxmlformats.org/officeDocument/2006/relationships/image" Target="../media/image392.png"/><Relationship Id="rId12" Type="http://schemas.openxmlformats.org/officeDocument/2006/relationships/image" Target="../media/image434.png"/><Relationship Id="rId2" Type="http://schemas.openxmlformats.org/officeDocument/2006/relationships/image" Target="../media/image156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90.png"/><Relationship Id="rId11" Type="http://schemas.openxmlformats.org/officeDocument/2006/relationships/image" Target="../media/image433.png"/><Relationship Id="rId5" Type="http://schemas.openxmlformats.org/officeDocument/2006/relationships/image" Target="../media/image426.png"/><Relationship Id="rId10" Type="http://schemas.openxmlformats.org/officeDocument/2006/relationships/image" Target="../media/image394.png"/><Relationship Id="rId9" Type="http://schemas.openxmlformats.org/officeDocument/2006/relationships/image" Target="../media/image393.png"/></Relationships>
</file>

<file path=ppt/slides/_rels/slide7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99.png"/><Relationship Id="rId3" Type="http://schemas.openxmlformats.org/officeDocument/2006/relationships/image" Target="../media/image376.png"/><Relationship Id="rId7" Type="http://schemas.openxmlformats.org/officeDocument/2006/relationships/image" Target="../media/image395.png"/><Relationship Id="rId12" Type="http://schemas.openxmlformats.org/officeDocument/2006/relationships/image" Target="../media/image405.png"/><Relationship Id="rId2" Type="http://schemas.openxmlformats.org/officeDocument/2006/relationships/image" Target="../media/image166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35.png"/><Relationship Id="rId11" Type="http://schemas.openxmlformats.org/officeDocument/2006/relationships/image" Target="../media/image404.png"/><Relationship Id="rId5" Type="http://schemas.openxmlformats.org/officeDocument/2006/relationships/image" Target="../media/image1671.png"/><Relationship Id="rId15" Type="http://schemas.openxmlformats.org/officeDocument/2006/relationships/image" Target="../media/image93.png"/><Relationship Id="rId10" Type="http://schemas.openxmlformats.org/officeDocument/2006/relationships/image" Target="../media/image403.png"/><Relationship Id="rId9" Type="http://schemas.openxmlformats.org/officeDocument/2006/relationships/image" Target="../media/image438.png"/><Relationship Id="rId14" Type="http://schemas.openxmlformats.org/officeDocument/2006/relationships/image" Target="../media/image443.png"/></Relationships>
</file>

<file path=ppt/slides/_rels/slide7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10.png"/><Relationship Id="rId3" Type="http://schemas.openxmlformats.org/officeDocument/2006/relationships/image" Target="../media/image376.png"/><Relationship Id="rId7" Type="http://schemas.openxmlformats.org/officeDocument/2006/relationships/image" Target="../media/image409.png"/><Relationship Id="rId12" Type="http://schemas.openxmlformats.org/officeDocument/2006/relationships/image" Target="../media/image93.png"/><Relationship Id="rId2" Type="http://schemas.openxmlformats.org/officeDocument/2006/relationships/image" Target="../media/image29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07.png"/><Relationship Id="rId11" Type="http://schemas.openxmlformats.org/officeDocument/2006/relationships/image" Target="../media/image423.png"/><Relationship Id="rId5" Type="http://schemas.openxmlformats.org/officeDocument/2006/relationships/image" Target="../media/image444.png"/><Relationship Id="rId10" Type="http://schemas.openxmlformats.org/officeDocument/2006/relationships/image" Target="../media/image422.png"/><Relationship Id="rId9" Type="http://schemas.openxmlformats.org/officeDocument/2006/relationships/image" Target="../media/image416.png"/></Relationships>
</file>

<file path=ppt/slides/_rels/slide7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25.png"/><Relationship Id="rId3" Type="http://schemas.openxmlformats.org/officeDocument/2006/relationships/image" Target="../media/image453.png"/><Relationship Id="rId7" Type="http://schemas.openxmlformats.org/officeDocument/2006/relationships/image" Target="../media/image424.png"/><Relationship Id="rId2" Type="http://schemas.openxmlformats.org/officeDocument/2006/relationships/image" Target="../media/image184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790.png"/><Relationship Id="rId11" Type="http://schemas.openxmlformats.org/officeDocument/2006/relationships/image" Target="../media/image93.png"/><Relationship Id="rId5" Type="http://schemas.openxmlformats.org/officeDocument/2006/relationships/image" Target="../media/image1850.png"/><Relationship Id="rId10" Type="http://schemas.openxmlformats.org/officeDocument/2006/relationships/image" Target="../media/image427.png"/><Relationship Id="rId9" Type="http://schemas.openxmlformats.org/officeDocument/2006/relationships/image" Target="../media/image2820.png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8.png"/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9.png"/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2.png"/><Relationship Id="rId7" Type="http://schemas.openxmlformats.org/officeDocument/2006/relationships/image" Target="../media/image461.png"/><Relationship Id="rId2" Type="http://schemas.openxmlformats.org/officeDocument/2006/relationships/image" Target="../media/image455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59.png"/><Relationship Id="rId5" Type="http://schemas.openxmlformats.org/officeDocument/2006/relationships/image" Target="../media/image458.png"/><Relationship Id="rId4" Type="http://schemas.openxmlformats.org/officeDocument/2006/relationships/image" Target="../media/image457.png"/></Relationships>
</file>

<file path=ppt/slides/_rels/slide8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68.png"/><Relationship Id="rId13" Type="http://schemas.openxmlformats.org/officeDocument/2006/relationships/image" Target="../media/image448.png"/><Relationship Id="rId3" Type="http://schemas.openxmlformats.org/officeDocument/2006/relationships/image" Target="../media/image463.png"/><Relationship Id="rId7" Type="http://schemas.openxmlformats.org/officeDocument/2006/relationships/image" Target="../media/image4450.png"/><Relationship Id="rId12" Type="http://schemas.openxmlformats.org/officeDocument/2006/relationships/image" Target="../media/image447.png"/><Relationship Id="rId2" Type="http://schemas.openxmlformats.org/officeDocument/2006/relationships/image" Target="../media/image43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0.png"/><Relationship Id="rId11" Type="http://schemas.openxmlformats.org/officeDocument/2006/relationships/image" Target="../media/image472.png"/><Relationship Id="rId5" Type="http://schemas.openxmlformats.org/officeDocument/2006/relationships/image" Target="../media/image466.png"/><Relationship Id="rId10" Type="http://schemas.openxmlformats.org/officeDocument/2006/relationships/image" Target="../media/image471.png"/><Relationship Id="rId4" Type="http://schemas.openxmlformats.org/officeDocument/2006/relationships/image" Target="../media/image439.png"/><Relationship Id="rId9" Type="http://schemas.openxmlformats.org/officeDocument/2006/relationships/image" Target="../media/image446.png"/><Relationship Id="rId14" Type="http://schemas.openxmlformats.org/officeDocument/2006/relationships/image" Target="../media/image449.png"/></Relationships>
</file>

<file path=ppt/slides/_rels/slide8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79.png"/><Relationship Id="rId13" Type="http://schemas.openxmlformats.org/officeDocument/2006/relationships/image" Target="../media/image451.png"/><Relationship Id="rId18" Type="http://schemas.openxmlformats.org/officeDocument/2006/relationships/image" Target="../media/image465.png"/><Relationship Id="rId3" Type="http://schemas.openxmlformats.org/officeDocument/2006/relationships/image" Target="../media/image475.png"/><Relationship Id="rId21" Type="http://schemas.openxmlformats.org/officeDocument/2006/relationships/image" Target="../media/image474.png"/><Relationship Id="rId7" Type="http://schemas.openxmlformats.org/officeDocument/2006/relationships/image" Target="../media/image478.png"/><Relationship Id="rId12" Type="http://schemas.openxmlformats.org/officeDocument/2006/relationships/image" Target="../media/image484.png"/><Relationship Id="rId17" Type="http://schemas.openxmlformats.org/officeDocument/2006/relationships/image" Target="../media/image464.png"/><Relationship Id="rId2" Type="http://schemas.openxmlformats.org/officeDocument/2006/relationships/image" Target="../media/image473.png"/><Relationship Id="rId16" Type="http://schemas.openxmlformats.org/officeDocument/2006/relationships/image" Target="../media/image456.png"/><Relationship Id="rId20" Type="http://schemas.openxmlformats.org/officeDocument/2006/relationships/image" Target="../media/image46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0.png"/><Relationship Id="rId11" Type="http://schemas.openxmlformats.org/officeDocument/2006/relationships/image" Target="../media/image483.png"/><Relationship Id="rId5" Type="http://schemas.openxmlformats.org/officeDocument/2006/relationships/image" Target="../media/image477.png"/><Relationship Id="rId15" Type="http://schemas.openxmlformats.org/officeDocument/2006/relationships/image" Target="../media/image454.png"/><Relationship Id="rId10" Type="http://schemas.openxmlformats.org/officeDocument/2006/relationships/image" Target="../media/image482.png"/><Relationship Id="rId19" Type="http://schemas.openxmlformats.org/officeDocument/2006/relationships/image" Target="../media/image467.png"/><Relationship Id="rId4" Type="http://schemas.openxmlformats.org/officeDocument/2006/relationships/image" Target="../media/image476.png"/><Relationship Id="rId9" Type="http://schemas.openxmlformats.org/officeDocument/2006/relationships/image" Target="../media/image481.png"/><Relationship Id="rId14" Type="http://schemas.openxmlformats.org/officeDocument/2006/relationships/image" Target="../media/image452.png"/><Relationship Id="rId22" Type="http://schemas.openxmlformats.org/officeDocument/2006/relationships/image" Target="../media/image480.png"/></Relationships>
</file>

<file path=ppt/slides/_rels/slide8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5.png"/><Relationship Id="rId7" Type="http://schemas.openxmlformats.org/officeDocument/2006/relationships/image" Target="../media/image4780.png"/><Relationship Id="rId2" Type="http://schemas.openxmlformats.org/officeDocument/2006/relationships/image" Target="../media/image475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59.png"/><Relationship Id="rId5" Type="http://schemas.openxmlformats.org/officeDocument/2006/relationships/image" Target="../media/image458.png"/><Relationship Id="rId4" Type="http://schemas.openxmlformats.org/officeDocument/2006/relationships/image" Target="../media/image4770.png"/></Relationships>
</file>

<file path=ppt/slides/_rels/slide8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840.png"/><Relationship Id="rId13" Type="http://schemas.openxmlformats.org/officeDocument/2006/relationships/image" Target="../media/image4880.png"/><Relationship Id="rId18" Type="http://schemas.openxmlformats.org/officeDocument/2006/relationships/image" Target="../media/image4930.png"/><Relationship Id="rId3" Type="http://schemas.openxmlformats.org/officeDocument/2006/relationships/image" Target="../media/image4820.png"/><Relationship Id="rId12" Type="http://schemas.openxmlformats.org/officeDocument/2006/relationships/image" Target="../media/image489.png"/><Relationship Id="rId2" Type="http://schemas.openxmlformats.org/officeDocument/2006/relationships/image" Target="../media/image486.png"/><Relationship Id="rId20" Type="http://schemas.openxmlformats.org/officeDocument/2006/relationships/image" Target="../media/image49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88.png"/><Relationship Id="rId11" Type="http://schemas.openxmlformats.org/officeDocument/2006/relationships/image" Target="../media/image4860.png"/><Relationship Id="rId5" Type="http://schemas.openxmlformats.org/officeDocument/2006/relationships/image" Target="../media/image4830.png"/><Relationship Id="rId15" Type="http://schemas.openxmlformats.org/officeDocument/2006/relationships/image" Target="../media/image176.png"/><Relationship Id="rId10" Type="http://schemas.openxmlformats.org/officeDocument/2006/relationships/image" Target="../media/image4850.png"/><Relationship Id="rId19" Type="http://schemas.openxmlformats.org/officeDocument/2006/relationships/image" Target="../media/image4940.png"/><Relationship Id="rId4" Type="http://schemas.openxmlformats.org/officeDocument/2006/relationships/image" Target="../media/image487.png"/><Relationship Id="rId9" Type="http://schemas.openxmlformats.org/officeDocument/2006/relationships/image" Target="../media/image446.png"/><Relationship Id="rId14" Type="http://schemas.openxmlformats.org/officeDocument/2006/relationships/image" Target="../media/image164.png"/></Relationships>
</file>

<file path=ppt/slides/_rels/slide85.xml.rels><?xml version="1.0" encoding="UTF-8" standalone="yes"?>
<Relationships xmlns="http://schemas.openxmlformats.org/package/2006/relationships"><Relationship Id="rId13" Type="http://schemas.openxmlformats.org/officeDocument/2006/relationships/image" Target="../media/image504.png"/><Relationship Id="rId3" Type="http://schemas.openxmlformats.org/officeDocument/2006/relationships/image" Target="../media/image4760.png"/><Relationship Id="rId7" Type="http://schemas.openxmlformats.org/officeDocument/2006/relationships/image" Target="../media/image501.png"/><Relationship Id="rId12" Type="http://schemas.openxmlformats.org/officeDocument/2006/relationships/image" Target="../media/image503.png"/><Relationship Id="rId2" Type="http://schemas.openxmlformats.org/officeDocument/2006/relationships/image" Target="../media/image497.png"/><Relationship Id="rId16" Type="http://schemas.openxmlformats.org/officeDocument/2006/relationships/image" Target="../media/image49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00.png"/><Relationship Id="rId11" Type="http://schemas.openxmlformats.org/officeDocument/2006/relationships/image" Target="../media/image502.png"/><Relationship Id="rId5" Type="http://schemas.openxmlformats.org/officeDocument/2006/relationships/image" Target="../media/image499.png"/><Relationship Id="rId15" Type="http://schemas.openxmlformats.org/officeDocument/2006/relationships/image" Target="../media/image493.png"/><Relationship Id="rId4" Type="http://schemas.openxmlformats.org/officeDocument/2006/relationships/image" Target="../media/image498.png"/><Relationship Id="rId14" Type="http://schemas.openxmlformats.org/officeDocument/2006/relationships/image" Target="../media/image505.png"/></Relationships>
</file>

<file path=ppt/slides/_rels/slide8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70.png"/><Relationship Id="rId7" Type="http://schemas.openxmlformats.org/officeDocument/2006/relationships/image" Target="../media/image5010.png"/><Relationship Id="rId2" Type="http://schemas.openxmlformats.org/officeDocument/2006/relationships/image" Target="../media/image496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000.png"/><Relationship Id="rId5" Type="http://schemas.openxmlformats.org/officeDocument/2006/relationships/image" Target="../media/image4990.png"/><Relationship Id="rId4" Type="http://schemas.openxmlformats.org/officeDocument/2006/relationships/image" Target="../media/image4980.png"/></Relationships>
</file>

<file path=ppt/slides/_rels/slide87.xml.rels><?xml version="1.0" encoding="UTF-8" standalone="yes"?>
<Relationships xmlns="http://schemas.openxmlformats.org/package/2006/relationships"><Relationship Id="rId8" Type="http://schemas.openxmlformats.org/officeDocument/2006/relationships/image" Target="../media/image5070.png"/><Relationship Id="rId18" Type="http://schemas.openxmlformats.org/officeDocument/2006/relationships/image" Target="../media/image516.png"/><Relationship Id="rId3" Type="http://schemas.openxmlformats.org/officeDocument/2006/relationships/image" Target="../media/image506.png"/><Relationship Id="rId7" Type="http://schemas.openxmlformats.org/officeDocument/2006/relationships/image" Target="../media/image508.png"/><Relationship Id="rId12" Type="http://schemas.openxmlformats.org/officeDocument/2006/relationships/image" Target="../media/image510.png"/><Relationship Id="rId17" Type="http://schemas.openxmlformats.org/officeDocument/2006/relationships/image" Target="../media/image515.png"/><Relationship Id="rId2" Type="http://schemas.openxmlformats.org/officeDocument/2006/relationships/image" Target="../media/image188.png"/><Relationship Id="rId16" Type="http://schemas.openxmlformats.org/officeDocument/2006/relationships/image" Target="../media/image51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050.png"/><Relationship Id="rId11" Type="http://schemas.openxmlformats.org/officeDocument/2006/relationships/image" Target="../media/image509.png"/><Relationship Id="rId5" Type="http://schemas.openxmlformats.org/officeDocument/2006/relationships/image" Target="../media/image507.png"/><Relationship Id="rId15" Type="http://schemas.openxmlformats.org/officeDocument/2006/relationships/image" Target="../media/image513.png"/><Relationship Id="rId10" Type="http://schemas.openxmlformats.org/officeDocument/2006/relationships/image" Target="../media/image5080.png"/><Relationship Id="rId4" Type="http://schemas.openxmlformats.org/officeDocument/2006/relationships/image" Target="../media/image5030.png"/><Relationship Id="rId9" Type="http://schemas.openxmlformats.org/officeDocument/2006/relationships/image" Target="../media/image446.png"/></Relationships>
</file>

<file path=ppt/slides/_rels/slide8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7.png"/><Relationship Id="rId2" Type="http://schemas.openxmlformats.org/officeDocument/2006/relationships/image" Target="../media/image516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19.png"/><Relationship Id="rId4" Type="http://schemas.openxmlformats.org/officeDocument/2006/relationships/image" Target="../media/image518.png"/></Relationships>
</file>

<file path=ppt/slides/_rels/slide89.xml.rels><?xml version="1.0" encoding="UTF-8" standalone="yes"?>
<Relationships xmlns="http://schemas.openxmlformats.org/package/2006/relationships"><Relationship Id="rId8" Type="http://schemas.openxmlformats.org/officeDocument/2006/relationships/image" Target="../media/image524.png"/><Relationship Id="rId18" Type="http://schemas.openxmlformats.org/officeDocument/2006/relationships/image" Target="../media/image533.png"/><Relationship Id="rId3" Type="http://schemas.openxmlformats.org/officeDocument/2006/relationships/image" Target="../media/image521.png"/><Relationship Id="rId7" Type="http://schemas.openxmlformats.org/officeDocument/2006/relationships/image" Target="../media/image523.png"/><Relationship Id="rId12" Type="http://schemas.openxmlformats.org/officeDocument/2006/relationships/image" Target="../media/image528.png"/><Relationship Id="rId17" Type="http://schemas.openxmlformats.org/officeDocument/2006/relationships/image" Target="../media/image532.png"/><Relationship Id="rId16" Type="http://schemas.openxmlformats.org/officeDocument/2006/relationships/image" Target="../media/image53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22.png"/><Relationship Id="rId11" Type="http://schemas.openxmlformats.org/officeDocument/2006/relationships/image" Target="../media/image527.png"/><Relationship Id="rId5" Type="http://schemas.openxmlformats.org/officeDocument/2006/relationships/image" Target="../media/image5220.png"/><Relationship Id="rId15" Type="http://schemas.openxmlformats.org/officeDocument/2006/relationships/image" Target="../media/image530.png"/><Relationship Id="rId10" Type="http://schemas.openxmlformats.org/officeDocument/2006/relationships/image" Target="../media/image526.png"/><Relationship Id="rId4" Type="http://schemas.openxmlformats.org/officeDocument/2006/relationships/image" Target="../media/image520.png"/><Relationship Id="rId9" Type="http://schemas.openxmlformats.org/officeDocument/2006/relationships/image" Target="../media/image525.png"/><Relationship Id="rId14" Type="http://schemas.openxmlformats.org/officeDocument/2006/relationships/image" Target="../media/image529.png"/></Relationships>
</file>

<file path=ppt/slides/_rels/slide9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4.png"/><Relationship Id="rId7" Type="http://schemas.openxmlformats.org/officeDocument/2006/relationships/image" Target="../media/image538.png"/><Relationship Id="rId2" Type="http://schemas.openxmlformats.org/officeDocument/2006/relationships/image" Target="../media/image533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37.png"/><Relationship Id="rId5" Type="http://schemas.openxmlformats.org/officeDocument/2006/relationships/image" Target="../media/image536.png"/><Relationship Id="rId4" Type="http://schemas.openxmlformats.org/officeDocument/2006/relationships/image" Target="../media/image535.png"/></Relationships>
</file>

<file path=ppt/slides/_rels/slide9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43.png"/><Relationship Id="rId7" Type="http://schemas.openxmlformats.org/officeDocument/2006/relationships/image" Target="../media/image542.png"/><Relationship Id="rId12" Type="http://schemas.openxmlformats.org/officeDocument/2006/relationships/image" Target="../media/image546.png"/><Relationship Id="rId17" Type="http://schemas.openxmlformats.org/officeDocument/2006/relationships/image" Target="../media/image550.png"/><Relationship Id="rId2" Type="http://schemas.openxmlformats.org/officeDocument/2006/relationships/image" Target="../media/image539.png"/><Relationship Id="rId16" Type="http://schemas.openxmlformats.org/officeDocument/2006/relationships/image" Target="../media/image5490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41.png"/><Relationship Id="rId11" Type="http://schemas.openxmlformats.org/officeDocument/2006/relationships/image" Target="../media/image545.png"/><Relationship Id="rId5" Type="http://schemas.openxmlformats.org/officeDocument/2006/relationships/image" Target="../media/image540.png"/><Relationship Id="rId15" Type="http://schemas.openxmlformats.org/officeDocument/2006/relationships/image" Target="../media/image199.png"/><Relationship Id="rId10" Type="http://schemas.openxmlformats.org/officeDocument/2006/relationships/image" Target="../media/image544.png"/><Relationship Id="rId4" Type="http://schemas.openxmlformats.org/officeDocument/2006/relationships/image" Target="../media/image5390.png"/><Relationship Id="rId9" Type="http://schemas.openxmlformats.org/officeDocument/2006/relationships/image" Target="../media/image446.png"/><Relationship Id="rId14" Type="http://schemas.openxmlformats.org/officeDocument/2006/relationships/image" Target="../media/image547.png"/></Relationships>
</file>

<file path=ppt/slides/_rels/slide92.xml.rels><?xml version="1.0" encoding="UTF-8" standalone="yes"?>
<Relationships xmlns="http://schemas.openxmlformats.org/package/2006/relationships"><Relationship Id="rId8" Type="http://schemas.openxmlformats.org/officeDocument/2006/relationships/image" Target="../media/image556.png"/><Relationship Id="rId3" Type="http://schemas.openxmlformats.org/officeDocument/2006/relationships/image" Target="../media/image552.png"/><Relationship Id="rId7" Type="http://schemas.openxmlformats.org/officeDocument/2006/relationships/image" Target="../media/image554.png"/><Relationship Id="rId12" Type="http://schemas.openxmlformats.org/officeDocument/2006/relationships/image" Target="../media/image560.png"/><Relationship Id="rId2" Type="http://schemas.openxmlformats.org/officeDocument/2006/relationships/image" Target="../media/image55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55.png"/><Relationship Id="rId11" Type="http://schemas.openxmlformats.org/officeDocument/2006/relationships/image" Target="../media/image558.png"/><Relationship Id="rId5" Type="http://schemas.openxmlformats.org/officeDocument/2006/relationships/image" Target="../media/image5492.png"/><Relationship Id="rId10" Type="http://schemas.openxmlformats.org/officeDocument/2006/relationships/image" Target="../media/image559.png"/><Relationship Id="rId4" Type="http://schemas.openxmlformats.org/officeDocument/2006/relationships/image" Target="../media/image553.png"/><Relationship Id="rId9" Type="http://schemas.openxmlformats.org/officeDocument/2006/relationships/image" Target="../media/image557.png"/></Relationships>
</file>

<file path=ppt/slides/_rels/slide9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/Relationships>
</file>

<file path=ppt/slides/_rels/slide9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1.png"/><Relationship Id="rId1" Type="http://schemas.openxmlformats.org/officeDocument/2006/relationships/slideLayout" Target="../slideLayouts/slideLayout2.xml"/></Relationships>
</file>

<file path=ppt/slides/_rels/slide9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3.png"/><Relationship Id="rId2" Type="http://schemas.openxmlformats.org/officeDocument/2006/relationships/image" Target="../media/image56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66.png"/><Relationship Id="rId5" Type="http://schemas.openxmlformats.org/officeDocument/2006/relationships/image" Target="../media/image565.png"/><Relationship Id="rId4" Type="http://schemas.openxmlformats.org/officeDocument/2006/relationships/image" Target="../media/image564.png"/></Relationships>
</file>

<file path=ppt/slides/_rels/slide9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7.png"/><Relationship Id="rId2" Type="http://schemas.openxmlformats.org/officeDocument/2006/relationships/image" Target="../media/image562.png"/><Relationship Id="rId1" Type="http://schemas.openxmlformats.org/officeDocument/2006/relationships/slideLayout" Target="../slideLayouts/slideLayout2.xml"/></Relationships>
</file>

<file path=ppt/slides/_rels/slide9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8.png"/><Relationship Id="rId1" Type="http://schemas.openxmlformats.org/officeDocument/2006/relationships/slideLayout" Target="../slideLayouts/slideLayout2.xml"/></Relationships>
</file>

<file path=ppt/slides/_rels/slide9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1.png"/><Relationship Id="rId7" Type="http://schemas.openxmlformats.org/officeDocument/2006/relationships/image" Target="../media/image5830.png"/><Relationship Id="rId2" Type="http://schemas.openxmlformats.org/officeDocument/2006/relationships/image" Target="../media/image56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820.png"/><Relationship Id="rId5" Type="http://schemas.openxmlformats.org/officeDocument/2006/relationships/image" Target="../media/image5810.png"/><Relationship Id="rId4" Type="http://schemas.openxmlformats.org/officeDocument/2006/relationships/image" Target="../media/image5811.png"/></Relationships>
</file>

<file path=ppt/slides/_rels/slide99.xml.rels><?xml version="1.0" encoding="UTF-8" standalone="yes"?>
<Relationships xmlns="http://schemas.openxmlformats.org/package/2006/relationships"><Relationship Id="rId8" Type="http://schemas.openxmlformats.org/officeDocument/2006/relationships/image" Target="../media/image549.png"/><Relationship Id="rId18" Type="http://schemas.openxmlformats.org/officeDocument/2006/relationships/image" Target="../media/image597.png"/><Relationship Id="rId21" Type="http://schemas.openxmlformats.org/officeDocument/2006/relationships/image" Target="../media/image600.png"/><Relationship Id="rId7" Type="http://schemas.openxmlformats.org/officeDocument/2006/relationships/image" Target="../media/image587.png"/><Relationship Id="rId25" Type="http://schemas.openxmlformats.org/officeDocument/2006/relationships/image" Target="../media/image604.png"/><Relationship Id="rId20" Type="http://schemas.openxmlformats.org/officeDocument/2006/relationships/image" Target="../media/image57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850.png"/><Relationship Id="rId24" Type="http://schemas.openxmlformats.org/officeDocument/2006/relationships/image" Target="../media/image603.png"/><Relationship Id="rId5" Type="http://schemas.openxmlformats.org/officeDocument/2006/relationships/image" Target="../media/image5840.png"/><Relationship Id="rId15" Type="http://schemas.openxmlformats.org/officeDocument/2006/relationships/image" Target="../media/image574.png"/><Relationship Id="rId23" Type="http://schemas.openxmlformats.org/officeDocument/2006/relationships/image" Target="../media/image602.png"/><Relationship Id="rId10" Type="http://schemas.openxmlformats.org/officeDocument/2006/relationships/image" Target="../media/image572.png"/><Relationship Id="rId19" Type="http://schemas.openxmlformats.org/officeDocument/2006/relationships/image" Target="../media/image598.png"/><Relationship Id="rId4" Type="http://schemas.openxmlformats.org/officeDocument/2006/relationships/image" Target="../media/image586.png"/><Relationship Id="rId14" Type="http://schemas.openxmlformats.org/officeDocument/2006/relationships/image" Target="../media/image573.png"/><Relationship Id="rId22" Type="http://schemas.openxmlformats.org/officeDocument/2006/relationships/image" Target="../media/image601.png"/></Relationships>
</file>

<file path=ppt/slides/_rels/slide100.xml.rels><?xml version="1.0" encoding="UTF-8" standalone="yes"?>
<Relationships xmlns="http://schemas.openxmlformats.org/package/2006/relationships"><Relationship Id="rId8" Type="http://schemas.openxmlformats.org/officeDocument/2006/relationships/image" Target="../media/image5670.png"/><Relationship Id="rId3" Type="http://schemas.openxmlformats.org/officeDocument/2006/relationships/image" Target="../media/image5730.png"/><Relationship Id="rId7" Type="http://schemas.openxmlformats.org/officeDocument/2006/relationships/image" Target="../media/image5680.png"/><Relationship Id="rId2" Type="http://schemas.openxmlformats.org/officeDocument/2006/relationships/image" Target="../media/image572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660.png"/><Relationship Id="rId5" Type="http://schemas.openxmlformats.org/officeDocument/2006/relationships/image" Target="../media/image5470.png"/><Relationship Id="rId4" Type="http://schemas.openxmlformats.org/officeDocument/2006/relationships/image" Target="../media/image5650.png"/><Relationship Id="rId9" Type="http://schemas.openxmlformats.org/officeDocument/2006/relationships/image" Target="../media/image5710.png"/></Relationships>
</file>

<file path=ppt/slides/_rels/slide10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78.png"/><Relationship Id="rId3" Type="http://schemas.openxmlformats.org/officeDocument/2006/relationships/image" Target="../media/image5751.png"/><Relationship Id="rId7" Type="http://schemas.openxmlformats.org/officeDocument/2006/relationships/image" Target="../media/image577.png"/><Relationship Id="rId12" Type="http://schemas.openxmlformats.org/officeDocument/2006/relationships/image" Target="../media/image581.png"/><Relationship Id="rId2" Type="http://schemas.openxmlformats.org/officeDocument/2006/relationships/image" Target="../media/image574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76.png"/><Relationship Id="rId11" Type="http://schemas.openxmlformats.org/officeDocument/2006/relationships/image" Target="../media/image580.png"/><Relationship Id="rId5" Type="http://schemas.openxmlformats.org/officeDocument/2006/relationships/image" Target="../media/image5750.png"/><Relationship Id="rId10" Type="http://schemas.openxmlformats.org/officeDocument/2006/relationships/image" Target="../media/image5691.png"/><Relationship Id="rId4" Type="http://schemas.openxmlformats.org/officeDocument/2006/relationships/image" Target="../media/image5740.png"/><Relationship Id="rId9" Type="http://schemas.openxmlformats.org/officeDocument/2006/relationships/image" Target="../media/image579.png"/></Relationships>
</file>

<file path=ppt/slides/_rels/slide10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2.png"/><Relationship Id="rId7" Type="http://schemas.openxmlformats.org/officeDocument/2006/relationships/image" Target="../media/image609.png"/><Relationship Id="rId2" Type="http://schemas.openxmlformats.org/officeDocument/2006/relationships/image" Target="../media/image60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08.png"/><Relationship Id="rId5" Type="http://schemas.openxmlformats.org/officeDocument/2006/relationships/image" Target="../media/image607.png"/><Relationship Id="rId4" Type="http://schemas.openxmlformats.org/officeDocument/2006/relationships/image" Target="../media/image5811.png"/></Relationships>
</file>

<file path=ppt/slides/_rels/slide103.xml.rels><?xml version="1.0" encoding="UTF-8" standalone="yes"?>
<Relationships xmlns="http://schemas.openxmlformats.org/package/2006/relationships"><Relationship Id="rId8" Type="http://schemas.openxmlformats.org/officeDocument/2006/relationships/image" Target="../media/image614.png"/><Relationship Id="rId13" Type="http://schemas.openxmlformats.org/officeDocument/2006/relationships/image" Target="../media/image617.png"/><Relationship Id="rId18" Type="http://schemas.openxmlformats.org/officeDocument/2006/relationships/image" Target="../media/image622.png"/><Relationship Id="rId3" Type="http://schemas.openxmlformats.org/officeDocument/2006/relationships/image" Target="../media/image611.png"/><Relationship Id="rId12" Type="http://schemas.openxmlformats.org/officeDocument/2006/relationships/image" Target="../media/image616.png"/><Relationship Id="rId17" Type="http://schemas.openxmlformats.org/officeDocument/2006/relationships/image" Target="../media/image621.png"/><Relationship Id="rId2" Type="http://schemas.openxmlformats.org/officeDocument/2006/relationships/image" Target="../media/image610.png"/><Relationship Id="rId16" Type="http://schemas.openxmlformats.org/officeDocument/2006/relationships/image" Target="../media/image620.png"/><Relationship Id="rId20" Type="http://schemas.openxmlformats.org/officeDocument/2006/relationships/image" Target="../media/image62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850.png"/><Relationship Id="rId5" Type="http://schemas.openxmlformats.org/officeDocument/2006/relationships/image" Target="../media/image613.png"/><Relationship Id="rId19" Type="http://schemas.openxmlformats.org/officeDocument/2006/relationships/image" Target="../media/image623.png"/><Relationship Id="rId4" Type="http://schemas.openxmlformats.org/officeDocument/2006/relationships/image" Target="../media/image612.png"/><Relationship Id="rId9" Type="http://schemas.openxmlformats.org/officeDocument/2006/relationships/image" Target="../media/image615.png"/></Relationships>
</file>

<file path=ppt/slides/_rels/slide104.xml.rels><?xml version="1.0" encoding="UTF-8" standalone="yes"?>
<Relationships xmlns="http://schemas.openxmlformats.org/package/2006/relationships"><Relationship Id="rId13" Type="http://schemas.openxmlformats.org/officeDocument/2006/relationships/image" Target="../media/image627.png"/><Relationship Id="rId2" Type="http://schemas.openxmlformats.org/officeDocument/2006/relationships/image" Target="../media/image612.png"/><Relationship Id="rId1" Type="http://schemas.openxmlformats.org/officeDocument/2006/relationships/slideLayout" Target="../slideLayouts/slideLayout2.xml"/><Relationship Id="rId15" Type="http://schemas.openxmlformats.org/officeDocument/2006/relationships/image" Target="../media/image583.png"/><Relationship Id="rId10" Type="http://schemas.openxmlformats.org/officeDocument/2006/relationships/image" Target="../media/image626.png"/><Relationship Id="rId9" Type="http://schemas.openxmlformats.org/officeDocument/2006/relationships/image" Target="../media/image625.png"/><Relationship Id="rId14" Type="http://schemas.openxmlformats.org/officeDocument/2006/relationships/image" Target="../media/image628.png"/></Relationships>
</file>

<file path=ppt/slides/_rels/slide10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6.png"/><Relationship Id="rId7" Type="http://schemas.openxmlformats.org/officeDocument/2006/relationships/image" Target="../media/image5690.png"/><Relationship Id="rId2" Type="http://schemas.openxmlformats.org/officeDocument/2006/relationships/image" Target="../media/image63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34.png"/><Relationship Id="rId5" Type="http://schemas.openxmlformats.org/officeDocument/2006/relationships/image" Target="../media/image633.png"/><Relationship Id="rId4" Type="http://schemas.openxmlformats.org/officeDocument/2006/relationships/image" Target="../media/image632.png"/></Relationships>
</file>

<file path=ppt/slides/_rels/slide10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5.png"/><Relationship Id="rId7" Type="http://schemas.openxmlformats.org/officeDocument/2006/relationships/image" Target="../media/image640.png"/><Relationship Id="rId2" Type="http://schemas.openxmlformats.org/officeDocument/2006/relationships/image" Target="../media/image63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39.png"/><Relationship Id="rId5" Type="http://schemas.openxmlformats.org/officeDocument/2006/relationships/image" Target="../media/image638.png"/><Relationship Id="rId4" Type="http://schemas.openxmlformats.org/officeDocument/2006/relationships/image" Target="../media/image637.png"/></Relationships>
</file>

<file path=ppt/slides/_rels/slide107.xml.rels><?xml version="1.0" encoding="UTF-8" standalone="yes"?>
<Relationships xmlns="http://schemas.openxmlformats.org/package/2006/relationships"><Relationship Id="rId8" Type="http://schemas.openxmlformats.org/officeDocument/2006/relationships/image" Target="../media/image6440.png"/><Relationship Id="rId13" Type="http://schemas.openxmlformats.org/officeDocument/2006/relationships/image" Target="../media/image649.png"/><Relationship Id="rId18" Type="http://schemas.openxmlformats.org/officeDocument/2006/relationships/image" Target="../media/image654.png"/><Relationship Id="rId3" Type="http://schemas.openxmlformats.org/officeDocument/2006/relationships/image" Target="../media/image644.png"/><Relationship Id="rId7" Type="http://schemas.openxmlformats.org/officeDocument/2006/relationships/image" Target="../media/image6430.png"/><Relationship Id="rId17" Type="http://schemas.openxmlformats.org/officeDocument/2006/relationships/image" Target="../media/image653.png"/><Relationship Id="rId25" Type="http://schemas.openxmlformats.org/officeDocument/2006/relationships/image" Target="../media/image661.png"/><Relationship Id="rId33" Type="http://schemas.openxmlformats.org/officeDocument/2006/relationships/image" Target="../media/image669.png"/><Relationship Id="rId2" Type="http://schemas.openxmlformats.org/officeDocument/2006/relationships/image" Target="../media/image643.png"/><Relationship Id="rId16" Type="http://schemas.openxmlformats.org/officeDocument/2006/relationships/image" Target="../media/image652.png"/><Relationship Id="rId29" Type="http://schemas.openxmlformats.org/officeDocument/2006/relationships/image" Target="../media/image665.png"/><Relationship Id="rId1" Type="http://schemas.openxmlformats.org/officeDocument/2006/relationships/slideLayout" Target="../slideLayouts/slideLayout2.xml"/><Relationship Id="rId24" Type="http://schemas.openxmlformats.org/officeDocument/2006/relationships/image" Target="../media/image660.png"/><Relationship Id="rId32" Type="http://schemas.openxmlformats.org/officeDocument/2006/relationships/image" Target="../media/image668.png"/><Relationship Id="rId15" Type="http://schemas.openxmlformats.org/officeDocument/2006/relationships/image" Target="../media/image629.png"/><Relationship Id="rId28" Type="http://schemas.openxmlformats.org/officeDocument/2006/relationships/image" Target="../media/image651.png"/><Relationship Id="rId10" Type="http://schemas.openxmlformats.org/officeDocument/2006/relationships/image" Target="../media/image647.png"/><Relationship Id="rId19" Type="http://schemas.openxmlformats.org/officeDocument/2006/relationships/image" Target="../media/image631.png"/><Relationship Id="rId31" Type="http://schemas.openxmlformats.org/officeDocument/2006/relationships/image" Target="../media/image667.png"/><Relationship Id="rId4" Type="http://schemas.openxmlformats.org/officeDocument/2006/relationships/image" Target="../media/image635.png"/><Relationship Id="rId9" Type="http://schemas.openxmlformats.org/officeDocument/2006/relationships/image" Target="../media/image6450.png"/><Relationship Id="rId14" Type="http://schemas.openxmlformats.org/officeDocument/2006/relationships/image" Target="../media/image650.png"/><Relationship Id="rId30" Type="http://schemas.openxmlformats.org/officeDocument/2006/relationships/image" Target="../media/image666.png"/></Relationships>
</file>

<file path=ppt/slides/_rels/slide108.xml.rels><?xml version="1.0" encoding="UTF-8" standalone="yes"?>
<Relationships xmlns="http://schemas.openxmlformats.org/package/2006/relationships"><Relationship Id="rId21" Type="http://schemas.openxmlformats.org/officeDocument/2006/relationships/image" Target="../media/image674.png"/><Relationship Id="rId25" Type="http://schemas.openxmlformats.org/officeDocument/2006/relationships/image" Target="../media/image664.png"/><Relationship Id="rId2" Type="http://schemas.openxmlformats.org/officeDocument/2006/relationships/image" Target="../media/image635.png"/><Relationship Id="rId20" Type="http://schemas.openxmlformats.org/officeDocument/2006/relationships/image" Target="../media/image673.png"/><Relationship Id="rId1" Type="http://schemas.openxmlformats.org/officeDocument/2006/relationships/slideLayout" Target="../slideLayouts/slideLayout2.xml"/><Relationship Id="rId24" Type="http://schemas.openxmlformats.org/officeDocument/2006/relationships/image" Target="../media/image655.png"/><Relationship Id="rId23" Type="http://schemas.openxmlformats.org/officeDocument/2006/relationships/image" Target="../media/image676.png"/><Relationship Id="rId19" Type="http://schemas.openxmlformats.org/officeDocument/2006/relationships/image" Target="../media/image672.png"/><Relationship Id="rId22" Type="http://schemas.openxmlformats.org/officeDocument/2006/relationships/image" Target="../media/image675.png"/></Relationships>
</file>

<file path=ppt/slides/_rels/slide10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77.png"/><Relationship Id="rId1" Type="http://schemas.openxmlformats.org/officeDocument/2006/relationships/slideLayout" Target="../slideLayouts/slideLayout2.xml"/></Relationships>
</file>

<file path=ppt/slides/_rels/slide1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78.png"/><Relationship Id="rId1" Type="http://schemas.openxmlformats.org/officeDocument/2006/relationships/slideLayout" Target="../slideLayouts/slideLayout2.xml"/></Relationships>
</file>

<file path=ppt/slides/_rels/slide1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9.png"/><Relationship Id="rId2" Type="http://schemas.openxmlformats.org/officeDocument/2006/relationships/image" Target="../media/image681.png"/><Relationship Id="rId1" Type="http://schemas.openxmlformats.org/officeDocument/2006/relationships/slideLayout" Target="../slideLayouts/slideLayout2.xml"/></Relationships>
</file>

<file path=ppt/slides/_rels/slide1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80.png"/><Relationship Id="rId2" Type="http://schemas.openxmlformats.org/officeDocument/2006/relationships/image" Target="../media/image681.png"/><Relationship Id="rId1" Type="http://schemas.openxmlformats.org/officeDocument/2006/relationships/slideLayout" Target="../slideLayouts/slideLayout2.xml"/></Relationships>
</file>

<file path=ppt/slides/_rels/slide1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82.png"/><Relationship Id="rId1" Type="http://schemas.openxmlformats.org/officeDocument/2006/relationships/slideLayout" Target="../slideLayouts/slideLayout2.xml"/></Relationships>
</file>

<file path=ppt/slides/_rels/slide1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4.png"/><Relationship Id="rId7" Type="http://schemas.openxmlformats.org/officeDocument/2006/relationships/image" Target="../media/image688.png"/><Relationship Id="rId12" Type="http://schemas.openxmlformats.org/officeDocument/2006/relationships/image" Target="../media/image689.png"/><Relationship Id="rId2" Type="http://schemas.openxmlformats.org/officeDocument/2006/relationships/image" Target="../media/image68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87.png"/><Relationship Id="rId5" Type="http://schemas.openxmlformats.org/officeDocument/2006/relationships/image" Target="../media/image685.png"/><Relationship Id="rId4" Type="http://schemas.openxmlformats.org/officeDocument/2006/relationships/image" Target="../media/image684.png"/></Relationships>
</file>

<file path=ppt/slides/_rels/slide1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614.png"/><Relationship Id="rId18" Type="http://schemas.openxmlformats.org/officeDocument/2006/relationships/image" Target="../media/image707.png"/><Relationship Id="rId3" Type="http://schemas.openxmlformats.org/officeDocument/2006/relationships/image" Target="../media/image697.png"/><Relationship Id="rId12" Type="http://schemas.openxmlformats.org/officeDocument/2006/relationships/image" Target="../media/image704.png"/><Relationship Id="rId17" Type="http://schemas.openxmlformats.org/officeDocument/2006/relationships/image" Target="../media/image706.png"/><Relationship Id="rId2" Type="http://schemas.openxmlformats.org/officeDocument/2006/relationships/image" Target="../media/image696.png"/><Relationship Id="rId16" Type="http://schemas.openxmlformats.org/officeDocument/2006/relationships/image" Target="../media/image70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850.png"/><Relationship Id="rId5" Type="http://schemas.openxmlformats.org/officeDocument/2006/relationships/image" Target="../media/image702.png"/><Relationship Id="rId19" Type="http://schemas.openxmlformats.org/officeDocument/2006/relationships/image" Target="../media/image708.png"/><Relationship Id="rId4" Type="http://schemas.openxmlformats.org/officeDocument/2006/relationships/image" Target="../media/image703.png"/><Relationship Id="rId9" Type="http://schemas.openxmlformats.org/officeDocument/2006/relationships/image" Target="../media/image615.png"/></Relationships>
</file>

<file path=ppt/slides/_rels/slide116.xml.rels><?xml version="1.0" encoding="UTF-8" standalone="yes"?>
<Relationships xmlns="http://schemas.openxmlformats.org/package/2006/relationships"><Relationship Id="rId13" Type="http://schemas.openxmlformats.org/officeDocument/2006/relationships/image" Target="../media/image710.png"/><Relationship Id="rId2" Type="http://schemas.openxmlformats.org/officeDocument/2006/relationships/image" Target="../media/image703.png"/><Relationship Id="rId16" Type="http://schemas.openxmlformats.org/officeDocument/2006/relationships/image" Target="../media/image713.png"/><Relationship Id="rId1" Type="http://schemas.openxmlformats.org/officeDocument/2006/relationships/slideLayout" Target="../slideLayouts/slideLayout2.xml"/><Relationship Id="rId15" Type="http://schemas.openxmlformats.org/officeDocument/2006/relationships/image" Target="../media/image712.png"/><Relationship Id="rId9" Type="http://schemas.openxmlformats.org/officeDocument/2006/relationships/image" Target="../media/image709.png"/><Relationship Id="rId14" Type="http://schemas.openxmlformats.org/officeDocument/2006/relationships/image" Target="../media/image711.png"/></Relationships>
</file>

<file path=ppt/slides/_rels/slide1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6850.png"/><Relationship Id="rId3" Type="http://schemas.openxmlformats.org/officeDocument/2006/relationships/image" Target="../media/image714.png"/><Relationship Id="rId7" Type="http://schemas.openxmlformats.org/officeDocument/2006/relationships/image" Target="../media/image6840.png"/><Relationship Id="rId2" Type="http://schemas.openxmlformats.org/officeDocument/2006/relationships/image" Target="../media/image679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830.png"/><Relationship Id="rId5" Type="http://schemas.openxmlformats.org/officeDocument/2006/relationships/image" Target="../media/image715.png"/><Relationship Id="rId4" Type="http://schemas.openxmlformats.org/officeDocument/2006/relationships/image" Target="../media/image5491.png"/></Relationships>
</file>

<file path=ppt/slides/_rels/slide1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7100.png"/><Relationship Id="rId3" Type="http://schemas.openxmlformats.org/officeDocument/2006/relationships/image" Target="../media/image7060.png"/><Relationship Id="rId7" Type="http://schemas.openxmlformats.org/officeDocument/2006/relationships/image" Target="../media/image716.png"/><Relationship Id="rId2" Type="http://schemas.openxmlformats.org/officeDocument/2006/relationships/image" Target="../media/image705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080.png"/><Relationship Id="rId5" Type="http://schemas.openxmlformats.org/officeDocument/2006/relationships/image" Target="../media/image6810.png"/><Relationship Id="rId4" Type="http://schemas.openxmlformats.org/officeDocument/2006/relationships/image" Target="../media/image7070.png"/></Relationships>
</file>

<file path=ppt/slides/_rels/slide1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7160.png"/><Relationship Id="rId3" Type="http://schemas.openxmlformats.org/officeDocument/2006/relationships/image" Target="../media/image7111.png"/><Relationship Id="rId21" Type="http://schemas.openxmlformats.org/officeDocument/2006/relationships/image" Target="../media/image722.png"/><Relationship Id="rId2" Type="http://schemas.openxmlformats.org/officeDocument/2006/relationships/image" Target="../media/image7130.png"/><Relationship Id="rId20" Type="http://schemas.openxmlformats.org/officeDocument/2006/relationships/image" Target="../media/image715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140.png"/><Relationship Id="rId4" Type="http://schemas.openxmlformats.org/officeDocument/2006/relationships/image" Target="../media/image7120.png"/><Relationship Id="rId9" Type="http://schemas.openxmlformats.org/officeDocument/2006/relationships/image" Target="../media/image717.png"/></Relationships>
</file>

<file path=ppt/slides/_rels/slide120.xml.rels><?xml version="1.0" encoding="UTF-8" standalone="yes"?>
<Relationships xmlns="http://schemas.openxmlformats.org/package/2006/relationships"><Relationship Id="rId26" Type="http://schemas.openxmlformats.org/officeDocument/2006/relationships/image" Target="../media/image729.png"/><Relationship Id="rId21" Type="http://schemas.openxmlformats.org/officeDocument/2006/relationships/image" Target="../media/image724.png"/><Relationship Id="rId25" Type="http://schemas.openxmlformats.org/officeDocument/2006/relationships/image" Target="../media/image728.png"/><Relationship Id="rId2" Type="http://schemas.openxmlformats.org/officeDocument/2006/relationships/image" Target="../media/image7130.png"/><Relationship Id="rId20" Type="http://schemas.openxmlformats.org/officeDocument/2006/relationships/image" Target="../media/image7230.png"/><Relationship Id="rId1" Type="http://schemas.openxmlformats.org/officeDocument/2006/relationships/slideLayout" Target="../slideLayouts/slideLayout2.xml"/><Relationship Id="rId24" Type="http://schemas.openxmlformats.org/officeDocument/2006/relationships/image" Target="../media/image727.png"/><Relationship Id="rId23" Type="http://schemas.openxmlformats.org/officeDocument/2006/relationships/image" Target="../media/image726.png"/><Relationship Id="rId19" Type="http://schemas.openxmlformats.org/officeDocument/2006/relationships/image" Target="../media/image723.png"/><Relationship Id="rId22" Type="http://schemas.openxmlformats.org/officeDocument/2006/relationships/image" Target="../media/image725.png"/></Relationships>
</file>

<file path=ppt/slides/_rels/slide1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.xml"/></Relationships>
</file>

<file path=ppt/slides/_rels/slide1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30.png"/><Relationship Id="rId1" Type="http://schemas.openxmlformats.org/officeDocument/2006/relationships/slideLayout" Target="../slideLayouts/slideLayout2.xml"/></Relationships>
</file>

<file path=ppt/slides/_rels/slide1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31.png"/><Relationship Id="rId1" Type="http://schemas.openxmlformats.org/officeDocument/2006/relationships/slideLayout" Target="../slideLayouts/slideLayout2.xml"/></Relationships>
</file>

<file path=ppt/slides/_rels/slide1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32.png"/><Relationship Id="rId1" Type="http://schemas.openxmlformats.org/officeDocument/2006/relationships/slideLayout" Target="../slideLayouts/slideLayout2.xml"/></Relationships>
</file>

<file path=ppt/slides/_rels/slide1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110.png"/><Relationship Id="rId7" Type="http://schemas.openxmlformats.org/officeDocument/2006/relationships/image" Target="../media/image73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320.png"/><Relationship Id="rId5" Type="http://schemas.openxmlformats.org/officeDocument/2006/relationships/image" Target="../media/image7310.png"/><Relationship Id="rId4" Type="http://schemas.openxmlformats.org/officeDocument/2006/relationships/image" Target="../media/image7300.png"/></Relationships>
</file>

<file path=ppt/slides/_rels/slide1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34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320.png"/><Relationship Id="rId5" Type="http://schemas.openxmlformats.org/officeDocument/2006/relationships/image" Target="../media/image736.png"/><Relationship Id="rId4" Type="http://schemas.openxmlformats.org/officeDocument/2006/relationships/image" Target="../media/image735.png"/></Relationships>
</file>

<file path=ppt/slides/_rels/slide1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742.png"/><Relationship Id="rId3" Type="http://schemas.openxmlformats.org/officeDocument/2006/relationships/image" Target="../media/image737.png"/><Relationship Id="rId7" Type="http://schemas.openxmlformats.org/officeDocument/2006/relationships/image" Target="../media/image74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40.png"/><Relationship Id="rId5" Type="http://schemas.openxmlformats.org/officeDocument/2006/relationships/image" Target="../media/image739.png"/><Relationship Id="rId10" Type="http://schemas.openxmlformats.org/officeDocument/2006/relationships/image" Target="../media/image744.png"/><Relationship Id="rId4" Type="http://schemas.openxmlformats.org/officeDocument/2006/relationships/image" Target="../media/image738.png"/><Relationship Id="rId9" Type="http://schemas.openxmlformats.org/officeDocument/2006/relationships/image" Target="../media/image743.png"/></Relationships>
</file>

<file path=ppt/slides/_rels/slide1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46.png"/><Relationship Id="rId2" Type="http://schemas.openxmlformats.org/officeDocument/2006/relationships/image" Target="../media/image745.png"/><Relationship Id="rId1" Type="http://schemas.openxmlformats.org/officeDocument/2006/relationships/slideLayout" Target="../slideLayouts/slideLayout2.xml"/></Relationships>
</file>

<file path=ppt/slides/_rels/slide1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750.png"/><Relationship Id="rId3" Type="http://schemas.openxmlformats.org/officeDocument/2006/relationships/image" Target="../media/image7450.png"/><Relationship Id="rId7" Type="http://schemas.openxmlformats.org/officeDocument/2006/relationships/image" Target="../media/image749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48.png"/><Relationship Id="rId11" Type="http://schemas.openxmlformats.org/officeDocument/2006/relationships/image" Target="../media/image753.png"/><Relationship Id="rId5" Type="http://schemas.openxmlformats.org/officeDocument/2006/relationships/image" Target="../media/image7470.png"/><Relationship Id="rId10" Type="http://schemas.openxmlformats.org/officeDocument/2006/relationships/image" Target="../media/image752.png"/><Relationship Id="rId4" Type="http://schemas.openxmlformats.org/officeDocument/2006/relationships/image" Target="../media/image747.png"/><Relationship Id="rId9" Type="http://schemas.openxmlformats.org/officeDocument/2006/relationships/image" Target="../media/image751.png"/></Relationships>
</file>

<file path=ppt/slides/_rels/slide130.xml.rels><?xml version="1.0" encoding="UTF-8" standalone="yes"?>
<Relationships xmlns="http://schemas.openxmlformats.org/package/2006/relationships"><Relationship Id="rId8" Type="http://schemas.openxmlformats.org/officeDocument/2006/relationships/image" Target="../media/image759.png"/><Relationship Id="rId3" Type="http://schemas.openxmlformats.org/officeDocument/2006/relationships/image" Target="../media/image754.png"/><Relationship Id="rId7" Type="http://schemas.openxmlformats.org/officeDocument/2006/relationships/image" Target="../media/image758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57.png"/><Relationship Id="rId11" Type="http://schemas.openxmlformats.org/officeDocument/2006/relationships/image" Target="../media/image762.png"/><Relationship Id="rId5" Type="http://schemas.openxmlformats.org/officeDocument/2006/relationships/image" Target="../media/image756.png"/><Relationship Id="rId10" Type="http://schemas.openxmlformats.org/officeDocument/2006/relationships/image" Target="../media/image761.png"/><Relationship Id="rId4" Type="http://schemas.openxmlformats.org/officeDocument/2006/relationships/image" Target="../media/image755.png"/><Relationship Id="rId9" Type="http://schemas.openxmlformats.org/officeDocument/2006/relationships/image" Target="../media/image760.png"/></Relationships>
</file>

<file path=ppt/slides/_rels/slide13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68.png"/><Relationship Id="rId3" Type="http://schemas.openxmlformats.org/officeDocument/2006/relationships/image" Target="../media/image763.png"/><Relationship Id="rId7" Type="http://schemas.openxmlformats.org/officeDocument/2006/relationships/image" Target="../media/image767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66.png"/><Relationship Id="rId5" Type="http://schemas.openxmlformats.org/officeDocument/2006/relationships/image" Target="../media/image765.png"/><Relationship Id="rId4" Type="http://schemas.openxmlformats.org/officeDocument/2006/relationships/image" Target="../media/image5493.png"/></Relationships>
</file>

<file path=ppt/slides/_rels/slide13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73.png"/><Relationship Id="rId13" Type="http://schemas.openxmlformats.org/officeDocument/2006/relationships/image" Target="../media/image778.png"/><Relationship Id="rId3" Type="http://schemas.openxmlformats.org/officeDocument/2006/relationships/image" Target="../media/image763.png"/><Relationship Id="rId7" Type="http://schemas.openxmlformats.org/officeDocument/2006/relationships/image" Target="../media/image772.png"/><Relationship Id="rId12" Type="http://schemas.openxmlformats.org/officeDocument/2006/relationships/image" Target="../media/image777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71.png"/><Relationship Id="rId11" Type="http://schemas.openxmlformats.org/officeDocument/2006/relationships/image" Target="../media/image776.png"/><Relationship Id="rId5" Type="http://schemas.openxmlformats.org/officeDocument/2006/relationships/image" Target="../media/image770.png"/><Relationship Id="rId10" Type="http://schemas.openxmlformats.org/officeDocument/2006/relationships/image" Target="../media/image775.png"/><Relationship Id="rId4" Type="http://schemas.openxmlformats.org/officeDocument/2006/relationships/image" Target="../media/image769.png"/><Relationship Id="rId9" Type="http://schemas.openxmlformats.org/officeDocument/2006/relationships/image" Target="../media/image774.png"/></Relationships>
</file>

<file path=ppt/slides/_rels/slide1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4.xml"/></Relationships>
</file>

<file path=ppt/slides/_rels/slide1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64.png"/><Relationship Id="rId1" Type="http://schemas.openxmlformats.org/officeDocument/2006/relationships/slideLayout" Target="../slideLayouts/slideLayout2.xml"/></Relationships>
</file>

<file path=ppt/slides/_rels/slide1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79.png"/><Relationship Id="rId2" Type="http://schemas.openxmlformats.org/officeDocument/2006/relationships/image" Target="../media/image807.png"/><Relationship Id="rId1" Type="http://schemas.openxmlformats.org/officeDocument/2006/relationships/slideLayout" Target="../slideLayouts/slideLayout2.xml"/></Relationships>
</file>

<file path=ppt/slides/_rels/slide1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80.png"/><Relationship Id="rId1" Type="http://schemas.openxmlformats.org/officeDocument/2006/relationships/slideLayout" Target="../slideLayouts/slideLayout2.xml"/></Relationships>
</file>

<file path=ppt/slides/_rels/slide1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43.png"/><Relationship Id="rId1" Type="http://schemas.openxmlformats.org/officeDocument/2006/relationships/slideLayout" Target="../slideLayouts/slideLayout2.xml"/></Relationships>
</file>

<file path=ppt/slides/_rels/slide1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44.png"/><Relationship Id="rId1" Type="http://schemas.openxmlformats.org/officeDocument/2006/relationships/slideLayout" Target="../slideLayouts/slideLayout2.xml"/></Relationships>
</file>

<file path=ppt/slides/_rels/slide1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10.png"/><Relationship Id="rId1" Type="http://schemas.openxmlformats.org/officeDocument/2006/relationships/slideLayout" Target="../slideLayouts/slideLayout2.xml"/></Relationships>
</file>

<file path=ppt/slides/_rels/slide1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81.png"/><Relationship Id="rId1" Type="http://schemas.openxmlformats.org/officeDocument/2006/relationships/slideLayout" Target="../slideLayouts/slideLayout2.xml"/></Relationships>
</file>

<file path=ppt/slides/_rels/slide1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11.png"/><Relationship Id="rId1" Type="http://schemas.openxmlformats.org/officeDocument/2006/relationships/slideLayout" Target="../slideLayouts/slideLayout2.xml"/></Relationships>
</file>

<file path=ppt/slides/_rels/slide14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110.png"/><Relationship Id="rId13" Type="http://schemas.openxmlformats.org/officeDocument/2006/relationships/image" Target="../media/image815.png"/><Relationship Id="rId3" Type="http://schemas.openxmlformats.org/officeDocument/2006/relationships/image" Target="../media/image8060.png"/><Relationship Id="rId7" Type="http://schemas.openxmlformats.org/officeDocument/2006/relationships/image" Target="../media/image8100.png"/><Relationship Id="rId12" Type="http://schemas.openxmlformats.org/officeDocument/2006/relationships/image" Target="../media/image814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090.png"/><Relationship Id="rId11" Type="http://schemas.openxmlformats.org/officeDocument/2006/relationships/image" Target="../media/image813.png"/><Relationship Id="rId5" Type="http://schemas.openxmlformats.org/officeDocument/2006/relationships/image" Target="../media/image8080.png"/><Relationship Id="rId10" Type="http://schemas.openxmlformats.org/officeDocument/2006/relationships/image" Target="../media/image751.png"/><Relationship Id="rId4" Type="http://schemas.openxmlformats.org/officeDocument/2006/relationships/image" Target="../media/image8070.png"/><Relationship Id="rId9" Type="http://schemas.openxmlformats.org/officeDocument/2006/relationships/image" Target="../media/image812.png"/></Relationships>
</file>

<file path=ppt/slides/_rels/slide14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84.png"/><Relationship Id="rId3" Type="http://schemas.openxmlformats.org/officeDocument/2006/relationships/image" Target="../media/image816.png"/><Relationship Id="rId7" Type="http://schemas.openxmlformats.org/officeDocument/2006/relationships/image" Target="../media/image820.png"/><Relationship Id="rId12" Type="http://schemas.openxmlformats.org/officeDocument/2006/relationships/image" Target="../media/image825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83.png"/><Relationship Id="rId11" Type="http://schemas.openxmlformats.org/officeDocument/2006/relationships/image" Target="../media/image786.png"/><Relationship Id="rId5" Type="http://schemas.openxmlformats.org/officeDocument/2006/relationships/image" Target="../media/image818.png"/><Relationship Id="rId10" Type="http://schemas.openxmlformats.org/officeDocument/2006/relationships/image" Target="../media/image785.png"/><Relationship Id="rId4" Type="http://schemas.openxmlformats.org/officeDocument/2006/relationships/image" Target="../media/image782.png"/><Relationship Id="rId9" Type="http://schemas.openxmlformats.org/officeDocument/2006/relationships/image" Target="../media/image822.png"/></Relationships>
</file>

<file path=ppt/slides/_rels/slide14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92.png"/><Relationship Id="rId13" Type="http://schemas.openxmlformats.org/officeDocument/2006/relationships/image" Target="../media/image797.png"/><Relationship Id="rId3" Type="http://schemas.openxmlformats.org/officeDocument/2006/relationships/image" Target="../media/image787.png"/><Relationship Id="rId7" Type="http://schemas.openxmlformats.org/officeDocument/2006/relationships/image" Target="../media/image791.png"/><Relationship Id="rId12" Type="http://schemas.openxmlformats.org/officeDocument/2006/relationships/image" Target="../media/image796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90.png"/><Relationship Id="rId11" Type="http://schemas.openxmlformats.org/officeDocument/2006/relationships/image" Target="../media/image795.png"/><Relationship Id="rId5" Type="http://schemas.openxmlformats.org/officeDocument/2006/relationships/image" Target="../media/image789.png"/><Relationship Id="rId10" Type="http://schemas.openxmlformats.org/officeDocument/2006/relationships/image" Target="../media/image794.png"/><Relationship Id="rId4" Type="http://schemas.openxmlformats.org/officeDocument/2006/relationships/image" Target="../media/image788.png"/><Relationship Id="rId9" Type="http://schemas.openxmlformats.org/officeDocument/2006/relationships/image" Target="../media/image793.png"/></Relationships>
</file>

<file path=ppt/slides/_rels/slide145.xml.rels><?xml version="1.0" encoding="UTF-8" standalone="yes"?>
<Relationships xmlns="http://schemas.openxmlformats.org/package/2006/relationships"><Relationship Id="rId8" Type="http://schemas.openxmlformats.org/officeDocument/2006/relationships/image" Target="../media/image801.png"/><Relationship Id="rId3" Type="http://schemas.openxmlformats.org/officeDocument/2006/relationships/image" Target="../media/image798.png"/><Relationship Id="rId7" Type="http://schemas.openxmlformats.org/officeDocument/2006/relationships/image" Target="../media/image800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29.png"/><Relationship Id="rId11" Type="http://schemas.openxmlformats.org/officeDocument/2006/relationships/image" Target="../media/image834.png"/><Relationship Id="rId5" Type="http://schemas.openxmlformats.org/officeDocument/2006/relationships/image" Target="../media/image799.png"/><Relationship Id="rId10" Type="http://schemas.openxmlformats.org/officeDocument/2006/relationships/image" Target="../media/image833.png"/><Relationship Id="rId4" Type="http://schemas.openxmlformats.org/officeDocument/2006/relationships/image" Target="../media/image827.png"/><Relationship Id="rId9" Type="http://schemas.openxmlformats.org/officeDocument/2006/relationships/image" Target="../media/image832.png"/></Relationships>
</file>

<file path=ppt/slides/_rels/slide1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47.png"/><Relationship Id="rId7" Type="http://schemas.openxmlformats.org/officeDocument/2006/relationships/image" Target="../media/image851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50.png"/><Relationship Id="rId5" Type="http://schemas.openxmlformats.org/officeDocument/2006/relationships/image" Target="../media/image849.png"/><Relationship Id="rId4" Type="http://schemas.openxmlformats.org/officeDocument/2006/relationships/image" Target="../media/image802.png"/></Relationships>
</file>

<file path=ppt/slides/_rels/slide1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47.png"/><Relationship Id="rId7" Type="http://schemas.openxmlformats.org/officeDocument/2006/relationships/image" Target="../media/image855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54.png"/><Relationship Id="rId5" Type="http://schemas.openxmlformats.org/officeDocument/2006/relationships/image" Target="../media/image853.png"/><Relationship Id="rId4" Type="http://schemas.openxmlformats.org/officeDocument/2006/relationships/image" Target="../media/image803.png"/></Relationships>
</file>

<file path=ppt/slides/_rels/slide1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47.png"/><Relationship Id="rId7" Type="http://schemas.openxmlformats.org/officeDocument/2006/relationships/image" Target="../media/image805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58.png"/><Relationship Id="rId5" Type="http://schemas.openxmlformats.org/officeDocument/2006/relationships/image" Target="../media/image857.png"/><Relationship Id="rId4" Type="http://schemas.openxmlformats.org/officeDocument/2006/relationships/image" Target="../media/image804.png"/></Relationships>
</file>

<file path=ppt/slides/_rels/slide1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560.png"/><Relationship Id="rId7" Type="http://schemas.openxmlformats.org/officeDocument/2006/relationships/image" Target="../media/image860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590.png"/><Relationship Id="rId5" Type="http://schemas.openxmlformats.org/officeDocument/2006/relationships/image" Target="../media/image8580.png"/><Relationship Id="rId4" Type="http://schemas.openxmlformats.org/officeDocument/2006/relationships/image" Target="../media/image806.png"/></Relationships>
</file>

<file path=ppt/slides/_rels/slide1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61.png"/><Relationship Id="rId7" Type="http://schemas.openxmlformats.org/officeDocument/2006/relationships/image" Target="../media/image864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63.png"/><Relationship Id="rId11" Type="http://schemas.openxmlformats.org/officeDocument/2006/relationships/image" Target="../media/image868.png"/><Relationship Id="rId5" Type="http://schemas.openxmlformats.org/officeDocument/2006/relationships/image" Target="../media/image862.png"/><Relationship Id="rId10" Type="http://schemas.openxmlformats.org/officeDocument/2006/relationships/image" Target="../media/image867.png"/><Relationship Id="rId4" Type="http://schemas.openxmlformats.org/officeDocument/2006/relationships/image" Target="../media/image8560.png"/></Relationships>
</file>

<file path=ppt/slides/_rels/slide15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71.png"/><Relationship Id="rId18" Type="http://schemas.openxmlformats.org/officeDocument/2006/relationships/image" Target="../media/image874.png"/><Relationship Id="rId26" Type="http://schemas.openxmlformats.org/officeDocument/2006/relationships/image" Target="../media/image883.png"/><Relationship Id="rId3" Type="http://schemas.openxmlformats.org/officeDocument/2006/relationships/image" Target="../media/image8560.png"/><Relationship Id="rId21" Type="http://schemas.openxmlformats.org/officeDocument/2006/relationships/image" Target="../media/image877.png"/><Relationship Id="rId7" Type="http://schemas.openxmlformats.org/officeDocument/2006/relationships/image" Target="../media/image870.png"/><Relationship Id="rId17" Type="http://schemas.openxmlformats.org/officeDocument/2006/relationships/image" Target="../media/image873.png"/><Relationship Id="rId25" Type="http://schemas.openxmlformats.org/officeDocument/2006/relationships/image" Target="../media/image882.png"/><Relationship Id="rId2" Type="http://schemas.openxmlformats.org/officeDocument/2006/relationships/notesSlide" Target="../notesSlides/notesSlide31.xml"/><Relationship Id="rId16" Type="http://schemas.openxmlformats.org/officeDocument/2006/relationships/image" Target="../media/image879.png"/><Relationship Id="rId29" Type="http://schemas.openxmlformats.org/officeDocument/2006/relationships/image" Target="../media/image88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69.png"/><Relationship Id="rId24" Type="http://schemas.openxmlformats.org/officeDocument/2006/relationships/image" Target="../media/image881.png"/><Relationship Id="rId32" Type="http://schemas.openxmlformats.org/officeDocument/2006/relationships/image" Target="../media/image889.png"/><Relationship Id="rId23" Type="http://schemas.openxmlformats.org/officeDocument/2006/relationships/image" Target="../media/image880.png"/><Relationship Id="rId28" Type="http://schemas.openxmlformats.org/officeDocument/2006/relationships/image" Target="../media/image885.png"/><Relationship Id="rId19" Type="http://schemas.openxmlformats.org/officeDocument/2006/relationships/image" Target="../media/image875.png"/><Relationship Id="rId31" Type="http://schemas.openxmlformats.org/officeDocument/2006/relationships/image" Target="../media/image888.png"/><Relationship Id="rId9" Type="http://schemas.openxmlformats.org/officeDocument/2006/relationships/image" Target="../media/image872.png"/><Relationship Id="rId22" Type="http://schemas.openxmlformats.org/officeDocument/2006/relationships/image" Target="../media/image878.png"/><Relationship Id="rId27" Type="http://schemas.openxmlformats.org/officeDocument/2006/relationships/image" Target="../media/image884.png"/><Relationship Id="rId30" Type="http://schemas.openxmlformats.org/officeDocument/2006/relationships/image" Target="../media/image887.png"/></Relationships>
</file>

<file path=ppt/slides/_rels/slide15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93.png"/><Relationship Id="rId13" Type="http://schemas.openxmlformats.org/officeDocument/2006/relationships/image" Target="../media/image898.png"/><Relationship Id="rId18" Type="http://schemas.openxmlformats.org/officeDocument/2006/relationships/image" Target="../media/image903.png"/><Relationship Id="rId3" Type="http://schemas.openxmlformats.org/officeDocument/2006/relationships/image" Target="../media/image8560.png"/><Relationship Id="rId7" Type="http://schemas.openxmlformats.org/officeDocument/2006/relationships/image" Target="../media/image892.png"/><Relationship Id="rId12" Type="http://schemas.openxmlformats.org/officeDocument/2006/relationships/image" Target="../media/image897.png"/><Relationship Id="rId17" Type="http://schemas.openxmlformats.org/officeDocument/2006/relationships/image" Target="../media/image902.png"/><Relationship Id="rId2" Type="http://schemas.openxmlformats.org/officeDocument/2006/relationships/notesSlide" Target="../notesSlides/notesSlide32.xml"/><Relationship Id="rId16" Type="http://schemas.openxmlformats.org/officeDocument/2006/relationships/image" Target="../media/image90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91.png"/><Relationship Id="rId11" Type="http://schemas.openxmlformats.org/officeDocument/2006/relationships/image" Target="../media/image896.png"/><Relationship Id="rId5" Type="http://schemas.openxmlformats.org/officeDocument/2006/relationships/image" Target="../media/image890.png"/><Relationship Id="rId15" Type="http://schemas.openxmlformats.org/officeDocument/2006/relationships/image" Target="../media/image900.png"/><Relationship Id="rId10" Type="http://schemas.openxmlformats.org/officeDocument/2006/relationships/image" Target="../media/image895.png"/><Relationship Id="rId19" Type="http://schemas.openxmlformats.org/officeDocument/2006/relationships/image" Target="../media/image904.png"/><Relationship Id="rId9" Type="http://schemas.openxmlformats.org/officeDocument/2006/relationships/image" Target="../media/image894.png"/><Relationship Id="rId14" Type="http://schemas.openxmlformats.org/officeDocument/2006/relationships/image" Target="../media/image899.png"/></Relationships>
</file>

<file path=ppt/slides/_rels/slide1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4.xml"/></Relationships>
</file>

<file path=ppt/slides/_rels/slide1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05.png"/><Relationship Id="rId1" Type="http://schemas.openxmlformats.org/officeDocument/2006/relationships/slideLayout" Target="../slideLayouts/slideLayout2.xml"/></Relationships>
</file>

<file path=ppt/slides/_rels/slide1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06.png"/><Relationship Id="rId1" Type="http://schemas.openxmlformats.org/officeDocument/2006/relationships/slideLayout" Target="../slideLayouts/slideLayout2.xml"/></Relationships>
</file>

<file path=ppt/slides/_rels/slide1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08.png"/><Relationship Id="rId2" Type="http://schemas.openxmlformats.org/officeDocument/2006/relationships/image" Target="../media/image809.png"/><Relationship Id="rId1" Type="http://schemas.openxmlformats.org/officeDocument/2006/relationships/slideLayout" Target="../slideLayouts/slideLayout1.xml"/></Relationships>
</file>

<file path=ppt/slides/_rels/slide1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19.png"/><Relationship Id="rId2" Type="http://schemas.openxmlformats.org/officeDocument/2006/relationships/image" Target="../media/image817.png"/><Relationship Id="rId1" Type="http://schemas.openxmlformats.org/officeDocument/2006/relationships/slideLayout" Target="../slideLayouts/slideLayout1.xml"/></Relationships>
</file>

<file path=ppt/slides/_rels/slide1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050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23.png"/><Relationship Id="rId4" Type="http://schemas.openxmlformats.org/officeDocument/2006/relationships/image" Target="../media/image821.png"/></Relationships>
</file>

<file path=ppt/slides/_rels/slide159.xml.rels><?xml version="1.0" encoding="UTF-8" standalone="yes"?>
<Relationships xmlns="http://schemas.openxmlformats.org/package/2006/relationships"><Relationship Id="rId8" Type="http://schemas.openxmlformats.org/officeDocument/2006/relationships/image" Target="../media/image9080.png"/><Relationship Id="rId13" Type="http://schemas.openxmlformats.org/officeDocument/2006/relationships/image" Target="../media/image9130.png"/><Relationship Id="rId3" Type="http://schemas.openxmlformats.org/officeDocument/2006/relationships/image" Target="../media/image914.png"/><Relationship Id="rId7" Type="http://schemas.openxmlformats.org/officeDocument/2006/relationships/image" Target="../media/image824.png"/><Relationship Id="rId12" Type="http://schemas.openxmlformats.org/officeDocument/2006/relationships/image" Target="../media/image9120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050.png"/><Relationship Id="rId11" Type="http://schemas.openxmlformats.org/officeDocument/2006/relationships/image" Target="../media/image826.png"/><Relationship Id="rId5" Type="http://schemas.openxmlformats.org/officeDocument/2006/relationships/image" Target="../media/image916.png"/><Relationship Id="rId15" Type="http://schemas.openxmlformats.org/officeDocument/2006/relationships/image" Target="../media/image917.png"/><Relationship Id="rId10" Type="http://schemas.openxmlformats.org/officeDocument/2006/relationships/image" Target="../media/image9100.png"/><Relationship Id="rId4" Type="http://schemas.openxmlformats.org/officeDocument/2006/relationships/image" Target="../media/image915.png"/><Relationship Id="rId9" Type="http://schemas.openxmlformats.org/officeDocument/2006/relationships/image" Target="../media/image9090.png"/><Relationship Id="rId14" Type="http://schemas.openxmlformats.org/officeDocument/2006/relationships/image" Target="../media/image9140.png"/></Relationships>
</file>

<file path=ppt/slides/_rels/slide160.xml.rels><?xml version="1.0" encoding="UTF-8" standalone="yes"?>
<Relationships xmlns="http://schemas.openxmlformats.org/package/2006/relationships"><Relationship Id="rId8" Type="http://schemas.openxmlformats.org/officeDocument/2006/relationships/image" Target="../media/image837.png"/><Relationship Id="rId13" Type="http://schemas.openxmlformats.org/officeDocument/2006/relationships/image" Target="../media/image842.png"/><Relationship Id="rId3" Type="http://schemas.openxmlformats.org/officeDocument/2006/relationships/image" Target="../media/image828.png"/><Relationship Id="rId7" Type="http://schemas.openxmlformats.org/officeDocument/2006/relationships/image" Target="../media/image836.png"/><Relationship Id="rId12" Type="http://schemas.openxmlformats.org/officeDocument/2006/relationships/image" Target="../media/image841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35.png"/><Relationship Id="rId11" Type="http://schemas.openxmlformats.org/officeDocument/2006/relationships/image" Target="../media/image840.png"/><Relationship Id="rId5" Type="http://schemas.openxmlformats.org/officeDocument/2006/relationships/image" Target="../media/image831.png"/><Relationship Id="rId15" Type="http://schemas.openxmlformats.org/officeDocument/2006/relationships/image" Target="../media/image844.png"/><Relationship Id="rId10" Type="http://schemas.openxmlformats.org/officeDocument/2006/relationships/image" Target="../media/image839.png"/><Relationship Id="rId4" Type="http://schemas.openxmlformats.org/officeDocument/2006/relationships/image" Target="../media/image830.png"/><Relationship Id="rId9" Type="http://schemas.openxmlformats.org/officeDocument/2006/relationships/image" Target="../media/image838.png"/><Relationship Id="rId14" Type="http://schemas.openxmlformats.org/officeDocument/2006/relationships/image" Target="../media/image843.png"/></Relationships>
</file>

<file path=ppt/slides/_rels/slide1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46.png"/><Relationship Id="rId2" Type="http://schemas.openxmlformats.org/officeDocument/2006/relationships/image" Target="../media/image845.png"/><Relationship Id="rId1" Type="http://schemas.openxmlformats.org/officeDocument/2006/relationships/slideLayout" Target="../slideLayouts/slideLayout1.xml"/></Relationships>
</file>

<file path=ppt/slides/_rels/slide1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48.png"/><Relationship Id="rId1" Type="http://schemas.openxmlformats.org/officeDocument/2006/relationships/slideLayout" Target="../slideLayouts/slideLayout2.xml"/></Relationships>
</file>

<file path=ppt/slides/_rels/slide16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31.png"/><Relationship Id="rId3" Type="http://schemas.openxmlformats.org/officeDocument/2006/relationships/image" Target="../media/image926.png"/><Relationship Id="rId7" Type="http://schemas.openxmlformats.org/officeDocument/2006/relationships/image" Target="../media/image930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29.png"/><Relationship Id="rId5" Type="http://schemas.openxmlformats.org/officeDocument/2006/relationships/image" Target="../media/image852.png"/><Relationship Id="rId4" Type="http://schemas.openxmlformats.org/officeDocument/2006/relationships/image" Target="../media/image927.png"/><Relationship Id="rId9" Type="http://schemas.openxmlformats.org/officeDocument/2006/relationships/image" Target="../media/image932.png"/></Relationships>
</file>

<file path=ppt/slides/_rels/slide164.xml.rels><?xml version="1.0" encoding="UTF-8" standalone="yes"?>
<Relationships xmlns="http://schemas.openxmlformats.org/package/2006/relationships"><Relationship Id="rId8" Type="http://schemas.openxmlformats.org/officeDocument/2006/relationships/image" Target="../media/image937.png"/><Relationship Id="rId13" Type="http://schemas.openxmlformats.org/officeDocument/2006/relationships/image" Target="../media/image924.png"/><Relationship Id="rId3" Type="http://schemas.openxmlformats.org/officeDocument/2006/relationships/image" Target="../media/image926.png"/><Relationship Id="rId7" Type="http://schemas.openxmlformats.org/officeDocument/2006/relationships/image" Target="../media/image936.png"/><Relationship Id="rId12" Type="http://schemas.openxmlformats.org/officeDocument/2006/relationships/image" Target="../media/image923.png"/><Relationship Id="rId2" Type="http://schemas.openxmlformats.org/officeDocument/2006/relationships/notesSlide" Target="../notesSlides/notesSlide38.xml"/><Relationship Id="rId16" Type="http://schemas.openxmlformats.org/officeDocument/2006/relationships/image" Target="../media/image94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35.png"/><Relationship Id="rId11" Type="http://schemas.openxmlformats.org/officeDocument/2006/relationships/image" Target="../media/image940.png"/><Relationship Id="rId5" Type="http://schemas.openxmlformats.org/officeDocument/2006/relationships/image" Target="../media/image934.png"/><Relationship Id="rId15" Type="http://schemas.openxmlformats.org/officeDocument/2006/relationships/image" Target="../media/image941.png"/><Relationship Id="rId10" Type="http://schemas.openxmlformats.org/officeDocument/2006/relationships/image" Target="../media/image939.png"/><Relationship Id="rId4" Type="http://schemas.openxmlformats.org/officeDocument/2006/relationships/image" Target="../media/image933.png"/><Relationship Id="rId9" Type="http://schemas.openxmlformats.org/officeDocument/2006/relationships/image" Target="../media/image938.png"/><Relationship Id="rId14" Type="http://schemas.openxmlformats.org/officeDocument/2006/relationships/image" Target="../media/image925.png"/></Relationships>
</file>

<file path=ppt/slides/_rels/slide165.xml.rels><?xml version="1.0" encoding="UTF-8" standalone="yes"?>
<Relationships xmlns="http://schemas.openxmlformats.org/package/2006/relationships"><Relationship Id="rId8" Type="http://schemas.openxmlformats.org/officeDocument/2006/relationships/image" Target="../media/image949.png"/><Relationship Id="rId13" Type="http://schemas.openxmlformats.org/officeDocument/2006/relationships/image" Target="../media/image954.png"/><Relationship Id="rId3" Type="http://schemas.openxmlformats.org/officeDocument/2006/relationships/image" Target="../media/image926.png"/><Relationship Id="rId7" Type="http://schemas.openxmlformats.org/officeDocument/2006/relationships/image" Target="../media/image948.png"/><Relationship Id="rId12" Type="http://schemas.openxmlformats.org/officeDocument/2006/relationships/image" Target="../media/image953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47.png"/><Relationship Id="rId11" Type="http://schemas.openxmlformats.org/officeDocument/2006/relationships/image" Target="../media/image952.png"/><Relationship Id="rId5" Type="http://schemas.openxmlformats.org/officeDocument/2006/relationships/image" Target="../media/image946.png"/><Relationship Id="rId10" Type="http://schemas.openxmlformats.org/officeDocument/2006/relationships/image" Target="../media/image951.png"/><Relationship Id="rId4" Type="http://schemas.openxmlformats.org/officeDocument/2006/relationships/image" Target="../media/image945.png"/><Relationship Id="rId9" Type="http://schemas.openxmlformats.org/officeDocument/2006/relationships/image" Target="../media/image950.png"/></Relationships>
</file>

<file path=ppt/slides/_rels/slide1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291A2B-D9CE-8F39-E229-AD91EF2CD09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59489" y="1122364"/>
            <a:ext cx="7274325" cy="1866496"/>
          </a:xfrm>
        </p:spPr>
        <p:txBody>
          <a:bodyPr/>
          <a:lstStyle/>
          <a:p>
            <a:r>
              <a:rPr lang="en-US" dirty="0"/>
              <a:t>Unit – 2</a:t>
            </a:r>
            <a:br>
              <a:rPr lang="en-US" dirty="0"/>
            </a:br>
            <a:r>
              <a:rPr lang="en-US" dirty="0"/>
              <a:t>Vector Space</a:t>
            </a:r>
            <a:endParaRPr lang="en-I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D1CA9521-912C-4693-3D1B-1AF42751DBB3}"/>
                  </a:ext>
                </a:extLst>
              </p:cNvPr>
              <p:cNvSpPr>
                <a:spLocks noGrp="1"/>
              </p:cNvSpPr>
              <p:nvPr>
                <p:ph type="body" sz="quarter" idx="16"/>
              </p:nvPr>
            </p:nvSpPr>
            <p:spPr/>
            <p:txBody>
              <a:bodyPr/>
              <a:lstStyle/>
              <a:p>
                <a:pPr>
                  <a:lnSpc>
                    <a:spcPct val="100000"/>
                  </a:lnSpc>
                </a:pPr>
                <a:r>
                  <a:rPr lang="en-US" dirty="0"/>
                  <a:t>B.Tech.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→ </m:t>
                    </m:r>
                  </m:oMath>
                </a14:m>
                <a:r>
                  <a:rPr lang="en-US" dirty="0"/>
                  <a:t>1</a:t>
                </a:r>
                <a:r>
                  <a:rPr lang="en-US" baseline="30000" dirty="0"/>
                  <a:t>st</a:t>
                </a:r>
                <a:r>
                  <a:rPr lang="en-US" dirty="0"/>
                  <a:t> Semester</a:t>
                </a:r>
              </a:p>
              <a:p>
                <a:pPr>
                  <a:lnSpc>
                    <a:spcPct val="125000"/>
                  </a:lnSpc>
                </a:pPr>
                <a:r>
                  <a:rPr lang="en-US" b="1" dirty="0"/>
                  <a:t>Mathematics – I (</a:t>
                </a:r>
                <a:r>
                  <a:rPr lang="en-US" dirty="0"/>
                  <a:t>2601HS101</a:t>
                </a:r>
                <a:r>
                  <a:rPr lang="en-US" b="1" dirty="0"/>
                  <a:t>)</a:t>
                </a:r>
              </a:p>
            </p:txBody>
          </p:sp>
        </mc:Choice>
        <mc:Fallback xmlns="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D1CA9521-912C-4693-3D1B-1AF42751DBB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6"/>
              </p:nvPr>
            </p:nvSpPr>
            <p:spPr>
              <a:blipFill>
                <a:blip r:embed="rId3"/>
                <a:stretch>
                  <a:fillRect b="-991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itle 13">
            <a:extLst>
              <a:ext uri="{FF2B5EF4-FFF2-40B4-BE49-F238E27FC236}">
                <a16:creationId xmlns:a16="http://schemas.microsoft.com/office/drawing/2014/main" id="{A5CAC28B-7C95-0781-4835-2E15AA78AF8E}"/>
              </a:ext>
            </a:extLst>
          </p:cNvPr>
          <p:cNvSpPr txBox="1">
            <a:spLocks/>
          </p:cNvSpPr>
          <p:nvPr/>
        </p:nvSpPr>
        <p:spPr>
          <a:xfrm>
            <a:off x="531292" y="3713993"/>
            <a:ext cx="7035300" cy="1154489"/>
          </a:xfrm>
          <a:prstGeom prst="rect">
            <a:avLst/>
          </a:prstGeom>
        </p:spPr>
        <p:txBody>
          <a:bodyPr vert="horz" wrap="square" lIns="91440" tIns="45720" rIns="91440" bIns="45720" rtlCol="0" anchor="t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n-US" sz="2400" b="0" dirty="0">
                <a:latin typeface="+mn-lt"/>
              </a:rPr>
              <a:t>At the end of this unit, students will be able to </a:t>
            </a:r>
            <a:r>
              <a:rPr lang="en-US" sz="2400" dirty="0"/>
              <a:t>explain the concepts of vector spaces, subspaces, linear dependence, basis, and dimension with examples. </a:t>
            </a:r>
            <a:endParaRPr lang="en-US" sz="2400" b="0" dirty="0">
              <a:latin typeface="+mn-lt"/>
            </a:endParaRPr>
          </a:p>
        </p:txBody>
      </p:sp>
      <p:sp>
        <p:nvSpPr>
          <p:cNvPr id="6" name="Title 13">
            <a:extLst>
              <a:ext uri="{FF2B5EF4-FFF2-40B4-BE49-F238E27FC236}">
                <a16:creationId xmlns:a16="http://schemas.microsoft.com/office/drawing/2014/main" id="{CA6D073A-33DA-19C5-E211-F859A8C2E062}"/>
              </a:ext>
            </a:extLst>
          </p:cNvPr>
          <p:cNvSpPr txBox="1">
            <a:spLocks/>
          </p:cNvSpPr>
          <p:nvPr/>
        </p:nvSpPr>
        <p:spPr>
          <a:xfrm>
            <a:off x="531292" y="3220062"/>
            <a:ext cx="2943968" cy="514729"/>
          </a:xfrm>
          <a:prstGeom prst="rect">
            <a:avLst/>
          </a:prstGeom>
        </p:spPr>
        <p:txBody>
          <a:bodyPr vert="horz" wrap="square" lIns="91440" tIns="45720" rIns="91440" bIns="45720" rtlCol="0" anchor="t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 b="1" dirty="0">
                <a:solidFill>
                  <a:srgbClr val="FF0000"/>
                </a:solidFill>
              </a:rPr>
              <a:t>Course Outcome:</a:t>
            </a:r>
            <a:endParaRPr lang="en-US" sz="2400" b="1" dirty="0">
              <a:solidFill>
                <a:srgbClr val="FF0000"/>
              </a:solidFill>
            </a:endParaRPr>
          </a:p>
        </p:txBody>
      </p:sp>
      <p:pic>
        <p:nvPicPr>
          <p:cNvPr id="14" name="Picture Placeholder 13">
            <a:extLst>
              <a:ext uri="{FF2B5EF4-FFF2-40B4-BE49-F238E27FC236}">
                <a16:creationId xmlns:a16="http://schemas.microsoft.com/office/drawing/2014/main" id="{A6E02579-23A5-4FBF-A0AD-14D821E3FBF8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263316925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D9EBF344-4A7B-4C4A-AF6D-6441BD040AB3}"/>
              </a:ext>
            </a:extLst>
          </p:cNvPr>
          <p:cNvCxnSpPr>
            <a:cxnSpLocks/>
            <a:endCxn id="6" idx="0"/>
          </p:cNvCxnSpPr>
          <p:nvPr/>
        </p:nvCxnSpPr>
        <p:spPr>
          <a:xfrm>
            <a:off x="1191446" y="0"/>
            <a:ext cx="0" cy="682906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Oval 5">
            <a:extLst>
              <a:ext uri="{FF2B5EF4-FFF2-40B4-BE49-F238E27FC236}">
                <a16:creationId xmlns:a16="http://schemas.microsoft.com/office/drawing/2014/main" id="{4BD1E24D-7739-4C4F-8234-2614FB54ADBC}"/>
              </a:ext>
            </a:extLst>
          </p:cNvPr>
          <p:cNvSpPr/>
          <p:nvPr/>
        </p:nvSpPr>
        <p:spPr>
          <a:xfrm>
            <a:off x="954165" y="682906"/>
            <a:ext cx="474562" cy="474562"/>
          </a:xfrm>
          <a:prstGeom prst="ellips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ym typeface="Wingdings 2" panose="05020102010507070707" pitchFamily="18" charset="2"/>
              </a:rPr>
              <a:t></a:t>
            </a:r>
            <a:endParaRPr lang="en-US" sz="28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0F422F9-3B3A-4A97-ADB3-F83B13E11C16}"/>
              </a:ext>
            </a:extLst>
          </p:cNvPr>
          <p:cNvSpPr txBox="1"/>
          <p:nvPr/>
        </p:nvSpPr>
        <p:spPr>
          <a:xfrm>
            <a:off x="1527893" y="720132"/>
            <a:ext cx="117532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solidFill>
                  <a:schemeClr val="bg1"/>
                </a:solidFill>
              </a:rPr>
              <a:t>Looping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F34260FD-CAA3-43A0-977C-7E4B57013872}"/>
              </a:ext>
            </a:extLst>
          </p:cNvPr>
          <p:cNvCxnSpPr>
            <a:cxnSpLocks/>
          </p:cNvCxnSpPr>
          <p:nvPr/>
        </p:nvCxnSpPr>
        <p:spPr>
          <a:xfrm>
            <a:off x="1191446" y="1157468"/>
            <a:ext cx="0" cy="429768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BDA2F9A4-6988-4274-8384-12496EC9D59D}"/>
              </a:ext>
            </a:extLst>
          </p:cNvPr>
          <p:cNvSpPr txBox="1"/>
          <p:nvPr/>
        </p:nvSpPr>
        <p:spPr>
          <a:xfrm>
            <a:off x="1458964" y="646362"/>
            <a:ext cx="9007807" cy="49398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5000"/>
              </a:lnSpc>
            </a:pPr>
            <a:r>
              <a:rPr lang="en-US" sz="2800" b="1" dirty="0">
                <a:solidFill>
                  <a:srgbClr val="FF0000"/>
                </a:solidFill>
              </a:rPr>
              <a:t>Topics of Unit 2</a:t>
            </a:r>
          </a:p>
          <a:p>
            <a:pPr marL="800100" lvl="1" indent="-342900">
              <a:lnSpc>
                <a:spcPct val="125000"/>
              </a:lnSpc>
              <a:buFont typeface="Wingdings" panose="05000000000000000000" pitchFamily="2" charset="2"/>
              <a:buChar char="§"/>
            </a:pPr>
            <a:r>
              <a:rPr lang="en-US" sz="2800" dirty="0">
                <a:solidFill>
                  <a:srgbClr val="002060"/>
                </a:solidFill>
              </a:rPr>
              <a:t>Real Vector Spaces</a:t>
            </a:r>
          </a:p>
          <a:p>
            <a:pPr marL="800100" lvl="1" indent="-342900">
              <a:lnSpc>
                <a:spcPct val="125000"/>
              </a:lnSpc>
              <a:buFont typeface="Wingdings" panose="05000000000000000000" pitchFamily="2" charset="2"/>
              <a:buChar char="§"/>
            </a:pPr>
            <a:r>
              <a:rPr lang="en-US" sz="2800" dirty="0">
                <a:solidFill>
                  <a:srgbClr val="002060"/>
                </a:solidFill>
              </a:rPr>
              <a:t>Subspaces</a:t>
            </a:r>
          </a:p>
          <a:p>
            <a:pPr marL="800100" lvl="1" indent="-342900">
              <a:lnSpc>
                <a:spcPct val="125000"/>
              </a:lnSpc>
              <a:buFont typeface="Wingdings" panose="05000000000000000000" pitchFamily="2" charset="2"/>
              <a:buChar char="§"/>
            </a:pPr>
            <a:r>
              <a:rPr lang="en-US" sz="2800" dirty="0">
                <a:solidFill>
                  <a:srgbClr val="002060"/>
                </a:solidFill>
              </a:rPr>
              <a:t>Linear Combination and Span</a:t>
            </a:r>
          </a:p>
          <a:p>
            <a:pPr marL="800100" lvl="1" indent="-342900">
              <a:lnSpc>
                <a:spcPct val="125000"/>
              </a:lnSpc>
              <a:buFont typeface="Wingdings" panose="05000000000000000000" pitchFamily="2" charset="2"/>
              <a:buChar char="§"/>
            </a:pPr>
            <a:r>
              <a:rPr lang="en-US" sz="2800" dirty="0">
                <a:solidFill>
                  <a:srgbClr val="002060"/>
                </a:solidFill>
              </a:rPr>
              <a:t>Linear Dependence and Independence</a:t>
            </a:r>
          </a:p>
          <a:p>
            <a:pPr marL="800100" lvl="1" indent="-342900">
              <a:lnSpc>
                <a:spcPct val="125000"/>
              </a:lnSpc>
              <a:buFont typeface="Wingdings" panose="05000000000000000000" pitchFamily="2" charset="2"/>
              <a:buChar char="§"/>
            </a:pPr>
            <a:r>
              <a:rPr lang="en-US" sz="2800" dirty="0">
                <a:solidFill>
                  <a:srgbClr val="002060"/>
                </a:solidFill>
              </a:rPr>
              <a:t>Basis and Dimension</a:t>
            </a:r>
          </a:p>
          <a:p>
            <a:pPr marL="800100" lvl="1" indent="-342900">
              <a:lnSpc>
                <a:spcPct val="125000"/>
              </a:lnSpc>
              <a:buFont typeface="Wingdings" panose="05000000000000000000" pitchFamily="2" charset="2"/>
              <a:buChar char="§"/>
            </a:pPr>
            <a:r>
              <a:rPr lang="en-US" sz="2800" dirty="0">
                <a:solidFill>
                  <a:srgbClr val="002060"/>
                </a:solidFill>
              </a:rPr>
              <a:t>Row Space, Column Space, and Null Space</a:t>
            </a:r>
          </a:p>
          <a:p>
            <a:pPr>
              <a:lnSpc>
                <a:spcPct val="125000"/>
              </a:lnSpc>
            </a:pPr>
            <a:endParaRPr lang="en-US" sz="2800" b="1" dirty="0">
              <a:solidFill>
                <a:srgbClr val="FF0000"/>
              </a:solidFill>
            </a:endParaRPr>
          </a:p>
          <a:p>
            <a:pPr>
              <a:lnSpc>
                <a:spcPct val="125000"/>
              </a:lnSpc>
            </a:pPr>
            <a:endParaRPr lang="en-US" sz="28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817594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500"/>
                            </p:stCondLst>
                            <p:childTnLst>
                              <p:par>
                                <p:cTn id="1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2000"/>
                            </p:stCondLst>
                            <p:childTnLst>
                              <p:par>
                                <p:cTn id="23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/>
      <p:bldP spid="9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D9EBF344-4A7B-4C4A-AF6D-6441BD040AB3}"/>
              </a:ext>
            </a:extLst>
          </p:cNvPr>
          <p:cNvCxnSpPr>
            <a:cxnSpLocks/>
            <a:endCxn id="6" idx="0"/>
          </p:cNvCxnSpPr>
          <p:nvPr/>
        </p:nvCxnSpPr>
        <p:spPr>
          <a:xfrm>
            <a:off x="1191446" y="0"/>
            <a:ext cx="0" cy="682906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Oval 5">
            <a:extLst>
              <a:ext uri="{FF2B5EF4-FFF2-40B4-BE49-F238E27FC236}">
                <a16:creationId xmlns:a16="http://schemas.microsoft.com/office/drawing/2014/main" id="{4BD1E24D-7739-4C4F-8234-2614FB54ADBC}"/>
              </a:ext>
            </a:extLst>
          </p:cNvPr>
          <p:cNvSpPr/>
          <p:nvPr/>
        </p:nvSpPr>
        <p:spPr>
          <a:xfrm>
            <a:off x="954165" y="682906"/>
            <a:ext cx="474562" cy="474562"/>
          </a:xfrm>
          <a:prstGeom prst="ellips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ym typeface="Wingdings 2" panose="05020102010507070707" pitchFamily="18" charset="2"/>
              </a:rPr>
              <a:t></a:t>
            </a:r>
            <a:endParaRPr lang="en-US" sz="28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0F422F9-3B3A-4A97-ADB3-F83B13E11C16}"/>
              </a:ext>
            </a:extLst>
          </p:cNvPr>
          <p:cNvSpPr txBox="1"/>
          <p:nvPr/>
        </p:nvSpPr>
        <p:spPr>
          <a:xfrm>
            <a:off x="1527893" y="720132"/>
            <a:ext cx="117532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solidFill>
                  <a:schemeClr val="bg1"/>
                </a:solidFill>
              </a:rPr>
              <a:t>Looping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F34260FD-CAA3-43A0-977C-7E4B57013872}"/>
              </a:ext>
            </a:extLst>
          </p:cNvPr>
          <p:cNvCxnSpPr>
            <a:cxnSpLocks/>
          </p:cNvCxnSpPr>
          <p:nvPr/>
        </p:nvCxnSpPr>
        <p:spPr>
          <a:xfrm>
            <a:off x="1191446" y="1157468"/>
            <a:ext cx="0" cy="429768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BDA2F9A4-6988-4274-8384-12496EC9D59D}"/>
              </a:ext>
            </a:extLst>
          </p:cNvPr>
          <p:cNvSpPr txBox="1"/>
          <p:nvPr/>
        </p:nvSpPr>
        <p:spPr>
          <a:xfrm>
            <a:off x="1458964" y="646362"/>
            <a:ext cx="9007807" cy="49398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5000"/>
              </a:lnSpc>
            </a:pPr>
            <a:r>
              <a:rPr lang="en-US" sz="2800" b="1" dirty="0">
                <a:solidFill>
                  <a:srgbClr val="FF0000"/>
                </a:solidFill>
              </a:rPr>
              <a:t>Outlines of Unit 2</a:t>
            </a:r>
          </a:p>
          <a:p>
            <a:pPr marL="800100" lvl="1" indent="-342900">
              <a:lnSpc>
                <a:spcPct val="125000"/>
              </a:lnSpc>
              <a:buFont typeface="Wingdings" panose="05000000000000000000" pitchFamily="2" charset="2"/>
              <a:buChar char="§"/>
            </a:pPr>
            <a:r>
              <a:rPr lang="en-US" sz="2800" dirty="0">
                <a:solidFill>
                  <a:srgbClr val="002060"/>
                </a:solidFill>
              </a:rPr>
              <a:t>Vector Space</a:t>
            </a:r>
          </a:p>
          <a:p>
            <a:pPr marL="800100" lvl="1" indent="-342900">
              <a:lnSpc>
                <a:spcPct val="125000"/>
              </a:lnSpc>
              <a:buFont typeface="Wingdings" panose="05000000000000000000" pitchFamily="2" charset="2"/>
              <a:buChar char="§"/>
            </a:pPr>
            <a:r>
              <a:rPr lang="en-US" sz="2800" dirty="0">
                <a:solidFill>
                  <a:srgbClr val="002060"/>
                </a:solidFill>
              </a:rPr>
              <a:t>Subspaces</a:t>
            </a:r>
          </a:p>
          <a:p>
            <a:pPr marL="800100" lvl="1" indent="-342900">
              <a:lnSpc>
                <a:spcPct val="125000"/>
              </a:lnSpc>
              <a:buFont typeface="Wingdings" panose="05000000000000000000" pitchFamily="2" charset="2"/>
              <a:buChar char="§"/>
            </a:pPr>
            <a:r>
              <a:rPr lang="en-US" sz="2800" dirty="0">
                <a:solidFill>
                  <a:srgbClr val="002060"/>
                </a:solidFill>
              </a:rPr>
              <a:t>Linear Combination and Span</a:t>
            </a:r>
          </a:p>
          <a:p>
            <a:pPr marL="800100" lvl="1" indent="-342900">
              <a:lnSpc>
                <a:spcPct val="125000"/>
              </a:lnSpc>
              <a:buFont typeface="Wingdings" panose="05000000000000000000" pitchFamily="2" charset="2"/>
              <a:buChar char="§"/>
            </a:pPr>
            <a:r>
              <a:rPr lang="en-US" sz="2800" dirty="0">
                <a:solidFill>
                  <a:srgbClr val="002060"/>
                </a:solidFill>
              </a:rPr>
              <a:t>Linear Dependence and Independence</a:t>
            </a:r>
          </a:p>
          <a:p>
            <a:pPr marL="800100" lvl="1" indent="-342900">
              <a:lnSpc>
                <a:spcPct val="125000"/>
              </a:lnSpc>
              <a:buFont typeface="Wingdings" panose="05000000000000000000" pitchFamily="2" charset="2"/>
              <a:buChar char="§"/>
            </a:pPr>
            <a:r>
              <a:rPr lang="en-US" sz="2800" dirty="0">
                <a:solidFill>
                  <a:srgbClr val="002060"/>
                </a:solidFill>
              </a:rPr>
              <a:t>Basis and Dimension</a:t>
            </a:r>
          </a:p>
          <a:p>
            <a:pPr marL="800100" lvl="1" indent="-342900">
              <a:lnSpc>
                <a:spcPct val="125000"/>
              </a:lnSpc>
              <a:buFont typeface="Wingdings" panose="05000000000000000000" pitchFamily="2" charset="2"/>
              <a:buChar char="§"/>
            </a:pPr>
            <a:r>
              <a:rPr lang="en-US" sz="2800" dirty="0">
                <a:solidFill>
                  <a:srgbClr val="002060"/>
                </a:solidFill>
              </a:rPr>
              <a:t>Row Space, Column Space, and Null Space</a:t>
            </a:r>
          </a:p>
          <a:p>
            <a:pPr>
              <a:lnSpc>
                <a:spcPct val="125000"/>
              </a:lnSpc>
            </a:pPr>
            <a:endParaRPr lang="en-US" sz="2800" b="1" dirty="0">
              <a:solidFill>
                <a:srgbClr val="FF0000"/>
              </a:solidFill>
            </a:endParaRPr>
          </a:p>
          <a:p>
            <a:pPr>
              <a:lnSpc>
                <a:spcPct val="125000"/>
              </a:lnSpc>
            </a:pPr>
            <a:endParaRPr lang="en-US" sz="28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715793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500"/>
                            </p:stCondLst>
                            <p:childTnLst>
                              <p:par>
                                <p:cTn id="1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2000"/>
                            </p:stCondLst>
                            <p:childTnLst>
                              <p:par>
                                <p:cTn id="23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/>
      <p:bldP spid="9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br>
              <a:rPr lang="en-US" dirty="0"/>
            </a:br>
            <a:r>
              <a:rPr lang="en-US" dirty="0"/>
              <a:t>Introduction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DD1B15B0-DB21-4AD4-8A0D-08E74D04D8C7}"/>
              </a:ext>
            </a:extLst>
          </p:cNvPr>
          <p:cNvSpPr txBox="1">
            <a:spLocks/>
          </p:cNvSpPr>
          <p:nvPr/>
        </p:nvSpPr>
        <p:spPr>
          <a:xfrm>
            <a:off x="838200" y="2002632"/>
            <a:ext cx="10515600" cy="285273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6000" b="1" kern="1200" dirty="0">
                <a:gradFill flip="none" rotWithShape="1">
                  <a:gsLst>
                    <a:gs pos="0">
                      <a:srgbClr val="1D3064"/>
                    </a:gs>
                    <a:gs pos="100000">
                      <a:schemeClr val="tx2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endParaRPr lang="en-IN" dirty="0">
              <a:gradFill flip="none" rotWithShape="1">
                <a:gsLst>
                  <a:gs pos="10000">
                    <a:schemeClr val="accent6">
                      <a:lumMod val="50000"/>
                    </a:schemeClr>
                  </a:gs>
                  <a:gs pos="100000">
                    <a:schemeClr val="accent6"/>
                  </a:gs>
                </a:gsLst>
                <a:lin ang="0" scaled="1"/>
                <a:tileRect/>
              </a:gradFill>
            </a:endParaRPr>
          </a:p>
          <a:p>
            <a:endParaRPr lang="en-IN" dirty="0">
              <a:gradFill flip="none" rotWithShape="1">
                <a:gsLst>
                  <a:gs pos="10000">
                    <a:schemeClr val="accent6">
                      <a:lumMod val="50000"/>
                    </a:schemeClr>
                  </a:gs>
                  <a:gs pos="100000">
                    <a:schemeClr val="accent6"/>
                  </a:gs>
                </a:gsLst>
                <a:lin ang="0" scaled="1"/>
                <a:tileRect/>
              </a:gradFill>
            </a:endParaRPr>
          </a:p>
        </p:txBody>
      </p:sp>
    </p:spTree>
    <p:extLst>
      <p:ext uri="{BB962C8B-B14F-4D97-AF65-F5344CB8AC3E}">
        <p14:creationId xmlns:p14="http://schemas.microsoft.com/office/powerpoint/2010/main" val="315360006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C8A814-E960-4A9A-9533-046AA2FCC7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CE115E-0DAA-4310-8C47-0D579246D2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711201"/>
            <a:ext cx="11929641" cy="5590565"/>
          </a:xfrm>
        </p:spPr>
        <p:txBody>
          <a:bodyPr/>
          <a:lstStyle/>
          <a:p>
            <a:pPr marL="347345" indent="-228600">
              <a:lnSpc>
                <a:spcPct val="115000"/>
              </a:lnSpc>
              <a:spcAft>
                <a:spcPts val="800"/>
              </a:spcAft>
            </a:pPr>
            <a:r>
              <a:rPr lang="en-US" dirty="0"/>
              <a:t>A vector space is a collection of objects called vectors together with two operations </a:t>
            </a:r>
            <a:r>
              <a:rPr lang="en-IN" b="1" dirty="0">
                <a:solidFill>
                  <a:srgbClr val="FF0000"/>
                </a:solidFill>
              </a:rPr>
              <a:t>Vector Addition </a:t>
            </a:r>
            <a:r>
              <a:rPr lang="en-IN" dirty="0"/>
              <a:t>and</a:t>
            </a:r>
            <a:r>
              <a:rPr lang="en-IN" b="1" dirty="0">
                <a:solidFill>
                  <a:srgbClr val="FF0000"/>
                </a:solidFill>
              </a:rPr>
              <a:t> Scalar Multiplication</a:t>
            </a:r>
            <a:r>
              <a:rPr lang="en-US" dirty="0"/>
              <a:t>. These operations satisfy certain mathematical rules.</a:t>
            </a:r>
          </a:p>
          <a:p>
            <a:pPr marL="347345" indent="-228600">
              <a:lnSpc>
                <a:spcPct val="115000"/>
              </a:lnSpc>
              <a:spcAft>
                <a:spcPts val="800"/>
              </a:spcAft>
            </a:pPr>
            <a:r>
              <a:rPr lang="en-US" dirty="0"/>
              <a:t>Vector space is one of the most important concept in linear algebra and is widely used in</a:t>
            </a:r>
          </a:p>
          <a:p>
            <a:pPr marL="891857" lvl="1" indent="-228600">
              <a:lnSpc>
                <a:spcPct val="115000"/>
              </a:lnSpc>
              <a:spcAft>
                <a:spcPts val="800"/>
              </a:spcAft>
            </a:pPr>
            <a:r>
              <a:rPr lang="en-US" sz="2400" dirty="0"/>
              <a:t> Engineering</a:t>
            </a:r>
          </a:p>
          <a:p>
            <a:pPr marL="891857" lvl="1" indent="-228600">
              <a:lnSpc>
                <a:spcPct val="115000"/>
              </a:lnSpc>
              <a:spcAft>
                <a:spcPts val="800"/>
              </a:spcAft>
            </a:pPr>
            <a:r>
              <a:rPr lang="en-US" sz="2400" dirty="0"/>
              <a:t> Computer Graphics</a:t>
            </a:r>
          </a:p>
          <a:p>
            <a:pPr marL="891857" lvl="1" indent="-228600">
              <a:lnSpc>
                <a:spcPct val="115000"/>
              </a:lnSpc>
              <a:spcAft>
                <a:spcPts val="800"/>
              </a:spcAft>
            </a:pPr>
            <a:r>
              <a:rPr lang="en-US" sz="2400" dirty="0"/>
              <a:t> Physics </a:t>
            </a:r>
            <a:endParaRPr lang="en-US" dirty="0"/>
          </a:p>
          <a:p>
            <a:pPr marL="347345" indent="-228600">
              <a:lnSpc>
                <a:spcPct val="115000"/>
              </a:lnSpc>
              <a:spcAft>
                <a:spcPts val="800"/>
              </a:spcAft>
            </a:pPr>
            <a:r>
              <a:rPr lang="en-US" dirty="0"/>
              <a:t>Vectors may be represented as numbers, ordered pairs, triplets, matrices, polynomials, or functions.</a:t>
            </a:r>
            <a:endParaRPr lang="en-IN" dirty="0"/>
          </a:p>
          <a:p>
            <a:endParaRPr lang="en-IN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F19B1673-2B8B-4E2E-808D-AA5CAD6232CE}"/>
              </a:ext>
            </a:extLst>
          </p:cNvPr>
          <p:cNvSpPr txBox="1">
            <a:spLocks/>
          </p:cNvSpPr>
          <p:nvPr/>
        </p:nvSpPr>
        <p:spPr>
          <a:xfrm>
            <a:off x="4203669" y="3658726"/>
            <a:ext cx="3784662" cy="186034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65113" indent="-265113" algn="just" defTabSz="914400" rtl="0" eaLnBrk="1" latinLnBrk="0" hangingPunct="1">
              <a:lnSpc>
                <a:spcPct val="130000"/>
              </a:lnSpc>
              <a:spcBef>
                <a:spcPts val="1000"/>
              </a:spcBef>
              <a:buClr>
                <a:schemeClr val="accent6"/>
              </a:buClr>
              <a:buFont typeface="Wingdings 3" panose="05040102010807070707" pitchFamily="18" charset="2"/>
              <a:buChar char=""/>
              <a:defRPr sz="2800" kern="1200">
                <a:solidFill>
                  <a:srgbClr val="002060"/>
                </a:solidFill>
                <a:latin typeface="+mn-lt"/>
                <a:ea typeface="+mn-ea"/>
                <a:cs typeface="+mn-cs"/>
              </a:defRPr>
            </a:lvl1pPr>
            <a:lvl2pPr marL="809625" indent="-352425" algn="just" defTabSz="914400" rtl="0" eaLnBrk="1" latinLnBrk="0" hangingPunct="1">
              <a:lnSpc>
                <a:spcPct val="130000"/>
              </a:lnSpc>
              <a:spcBef>
                <a:spcPts val="500"/>
              </a:spcBef>
              <a:buClr>
                <a:schemeClr val="accent6"/>
              </a:buClr>
              <a:buFont typeface="Wingdings 3" panose="05040102010807070707" pitchFamily="18" charset="2"/>
              <a:buChar char=""/>
              <a:defRPr sz="2800" kern="1200">
                <a:solidFill>
                  <a:srgbClr val="002060"/>
                </a:solidFill>
                <a:latin typeface="+mn-lt"/>
                <a:ea typeface="+mn-ea"/>
                <a:cs typeface="+mn-cs"/>
              </a:defRPr>
            </a:lvl2pPr>
            <a:lvl3pPr marL="1143000" indent="-228600" algn="just" defTabSz="914400" rtl="0" eaLnBrk="1" latinLnBrk="0" hangingPunct="1">
              <a:lnSpc>
                <a:spcPct val="130000"/>
              </a:lnSpc>
              <a:spcBef>
                <a:spcPts val="500"/>
              </a:spcBef>
              <a:buClr>
                <a:schemeClr val="accent6"/>
              </a:buClr>
              <a:buFont typeface="Wingdings" panose="05000000000000000000" pitchFamily="2" charset="2"/>
              <a:buChar char="§"/>
              <a:defRPr sz="2800" kern="1200">
                <a:solidFill>
                  <a:srgbClr val="002060"/>
                </a:solidFill>
                <a:latin typeface="+mn-lt"/>
                <a:ea typeface="+mn-ea"/>
                <a:cs typeface="+mn-cs"/>
              </a:defRPr>
            </a:lvl3pPr>
            <a:lvl4pPr marL="1600200" indent="-228600" algn="just" defTabSz="914400" rtl="0" eaLnBrk="1" latinLnBrk="0" hangingPunct="1">
              <a:lnSpc>
                <a:spcPct val="13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2800" kern="1200">
                <a:solidFill>
                  <a:srgbClr val="002060"/>
                </a:solidFill>
                <a:latin typeface="+mn-lt"/>
                <a:ea typeface="+mn-ea"/>
                <a:cs typeface="+mn-cs"/>
              </a:defRPr>
            </a:lvl4pPr>
            <a:lvl5pPr marL="2057400" indent="-228600" algn="just" defTabSz="914400" rtl="0" eaLnBrk="1" latinLnBrk="0" hangingPunct="1">
              <a:lnSpc>
                <a:spcPct val="13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2800" kern="1200">
                <a:solidFill>
                  <a:srgbClr val="002060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28600" lvl="1" indent="-228600">
              <a:lnSpc>
                <a:spcPct val="115000"/>
              </a:lnSpc>
              <a:spcAft>
                <a:spcPts val="800"/>
              </a:spcAft>
            </a:pPr>
            <a:r>
              <a:rPr lang="en-US" sz="2400" dirty="0"/>
              <a:t>Machine Learning</a:t>
            </a:r>
          </a:p>
          <a:p>
            <a:pPr marL="228600" lvl="1" indent="-228600">
              <a:lnSpc>
                <a:spcPct val="115000"/>
              </a:lnSpc>
              <a:spcAft>
                <a:spcPts val="800"/>
              </a:spcAft>
            </a:pPr>
            <a:r>
              <a:rPr lang="en-US" sz="2400" dirty="0"/>
              <a:t>Data Science </a:t>
            </a:r>
          </a:p>
          <a:p>
            <a:pPr marL="228600" lvl="1" indent="-228600">
              <a:lnSpc>
                <a:spcPct val="115000"/>
              </a:lnSpc>
              <a:spcAft>
                <a:spcPts val="800"/>
              </a:spcAft>
            </a:pPr>
            <a:r>
              <a:rPr lang="en-US" sz="2400" dirty="0"/>
              <a:t>Communication System 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6CC8221D-D803-43A5-859F-B775C191E7D6}"/>
              </a:ext>
            </a:extLst>
          </p:cNvPr>
          <p:cNvSpPr txBox="1">
            <a:spLocks/>
          </p:cNvSpPr>
          <p:nvPr/>
        </p:nvSpPr>
        <p:spPr>
          <a:xfrm>
            <a:off x="7988331" y="3658726"/>
            <a:ext cx="3523638" cy="123847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65113" indent="-265113" algn="just" defTabSz="914400" rtl="0" eaLnBrk="1" latinLnBrk="0" hangingPunct="1">
              <a:lnSpc>
                <a:spcPct val="130000"/>
              </a:lnSpc>
              <a:spcBef>
                <a:spcPts val="1000"/>
              </a:spcBef>
              <a:buClr>
                <a:schemeClr val="accent6"/>
              </a:buClr>
              <a:buFont typeface="Wingdings 3" panose="05040102010807070707" pitchFamily="18" charset="2"/>
              <a:buChar char=""/>
              <a:defRPr sz="2800" kern="1200">
                <a:solidFill>
                  <a:srgbClr val="002060"/>
                </a:solidFill>
                <a:latin typeface="+mn-lt"/>
                <a:ea typeface="+mn-ea"/>
                <a:cs typeface="+mn-cs"/>
              </a:defRPr>
            </a:lvl1pPr>
            <a:lvl2pPr marL="809625" indent="-352425" algn="just" defTabSz="914400" rtl="0" eaLnBrk="1" latinLnBrk="0" hangingPunct="1">
              <a:lnSpc>
                <a:spcPct val="130000"/>
              </a:lnSpc>
              <a:spcBef>
                <a:spcPts val="500"/>
              </a:spcBef>
              <a:buClr>
                <a:schemeClr val="accent6"/>
              </a:buClr>
              <a:buFont typeface="Wingdings 3" panose="05040102010807070707" pitchFamily="18" charset="2"/>
              <a:buChar char=""/>
              <a:defRPr sz="2800" kern="1200">
                <a:solidFill>
                  <a:srgbClr val="002060"/>
                </a:solidFill>
                <a:latin typeface="+mn-lt"/>
                <a:ea typeface="+mn-ea"/>
                <a:cs typeface="+mn-cs"/>
              </a:defRPr>
            </a:lvl2pPr>
            <a:lvl3pPr marL="1143000" indent="-228600" algn="just" defTabSz="914400" rtl="0" eaLnBrk="1" latinLnBrk="0" hangingPunct="1">
              <a:lnSpc>
                <a:spcPct val="130000"/>
              </a:lnSpc>
              <a:spcBef>
                <a:spcPts val="500"/>
              </a:spcBef>
              <a:buClr>
                <a:schemeClr val="accent6"/>
              </a:buClr>
              <a:buFont typeface="Wingdings" panose="05000000000000000000" pitchFamily="2" charset="2"/>
              <a:buChar char="§"/>
              <a:defRPr sz="2800" kern="1200">
                <a:solidFill>
                  <a:srgbClr val="002060"/>
                </a:solidFill>
                <a:latin typeface="+mn-lt"/>
                <a:ea typeface="+mn-ea"/>
                <a:cs typeface="+mn-cs"/>
              </a:defRPr>
            </a:lvl3pPr>
            <a:lvl4pPr marL="1600200" indent="-228600" algn="just" defTabSz="914400" rtl="0" eaLnBrk="1" latinLnBrk="0" hangingPunct="1">
              <a:lnSpc>
                <a:spcPct val="13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2800" kern="1200">
                <a:solidFill>
                  <a:srgbClr val="002060"/>
                </a:solidFill>
                <a:latin typeface="+mn-lt"/>
                <a:ea typeface="+mn-ea"/>
                <a:cs typeface="+mn-cs"/>
              </a:defRPr>
            </a:lvl4pPr>
            <a:lvl5pPr marL="2057400" indent="-228600" algn="just" defTabSz="914400" rtl="0" eaLnBrk="1" latinLnBrk="0" hangingPunct="1">
              <a:lnSpc>
                <a:spcPct val="13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2800" kern="1200">
                <a:solidFill>
                  <a:srgbClr val="002060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28600" lvl="1" indent="-228600">
              <a:lnSpc>
                <a:spcPct val="115000"/>
              </a:lnSpc>
              <a:spcAft>
                <a:spcPts val="800"/>
              </a:spcAft>
            </a:pPr>
            <a:r>
              <a:rPr lang="en-US" sz="2400" dirty="0"/>
              <a:t>Artificial Intelligence </a:t>
            </a:r>
          </a:p>
          <a:p>
            <a:pPr marL="228600" lvl="1" indent="-228600">
              <a:lnSpc>
                <a:spcPct val="115000"/>
              </a:lnSpc>
              <a:spcAft>
                <a:spcPts val="800"/>
              </a:spcAft>
            </a:pPr>
            <a:r>
              <a:rPr lang="en-US" sz="2400" dirty="0"/>
              <a:t>Navigation System, etc.</a:t>
            </a:r>
          </a:p>
        </p:txBody>
      </p:sp>
    </p:spTree>
    <p:extLst>
      <p:ext uri="{BB962C8B-B14F-4D97-AF65-F5344CB8AC3E}">
        <p14:creationId xmlns:p14="http://schemas.microsoft.com/office/powerpoint/2010/main" val="24338661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C8A814-E960-4A9A-9533-046AA2FCC7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Symbol, Name and Elements of Different Sets</a:t>
            </a:r>
            <a:endParaRPr lang="en-IN" dirty="0"/>
          </a:p>
        </p:txBody>
      </p:sp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00594827"/>
              </p:ext>
            </p:extLst>
          </p:nvPr>
        </p:nvGraphicFramePr>
        <p:xfrm>
          <a:off x="336000" y="942823"/>
          <a:ext cx="11592000" cy="72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72919">
                  <a:extLst>
                    <a:ext uri="{9D8B030D-6E8A-4147-A177-3AD203B41FA5}">
                      <a16:colId xmlns:a16="http://schemas.microsoft.com/office/drawing/2014/main" val="795979569"/>
                    </a:ext>
                  </a:extLst>
                </a:gridCol>
                <a:gridCol w="4718881">
                  <a:extLst>
                    <a:ext uri="{9D8B030D-6E8A-4147-A177-3AD203B41FA5}">
                      <a16:colId xmlns:a16="http://schemas.microsoft.com/office/drawing/2014/main" val="3942830519"/>
                    </a:ext>
                  </a:extLst>
                </a:gridCol>
                <a:gridCol w="5400200">
                  <a:extLst>
                    <a:ext uri="{9D8B030D-6E8A-4147-A177-3AD203B41FA5}">
                      <a16:colId xmlns:a16="http://schemas.microsoft.com/office/drawing/2014/main" val="832360843"/>
                    </a:ext>
                  </a:extLst>
                </a:gridCol>
              </a:tblGrid>
              <a:tr h="72000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2800" kern="1200" dirty="0"/>
                        <a:t>Symbol</a:t>
                      </a:r>
                      <a:endParaRPr lang="en-IN" sz="2800" b="1" kern="1200" dirty="0">
                        <a:solidFill>
                          <a:srgbClr val="FF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2800" kern="1200" dirty="0"/>
                        <a:t>Name</a:t>
                      </a:r>
                      <a:endParaRPr lang="en-IN" sz="2800" b="1" kern="1200" dirty="0">
                        <a:solidFill>
                          <a:srgbClr val="FF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kern="1200" dirty="0"/>
                        <a:t>Elements of the Set</a:t>
                      </a:r>
                      <a:endParaRPr lang="en-IN" sz="2800" b="1" kern="1200" dirty="0">
                        <a:solidFill>
                          <a:srgbClr val="FF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6359764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7" name="Table 6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310764131"/>
                  </p:ext>
                </p:extLst>
              </p:nvPr>
            </p:nvGraphicFramePr>
            <p:xfrm>
              <a:off x="338637" y="1716288"/>
              <a:ext cx="11592000" cy="73152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472919">
                      <a:extLst>
                        <a:ext uri="{9D8B030D-6E8A-4147-A177-3AD203B41FA5}">
                          <a16:colId xmlns:a16="http://schemas.microsoft.com/office/drawing/2014/main" val="795979569"/>
                        </a:ext>
                      </a:extLst>
                    </a:gridCol>
                    <a:gridCol w="4718881">
                      <a:extLst>
                        <a:ext uri="{9D8B030D-6E8A-4147-A177-3AD203B41FA5}">
                          <a16:colId xmlns:a16="http://schemas.microsoft.com/office/drawing/2014/main" val="3942830519"/>
                        </a:ext>
                      </a:extLst>
                    </a:gridCol>
                    <a:gridCol w="5400200">
                      <a:extLst>
                        <a:ext uri="{9D8B030D-6E8A-4147-A177-3AD203B41FA5}">
                          <a16:colId xmlns:a16="http://schemas.microsoft.com/office/drawing/2014/main" val="832360843"/>
                        </a:ext>
                      </a:extLst>
                    </a:gridCol>
                  </a:tblGrid>
                  <a:tr h="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800" kern="1200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ℝ</m:t>
                                </m:r>
                              </m:oMath>
                            </m:oMathPara>
                          </a14:m>
                          <a:endParaRPr lang="en-IN" sz="2800" kern="1200" dirty="0">
                            <a:solidFill>
                              <a:srgbClr val="002060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anchor="ctr">
                        <a:solidFill>
                          <a:srgbClr val="DBDBDB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latinLnBrk="0" hangingPunct="1"/>
                          <a:r>
                            <a:rPr lang="en-IN" sz="2800" b="0" i="0" kern="1200" dirty="0">
                              <a:solidFill>
                                <a:srgbClr val="002060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Set of all real numbers</a:t>
                          </a:r>
                        </a:p>
                      </a:txBody>
                      <a:tcPr anchor="ctr">
                        <a:solidFill>
                          <a:srgbClr val="DBDBDB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latinLnBrk="0" hangingPunct="1">
                            <a:lnSpc>
                              <a:spcPct val="150000"/>
                            </a:lnSpc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m:rPr>
                                    <m:sty m:val="p"/>
                                  </m:rPr>
                                  <a:rPr lang="en-US" sz="2800" b="0" i="0" kern="1200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x</m:t>
                                </m:r>
                                <m:r>
                                  <a:rPr lang="en-US" sz="2800" b="0" i="0" kern="1200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, </m:t>
                                </m:r>
                                <m:r>
                                  <m:rPr>
                                    <m:sty m:val="p"/>
                                  </m:rPr>
                                  <a:rPr lang="en-US" sz="2800" b="0" i="0" kern="1200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y</m:t>
                                </m:r>
                                <m:r>
                                  <a:rPr lang="en-US" sz="2800" b="0" i="0" kern="1200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, </m:t>
                                </m:r>
                                <m:r>
                                  <m:rPr>
                                    <m:sty m:val="p"/>
                                  </m:rPr>
                                  <a:rPr lang="en-US" sz="2800" b="0" i="0" kern="1200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z</m:t>
                                </m:r>
                              </m:oMath>
                            </m:oMathPara>
                          </a14:m>
                          <a:endParaRPr lang="en-IN" sz="2800" kern="1200" dirty="0">
                            <a:solidFill>
                              <a:srgbClr val="002060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anchor="ctr">
                        <a:solidFill>
                          <a:srgbClr val="DBDBDB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05813789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7" name="Table 6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310764131"/>
                  </p:ext>
                </p:extLst>
              </p:nvPr>
            </p:nvGraphicFramePr>
            <p:xfrm>
              <a:off x="338637" y="1716288"/>
              <a:ext cx="11592000" cy="73152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472919">
                      <a:extLst>
                        <a:ext uri="{9D8B030D-6E8A-4147-A177-3AD203B41FA5}">
                          <a16:colId xmlns:a16="http://schemas.microsoft.com/office/drawing/2014/main" val="795979569"/>
                        </a:ext>
                      </a:extLst>
                    </a:gridCol>
                    <a:gridCol w="4718881">
                      <a:extLst>
                        <a:ext uri="{9D8B030D-6E8A-4147-A177-3AD203B41FA5}">
                          <a16:colId xmlns:a16="http://schemas.microsoft.com/office/drawing/2014/main" val="3942830519"/>
                        </a:ext>
                      </a:extLst>
                    </a:gridCol>
                    <a:gridCol w="5400200">
                      <a:extLst>
                        <a:ext uri="{9D8B030D-6E8A-4147-A177-3AD203B41FA5}">
                          <a16:colId xmlns:a16="http://schemas.microsoft.com/office/drawing/2014/main" val="832360843"/>
                        </a:ext>
                      </a:extLst>
                    </a:gridCol>
                  </a:tblGrid>
                  <a:tr h="73152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413" t="-826" r="-688017" b="-826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latinLnBrk="0" hangingPunct="1"/>
                          <a:r>
                            <a:rPr lang="en-IN" sz="2800" b="0" i="0" kern="1200" dirty="0">
                              <a:solidFill>
                                <a:srgbClr val="002060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Set of all real numbers</a:t>
                          </a:r>
                        </a:p>
                      </a:txBody>
                      <a:tcPr anchor="ctr">
                        <a:solidFill>
                          <a:srgbClr val="DBDBDB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114656" t="-826" r="-451" b="-826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05813789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9" name="Table 8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209287792"/>
                  </p:ext>
                </p:extLst>
              </p:nvPr>
            </p:nvGraphicFramePr>
            <p:xfrm>
              <a:off x="336000" y="2501273"/>
              <a:ext cx="11592000" cy="73152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472919">
                      <a:extLst>
                        <a:ext uri="{9D8B030D-6E8A-4147-A177-3AD203B41FA5}">
                          <a16:colId xmlns:a16="http://schemas.microsoft.com/office/drawing/2014/main" val="795979569"/>
                        </a:ext>
                      </a:extLst>
                    </a:gridCol>
                    <a:gridCol w="4718881">
                      <a:extLst>
                        <a:ext uri="{9D8B030D-6E8A-4147-A177-3AD203B41FA5}">
                          <a16:colId xmlns:a16="http://schemas.microsoft.com/office/drawing/2014/main" val="3942830519"/>
                        </a:ext>
                      </a:extLst>
                    </a:gridCol>
                    <a:gridCol w="5400200">
                      <a:extLst>
                        <a:ext uri="{9D8B030D-6E8A-4147-A177-3AD203B41FA5}">
                          <a16:colId xmlns:a16="http://schemas.microsoft.com/office/drawing/2014/main" val="832360843"/>
                        </a:ext>
                      </a:extLst>
                    </a:gridCol>
                  </a:tblGrid>
                  <a:tr h="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US" sz="2800" i="1" kern="1200" smtClean="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2800" kern="1200" smtClean="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ℝ</m:t>
                                    </m:r>
                                  </m:e>
                                  <m:sup>
                                    <m:r>
                                      <a:rPr lang="en-US" sz="2800" b="0" i="0" kern="1200" smtClean="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+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IN" sz="2800" kern="1200" dirty="0">
                            <a:solidFill>
                              <a:srgbClr val="002060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anchor="ctr">
                        <a:solidFill>
                          <a:srgbClr val="EEEEEE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latinLnBrk="0" hangingPunct="1"/>
                          <a:r>
                            <a:rPr lang="en-IN" sz="2800" b="0" i="0" kern="1200" dirty="0">
                              <a:solidFill>
                                <a:srgbClr val="002060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Set of all positive real numbers</a:t>
                          </a:r>
                        </a:p>
                      </a:txBody>
                      <a:tcPr anchor="ctr">
                        <a:solidFill>
                          <a:srgbClr val="EEEEEE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latinLnBrk="0" hangingPunct="1">
                            <a:lnSpc>
                              <a:spcPct val="150000"/>
                            </a:lnSpc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m:rPr>
                                    <m:sty m:val="p"/>
                                  </m:rPr>
                                  <a:rPr lang="en-US" sz="2800" b="0" i="0" kern="1200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x</m:t>
                                </m:r>
                                <m:r>
                                  <a:rPr lang="en-US" sz="2800" b="0" i="0" kern="1200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, </m:t>
                                </m:r>
                                <m:r>
                                  <m:rPr>
                                    <m:sty m:val="p"/>
                                  </m:rPr>
                                  <a:rPr lang="en-US" sz="2800" b="0" i="0" kern="1200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y</m:t>
                                </m:r>
                                <m:r>
                                  <a:rPr lang="en-US" sz="2800" b="0" i="0" kern="1200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, </m:t>
                                </m:r>
                                <m:r>
                                  <m:rPr>
                                    <m:sty m:val="p"/>
                                  </m:rPr>
                                  <a:rPr lang="en-US" sz="2800" b="0" i="0" kern="1200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z</m:t>
                                </m:r>
                              </m:oMath>
                            </m:oMathPara>
                          </a14:m>
                          <a:endParaRPr lang="en-IN" sz="2800" kern="1200" dirty="0">
                            <a:solidFill>
                              <a:srgbClr val="002060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anchor="ctr">
                        <a:solidFill>
                          <a:srgbClr val="EEEEEE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077895023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9" name="Table 8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209287792"/>
                  </p:ext>
                </p:extLst>
              </p:nvPr>
            </p:nvGraphicFramePr>
            <p:xfrm>
              <a:off x="336000" y="2501273"/>
              <a:ext cx="11592000" cy="73152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472919">
                      <a:extLst>
                        <a:ext uri="{9D8B030D-6E8A-4147-A177-3AD203B41FA5}">
                          <a16:colId xmlns:a16="http://schemas.microsoft.com/office/drawing/2014/main" val="795979569"/>
                        </a:ext>
                      </a:extLst>
                    </a:gridCol>
                    <a:gridCol w="4718881">
                      <a:extLst>
                        <a:ext uri="{9D8B030D-6E8A-4147-A177-3AD203B41FA5}">
                          <a16:colId xmlns:a16="http://schemas.microsoft.com/office/drawing/2014/main" val="3942830519"/>
                        </a:ext>
                      </a:extLst>
                    </a:gridCol>
                    <a:gridCol w="5400200">
                      <a:extLst>
                        <a:ext uri="{9D8B030D-6E8A-4147-A177-3AD203B41FA5}">
                          <a16:colId xmlns:a16="http://schemas.microsoft.com/office/drawing/2014/main" val="832360843"/>
                        </a:ext>
                      </a:extLst>
                    </a:gridCol>
                  </a:tblGrid>
                  <a:tr h="73152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4"/>
                          <a:stretch>
                            <a:fillRect l="-413" t="-826" r="-687603" b="-826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latinLnBrk="0" hangingPunct="1"/>
                          <a:r>
                            <a:rPr lang="en-IN" sz="2800" b="0" i="0" kern="1200" dirty="0">
                              <a:solidFill>
                                <a:srgbClr val="002060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Set of all positive real numbers</a:t>
                          </a:r>
                        </a:p>
                      </a:txBody>
                      <a:tcPr anchor="ctr">
                        <a:solidFill>
                          <a:srgbClr val="EEEEEE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4"/>
                          <a:stretch>
                            <a:fillRect l="-114786" t="-826" r="-451" b="-826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077895023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0" name="Table 9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454012713"/>
                  </p:ext>
                </p:extLst>
              </p:nvPr>
            </p:nvGraphicFramePr>
            <p:xfrm>
              <a:off x="336000" y="3286258"/>
              <a:ext cx="11592000" cy="201168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472919">
                      <a:extLst>
                        <a:ext uri="{9D8B030D-6E8A-4147-A177-3AD203B41FA5}">
                          <a16:colId xmlns:a16="http://schemas.microsoft.com/office/drawing/2014/main" val="795979569"/>
                        </a:ext>
                      </a:extLst>
                    </a:gridCol>
                    <a:gridCol w="4718881">
                      <a:extLst>
                        <a:ext uri="{9D8B030D-6E8A-4147-A177-3AD203B41FA5}">
                          <a16:colId xmlns:a16="http://schemas.microsoft.com/office/drawing/2014/main" val="3942830519"/>
                        </a:ext>
                      </a:extLst>
                    </a:gridCol>
                    <a:gridCol w="5400200">
                      <a:extLst>
                        <a:ext uri="{9D8B030D-6E8A-4147-A177-3AD203B41FA5}">
                          <a16:colId xmlns:a16="http://schemas.microsoft.com/office/drawing/2014/main" val="832360843"/>
                        </a:ext>
                      </a:extLst>
                    </a:gridCol>
                  </a:tblGrid>
                  <a:tr h="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US" sz="2800" i="1" kern="1200" smtClean="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2800" kern="1200" smtClean="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ℝ</m:t>
                                    </m:r>
                                  </m:e>
                                  <m:sup>
                                    <m:r>
                                      <a:rPr lang="en-US" sz="2800" b="0" i="0" kern="1200" smtClean="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2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IN" sz="2800" kern="1200" dirty="0">
                            <a:solidFill>
                              <a:srgbClr val="002060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anchor="ctr">
                        <a:solidFill>
                          <a:srgbClr val="DBDBDB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2800" b="0" i="0" kern="1200" dirty="0">
                              <a:solidFill>
                                <a:srgbClr val="002060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Set of all ordered pairs of real numbers</a:t>
                          </a:r>
                          <a:endParaRPr lang="en-IN" sz="2800" b="0" i="0" kern="1200" dirty="0">
                            <a:solidFill>
                              <a:srgbClr val="002060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anchor="ctr">
                        <a:solidFill>
                          <a:srgbClr val="DBDBDB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l" defTabSz="914400" rtl="0" eaLnBrk="1" latinLnBrk="0" hangingPunct="1">
                            <a:lnSpc>
                              <a:spcPct val="150000"/>
                            </a:lnSpc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m:rPr>
                                    <m:sty m:val="p"/>
                                  </m:rPr>
                                  <a:rPr lang="en-US" sz="2800" b="0" i="0" kern="1200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u</m:t>
                                </m:r>
                                <m:r>
                                  <a:rPr lang="en-US" sz="2800" b="0" i="0" kern="120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=</m:t>
                                </m:r>
                                <m:d>
                                  <m:dPr>
                                    <m:ctrlPr>
                                      <a:rPr lang="en-US" sz="2800" b="0" i="1" kern="120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US" sz="2800" b="0" i="1" kern="1200">
                                            <a:solidFill>
                                              <a:srgbClr val="002060"/>
                                            </a:solidFill>
                                            <a:latin typeface="Cambria Math" panose="02040503050406030204" pitchFamily="18" charset="0"/>
                                            <a:ea typeface="+mn-ea"/>
                                            <a:cs typeface="+mn-cs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m:rPr>
                                            <m:sty m:val="p"/>
                                          </m:rPr>
                                          <a:rPr lang="en-US" sz="2800" b="0" i="0" kern="1200">
                                            <a:solidFill>
                                              <a:srgbClr val="002060"/>
                                            </a:solidFill>
                                            <a:latin typeface="Cambria Math" panose="02040503050406030204" pitchFamily="18" charset="0"/>
                                            <a:ea typeface="+mn-ea"/>
                                            <a:cs typeface="+mn-cs"/>
                                          </a:rPr>
                                          <m:t>x</m:t>
                                        </m:r>
                                      </m:e>
                                      <m:sub>
                                        <m:r>
                                          <a:rPr lang="en-US" sz="2800" b="0" i="0" kern="1200">
                                            <a:solidFill>
                                              <a:srgbClr val="002060"/>
                                            </a:solidFill>
                                            <a:latin typeface="Cambria Math" panose="02040503050406030204" pitchFamily="18" charset="0"/>
                                            <a:ea typeface="+mn-ea"/>
                                            <a:cs typeface="+mn-cs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  <m:r>
                                      <a:rPr lang="en-US" sz="2800" b="0" i="0" kern="120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,</m:t>
                                    </m:r>
                                    <m:sSub>
                                      <m:sSubPr>
                                        <m:ctrlPr>
                                          <a:rPr lang="en-US" sz="2800" b="0" i="1" kern="1200">
                                            <a:solidFill>
                                              <a:srgbClr val="002060"/>
                                            </a:solidFill>
                                            <a:latin typeface="Cambria Math" panose="02040503050406030204" pitchFamily="18" charset="0"/>
                                            <a:ea typeface="+mn-ea"/>
                                            <a:cs typeface="+mn-cs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m:rPr>
                                            <m:sty m:val="p"/>
                                          </m:rPr>
                                          <a:rPr lang="en-US" sz="2800" b="0" i="0" kern="1200">
                                            <a:solidFill>
                                              <a:srgbClr val="002060"/>
                                            </a:solidFill>
                                            <a:latin typeface="Cambria Math" panose="02040503050406030204" pitchFamily="18" charset="0"/>
                                            <a:ea typeface="+mn-ea"/>
                                            <a:cs typeface="+mn-cs"/>
                                          </a:rPr>
                                          <m:t>y</m:t>
                                        </m:r>
                                      </m:e>
                                      <m:sub>
                                        <m:r>
                                          <a:rPr lang="en-US" sz="2800" b="0" i="0" kern="1200">
                                            <a:solidFill>
                                              <a:srgbClr val="002060"/>
                                            </a:solidFill>
                                            <a:latin typeface="Cambria Math" panose="02040503050406030204" pitchFamily="18" charset="0"/>
                                            <a:ea typeface="+mn-ea"/>
                                            <a:cs typeface="+mn-cs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</m:e>
                                </m:d>
                              </m:oMath>
                            </m:oMathPara>
                          </a14:m>
                          <a:endParaRPr lang="en-IN" sz="2800" b="0" i="0" kern="1200" dirty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endParaRPr>
                        </a:p>
                        <a:p>
                          <a:pPr marL="0" indent="0" algn="l" defTabSz="914400" rtl="0" eaLnBrk="1" latinLnBrk="0" hangingPunct="1">
                            <a:lnSpc>
                              <a:spcPct val="150000"/>
                            </a:lnSpc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m:rPr>
                                    <m:sty m:val="p"/>
                                  </m:rPr>
                                  <a:rPr lang="en-US" sz="2800" b="0" i="0" smtClean="0">
                                    <a:solidFill>
                                      <a:srgbClr val="002060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Shruti"/>
                                  </a:rPr>
                                  <m:t>v</m:t>
                                </m:r>
                                <m:r>
                                  <a:rPr lang="en-US" sz="2800" b="0" i="0">
                                    <a:solidFill>
                                      <a:srgbClr val="002060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Shruti"/>
                                  </a:rPr>
                                  <m:t>=</m:t>
                                </m:r>
                                <m:d>
                                  <m:dPr>
                                    <m:ctrlPr>
                                      <a:rPr lang="en-US" sz="2800" b="0" i="1">
                                        <a:solidFill>
                                          <a:srgbClr val="00206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Shruti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US" sz="2800" b="0" i="1">
                                            <a:solidFill>
                                              <a:srgbClr val="002060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  <a:ea typeface="Calibri" panose="020F0502020204030204" pitchFamily="34" charset="0"/>
                                            <a:cs typeface="Shruti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m:rPr>
                                            <m:sty m:val="p"/>
                                          </m:rPr>
                                          <a:rPr lang="en-US" sz="2800" b="0" i="0">
                                            <a:solidFill>
                                              <a:srgbClr val="002060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  <a:ea typeface="Calibri" panose="020F0502020204030204" pitchFamily="34" charset="0"/>
                                            <a:cs typeface="Shruti"/>
                                          </a:rPr>
                                          <m:t>x</m:t>
                                        </m:r>
                                      </m:e>
                                      <m:sub>
                                        <m:r>
                                          <a:rPr lang="en-US" sz="2800" b="0" i="0">
                                            <a:solidFill>
                                              <a:srgbClr val="002060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  <a:ea typeface="Calibri" panose="020F0502020204030204" pitchFamily="34" charset="0"/>
                                            <a:cs typeface="Shruti"/>
                                          </a:rPr>
                                          <m:t>2</m:t>
                                        </m:r>
                                      </m:sub>
                                    </m:sSub>
                                    <m:r>
                                      <a:rPr lang="en-US" sz="2800" b="0" i="0">
                                        <a:solidFill>
                                          <a:srgbClr val="00206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Shruti"/>
                                      </a:rPr>
                                      <m:t>,</m:t>
                                    </m:r>
                                    <m:sSub>
                                      <m:sSubPr>
                                        <m:ctrlPr>
                                          <a:rPr lang="en-US" sz="2800" b="0" i="1">
                                            <a:solidFill>
                                              <a:srgbClr val="002060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  <a:ea typeface="Calibri" panose="020F0502020204030204" pitchFamily="34" charset="0"/>
                                            <a:cs typeface="Shruti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m:rPr>
                                            <m:sty m:val="p"/>
                                          </m:rPr>
                                          <a:rPr lang="en-US" sz="2800" b="0" i="0">
                                            <a:solidFill>
                                              <a:srgbClr val="002060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  <a:ea typeface="Calibri" panose="020F0502020204030204" pitchFamily="34" charset="0"/>
                                            <a:cs typeface="Shruti"/>
                                          </a:rPr>
                                          <m:t>y</m:t>
                                        </m:r>
                                      </m:e>
                                      <m:sub>
                                        <m:r>
                                          <a:rPr lang="en-US" sz="2800" b="0" i="0">
                                            <a:solidFill>
                                              <a:srgbClr val="002060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  <a:ea typeface="Calibri" panose="020F0502020204030204" pitchFamily="34" charset="0"/>
                                            <a:cs typeface="Shruti"/>
                                          </a:rPr>
                                          <m:t>2</m:t>
                                        </m:r>
                                      </m:sub>
                                    </m:sSub>
                                  </m:e>
                                </m:d>
                              </m:oMath>
                            </m:oMathPara>
                          </a14:m>
                          <a:endParaRPr lang="en-IN" sz="2800" b="0" i="0" kern="1200" dirty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endParaRPr>
                        </a:p>
                        <a:p>
                          <a:pPr marL="0" indent="0" algn="l" defTabSz="914400" rtl="0" eaLnBrk="1" latinLnBrk="0" hangingPunct="1">
                            <a:lnSpc>
                              <a:spcPct val="150000"/>
                            </a:lnSpc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m:rPr>
                                    <m:sty m:val="p"/>
                                  </m:rPr>
                                  <a:rPr lang="en-US" sz="2800" b="0" i="0" smtClean="0">
                                    <a:solidFill>
                                      <a:srgbClr val="002060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Shruti"/>
                                  </a:rPr>
                                  <m:t>w</m:t>
                                </m:r>
                                <m:r>
                                  <a:rPr lang="en-US" sz="2800" b="0" i="0">
                                    <a:solidFill>
                                      <a:srgbClr val="002060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Shruti"/>
                                  </a:rPr>
                                  <m:t>=</m:t>
                                </m:r>
                                <m:d>
                                  <m:dPr>
                                    <m:ctrlPr>
                                      <a:rPr lang="en-US" sz="2800" b="0" i="1">
                                        <a:solidFill>
                                          <a:srgbClr val="00206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Shruti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US" sz="2800" b="0" i="1">
                                            <a:solidFill>
                                              <a:srgbClr val="002060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  <a:ea typeface="Calibri" panose="020F0502020204030204" pitchFamily="34" charset="0"/>
                                            <a:cs typeface="Shruti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m:rPr>
                                            <m:sty m:val="p"/>
                                          </m:rPr>
                                          <a:rPr lang="en-US" sz="2800" b="0" i="0">
                                            <a:solidFill>
                                              <a:srgbClr val="002060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  <a:ea typeface="Calibri" panose="020F0502020204030204" pitchFamily="34" charset="0"/>
                                            <a:cs typeface="Shruti"/>
                                          </a:rPr>
                                          <m:t>x</m:t>
                                        </m:r>
                                      </m:e>
                                      <m:sub>
                                        <m:r>
                                          <a:rPr lang="en-US" sz="2800" b="0" i="0">
                                            <a:solidFill>
                                              <a:srgbClr val="002060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  <a:ea typeface="Calibri" panose="020F0502020204030204" pitchFamily="34" charset="0"/>
                                            <a:cs typeface="Shruti"/>
                                          </a:rPr>
                                          <m:t>3</m:t>
                                        </m:r>
                                      </m:sub>
                                    </m:sSub>
                                    <m:r>
                                      <a:rPr lang="en-US" sz="2800" b="0" i="0">
                                        <a:solidFill>
                                          <a:srgbClr val="00206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Shruti"/>
                                      </a:rPr>
                                      <m:t>,</m:t>
                                    </m:r>
                                    <m:sSub>
                                      <m:sSubPr>
                                        <m:ctrlPr>
                                          <a:rPr lang="en-US" sz="2800" b="0" i="1">
                                            <a:solidFill>
                                              <a:srgbClr val="002060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  <a:ea typeface="Calibri" panose="020F0502020204030204" pitchFamily="34" charset="0"/>
                                            <a:cs typeface="Shruti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m:rPr>
                                            <m:sty m:val="p"/>
                                          </m:rPr>
                                          <a:rPr lang="en-US" sz="2800" b="0" i="0">
                                            <a:solidFill>
                                              <a:srgbClr val="002060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  <a:ea typeface="Calibri" panose="020F0502020204030204" pitchFamily="34" charset="0"/>
                                            <a:cs typeface="Shruti"/>
                                          </a:rPr>
                                          <m:t>y</m:t>
                                        </m:r>
                                      </m:e>
                                      <m:sub>
                                        <m:r>
                                          <a:rPr lang="en-US" sz="2800" b="0" i="0">
                                            <a:solidFill>
                                              <a:srgbClr val="002060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  <a:ea typeface="Calibri" panose="020F0502020204030204" pitchFamily="34" charset="0"/>
                                            <a:cs typeface="Shruti"/>
                                          </a:rPr>
                                          <m:t>3</m:t>
                                        </m:r>
                                      </m:sub>
                                    </m:sSub>
                                  </m:e>
                                </m:d>
                              </m:oMath>
                            </m:oMathPara>
                          </a14:m>
                          <a:endParaRPr lang="en-IN" sz="2800" b="0" i="0" kern="1200" dirty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endParaRPr>
                        </a:p>
                      </a:txBody>
                      <a:tcPr anchor="ctr">
                        <a:solidFill>
                          <a:srgbClr val="DBDBDB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28091979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0" name="Table 9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454012713"/>
                  </p:ext>
                </p:extLst>
              </p:nvPr>
            </p:nvGraphicFramePr>
            <p:xfrm>
              <a:off x="336000" y="3286258"/>
              <a:ext cx="11592000" cy="201168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472919">
                      <a:extLst>
                        <a:ext uri="{9D8B030D-6E8A-4147-A177-3AD203B41FA5}">
                          <a16:colId xmlns:a16="http://schemas.microsoft.com/office/drawing/2014/main" val="795979569"/>
                        </a:ext>
                      </a:extLst>
                    </a:gridCol>
                    <a:gridCol w="4718881">
                      <a:extLst>
                        <a:ext uri="{9D8B030D-6E8A-4147-A177-3AD203B41FA5}">
                          <a16:colId xmlns:a16="http://schemas.microsoft.com/office/drawing/2014/main" val="3942830519"/>
                        </a:ext>
                      </a:extLst>
                    </a:gridCol>
                    <a:gridCol w="5400200">
                      <a:extLst>
                        <a:ext uri="{9D8B030D-6E8A-4147-A177-3AD203B41FA5}">
                          <a16:colId xmlns:a16="http://schemas.microsoft.com/office/drawing/2014/main" val="832360843"/>
                        </a:ext>
                      </a:extLst>
                    </a:gridCol>
                  </a:tblGrid>
                  <a:tr h="201168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5"/>
                          <a:stretch>
                            <a:fillRect l="-413" t="-302" r="-687603" b="-120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2800" b="0" i="0" kern="1200" dirty="0">
                              <a:solidFill>
                                <a:srgbClr val="002060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Set of all ordered pairs of real numbers</a:t>
                          </a:r>
                          <a:endParaRPr lang="en-IN" sz="2800" b="0" i="0" kern="1200" dirty="0">
                            <a:solidFill>
                              <a:srgbClr val="002060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anchor="ctr">
                        <a:solidFill>
                          <a:srgbClr val="DBDBDB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5"/>
                          <a:stretch>
                            <a:fillRect l="-114786" t="-302" r="-451" b="-120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280919794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1156710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C8A814-E960-4A9A-9533-046AA2FCC7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Symbol, Name and Elements of Different Sets</a:t>
            </a:r>
            <a:endParaRPr lang="en-IN" dirty="0"/>
          </a:p>
        </p:txBody>
      </p:sp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92274839"/>
              </p:ext>
            </p:extLst>
          </p:nvPr>
        </p:nvGraphicFramePr>
        <p:xfrm>
          <a:off x="336000" y="942823"/>
          <a:ext cx="11592000" cy="72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72919">
                  <a:extLst>
                    <a:ext uri="{9D8B030D-6E8A-4147-A177-3AD203B41FA5}">
                      <a16:colId xmlns:a16="http://schemas.microsoft.com/office/drawing/2014/main" val="795979569"/>
                    </a:ext>
                  </a:extLst>
                </a:gridCol>
                <a:gridCol w="4718881">
                  <a:extLst>
                    <a:ext uri="{9D8B030D-6E8A-4147-A177-3AD203B41FA5}">
                      <a16:colId xmlns:a16="http://schemas.microsoft.com/office/drawing/2014/main" val="3942830519"/>
                    </a:ext>
                  </a:extLst>
                </a:gridCol>
                <a:gridCol w="5400200">
                  <a:extLst>
                    <a:ext uri="{9D8B030D-6E8A-4147-A177-3AD203B41FA5}">
                      <a16:colId xmlns:a16="http://schemas.microsoft.com/office/drawing/2014/main" val="832360843"/>
                    </a:ext>
                  </a:extLst>
                </a:gridCol>
              </a:tblGrid>
              <a:tr h="72000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2800" kern="1200" dirty="0"/>
                        <a:t>Symbol</a:t>
                      </a:r>
                      <a:endParaRPr lang="en-IN" sz="2800" b="1" kern="1200" dirty="0">
                        <a:solidFill>
                          <a:srgbClr val="FF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2800" kern="1200" dirty="0"/>
                        <a:t>Name</a:t>
                      </a:r>
                      <a:endParaRPr lang="en-IN" sz="2800" b="1" kern="1200" dirty="0">
                        <a:solidFill>
                          <a:srgbClr val="FF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kern="1200" dirty="0"/>
                        <a:t>Elements of the Set</a:t>
                      </a:r>
                      <a:endParaRPr lang="en-IN" sz="2800" b="1" kern="1200" dirty="0">
                        <a:solidFill>
                          <a:srgbClr val="FF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6359764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7" name="Table 6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658309993"/>
                  </p:ext>
                </p:extLst>
              </p:nvPr>
            </p:nvGraphicFramePr>
            <p:xfrm>
              <a:off x="338637" y="1716288"/>
              <a:ext cx="11592000" cy="201168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472919">
                      <a:extLst>
                        <a:ext uri="{9D8B030D-6E8A-4147-A177-3AD203B41FA5}">
                          <a16:colId xmlns:a16="http://schemas.microsoft.com/office/drawing/2014/main" val="795979569"/>
                        </a:ext>
                      </a:extLst>
                    </a:gridCol>
                    <a:gridCol w="4718881">
                      <a:extLst>
                        <a:ext uri="{9D8B030D-6E8A-4147-A177-3AD203B41FA5}">
                          <a16:colId xmlns:a16="http://schemas.microsoft.com/office/drawing/2014/main" val="3942830519"/>
                        </a:ext>
                      </a:extLst>
                    </a:gridCol>
                    <a:gridCol w="5400200">
                      <a:extLst>
                        <a:ext uri="{9D8B030D-6E8A-4147-A177-3AD203B41FA5}">
                          <a16:colId xmlns:a16="http://schemas.microsoft.com/office/drawing/2014/main" val="832360843"/>
                        </a:ext>
                      </a:extLst>
                    </a:gridCol>
                  </a:tblGrid>
                  <a:tr h="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US" sz="2800" b="0" i="1" kern="1200" smtClean="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2800" b="0" i="0" kern="1200" smtClean="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ℝ</m:t>
                                    </m:r>
                                  </m:e>
                                  <m:sup>
                                    <m:r>
                                      <a:rPr lang="en-US" sz="2800" b="0" i="0" kern="1200" smtClean="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3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IN" sz="2800" b="0" i="0" kern="1200" dirty="0">
                            <a:solidFill>
                              <a:srgbClr val="002060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anchor="ctr">
                        <a:solidFill>
                          <a:srgbClr val="DBDBDB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latinLnBrk="0" hangingPunct="1"/>
                          <a:r>
                            <a:rPr lang="en-US" sz="2800" b="0" i="0" kern="1200" dirty="0">
                              <a:solidFill>
                                <a:srgbClr val="002060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Set of all ordered triples of real numbers</a:t>
                          </a:r>
                          <a:endParaRPr lang="en-IN" sz="2800" b="0" i="0" kern="1200" dirty="0">
                            <a:solidFill>
                              <a:srgbClr val="002060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anchor="ctr">
                        <a:solidFill>
                          <a:srgbClr val="DBDBDB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l" defTabSz="914400" rtl="0" eaLnBrk="1" latinLnBrk="0" hangingPunct="1">
                            <a:lnSpc>
                              <a:spcPct val="150000"/>
                            </a:lnSpc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m:rPr>
                                    <m:sty m:val="p"/>
                                  </m:rPr>
                                  <a:rPr lang="en-US" sz="2800" b="0" i="0" kern="1200" smtClean="0">
                                    <a:solidFill>
                                      <a:srgbClr val="002060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u</m:t>
                                </m:r>
                                <m:r>
                                  <a:rPr lang="en-US" sz="2800" b="0" i="0" kern="1200">
                                    <a:solidFill>
                                      <a:srgbClr val="002060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=</m:t>
                                </m:r>
                                <m:d>
                                  <m:dPr>
                                    <m:ctrlPr>
                                      <a:rPr lang="en-US" sz="2800" b="0" i="1" kern="1200">
                                        <a:solidFill>
                                          <a:srgbClr val="00206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US" sz="2800" b="0" i="1" kern="1200">
                                            <a:solidFill>
                                              <a:srgbClr val="002060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  <a:ea typeface="+mn-ea"/>
                                            <a:cs typeface="+mn-cs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m:rPr>
                                            <m:sty m:val="p"/>
                                          </m:rPr>
                                          <a:rPr lang="en-US" sz="2800" b="0" i="0" kern="1200">
                                            <a:solidFill>
                                              <a:srgbClr val="002060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  <a:ea typeface="+mn-ea"/>
                                            <a:cs typeface="+mn-cs"/>
                                          </a:rPr>
                                          <m:t>x</m:t>
                                        </m:r>
                                      </m:e>
                                      <m:sub>
                                        <m:r>
                                          <a:rPr lang="en-US" sz="2800" b="0" i="0" kern="1200">
                                            <a:solidFill>
                                              <a:srgbClr val="002060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  <a:ea typeface="+mn-ea"/>
                                            <a:cs typeface="+mn-cs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  <m:r>
                                      <a:rPr lang="en-US" sz="2800" b="0" i="0" kern="1200">
                                        <a:solidFill>
                                          <a:srgbClr val="00206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,</m:t>
                                    </m:r>
                                    <m:sSub>
                                      <m:sSubPr>
                                        <m:ctrlPr>
                                          <a:rPr lang="en-US" sz="2800" b="0" i="1" kern="1200" smtClean="0">
                                            <a:solidFill>
                                              <a:srgbClr val="002060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  <a:ea typeface="+mn-ea"/>
                                            <a:cs typeface="+mn-cs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m:rPr>
                                            <m:sty m:val="p"/>
                                          </m:rPr>
                                          <a:rPr lang="en-US" sz="2800" b="0" i="0" kern="1200" smtClean="0">
                                            <a:solidFill>
                                              <a:srgbClr val="002060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  <a:ea typeface="+mn-ea"/>
                                            <a:cs typeface="+mn-cs"/>
                                          </a:rPr>
                                          <m:t>y</m:t>
                                        </m:r>
                                      </m:e>
                                      <m:sub>
                                        <m:r>
                                          <a:rPr lang="en-US" sz="2800" b="0" i="0" kern="1200" smtClean="0">
                                            <a:solidFill>
                                              <a:srgbClr val="002060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  <a:ea typeface="+mn-ea"/>
                                            <a:cs typeface="+mn-cs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  <m:r>
                                      <a:rPr lang="en-US" sz="2800" b="0" i="0" kern="1200">
                                        <a:solidFill>
                                          <a:srgbClr val="00206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,</m:t>
                                    </m:r>
                                    <m:sSub>
                                      <m:sSubPr>
                                        <m:ctrlPr>
                                          <a:rPr lang="en-US" sz="2800" b="0" i="1" kern="1200" smtClean="0">
                                            <a:solidFill>
                                              <a:srgbClr val="002060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  <a:ea typeface="+mn-ea"/>
                                            <a:cs typeface="+mn-cs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m:rPr>
                                            <m:sty m:val="p"/>
                                          </m:rPr>
                                          <a:rPr lang="en-US" sz="2800" b="0" i="0" kern="1200" smtClean="0">
                                            <a:solidFill>
                                              <a:srgbClr val="002060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  <a:ea typeface="+mn-ea"/>
                                            <a:cs typeface="+mn-cs"/>
                                          </a:rPr>
                                          <m:t>z</m:t>
                                        </m:r>
                                      </m:e>
                                      <m:sub>
                                        <m:r>
                                          <a:rPr lang="en-US" sz="2800" b="0" i="0" kern="1200" smtClean="0">
                                            <a:solidFill>
                                              <a:srgbClr val="002060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  <a:ea typeface="+mn-ea"/>
                                            <a:cs typeface="+mn-cs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</m:e>
                                </m:d>
                              </m:oMath>
                            </m:oMathPara>
                          </a14:m>
                          <a:endParaRPr lang="en-IN" sz="2800" b="0" i="0" kern="1200" dirty="0">
                            <a:solidFill>
                              <a:srgbClr val="002060"/>
                            </a:solidFill>
                            <a:effectLst/>
                            <a:latin typeface="Cambria Math" panose="02040503050406030204" pitchFamily="18" charset="0"/>
                            <a:ea typeface="+mn-ea"/>
                            <a:cs typeface="+mn-cs"/>
                          </a:endParaRPr>
                        </a:p>
                        <a:p>
                          <a:pPr marL="0" indent="0" algn="l" defTabSz="914400" rtl="0" eaLnBrk="1" latinLnBrk="0" hangingPunct="1">
                            <a:lnSpc>
                              <a:spcPct val="150000"/>
                            </a:lnSpc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m:rPr>
                                    <m:sty m:val="p"/>
                                  </m:rPr>
                                  <a:rPr lang="en-US" sz="2800" b="0" i="0" kern="1200" smtClean="0">
                                    <a:solidFill>
                                      <a:srgbClr val="002060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v</m:t>
                                </m:r>
                                <m:r>
                                  <a:rPr lang="en-US" sz="2800" b="0" i="0" kern="1200">
                                    <a:solidFill>
                                      <a:srgbClr val="002060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=</m:t>
                                </m:r>
                                <m:d>
                                  <m:dPr>
                                    <m:ctrlPr>
                                      <a:rPr lang="en-US" sz="2800" b="0" i="1" kern="1200">
                                        <a:solidFill>
                                          <a:srgbClr val="00206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US" sz="2800" b="0" i="1" kern="1200">
                                            <a:solidFill>
                                              <a:srgbClr val="002060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  <a:ea typeface="+mn-ea"/>
                                            <a:cs typeface="+mn-cs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m:rPr>
                                            <m:sty m:val="p"/>
                                          </m:rPr>
                                          <a:rPr lang="en-US" sz="2800" b="0" i="0" kern="1200">
                                            <a:solidFill>
                                              <a:srgbClr val="002060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  <a:ea typeface="+mn-ea"/>
                                            <a:cs typeface="+mn-cs"/>
                                          </a:rPr>
                                          <m:t>x</m:t>
                                        </m:r>
                                      </m:e>
                                      <m:sub>
                                        <m:r>
                                          <a:rPr lang="en-US" sz="2800" b="0" i="0" kern="1200" smtClean="0">
                                            <a:solidFill>
                                              <a:srgbClr val="002060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  <a:ea typeface="+mn-ea"/>
                                            <a:cs typeface="+mn-cs"/>
                                          </a:rPr>
                                          <m:t>2</m:t>
                                        </m:r>
                                      </m:sub>
                                    </m:sSub>
                                    <m:r>
                                      <a:rPr lang="en-US" sz="2800" b="0" i="0" kern="1200">
                                        <a:solidFill>
                                          <a:srgbClr val="00206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,</m:t>
                                    </m:r>
                                    <m:sSub>
                                      <m:sSubPr>
                                        <m:ctrlPr>
                                          <a:rPr lang="en-US" sz="2800" b="0" i="1" kern="1200" smtClean="0">
                                            <a:solidFill>
                                              <a:srgbClr val="002060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  <a:ea typeface="+mn-ea"/>
                                            <a:cs typeface="+mn-cs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m:rPr>
                                            <m:sty m:val="p"/>
                                          </m:rPr>
                                          <a:rPr lang="en-US" sz="2800" b="0" i="0" kern="1200" smtClean="0">
                                            <a:solidFill>
                                              <a:srgbClr val="002060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  <a:ea typeface="+mn-ea"/>
                                            <a:cs typeface="+mn-cs"/>
                                          </a:rPr>
                                          <m:t>y</m:t>
                                        </m:r>
                                      </m:e>
                                      <m:sub>
                                        <m:r>
                                          <a:rPr lang="en-US" sz="2800" b="0" i="0" kern="1200" smtClean="0">
                                            <a:solidFill>
                                              <a:srgbClr val="002060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  <a:ea typeface="+mn-ea"/>
                                            <a:cs typeface="+mn-cs"/>
                                          </a:rPr>
                                          <m:t>2</m:t>
                                        </m:r>
                                      </m:sub>
                                    </m:sSub>
                                    <m:r>
                                      <a:rPr lang="en-US" sz="2800" b="0" i="0" kern="1200">
                                        <a:solidFill>
                                          <a:srgbClr val="00206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,</m:t>
                                    </m:r>
                                    <m:sSub>
                                      <m:sSubPr>
                                        <m:ctrlPr>
                                          <a:rPr lang="en-US" sz="2800" b="0" i="1" kern="1200" smtClean="0">
                                            <a:solidFill>
                                              <a:srgbClr val="002060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  <a:ea typeface="+mn-ea"/>
                                            <a:cs typeface="+mn-cs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m:rPr>
                                            <m:sty m:val="p"/>
                                          </m:rPr>
                                          <a:rPr lang="en-US" sz="2800" b="0" i="0" kern="1200" smtClean="0">
                                            <a:solidFill>
                                              <a:srgbClr val="002060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  <a:ea typeface="+mn-ea"/>
                                            <a:cs typeface="+mn-cs"/>
                                          </a:rPr>
                                          <m:t>z</m:t>
                                        </m:r>
                                      </m:e>
                                      <m:sub>
                                        <m:r>
                                          <a:rPr lang="en-US" sz="2800" b="0" i="0" kern="1200" smtClean="0">
                                            <a:solidFill>
                                              <a:srgbClr val="002060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  <a:ea typeface="+mn-ea"/>
                                            <a:cs typeface="+mn-cs"/>
                                          </a:rPr>
                                          <m:t>2</m:t>
                                        </m:r>
                                      </m:sub>
                                    </m:sSub>
                                  </m:e>
                                </m:d>
                              </m:oMath>
                            </m:oMathPara>
                          </a14:m>
                          <a:endParaRPr lang="en-IN" sz="2800" b="0" i="0" kern="1200" dirty="0">
                            <a:solidFill>
                              <a:srgbClr val="002060"/>
                            </a:solidFill>
                            <a:effectLst/>
                            <a:latin typeface="Cambria Math" panose="02040503050406030204" pitchFamily="18" charset="0"/>
                            <a:ea typeface="+mn-ea"/>
                            <a:cs typeface="+mn-cs"/>
                          </a:endParaRPr>
                        </a:p>
                        <a:p>
                          <a:pPr marL="0" indent="0" algn="l" defTabSz="914400" rtl="0" eaLnBrk="1" latinLnBrk="0" hangingPunct="1">
                            <a:lnSpc>
                              <a:spcPct val="150000"/>
                            </a:lnSpc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m:rPr>
                                    <m:sty m:val="p"/>
                                  </m:rPr>
                                  <a:rPr lang="en-US" sz="2800" b="0" i="0" kern="1200" smtClean="0">
                                    <a:solidFill>
                                      <a:srgbClr val="002060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w</m:t>
                                </m:r>
                                <m:r>
                                  <a:rPr lang="en-US" sz="2800" b="0" i="0" kern="1200">
                                    <a:solidFill>
                                      <a:srgbClr val="002060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=</m:t>
                                </m:r>
                                <m:d>
                                  <m:dPr>
                                    <m:ctrlPr>
                                      <a:rPr lang="en-US" sz="2800" b="0" i="1" kern="1200">
                                        <a:solidFill>
                                          <a:srgbClr val="00206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US" sz="2800" b="0" i="1" kern="1200">
                                            <a:solidFill>
                                              <a:srgbClr val="002060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  <a:ea typeface="+mn-ea"/>
                                            <a:cs typeface="+mn-cs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m:rPr>
                                            <m:sty m:val="p"/>
                                          </m:rPr>
                                          <a:rPr lang="en-US" sz="2800" b="0" i="0" kern="1200">
                                            <a:solidFill>
                                              <a:srgbClr val="002060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  <a:ea typeface="+mn-ea"/>
                                            <a:cs typeface="+mn-cs"/>
                                          </a:rPr>
                                          <m:t>x</m:t>
                                        </m:r>
                                      </m:e>
                                      <m:sub>
                                        <m:r>
                                          <a:rPr lang="en-US" sz="2800" b="0" i="0" kern="1200" smtClean="0">
                                            <a:solidFill>
                                              <a:srgbClr val="002060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  <a:ea typeface="+mn-ea"/>
                                            <a:cs typeface="+mn-cs"/>
                                          </a:rPr>
                                          <m:t>3</m:t>
                                        </m:r>
                                      </m:sub>
                                    </m:sSub>
                                    <m:r>
                                      <a:rPr lang="en-US" sz="2800" b="0" i="0" kern="1200">
                                        <a:solidFill>
                                          <a:srgbClr val="00206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,</m:t>
                                    </m:r>
                                    <m:sSub>
                                      <m:sSubPr>
                                        <m:ctrlPr>
                                          <a:rPr lang="en-US" sz="2800" b="0" i="1" kern="1200" smtClean="0">
                                            <a:solidFill>
                                              <a:srgbClr val="002060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  <a:ea typeface="+mn-ea"/>
                                            <a:cs typeface="+mn-cs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m:rPr>
                                            <m:sty m:val="p"/>
                                          </m:rPr>
                                          <a:rPr lang="en-US" sz="2800" b="0" i="0" kern="1200" smtClean="0">
                                            <a:solidFill>
                                              <a:srgbClr val="002060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  <a:ea typeface="+mn-ea"/>
                                            <a:cs typeface="+mn-cs"/>
                                          </a:rPr>
                                          <m:t>y</m:t>
                                        </m:r>
                                      </m:e>
                                      <m:sub>
                                        <m:r>
                                          <a:rPr lang="en-US" sz="2800" b="0" i="0" kern="1200" smtClean="0">
                                            <a:solidFill>
                                              <a:srgbClr val="002060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  <a:ea typeface="+mn-ea"/>
                                            <a:cs typeface="+mn-cs"/>
                                          </a:rPr>
                                          <m:t>3</m:t>
                                        </m:r>
                                      </m:sub>
                                    </m:sSub>
                                    <m:r>
                                      <a:rPr lang="en-US" sz="2800" b="0" i="0" kern="1200">
                                        <a:solidFill>
                                          <a:srgbClr val="00206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,</m:t>
                                    </m:r>
                                    <m:sSub>
                                      <m:sSubPr>
                                        <m:ctrlPr>
                                          <a:rPr lang="en-US" sz="2800" b="0" i="1" kern="1200" smtClean="0">
                                            <a:solidFill>
                                              <a:srgbClr val="002060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  <a:ea typeface="+mn-ea"/>
                                            <a:cs typeface="+mn-cs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m:rPr>
                                            <m:sty m:val="p"/>
                                          </m:rPr>
                                          <a:rPr lang="en-US" sz="2800" b="0" i="0" kern="1200" smtClean="0">
                                            <a:solidFill>
                                              <a:srgbClr val="002060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  <a:ea typeface="+mn-ea"/>
                                            <a:cs typeface="+mn-cs"/>
                                          </a:rPr>
                                          <m:t>z</m:t>
                                        </m:r>
                                      </m:e>
                                      <m:sub>
                                        <m:r>
                                          <a:rPr lang="en-US" sz="2800" b="0" i="0" kern="1200" smtClean="0">
                                            <a:solidFill>
                                              <a:srgbClr val="002060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  <a:ea typeface="+mn-ea"/>
                                            <a:cs typeface="+mn-cs"/>
                                          </a:rPr>
                                          <m:t>3</m:t>
                                        </m:r>
                                      </m:sub>
                                    </m:sSub>
                                  </m:e>
                                </m:d>
                              </m:oMath>
                            </m:oMathPara>
                          </a14:m>
                          <a:endParaRPr lang="en-IN" sz="2800" b="0" i="0" kern="1200" dirty="0">
                            <a:solidFill>
                              <a:srgbClr val="002060"/>
                            </a:solidFill>
                            <a:effectLst/>
                            <a:latin typeface="Cambria Math" panose="02040503050406030204" pitchFamily="18" charset="0"/>
                            <a:ea typeface="+mn-ea"/>
                            <a:cs typeface="+mn-cs"/>
                          </a:endParaRPr>
                        </a:p>
                      </a:txBody>
                      <a:tcPr anchor="ctr">
                        <a:solidFill>
                          <a:srgbClr val="DBDBDB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05813789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7" name="Table 6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658309993"/>
                  </p:ext>
                </p:extLst>
              </p:nvPr>
            </p:nvGraphicFramePr>
            <p:xfrm>
              <a:off x="338637" y="1716288"/>
              <a:ext cx="11592000" cy="201168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472919">
                      <a:extLst>
                        <a:ext uri="{9D8B030D-6E8A-4147-A177-3AD203B41FA5}">
                          <a16:colId xmlns:a16="http://schemas.microsoft.com/office/drawing/2014/main" val="795979569"/>
                        </a:ext>
                      </a:extLst>
                    </a:gridCol>
                    <a:gridCol w="4718881">
                      <a:extLst>
                        <a:ext uri="{9D8B030D-6E8A-4147-A177-3AD203B41FA5}">
                          <a16:colId xmlns:a16="http://schemas.microsoft.com/office/drawing/2014/main" val="3942830519"/>
                        </a:ext>
                      </a:extLst>
                    </a:gridCol>
                    <a:gridCol w="5400200">
                      <a:extLst>
                        <a:ext uri="{9D8B030D-6E8A-4147-A177-3AD203B41FA5}">
                          <a16:colId xmlns:a16="http://schemas.microsoft.com/office/drawing/2014/main" val="832360843"/>
                        </a:ext>
                      </a:extLst>
                    </a:gridCol>
                  </a:tblGrid>
                  <a:tr h="201168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413" t="-302" r="-688017" b="-120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latinLnBrk="0" hangingPunct="1"/>
                          <a:r>
                            <a:rPr lang="en-US" sz="2800" b="0" i="0" kern="1200" dirty="0">
                              <a:solidFill>
                                <a:srgbClr val="002060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Set of all ordered triples of real numbers</a:t>
                          </a:r>
                          <a:endParaRPr lang="en-IN" sz="2800" b="0" i="0" kern="1200" dirty="0">
                            <a:solidFill>
                              <a:srgbClr val="002060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anchor="ctr">
                        <a:solidFill>
                          <a:srgbClr val="DBDBDB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114656" t="-302" r="-451" b="-120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05813789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9" name="Table 8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80422193"/>
                  </p:ext>
                </p:extLst>
              </p:nvPr>
            </p:nvGraphicFramePr>
            <p:xfrm>
              <a:off x="336000" y="3781433"/>
              <a:ext cx="11592000" cy="201168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472919">
                      <a:extLst>
                        <a:ext uri="{9D8B030D-6E8A-4147-A177-3AD203B41FA5}">
                          <a16:colId xmlns:a16="http://schemas.microsoft.com/office/drawing/2014/main" val="795979569"/>
                        </a:ext>
                      </a:extLst>
                    </a:gridCol>
                    <a:gridCol w="4718881">
                      <a:extLst>
                        <a:ext uri="{9D8B030D-6E8A-4147-A177-3AD203B41FA5}">
                          <a16:colId xmlns:a16="http://schemas.microsoft.com/office/drawing/2014/main" val="3942830519"/>
                        </a:ext>
                      </a:extLst>
                    </a:gridCol>
                    <a:gridCol w="5400200">
                      <a:extLst>
                        <a:ext uri="{9D8B030D-6E8A-4147-A177-3AD203B41FA5}">
                          <a16:colId xmlns:a16="http://schemas.microsoft.com/office/drawing/2014/main" val="832360843"/>
                        </a:ext>
                      </a:extLst>
                    </a:gridCol>
                  </a:tblGrid>
                  <a:tr h="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US" sz="2800" b="0" i="1" kern="1200" smtClean="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2800" b="0" i="0" kern="1200" smtClean="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ℝ</m:t>
                                    </m:r>
                                  </m:e>
                                  <m:sup>
                                    <m:r>
                                      <m:rPr>
                                        <m:sty m:val="p"/>
                                      </m:rPr>
                                      <a:rPr lang="en-US" sz="2800" b="0" i="0" kern="1200" smtClean="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n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IN" sz="2800" b="0" i="0" kern="1200" dirty="0">
                            <a:solidFill>
                              <a:srgbClr val="002060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anchor="ctr">
                        <a:solidFill>
                          <a:srgbClr val="EEEEEE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latinLnBrk="0" hangingPunct="1"/>
                          <a:r>
                            <a:rPr lang="en-US" sz="2800" b="0" i="0" kern="1200" dirty="0">
                              <a:solidFill>
                                <a:srgbClr val="002060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Set of all ordered </a:t>
                          </a:r>
                          <a14:m>
                            <m:oMath xmlns:m="http://schemas.openxmlformats.org/officeDocument/2006/math">
                              <m:r>
                                <m:rPr>
                                  <m:sty m:val="p"/>
                                </m:rPr>
                                <a:rPr lang="en-US" sz="2800" b="0" i="0" kern="1200" dirty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n</m:t>
                              </m:r>
                            </m:oMath>
                          </a14:m>
                          <a:r>
                            <a:rPr lang="en-US" sz="2800" b="0" i="0" kern="1200" dirty="0">
                              <a:solidFill>
                                <a:srgbClr val="002060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 -</a:t>
                          </a:r>
                          <a:r>
                            <a:rPr lang="en-US" sz="2800" b="0" i="0" kern="1200" baseline="0" dirty="0">
                              <a:solidFill>
                                <a:srgbClr val="002060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 </a:t>
                          </a:r>
                          <a:r>
                            <a:rPr lang="en-US" sz="2800" b="0" i="0" kern="1200" dirty="0">
                              <a:solidFill>
                                <a:srgbClr val="002060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tuples of real numbers</a:t>
                          </a:r>
                          <a:endParaRPr lang="en-IN" sz="2800" b="0" i="0" kern="1200" dirty="0">
                            <a:solidFill>
                              <a:srgbClr val="002060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anchor="ctr">
                        <a:solidFill>
                          <a:srgbClr val="EEEEEE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l" defTabSz="914400" rtl="0" eaLnBrk="1" latinLnBrk="0" hangingPunct="1">
                            <a:lnSpc>
                              <a:spcPct val="150000"/>
                            </a:lnSpc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m:rPr>
                                    <m:sty m:val="p"/>
                                  </m:rPr>
                                  <a:rPr lang="en-US" sz="2800" b="0" i="0" kern="1200" smtClean="0">
                                    <a:solidFill>
                                      <a:srgbClr val="002060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u</m:t>
                                </m:r>
                                <m:r>
                                  <a:rPr lang="en-US" sz="2800" b="0" i="0" kern="1200">
                                    <a:solidFill>
                                      <a:srgbClr val="002060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=</m:t>
                                </m:r>
                                <m:d>
                                  <m:dPr>
                                    <m:ctrlPr>
                                      <a:rPr lang="en-US" sz="2800" b="0" i="1" kern="1200">
                                        <a:solidFill>
                                          <a:srgbClr val="00206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US" sz="2800" b="0" i="1" kern="1200">
                                            <a:solidFill>
                                              <a:srgbClr val="002060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  <a:ea typeface="+mn-ea"/>
                                            <a:cs typeface="+mn-cs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m:rPr>
                                            <m:sty m:val="p"/>
                                          </m:rPr>
                                          <a:rPr lang="en-US" sz="2800" b="0" i="0" kern="1200">
                                            <a:solidFill>
                                              <a:srgbClr val="002060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  <a:ea typeface="+mn-ea"/>
                                            <a:cs typeface="+mn-cs"/>
                                          </a:rPr>
                                          <m:t>x</m:t>
                                        </m:r>
                                      </m:e>
                                      <m:sub>
                                        <m:r>
                                          <a:rPr lang="en-US" sz="2800" b="0" i="0" kern="1200">
                                            <a:solidFill>
                                              <a:srgbClr val="002060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  <a:ea typeface="+mn-ea"/>
                                            <a:cs typeface="+mn-cs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  <m:r>
                                      <a:rPr lang="en-US" sz="2800" b="0" i="0" kern="1200">
                                        <a:solidFill>
                                          <a:srgbClr val="00206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,</m:t>
                                    </m:r>
                                    <m:sSub>
                                      <m:sSubPr>
                                        <m:ctrlPr>
                                          <a:rPr lang="en-US" sz="2800" b="0" i="1" kern="1200">
                                            <a:solidFill>
                                              <a:srgbClr val="002060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  <a:ea typeface="+mn-ea"/>
                                            <a:cs typeface="+mn-cs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m:rPr>
                                            <m:sty m:val="p"/>
                                          </m:rPr>
                                          <a:rPr lang="en-US" sz="2800" b="0" i="0" kern="1200">
                                            <a:solidFill>
                                              <a:srgbClr val="002060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  <a:ea typeface="+mn-ea"/>
                                            <a:cs typeface="+mn-cs"/>
                                          </a:rPr>
                                          <m:t>x</m:t>
                                        </m:r>
                                      </m:e>
                                      <m:sub>
                                        <m:r>
                                          <a:rPr lang="en-US" sz="2800" b="0" i="0" kern="1200">
                                            <a:solidFill>
                                              <a:srgbClr val="002060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  <a:ea typeface="+mn-ea"/>
                                            <a:cs typeface="+mn-cs"/>
                                          </a:rPr>
                                          <m:t>2</m:t>
                                        </m:r>
                                      </m:sub>
                                    </m:sSub>
                                    <m:r>
                                      <a:rPr lang="en-US" sz="2800" b="0" i="0" kern="1200">
                                        <a:solidFill>
                                          <a:srgbClr val="00206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,</m:t>
                                    </m:r>
                                    <m:sSub>
                                      <m:sSubPr>
                                        <m:ctrlPr>
                                          <a:rPr lang="en-US" sz="2800" b="0" i="1" kern="1200">
                                            <a:solidFill>
                                              <a:srgbClr val="002060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  <a:ea typeface="+mn-ea"/>
                                            <a:cs typeface="+mn-cs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m:rPr>
                                            <m:sty m:val="p"/>
                                          </m:rPr>
                                          <a:rPr lang="en-US" sz="2800" b="0" i="0" kern="1200">
                                            <a:solidFill>
                                              <a:srgbClr val="002060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  <a:ea typeface="+mn-ea"/>
                                            <a:cs typeface="+mn-cs"/>
                                          </a:rPr>
                                          <m:t>x</m:t>
                                        </m:r>
                                      </m:e>
                                      <m:sub>
                                        <m:r>
                                          <a:rPr lang="en-US" sz="2800" b="0" i="0" kern="1200">
                                            <a:solidFill>
                                              <a:srgbClr val="002060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  <a:ea typeface="+mn-ea"/>
                                            <a:cs typeface="+mn-cs"/>
                                          </a:rPr>
                                          <m:t>3</m:t>
                                        </m:r>
                                      </m:sub>
                                    </m:sSub>
                                    <m:r>
                                      <a:rPr lang="en-US" sz="2800" b="0" i="0" kern="1200">
                                        <a:solidFill>
                                          <a:srgbClr val="00206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,…,</m:t>
                                    </m:r>
                                    <m:sSub>
                                      <m:sSubPr>
                                        <m:ctrlPr>
                                          <a:rPr lang="en-US" sz="2800" b="0" i="1" kern="1200">
                                            <a:solidFill>
                                              <a:srgbClr val="002060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  <a:ea typeface="+mn-ea"/>
                                            <a:cs typeface="+mn-cs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m:rPr>
                                            <m:sty m:val="p"/>
                                          </m:rPr>
                                          <a:rPr lang="en-US" sz="2800" b="0" i="0" kern="1200">
                                            <a:solidFill>
                                              <a:srgbClr val="002060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  <a:ea typeface="+mn-ea"/>
                                            <a:cs typeface="+mn-cs"/>
                                          </a:rPr>
                                          <m:t>x</m:t>
                                        </m:r>
                                      </m:e>
                                      <m:sub>
                                        <m:r>
                                          <m:rPr>
                                            <m:sty m:val="p"/>
                                          </m:rPr>
                                          <a:rPr lang="en-US" sz="2800" b="0" i="0" kern="1200">
                                            <a:solidFill>
                                              <a:srgbClr val="002060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  <a:ea typeface="+mn-ea"/>
                                            <a:cs typeface="+mn-cs"/>
                                          </a:rPr>
                                          <m:t>n</m:t>
                                        </m:r>
                                      </m:sub>
                                    </m:sSub>
                                  </m:e>
                                </m:d>
                              </m:oMath>
                            </m:oMathPara>
                          </a14:m>
                          <a:endParaRPr lang="en-IN" sz="2800" b="0" i="0" kern="1200" dirty="0">
                            <a:solidFill>
                              <a:srgbClr val="002060"/>
                            </a:solidFill>
                            <a:effectLst/>
                            <a:latin typeface="Cambria Math" panose="02040503050406030204" pitchFamily="18" charset="0"/>
                            <a:ea typeface="+mn-ea"/>
                            <a:cs typeface="+mn-cs"/>
                          </a:endParaRPr>
                        </a:p>
                        <a:p>
                          <a:pPr marL="0" indent="0" algn="l" defTabSz="914400" rtl="0" eaLnBrk="1" latinLnBrk="0" hangingPunct="1">
                            <a:lnSpc>
                              <a:spcPct val="150000"/>
                            </a:lnSpc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m:rPr>
                                    <m:sty m:val="p"/>
                                  </m:rPr>
                                  <a:rPr lang="en-US" sz="2800" b="0" i="0" kern="1200" smtClean="0">
                                    <a:solidFill>
                                      <a:srgbClr val="002060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v</m:t>
                                </m:r>
                                <m:r>
                                  <a:rPr lang="en-US" sz="2800" b="0" i="0" kern="1200">
                                    <a:solidFill>
                                      <a:srgbClr val="002060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=</m:t>
                                </m:r>
                                <m:d>
                                  <m:dPr>
                                    <m:ctrlPr>
                                      <a:rPr lang="en-US" sz="2800" b="0" i="1" kern="1200">
                                        <a:solidFill>
                                          <a:srgbClr val="00206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US" sz="2800" b="0" i="1" kern="1200">
                                            <a:solidFill>
                                              <a:srgbClr val="002060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  <a:ea typeface="+mn-ea"/>
                                            <a:cs typeface="+mn-cs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m:rPr>
                                            <m:sty m:val="p"/>
                                          </m:rPr>
                                          <a:rPr lang="en-US" sz="2800" b="0" i="0" kern="1200">
                                            <a:solidFill>
                                              <a:srgbClr val="002060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  <a:ea typeface="+mn-ea"/>
                                            <a:cs typeface="+mn-cs"/>
                                          </a:rPr>
                                          <m:t>y</m:t>
                                        </m:r>
                                      </m:e>
                                      <m:sub>
                                        <m:r>
                                          <a:rPr lang="en-US" sz="2800" b="0" i="0" kern="1200">
                                            <a:solidFill>
                                              <a:srgbClr val="002060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  <a:ea typeface="+mn-ea"/>
                                            <a:cs typeface="+mn-cs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  <m:r>
                                      <a:rPr lang="en-US" sz="2800" b="0" i="0" kern="1200">
                                        <a:solidFill>
                                          <a:srgbClr val="00206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,</m:t>
                                    </m:r>
                                    <m:sSub>
                                      <m:sSubPr>
                                        <m:ctrlPr>
                                          <a:rPr lang="en-US" sz="2800" b="0" i="1" kern="1200">
                                            <a:solidFill>
                                              <a:srgbClr val="002060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  <a:ea typeface="+mn-ea"/>
                                            <a:cs typeface="+mn-cs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m:rPr>
                                            <m:sty m:val="p"/>
                                          </m:rPr>
                                          <a:rPr lang="en-US" sz="2800" b="0" i="0" kern="1200">
                                            <a:solidFill>
                                              <a:srgbClr val="002060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  <a:ea typeface="+mn-ea"/>
                                            <a:cs typeface="+mn-cs"/>
                                          </a:rPr>
                                          <m:t>y</m:t>
                                        </m:r>
                                      </m:e>
                                      <m:sub>
                                        <m:r>
                                          <a:rPr lang="en-US" sz="2800" b="0" i="0" kern="1200">
                                            <a:solidFill>
                                              <a:srgbClr val="002060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  <a:ea typeface="+mn-ea"/>
                                            <a:cs typeface="+mn-cs"/>
                                          </a:rPr>
                                          <m:t>2</m:t>
                                        </m:r>
                                      </m:sub>
                                    </m:sSub>
                                    <m:r>
                                      <a:rPr lang="en-US" sz="2800" b="0" i="0" kern="1200">
                                        <a:solidFill>
                                          <a:srgbClr val="00206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,</m:t>
                                    </m:r>
                                    <m:sSub>
                                      <m:sSubPr>
                                        <m:ctrlPr>
                                          <a:rPr lang="en-US" sz="2800" b="0" i="1" kern="1200">
                                            <a:solidFill>
                                              <a:srgbClr val="002060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  <a:ea typeface="+mn-ea"/>
                                            <a:cs typeface="+mn-cs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m:rPr>
                                            <m:sty m:val="p"/>
                                          </m:rPr>
                                          <a:rPr lang="en-US" sz="2800" b="0" i="0" kern="1200">
                                            <a:solidFill>
                                              <a:srgbClr val="002060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  <a:ea typeface="+mn-ea"/>
                                            <a:cs typeface="+mn-cs"/>
                                          </a:rPr>
                                          <m:t>y</m:t>
                                        </m:r>
                                      </m:e>
                                      <m:sub>
                                        <m:r>
                                          <a:rPr lang="en-US" sz="2800" b="0" i="0" kern="1200">
                                            <a:solidFill>
                                              <a:srgbClr val="002060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  <a:ea typeface="+mn-ea"/>
                                            <a:cs typeface="+mn-cs"/>
                                          </a:rPr>
                                          <m:t>3</m:t>
                                        </m:r>
                                      </m:sub>
                                    </m:sSub>
                                    <m:r>
                                      <a:rPr lang="en-US" sz="2800" b="0" i="0" kern="1200">
                                        <a:solidFill>
                                          <a:srgbClr val="00206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,…,</m:t>
                                    </m:r>
                                    <m:sSub>
                                      <m:sSubPr>
                                        <m:ctrlPr>
                                          <a:rPr lang="en-US" sz="2800" b="0" i="1" kern="1200">
                                            <a:solidFill>
                                              <a:srgbClr val="002060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  <a:ea typeface="+mn-ea"/>
                                            <a:cs typeface="+mn-cs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m:rPr>
                                            <m:sty m:val="p"/>
                                          </m:rPr>
                                          <a:rPr lang="en-US" sz="2800" b="0" i="0" kern="1200">
                                            <a:solidFill>
                                              <a:srgbClr val="002060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  <a:ea typeface="+mn-ea"/>
                                            <a:cs typeface="+mn-cs"/>
                                          </a:rPr>
                                          <m:t>y</m:t>
                                        </m:r>
                                      </m:e>
                                      <m:sub>
                                        <m:r>
                                          <m:rPr>
                                            <m:sty m:val="p"/>
                                          </m:rPr>
                                          <a:rPr lang="en-US" sz="2800" b="0" i="0" kern="1200">
                                            <a:solidFill>
                                              <a:srgbClr val="002060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  <a:ea typeface="+mn-ea"/>
                                            <a:cs typeface="+mn-cs"/>
                                          </a:rPr>
                                          <m:t>n</m:t>
                                        </m:r>
                                      </m:sub>
                                    </m:sSub>
                                  </m:e>
                                </m:d>
                              </m:oMath>
                            </m:oMathPara>
                          </a14:m>
                          <a:endParaRPr lang="en-IN" sz="2800" b="0" i="0" kern="1200" dirty="0">
                            <a:solidFill>
                              <a:srgbClr val="002060"/>
                            </a:solidFill>
                            <a:effectLst/>
                            <a:latin typeface="Cambria Math" panose="02040503050406030204" pitchFamily="18" charset="0"/>
                            <a:ea typeface="+mn-ea"/>
                            <a:cs typeface="+mn-cs"/>
                          </a:endParaRPr>
                        </a:p>
                        <a:p>
                          <a:pPr marL="0" indent="0" algn="l" defTabSz="914400" rtl="0" eaLnBrk="1" latinLnBrk="0" hangingPunct="1">
                            <a:lnSpc>
                              <a:spcPct val="150000"/>
                            </a:lnSpc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m:rPr>
                                    <m:sty m:val="p"/>
                                  </m:rPr>
                                  <a:rPr lang="en-US" sz="2800" b="0" i="0" kern="1200" smtClean="0">
                                    <a:solidFill>
                                      <a:srgbClr val="002060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w</m:t>
                                </m:r>
                                <m:r>
                                  <a:rPr lang="en-US" sz="2800" b="0" i="0" kern="1200">
                                    <a:solidFill>
                                      <a:srgbClr val="002060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=</m:t>
                                </m:r>
                                <m:d>
                                  <m:dPr>
                                    <m:ctrlPr>
                                      <a:rPr lang="en-US" sz="2800" b="0" i="1" kern="1200">
                                        <a:solidFill>
                                          <a:srgbClr val="00206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US" sz="2800" b="0" i="1" kern="1200">
                                            <a:solidFill>
                                              <a:srgbClr val="002060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  <a:ea typeface="+mn-ea"/>
                                            <a:cs typeface="+mn-cs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m:rPr>
                                            <m:sty m:val="p"/>
                                          </m:rPr>
                                          <a:rPr lang="en-US" sz="2800" b="0" i="0" kern="1200">
                                            <a:solidFill>
                                              <a:srgbClr val="002060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  <a:ea typeface="+mn-ea"/>
                                            <a:cs typeface="+mn-cs"/>
                                          </a:rPr>
                                          <m:t>z</m:t>
                                        </m:r>
                                      </m:e>
                                      <m:sub>
                                        <m:r>
                                          <a:rPr lang="en-US" sz="2800" b="0" i="0" kern="1200">
                                            <a:solidFill>
                                              <a:srgbClr val="002060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  <a:ea typeface="+mn-ea"/>
                                            <a:cs typeface="+mn-cs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  <m:r>
                                      <a:rPr lang="en-US" sz="2800" b="0" i="0" kern="1200">
                                        <a:solidFill>
                                          <a:srgbClr val="00206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,</m:t>
                                    </m:r>
                                    <m:sSub>
                                      <m:sSubPr>
                                        <m:ctrlPr>
                                          <a:rPr lang="en-US" sz="2800" b="0" i="1" kern="1200">
                                            <a:solidFill>
                                              <a:srgbClr val="002060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  <a:ea typeface="+mn-ea"/>
                                            <a:cs typeface="+mn-cs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m:rPr>
                                            <m:sty m:val="p"/>
                                          </m:rPr>
                                          <a:rPr lang="en-US" sz="2800" b="0" i="0" kern="1200">
                                            <a:solidFill>
                                              <a:srgbClr val="002060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  <a:ea typeface="+mn-ea"/>
                                            <a:cs typeface="+mn-cs"/>
                                          </a:rPr>
                                          <m:t>z</m:t>
                                        </m:r>
                                      </m:e>
                                      <m:sub>
                                        <m:r>
                                          <a:rPr lang="en-US" sz="2800" b="0" i="0" kern="1200">
                                            <a:solidFill>
                                              <a:srgbClr val="002060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  <a:ea typeface="+mn-ea"/>
                                            <a:cs typeface="+mn-cs"/>
                                          </a:rPr>
                                          <m:t>2</m:t>
                                        </m:r>
                                      </m:sub>
                                    </m:sSub>
                                    <m:r>
                                      <a:rPr lang="en-US" sz="2800" b="0" i="0" kern="1200">
                                        <a:solidFill>
                                          <a:srgbClr val="00206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,</m:t>
                                    </m:r>
                                    <m:sSub>
                                      <m:sSubPr>
                                        <m:ctrlPr>
                                          <a:rPr lang="en-US" sz="2800" b="0" i="1" kern="1200">
                                            <a:solidFill>
                                              <a:srgbClr val="002060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  <a:ea typeface="+mn-ea"/>
                                            <a:cs typeface="+mn-cs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m:rPr>
                                            <m:sty m:val="p"/>
                                          </m:rPr>
                                          <a:rPr lang="en-US" sz="2800" b="0" i="0" kern="1200">
                                            <a:solidFill>
                                              <a:srgbClr val="002060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  <a:ea typeface="+mn-ea"/>
                                            <a:cs typeface="+mn-cs"/>
                                          </a:rPr>
                                          <m:t>z</m:t>
                                        </m:r>
                                      </m:e>
                                      <m:sub>
                                        <m:r>
                                          <a:rPr lang="en-US" sz="2800" b="0" i="0" kern="1200">
                                            <a:solidFill>
                                              <a:srgbClr val="002060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  <a:ea typeface="+mn-ea"/>
                                            <a:cs typeface="+mn-cs"/>
                                          </a:rPr>
                                          <m:t>3</m:t>
                                        </m:r>
                                      </m:sub>
                                    </m:sSub>
                                    <m:r>
                                      <a:rPr lang="en-US" sz="2800" b="0" i="0" kern="1200">
                                        <a:solidFill>
                                          <a:srgbClr val="00206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,…,</m:t>
                                    </m:r>
                                    <m:sSub>
                                      <m:sSubPr>
                                        <m:ctrlPr>
                                          <a:rPr lang="en-US" sz="2800" b="0" i="1" kern="1200">
                                            <a:solidFill>
                                              <a:srgbClr val="002060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  <a:ea typeface="+mn-ea"/>
                                            <a:cs typeface="+mn-cs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m:rPr>
                                            <m:sty m:val="p"/>
                                          </m:rPr>
                                          <a:rPr lang="en-US" sz="2800" b="0" i="0" kern="1200">
                                            <a:solidFill>
                                              <a:srgbClr val="002060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  <a:ea typeface="+mn-ea"/>
                                            <a:cs typeface="+mn-cs"/>
                                          </a:rPr>
                                          <m:t>z</m:t>
                                        </m:r>
                                      </m:e>
                                      <m:sub>
                                        <m:r>
                                          <m:rPr>
                                            <m:sty m:val="p"/>
                                          </m:rPr>
                                          <a:rPr lang="en-US" sz="2800" b="0" i="0" kern="1200">
                                            <a:solidFill>
                                              <a:srgbClr val="002060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  <a:ea typeface="+mn-ea"/>
                                            <a:cs typeface="+mn-cs"/>
                                          </a:rPr>
                                          <m:t>n</m:t>
                                        </m:r>
                                      </m:sub>
                                    </m:sSub>
                                  </m:e>
                                </m:d>
                              </m:oMath>
                            </m:oMathPara>
                          </a14:m>
                          <a:endParaRPr lang="en-IN" sz="2800" b="0" i="0" kern="1200" dirty="0">
                            <a:solidFill>
                              <a:srgbClr val="002060"/>
                            </a:solidFill>
                            <a:effectLst/>
                            <a:latin typeface="Cambria Math" panose="02040503050406030204" pitchFamily="18" charset="0"/>
                            <a:ea typeface="+mn-ea"/>
                            <a:cs typeface="+mn-cs"/>
                          </a:endParaRPr>
                        </a:p>
                      </a:txBody>
                      <a:tcPr anchor="ctr">
                        <a:solidFill>
                          <a:srgbClr val="EEEEEE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077895023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9" name="Table 8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80422193"/>
                  </p:ext>
                </p:extLst>
              </p:nvPr>
            </p:nvGraphicFramePr>
            <p:xfrm>
              <a:off x="336000" y="3781433"/>
              <a:ext cx="11592000" cy="201168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472919">
                      <a:extLst>
                        <a:ext uri="{9D8B030D-6E8A-4147-A177-3AD203B41FA5}">
                          <a16:colId xmlns:a16="http://schemas.microsoft.com/office/drawing/2014/main" val="795979569"/>
                        </a:ext>
                      </a:extLst>
                    </a:gridCol>
                    <a:gridCol w="4718881">
                      <a:extLst>
                        <a:ext uri="{9D8B030D-6E8A-4147-A177-3AD203B41FA5}">
                          <a16:colId xmlns:a16="http://schemas.microsoft.com/office/drawing/2014/main" val="3942830519"/>
                        </a:ext>
                      </a:extLst>
                    </a:gridCol>
                    <a:gridCol w="5400200">
                      <a:extLst>
                        <a:ext uri="{9D8B030D-6E8A-4147-A177-3AD203B41FA5}">
                          <a16:colId xmlns:a16="http://schemas.microsoft.com/office/drawing/2014/main" val="832360843"/>
                        </a:ext>
                      </a:extLst>
                    </a:gridCol>
                  </a:tblGrid>
                  <a:tr h="201168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4"/>
                          <a:stretch>
                            <a:fillRect l="-413" t="-302" r="-687603" b="-120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4"/>
                          <a:stretch>
                            <a:fillRect l="-31395" t="-302" r="-114987" b="-120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4"/>
                          <a:stretch>
                            <a:fillRect l="-114786" t="-302" r="-451" b="-120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077895023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6931302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C8A814-E960-4A9A-9533-046AA2FCC7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Symbol, Name and Elements of Different Sets</a:t>
            </a:r>
            <a:endParaRPr lang="en-IN" dirty="0"/>
          </a:p>
        </p:txBody>
      </p:sp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25534395"/>
              </p:ext>
            </p:extLst>
          </p:nvPr>
        </p:nvGraphicFramePr>
        <p:xfrm>
          <a:off x="187144" y="771202"/>
          <a:ext cx="11592000" cy="72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72919">
                  <a:extLst>
                    <a:ext uri="{9D8B030D-6E8A-4147-A177-3AD203B41FA5}">
                      <a16:colId xmlns:a16="http://schemas.microsoft.com/office/drawing/2014/main" val="795979569"/>
                    </a:ext>
                  </a:extLst>
                </a:gridCol>
                <a:gridCol w="4718881">
                  <a:extLst>
                    <a:ext uri="{9D8B030D-6E8A-4147-A177-3AD203B41FA5}">
                      <a16:colId xmlns:a16="http://schemas.microsoft.com/office/drawing/2014/main" val="3942830519"/>
                    </a:ext>
                  </a:extLst>
                </a:gridCol>
                <a:gridCol w="5400200">
                  <a:extLst>
                    <a:ext uri="{9D8B030D-6E8A-4147-A177-3AD203B41FA5}">
                      <a16:colId xmlns:a16="http://schemas.microsoft.com/office/drawing/2014/main" val="832360843"/>
                    </a:ext>
                  </a:extLst>
                </a:gridCol>
              </a:tblGrid>
              <a:tr h="72000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2800" kern="1200" dirty="0"/>
                        <a:t>Symbol</a:t>
                      </a:r>
                      <a:endParaRPr lang="en-IN" sz="2800" b="1" kern="1200" dirty="0">
                        <a:solidFill>
                          <a:srgbClr val="FF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2800" kern="1200" dirty="0"/>
                        <a:t>Symbol</a:t>
                      </a:r>
                      <a:endParaRPr lang="en-IN" sz="2800" b="1" kern="1200" dirty="0">
                        <a:solidFill>
                          <a:srgbClr val="FF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kern="1200" dirty="0"/>
                        <a:t>Elements of the Set</a:t>
                      </a:r>
                      <a:endParaRPr lang="en-IN" sz="2800" b="1" kern="1200" dirty="0">
                        <a:solidFill>
                          <a:srgbClr val="FF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6359764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7" name="Table 6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20104330"/>
                  </p:ext>
                </p:extLst>
              </p:nvPr>
            </p:nvGraphicFramePr>
            <p:xfrm>
              <a:off x="189781" y="1544667"/>
              <a:ext cx="11592000" cy="2173669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472919">
                      <a:extLst>
                        <a:ext uri="{9D8B030D-6E8A-4147-A177-3AD203B41FA5}">
                          <a16:colId xmlns:a16="http://schemas.microsoft.com/office/drawing/2014/main" val="795979569"/>
                        </a:ext>
                      </a:extLst>
                    </a:gridCol>
                    <a:gridCol w="4718881">
                      <a:extLst>
                        <a:ext uri="{9D8B030D-6E8A-4147-A177-3AD203B41FA5}">
                          <a16:colId xmlns:a16="http://schemas.microsoft.com/office/drawing/2014/main" val="3942830519"/>
                        </a:ext>
                      </a:extLst>
                    </a:gridCol>
                    <a:gridCol w="5400200">
                      <a:extLst>
                        <a:ext uri="{9D8B030D-6E8A-4147-A177-3AD203B41FA5}">
                          <a16:colId xmlns:a16="http://schemas.microsoft.com/office/drawing/2014/main" val="832360843"/>
                        </a:ext>
                      </a:extLst>
                    </a:gridCol>
                  </a:tblGrid>
                  <a:tr h="0">
                    <a:tc>
                      <a:txBody>
                        <a:bodyPr/>
                        <a:lstStyle/>
                        <a:p>
                          <a:pPr marL="87313" indent="0" algn="ctr"/>
                          <a14:m>
                            <m:oMathPara xmlns:m="http://schemas.openxmlformats.org/officeDocument/2006/math">
                              <m:oMathParaPr>
                                <m:jc m:val="center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800" b="0" i="1" kern="120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800" b="0" kern="120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𝕄</m:t>
                                    </m:r>
                                  </m:e>
                                  <m:sub>
                                    <m:r>
                                      <a:rPr lang="en-US" sz="2800" b="0" kern="120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2</m:t>
                                    </m:r>
                                  </m:sub>
                                </m:sSub>
                                <m:d>
                                  <m:dPr>
                                    <m:ctrlPr>
                                      <a:rPr lang="en-US" sz="2800" b="0" i="1" kern="120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2800" b="0" kern="120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ℝ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en-IN" sz="2800" b="0" kern="1200" dirty="0">
                            <a:solidFill>
                              <a:srgbClr val="002060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anchor="ctr">
                        <a:solidFill>
                          <a:srgbClr val="DBDBDB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b="0" kern="1200" dirty="0">
                              <a:solidFill>
                                <a:srgbClr val="002060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Set of all </a:t>
                          </a:r>
                          <a14:m>
                            <m:oMath xmlns:m="http://schemas.openxmlformats.org/officeDocument/2006/math">
                              <m:r>
                                <a:rPr lang="en-US" sz="2800" b="0" i="1" kern="1200" dirty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2×2</m:t>
                              </m:r>
                            </m:oMath>
                          </a14:m>
                          <a:r>
                            <a:rPr lang="en-US" sz="2800" b="0" kern="1200" dirty="0">
                              <a:solidFill>
                                <a:srgbClr val="002060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 matrices </a:t>
                          </a:r>
                        </a:p>
                        <a:p>
                          <a:pPr algn="ctr"/>
                          <a:r>
                            <a:rPr lang="en-US" sz="2800" b="0" kern="1200" dirty="0">
                              <a:solidFill>
                                <a:srgbClr val="002060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over  </a:t>
                          </a:r>
                          <a14:m>
                            <m:oMath xmlns:m="http://schemas.openxmlformats.org/officeDocument/2006/math">
                              <m:r>
                                <a:rPr lang="en-US" sz="2800" b="0" kern="12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ℝ</m:t>
                              </m:r>
                            </m:oMath>
                          </a14:m>
                          <a:endParaRPr lang="en-IN" sz="2800" b="0" kern="1200" dirty="0">
                            <a:solidFill>
                              <a:srgbClr val="002060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anchor="ctr">
                        <a:solidFill>
                          <a:srgbClr val="DBDBDB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algn="l" defTabSz="914400" rtl="0" eaLnBrk="1" latinLnBrk="0" hangingPunct="1">
                            <a:lnSpc>
                              <a:spcPct val="150000"/>
                            </a:lnSpc>
                          </a:pPr>
                          <a14:m>
                            <m:oMath xmlns:m="http://schemas.openxmlformats.org/officeDocument/2006/math">
                              <m:r>
                                <m:rPr>
                                  <m:sty m:val="p"/>
                                </m:rPr>
                                <a:rPr lang="en-US" sz="2400" b="0" kern="1200" smtClean="0">
                                  <a:solidFill>
                                    <a:srgbClr val="00206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Shruti"/>
                                </a:rPr>
                                <m:t>A</m:t>
                              </m:r>
                              <m:r>
                                <a:rPr lang="en-US" sz="2400" b="0" kern="1200" smtClean="0">
                                  <a:solidFill>
                                    <a:srgbClr val="00206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Shruti"/>
                                </a:rPr>
                                <m:t>=</m:t>
                              </m:r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IN" sz="2400" b="0" i="1" kern="1200">
                                      <a:solidFill>
                                        <a:srgbClr val="00206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Shruti"/>
                                    </a:rPr>
                                  </m:ctrlPr>
                                </m:dPr>
                                <m:e>
                                  <m:m>
                                    <m:mPr>
                                      <m:mcs>
                                        <m:mc>
                                          <m:mcPr>
                                            <m:count m:val="2"/>
                                            <m:mcJc m:val="center"/>
                                          </m:mcPr>
                                        </m:mc>
                                      </m:mcs>
                                      <m:ctrlPr>
                                        <a:rPr lang="en-IN" sz="2400" b="0" i="1" kern="1200">
                                          <a:solidFill>
                                            <a:srgbClr val="002060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  <a:ea typeface="Calibri" panose="020F0502020204030204" pitchFamily="34" charset="0"/>
                                          <a:cs typeface="Shruti"/>
                                        </a:rPr>
                                      </m:ctrlPr>
                                    </m:mPr>
                                    <m:mr>
                                      <m:e>
                                        <m:sSub>
                                          <m:sSubPr>
                                            <m:ctrlPr>
                                              <a:rPr lang="en-US" sz="2400" b="0" i="1" kern="1200">
                                                <a:solidFill>
                                                  <a:srgbClr val="002060"/>
                                                </a:solidFill>
                                                <a:effectLst/>
                                                <a:latin typeface="Cambria Math" panose="02040503050406030204" pitchFamily="18" charset="0"/>
                                                <a:ea typeface="Calibri" panose="020F0502020204030204" pitchFamily="34" charset="0"/>
                                                <a:cs typeface="Shruti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m:rPr>
                                                <m:sty m:val="p"/>
                                              </m:rPr>
                                              <a:rPr lang="en-US" sz="2400" b="0" kern="1200">
                                                <a:solidFill>
                                                  <a:srgbClr val="002060"/>
                                                </a:solidFill>
                                                <a:effectLst/>
                                                <a:latin typeface="Cambria Math" panose="02040503050406030204" pitchFamily="18" charset="0"/>
                                                <a:ea typeface="Calibri" panose="020F0502020204030204" pitchFamily="34" charset="0"/>
                                                <a:cs typeface="Shruti"/>
                                              </a:rPr>
                                              <m:t>a</m:t>
                                            </m:r>
                                          </m:e>
                                          <m:sub>
                                            <m:r>
                                              <a:rPr lang="en-US" sz="2400" b="0" kern="1200">
                                                <a:solidFill>
                                                  <a:srgbClr val="002060"/>
                                                </a:solidFill>
                                                <a:effectLst/>
                                                <a:latin typeface="Cambria Math" panose="02040503050406030204" pitchFamily="18" charset="0"/>
                                                <a:ea typeface="Calibri" panose="020F0502020204030204" pitchFamily="34" charset="0"/>
                                                <a:cs typeface="Shruti"/>
                                              </a:rPr>
                                              <m:t>1</m:t>
                                            </m:r>
                                          </m:sub>
                                        </m:sSub>
                                      </m:e>
                                      <m:e>
                                        <m:sSub>
                                          <m:sSubPr>
                                            <m:ctrlPr>
                                              <a:rPr lang="en-US" sz="2400" b="0" i="1" kern="1200">
                                                <a:solidFill>
                                                  <a:srgbClr val="002060"/>
                                                </a:solidFill>
                                                <a:effectLst/>
                                                <a:latin typeface="Cambria Math" panose="02040503050406030204" pitchFamily="18" charset="0"/>
                                                <a:ea typeface="Calibri" panose="020F0502020204030204" pitchFamily="34" charset="0"/>
                                                <a:cs typeface="Shruti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m:rPr>
                                                <m:sty m:val="p"/>
                                              </m:rPr>
                                              <a:rPr lang="en-US" sz="2400" b="0" kern="1200">
                                                <a:solidFill>
                                                  <a:srgbClr val="002060"/>
                                                </a:solidFill>
                                                <a:effectLst/>
                                                <a:latin typeface="Cambria Math" panose="02040503050406030204" pitchFamily="18" charset="0"/>
                                                <a:ea typeface="Calibri" panose="020F0502020204030204" pitchFamily="34" charset="0"/>
                                                <a:cs typeface="Shruti"/>
                                              </a:rPr>
                                              <m:t>b</m:t>
                                            </m:r>
                                          </m:e>
                                          <m:sub>
                                            <m:r>
                                              <a:rPr lang="en-US" sz="2400" b="0" kern="1200">
                                                <a:solidFill>
                                                  <a:srgbClr val="002060"/>
                                                </a:solidFill>
                                                <a:effectLst/>
                                                <a:latin typeface="Cambria Math" panose="02040503050406030204" pitchFamily="18" charset="0"/>
                                                <a:ea typeface="Calibri" panose="020F0502020204030204" pitchFamily="34" charset="0"/>
                                                <a:cs typeface="Shruti"/>
                                              </a:rPr>
                                              <m:t>1</m:t>
                                            </m:r>
                                          </m:sub>
                                        </m:sSub>
                                      </m:e>
                                    </m:mr>
                                    <m:mr>
                                      <m:e>
                                        <m:sSub>
                                          <m:sSubPr>
                                            <m:ctrlPr>
                                              <a:rPr lang="en-US" sz="2400" b="0" i="1" kern="1200">
                                                <a:solidFill>
                                                  <a:srgbClr val="002060"/>
                                                </a:solidFill>
                                                <a:effectLst/>
                                                <a:latin typeface="Cambria Math" panose="02040503050406030204" pitchFamily="18" charset="0"/>
                                                <a:ea typeface="Calibri" panose="020F0502020204030204" pitchFamily="34" charset="0"/>
                                                <a:cs typeface="Shruti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m:rPr>
                                                <m:sty m:val="p"/>
                                              </m:rPr>
                                              <a:rPr lang="en-US" sz="2400" b="0" kern="1200">
                                                <a:solidFill>
                                                  <a:srgbClr val="002060"/>
                                                </a:solidFill>
                                                <a:effectLst/>
                                                <a:latin typeface="Cambria Math" panose="02040503050406030204" pitchFamily="18" charset="0"/>
                                                <a:ea typeface="Calibri" panose="020F0502020204030204" pitchFamily="34" charset="0"/>
                                                <a:cs typeface="Shruti"/>
                                              </a:rPr>
                                              <m:t>c</m:t>
                                            </m:r>
                                          </m:e>
                                          <m:sub>
                                            <m:r>
                                              <a:rPr lang="en-US" sz="2400" b="0" kern="1200">
                                                <a:solidFill>
                                                  <a:srgbClr val="002060"/>
                                                </a:solidFill>
                                                <a:effectLst/>
                                                <a:latin typeface="Cambria Math" panose="02040503050406030204" pitchFamily="18" charset="0"/>
                                                <a:ea typeface="Calibri" panose="020F0502020204030204" pitchFamily="34" charset="0"/>
                                                <a:cs typeface="Shruti"/>
                                              </a:rPr>
                                              <m:t>1</m:t>
                                            </m:r>
                                          </m:sub>
                                        </m:sSub>
                                      </m:e>
                                      <m:e>
                                        <m:sSub>
                                          <m:sSubPr>
                                            <m:ctrlPr>
                                              <a:rPr lang="en-US" sz="2400" b="0" i="1" kern="1200">
                                                <a:solidFill>
                                                  <a:srgbClr val="002060"/>
                                                </a:solidFill>
                                                <a:effectLst/>
                                                <a:latin typeface="Cambria Math" panose="02040503050406030204" pitchFamily="18" charset="0"/>
                                                <a:ea typeface="Calibri" panose="020F0502020204030204" pitchFamily="34" charset="0"/>
                                                <a:cs typeface="Shruti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m:rPr>
                                                <m:sty m:val="p"/>
                                              </m:rPr>
                                              <a:rPr lang="en-US" sz="2400" b="0" kern="1200">
                                                <a:solidFill>
                                                  <a:srgbClr val="002060"/>
                                                </a:solidFill>
                                                <a:effectLst/>
                                                <a:latin typeface="Cambria Math" panose="02040503050406030204" pitchFamily="18" charset="0"/>
                                                <a:ea typeface="Calibri" panose="020F0502020204030204" pitchFamily="34" charset="0"/>
                                                <a:cs typeface="Shruti"/>
                                              </a:rPr>
                                              <m:t>d</m:t>
                                            </m:r>
                                          </m:e>
                                          <m:sub>
                                            <m:r>
                                              <a:rPr lang="en-US" sz="2400" b="0" kern="1200">
                                                <a:solidFill>
                                                  <a:srgbClr val="002060"/>
                                                </a:solidFill>
                                                <a:effectLst/>
                                                <a:latin typeface="Cambria Math" panose="02040503050406030204" pitchFamily="18" charset="0"/>
                                                <a:ea typeface="Calibri" panose="020F0502020204030204" pitchFamily="34" charset="0"/>
                                                <a:cs typeface="Shruti"/>
                                              </a:rPr>
                                              <m:t>1</m:t>
                                            </m:r>
                                          </m:sub>
                                        </m:sSub>
                                      </m:e>
                                    </m:mr>
                                  </m:m>
                                </m:e>
                              </m:d>
                              <m:r>
                                <a:rPr lang="en-US" sz="2400" b="0" kern="1200" smtClean="0">
                                  <a:solidFill>
                                    <a:srgbClr val="00206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Shruti"/>
                                </a:rPr>
                                <m:t>,</m:t>
                              </m:r>
                              <m:r>
                                <m:rPr>
                                  <m:sty m:val="p"/>
                                </m:rPr>
                                <a:rPr lang="en-US" sz="2400" b="0" kern="1200" smtClean="0">
                                  <a:solidFill>
                                    <a:srgbClr val="00206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Shruti"/>
                                </a:rPr>
                                <m:t>B</m:t>
                              </m:r>
                              <m:r>
                                <a:rPr lang="en-US" sz="2400" b="0" kern="1200" smtClean="0">
                                  <a:solidFill>
                                    <a:srgbClr val="00206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Shruti"/>
                                </a:rPr>
                                <m:t>=</m:t>
                              </m:r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IN" sz="2400" b="0" i="1" kern="1200">
                                      <a:solidFill>
                                        <a:srgbClr val="00206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Shruti"/>
                                    </a:rPr>
                                  </m:ctrlPr>
                                </m:dPr>
                                <m:e>
                                  <m:m>
                                    <m:mPr>
                                      <m:mcs>
                                        <m:mc>
                                          <m:mcPr>
                                            <m:count m:val="2"/>
                                            <m:mcJc m:val="center"/>
                                          </m:mcPr>
                                        </m:mc>
                                      </m:mcs>
                                      <m:ctrlPr>
                                        <a:rPr lang="en-IN" sz="2400" b="0" i="1" kern="1200">
                                          <a:solidFill>
                                            <a:srgbClr val="002060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  <a:ea typeface="Calibri" panose="020F0502020204030204" pitchFamily="34" charset="0"/>
                                          <a:cs typeface="Shruti"/>
                                        </a:rPr>
                                      </m:ctrlPr>
                                    </m:mPr>
                                    <m:mr>
                                      <m:e>
                                        <m:sSub>
                                          <m:sSubPr>
                                            <m:ctrlPr>
                                              <a:rPr lang="en-US" sz="2400" b="0" i="1" kern="1200">
                                                <a:solidFill>
                                                  <a:srgbClr val="002060"/>
                                                </a:solidFill>
                                                <a:effectLst/>
                                                <a:latin typeface="Cambria Math" panose="02040503050406030204" pitchFamily="18" charset="0"/>
                                                <a:ea typeface="Calibri" panose="020F0502020204030204" pitchFamily="34" charset="0"/>
                                                <a:cs typeface="Shruti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m:rPr>
                                                <m:sty m:val="p"/>
                                              </m:rPr>
                                              <a:rPr lang="en-US" sz="2400" b="0" kern="1200">
                                                <a:solidFill>
                                                  <a:srgbClr val="002060"/>
                                                </a:solidFill>
                                                <a:effectLst/>
                                                <a:latin typeface="Cambria Math" panose="02040503050406030204" pitchFamily="18" charset="0"/>
                                                <a:ea typeface="Calibri" panose="020F0502020204030204" pitchFamily="34" charset="0"/>
                                                <a:cs typeface="Shruti"/>
                                              </a:rPr>
                                              <m:t>a</m:t>
                                            </m:r>
                                          </m:e>
                                          <m:sub>
                                            <m:r>
                                              <a:rPr lang="en-US" sz="2400" b="0" kern="1200">
                                                <a:solidFill>
                                                  <a:srgbClr val="002060"/>
                                                </a:solidFill>
                                                <a:effectLst/>
                                                <a:latin typeface="Cambria Math" panose="02040503050406030204" pitchFamily="18" charset="0"/>
                                                <a:ea typeface="Calibri" panose="020F0502020204030204" pitchFamily="34" charset="0"/>
                                                <a:cs typeface="Shruti"/>
                                              </a:rPr>
                                              <m:t>2</m:t>
                                            </m:r>
                                          </m:sub>
                                        </m:sSub>
                                      </m:e>
                                      <m:e>
                                        <m:sSub>
                                          <m:sSubPr>
                                            <m:ctrlPr>
                                              <a:rPr lang="en-US" sz="2400" b="0" i="1" kern="1200">
                                                <a:solidFill>
                                                  <a:srgbClr val="002060"/>
                                                </a:solidFill>
                                                <a:effectLst/>
                                                <a:latin typeface="Cambria Math" panose="02040503050406030204" pitchFamily="18" charset="0"/>
                                                <a:ea typeface="Calibri" panose="020F0502020204030204" pitchFamily="34" charset="0"/>
                                                <a:cs typeface="Shruti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m:rPr>
                                                <m:sty m:val="p"/>
                                              </m:rPr>
                                              <a:rPr lang="en-US" sz="2400" b="0" kern="1200">
                                                <a:solidFill>
                                                  <a:srgbClr val="002060"/>
                                                </a:solidFill>
                                                <a:effectLst/>
                                                <a:latin typeface="Cambria Math" panose="02040503050406030204" pitchFamily="18" charset="0"/>
                                                <a:ea typeface="Calibri" panose="020F0502020204030204" pitchFamily="34" charset="0"/>
                                                <a:cs typeface="Shruti"/>
                                              </a:rPr>
                                              <m:t>b</m:t>
                                            </m:r>
                                          </m:e>
                                          <m:sub>
                                            <m:r>
                                              <a:rPr lang="en-US" sz="2400" b="0" kern="1200">
                                                <a:solidFill>
                                                  <a:srgbClr val="002060"/>
                                                </a:solidFill>
                                                <a:effectLst/>
                                                <a:latin typeface="Cambria Math" panose="02040503050406030204" pitchFamily="18" charset="0"/>
                                                <a:ea typeface="Calibri" panose="020F0502020204030204" pitchFamily="34" charset="0"/>
                                                <a:cs typeface="Shruti"/>
                                              </a:rPr>
                                              <m:t>2</m:t>
                                            </m:r>
                                          </m:sub>
                                        </m:sSub>
                                      </m:e>
                                    </m:mr>
                                    <m:mr>
                                      <m:e>
                                        <m:sSub>
                                          <m:sSubPr>
                                            <m:ctrlPr>
                                              <a:rPr lang="en-US" sz="2400" b="0" i="1" kern="1200">
                                                <a:solidFill>
                                                  <a:srgbClr val="002060"/>
                                                </a:solidFill>
                                                <a:effectLst/>
                                                <a:latin typeface="Cambria Math" panose="02040503050406030204" pitchFamily="18" charset="0"/>
                                                <a:ea typeface="Calibri" panose="020F0502020204030204" pitchFamily="34" charset="0"/>
                                                <a:cs typeface="Shruti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m:rPr>
                                                <m:sty m:val="p"/>
                                              </m:rPr>
                                              <a:rPr lang="en-US" sz="2400" b="0" kern="1200">
                                                <a:solidFill>
                                                  <a:srgbClr val="002060"/>
                                                </a:solidFill>
                                                <a:effectLst/>
                                                <a:latin typeface="Cambria Math" panose="02040503050406030204" pitchFamily="18" charset="0"/>
                                                <a:ea typeface="Calibri" panose="020F0502020204030204" pitchFamily="34" charset="0"/>
                                                <a:cs typeface="Shruti"/>
                                              </a:rPr>
                                              <m:t>c</m:t>
                                            </m:r>
                                          </m:e>
                                          <m:sub>
                                            <m:r>
                                              <a:rPr lang="en-US" sz="2400" b="0" kern="1200">
                                                <a:solidFill>
                                                  <a:srgbClr val="002060"/>
                                                </a:solidFill>
                                                <a:effectLst/>
                                                <a:latin typeface="Cambria Math" panose="02040503050406030204" pitchFamily="18" charset="0"/>
                                                <a:ea typeface="Calibri" panose="020F0502020204030204" pitchFamily="34" charset="0"/>
                                                <a:cs typeface="Shruti"/>
                                              </a:rPr>
                                              <m:t>2</m:t>
                                            </m:r>
                                          </m:sub>
                                        </m:sSub>
                                      </m:e>
                                      <m:e>
                                        <m:sSub>
                                          <m:sSubPr>
                                            <m:ctrlPr>
                                              <a:rPr lang="en-US" sz="2400" b="0" i="1" kern="1200">
                                                <a:solidFill>
                                                  <a:srgbClr val="002060"/>
                                                </a:solidFill>
                                                <a:effectLst/>
                                                <a:latin typeface="Cambria Math" panose="02040503050406030204" pitchFamily="18" charset="0"/>
                                                <a:ea typeface="Calibri" panose="020F0502020204030204" pitchFamily="34" charset="0"/>
                                                <a:cs typeface="Shruti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m:rPr>
                                                <m:sty m:val="p"/>
                                              </m:rPr>
                                              <a:rPr lang="en-US" sz="2400" b="0" kern="1200">
                                                <a:solidFill>
                                                  <a:srgbClr val="002060"/>
                                                </a:solidFill>
                                                <a:effectLst/>
                                                <a:latin typeface="Cambria Math" panose="02040503050406030204" pitchFamily="18" charset="0"/>
                                                <a:ea typeface="Calibri" panose="020F0502020204030204" pitchFamily="34" charset="0"/>
                                                <a:cs typeface="Shruti"/>
                                              </a:rPr>
                                              <m:t>d</m:t>
                                            </m:r>
                                          </m:e>
                                          <m:sub>
                                            <m:r>
                                              <a:rPr lang="en-US" sz="2400" b="0" kern="1200">
                                                <a:solidFill>
                                                  <a:srgbClr val="002060"/>
                                                </a:solidFill>
                                                <a:effectLst/>
                                                <a:latin typeface="Cambria Math" panose="02040503050406030204" pitchFamily="18" charset="0"/>
                                                <a:ea typeface="Calibri" panose="020F0502020204030204" pitchFamily="34" charset="0"/>
                                                <a:cs typeface="Shruti"/>
                                              </a:rPr>
                                              <m:t>2</m:t>
                                            </m:r>
                                          </m:sub>
                                        </m:sSub>
                                      </m:e>
                                    </m:mr>
                                  </m:m>
                                </m:e>
                              </m:d>
                            </m:oMath>
                          </a14:m>
                          <a:r>
                            <a:rPr lang="en-IN" sz="2400" b="0" kern="1200" dirty="0">
                              <a:solidFill>
                                <a:srgbClr val="00206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Shruti"/>
                            </a:rPr>
                            <a:t>, </a:t>
                          </a:r>
                        </a:p>
                        <a:p>
                          <a:pPr marL="0" algn="l" defTabSz="914400" rtl="0" eaLnBrk="1" latinLnBrk="0" hangingPunct="1">
                            <a:lnSpc>
                              <a:spcPct val="150000"/>
                            </a:lnSpc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m:rPr>
                                    <m:sty m:val="p"/>
                                  </m:rPr>
                                  <a:rPr lang="en-US" sz="2400" b="0" kern="1200" smtClean="0">
                                    <a:solidFill>
                                      <a:srgbClr val="002060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Shruti"/>
                                  </a:rPr>
                                  <m:t>C</m:t>
                                </m:r>
                                <m:r>
                                  <a:rPr lang="en-US" sz="2400" b="0" kern="1200" smtClean="0">
                                    <a:solidFill>
                                      <a:srgbClr val="002060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Shruti"/>
                                  </a:rPr>
                                  <m:t>=</m:t>
                                </m:r>
                                <m:d>
                                  <m:dPr>
                                    <m:begChr m:val="["/>
                                    <m:endChr m:val="]"/>
                                    <m:ctrlPr>
                                      <a:rPr lang="en-IN" sz="2400" b="0" i="1" kern="1200">
                                        <a:solidFill>
                                          <a:srgbClr val="00206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Shruti"/>
                                      </a:rPr>
                                    </m:ctrlPr>
                                  </m:dPr>
                                  <m:e>
                                    <m:m>
                                      <m:mPr>
                                        <m:mcs>
                                          <m:mc>
                                            <m:mcPr>
                                              <m:count m:val="2"/>
                                              <m:mcJc m:val="center"/>
                                            </m:mcPr>
                                          </m:mc>
                                        </m:mcs>
                                        <m:ctrlPr>
                                          <a:rPr lang="en-IN" sz="2400" b="0" i="1" kern="1200">
                                            <a:solidFill>
                                              <a:srgbClr val="002060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  <a:ea typeface="Calibri" panose="020F0502020204030204" pitchFamily="34" charset="0"/>
                                            <a:cs typeface="Shruti"/>
                                          </a:rPr>
                                        </m:ctrlPr>
                                      </m:mPr>
                                      <m:mr>
                                        <m:e>
                                          <m:sSub>
                                            <m:sSubPr>
                                              <m:ctrlPr>
                                                <a:rPr lang="en-US" sz="2400" b="0" i="1" kern="1200">
                                                  <a:solidFill>
                                                    <a:srgbClr val="002060"/>
                                                  </a:solidFill>
                                                  <a:effectLst/>
                                                  <a:latin typeface="Cambria Math" panose="02040503050406030204" pitchFamily="18" charset="0"/>
                                                  <a:ea typeface="Calibri" panose="020F0502020204030204" pitchFamily="34" charset="0"/>
                                                  <a:cs typeface="Shruti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m:rPr>
                                                  <m:sty m:val="p"/>
                                                </m:rPr>
                                                <a:rPr lang="en-US" sz="2400" b="0" kern="1200">
                                                  <a:solidFill>
                                                    <a:srgbClr val="002060"/>
                                                  </a:solidFill>
                                                  <a:effectLst/>
                                                  <a:latin typeface="Cambria Math" panose="02040503050406030204" pitchFamily="18" charset="0"/>
                                                  <a:ea typeface="Calibri" panose="020F0502020204030204" pitchFamily="34" charset="0"/>
                                                  <a:cs typeface="Shruti"/>
                                                </a:rPr>
                                                <m:t>a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sz="2400" b="0" kern="1200">
                                                  <a:solidFill>
                                                    <a:srgbClr val="002060"/>
                                                  </a:solidFill>
                                                  <a:effectLst/>
                                                  <a:latin typeface="Cambria Math" panose="02040503050406030204" pitchFamily="18" charset="0"/>
                                                  <a:ea typeface="Calibri" panose="020F0502020204030204" pitchFamily="34" charset="0"/>
                                                  <a:cs typeface="Shruti"/>
                                                </a:rPr>
                                                <m:t>3</m:t>
                                              </m:r>
                                            </m:sub>
                                          </m:sSub>
                                        </m:e>
                                        <m:e>
                                          <m:sSub>
                                            <m:sSubPr>
                                              <m:ctrlPr>
                                                <a:rPr lang="en-US" sz="2400" b="0" i="1" kern="1200">
                                                  <a:solidFill>
                                                    <a:srgbClr val="002060"/>
                                                  </a:solidFill>
                                                  <a:effectLst/>
                                                  <a:latin typeface="Cambria Math" panose="02040503050406030204" pitchFamily="18" charset="0"/>
                                                  <a:ea typeface="Calibri" panose="020F0502020204030204" pitchFamily="34" charset="0"/>
                                                  <a:cs typeface="Shruti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m:rPr>
                                                  <m:sty m:val="p"/>
                                                </m:rPr>
                                                <a:rPr lang="en-US" sz="2400" b="0" kern="1200">
                                                  <a:solidFill>
                                                    <a:srgbClr val="002060"/>
                                                  </a:solidFill>
                                                  <a:effectLst/>
                                                  <a:latin typeface="Cambria Math" panose="02040503050406030204" pitchFamily="18" charset="0"/>
                                                  <a:ea typeface="Calibri" panose="020F0502020204030204" pitchFamily="34" charset="0"/>
                                                  <a:cs typeface="Shruti"/>
                                                </a:rPr>
                                                <m:t>b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sz="2400" b="0" kern="1200">
                                                  <a:solidFill>
                                                    <a:srgbClr val="002060"/>
                                                  </a:solidFill>
                                                  <a:effectLst/>
                                                  <a:latin typeface="Cambria Math" panose="02040503050406030204" pitchFamily="18" charset="0"/>
                                                  <a:ea typeface="Calibri" panose="020F0502020204030204" pitchFamily="34" charset="0"/>
                                                  <a:cs typeface="Shruti"/>
                                                </a:rPr>
                                                <m:t>3</m:t>
                                              </m:r>
                                            </m:sub>
                                          </m:sSub>
                                        </m:e>
                                      </m:mr>
                                      <m:mr>
                                        <m:e>
                                          <m:sSub>
                                            <m:sSubPr>
                                              <m:ctrlPr>
                                                <a:rPr lang="en-US" sz="2400" b="0" i="1" kern="1200">
                                                  <a:solidFill>
                                                    <a:srgbClr val="002060"/>
                                                  </a:solidFill>
                                                  <a:effectLst/>
                                                  <a:latin typeface="Cambria Math" panose="02040503050406030204" pitchFamily="18" charset="0"/>
                                                  <a:ea typeface="Calibri" panose="020F0502020204030204" pitchFamily="34" charset="0"/>
                                                  <a:cs typeface="Shruti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m:rPr>
                                                  <m:sty m:val="p"/>
                                                </m:rPr>
                                                <a:rPr lang="en-US" sz="2400" b="0" kern="1200">
                                                  <a:solidFill>
                                                    <a:srgbClr val="002060"/>
                                                  </a:solidFill>
                                                  <a:effectLst/>
                                                  <a:latin typeface="Cambria Math" panose="02040503050406030204" pitchFamily="18" charset="0"/>
                                                  <a:ea typeface="Calibri" panose="020F0502020204030204" pitchFamily="34" charset="0"/>
                                                  <a:cs typeface="Shruti"/>
                                                </a:rPr>
                                                <m:t>c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sz="2400" b="0" kern="1200">
                                                  <a:solidFill>
                                                    <a:srgbClr val="002060"/>
                                                  </a:solidFill>
                                                  <a:effectLst/>
                                                  <a:latin typeface="Cambria Math" panose="02040503050406030204" pitchFamily="18" charset="0"/>
                                                  <a:ea typeface="Calibri" panose="020F0502020204030204" pitchFamily="34" charset="0"/>
                                                  <a:cs typeface="Shruti"/>
                                                </a:rPr>
                                                <m:t>3</m:t>
                                              </m:r>
                                            </m:sub>
                                          </m:sSub>
                                        </m:e>
                                        <m:e>
                                          <m:sSub>
                                            <m:sSubPr>
                                              <m:ctrlPr>
                                                <a:rPr lang="en-US" sz="2400" b="0" i="1" kern="1200">
                                                  <a:solidFill>
                                                    <a:srgbClr val="002060"/>
                                                  </a:solidFill>
                                                  <a:effectLst/>
                                                  <a:latin typeface="Cambria Math" panose="02040503050406030204" pitchFamily="18" charset="0"/>
                                                  <a:ea typeface="Calibri" panose="020F0502020204030204" pitchFamily="34" charset="0"/>
                                                  <a:cs typeface="Shruti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m:rPr>
                                                  <m:sty m:val="p"/>
                                                </m:rPr>
                                                <a:rPr lang="en-US" sz="2400" b="0" kern="1200">
                                                  <a:solidFill>
                                                    <a:srgbClr val="002060"/>
                                                  </a:solidFill>
                                                  <a:effectLst/>
                                                  <a:latin typeface="Cambria Math" panose="02040503050406030204" pitchFamily="18" charset="0"/>
                                                  <a:ea typeface="Calibri" panose="020F0502020204030204" pitchFamily="34" charset="0"/>
                                                  <a:cs typeface="Shruti"/>
                                                </a:rPr>
                                                <m:t>d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sz="2400" b="0" kern="1200">
                                                  <a:solidFill>
                                                    <a:srgbClr val="002060"/>
                                                  </a:solidFill>
                                                  <a:effectLst/>
                                                  <a:latin typeface="Cambria Math" panose="02040503050406030204" pitchFamily="18" charset="0"/>
                                                  <a:ea typeface="Calibri" panose="020F0502020204030204" pitchFamily="34" charset="0"/>
                                                  <a:cs typeface="Shruti"/>
                                                </a:rPr>
                                                <m:t>3</m:t>
                                              </m:r>
                                            </m:sub>
                                          </m:sSub>
                                        </m:e>
                                      </m:mr>
                                    </m:m>
                                  </m:e>
                                </m:d>
                              </m:oMath>
                            </m:oMathPara>
                          </a14:m>
                          <a:endParaRPr lang="en-IN" sz="3200" b="0" kern="1200" dirty="0">
                            <a:solidFill>
                              <a:srgbClr val="00206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Shruti"/>
                          </a:endParaRPr>
                        </a:p>
                      </a:txBody>
                      <a:tcPr anchor="ctr">
                        <a:solidFill>
                          <a:srgbClr val="DBDBDB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05813789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7" name="Table 6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20104330"/>
                  </p:ext>
                </p:extLst>
              </p:nvPr>
            </p:nvGraphicFramePr>
            <p:xfrm>
              <a:off x="189781" y="1544667"/>
              <a:ext cx="11592000" cy="2173669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472919">
                      <a:extLst>
                        <a:ext uri="{9D8B030D-6E8A-4147-A177-3AD203B41FA5}">
                          <a16:colId xmlns:a16="http://schemas.microsoft.com/office/drawing/2014/main" val="795979569"/>
                        </a:ext>
                      </a:extLst>
                    </a:gridCol>
                    <a:gridCol w="4718881">
                      <a:extLst>
                        <a:ext uri="{9D8B030D-6E8A-4147-A177-3AD203B41FA5}">
                          <a16:colId xmlns:a16="http://schemas.microsoft.com/office/drawing/2014/main" val="3942830519"/>
                        </a:ext>
                      </a:extLst>
                    </a:gridCol>
                    <a:gridCol w="5400200">
                      <a:extLst>
                        <a:ext uri="{9D8B030D-6E8A-4147-A177-3AD203B41FA5}">
                          <a16:colId xmlns:a16="http://schemas.microsoft.com/office/drawing/2014/main" val="832360843"/>
                        </a:ext>
                      </a:extLst>
                    </a:gridCol>
                  </a:tblGrid>
                  <a:tr h="2173669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4"/>
                          <a:stretch>
                            <a:fillRect l="-413" t="-280" r="-687603" b="-140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4"/>
                          <a:stretch>
                            <a:fillRect l="-31395" t="-280" r="-114987" b="-140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4"/>
                          <a:stretch>
                            <a:fillRect l="-114786" t="-280" r="-451" b="-140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05813789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9" name="Table 8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780236407"/>
                  </p:ext>
                </p:extLst>
              </p:nvPr>
            </p:nvGraphicFramePr>
            <p:xfrm>
              <a:off x="187144" y="3771802"/>
              <a:ext cx="11592000" cy="2175955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472919">
                      <a:extLst>
                        <a:ext uri="{9D8B030D-6E8A-4147-A177-3AD203B41FA5}">
                          <a16:colId xmlns:a16="http://schemas.microsoft.com/office/drawing/2014/main" val="795979569"/>
                        </a:ext>
                      </a:extLst>
                    </a:gridCol>
                    <a:gridCol w="4718881">
                      <a:extLst>
                        <a:ext uri="{9D8B030D-6E8A-4147-A177-3AD203B41FA5}">
                          <a16:colId xmlns:a16="http://schemas.microsoft.com/office/drawing/2014/main" val="3942830519"/>
                        </a:ext>
                      </a:extLst>
                    </a:gridCol>
                    <a:gridCol w="5400200">
                      <a:extLst>
                        <a:ext uri="{9D8B030D-6E8A-4147-A177-3AD203B41FA5}">
                          <a16:colId xmlns:a16="http://schemas.microsoft.com/office/drawing/2014/main" val="832360843"/>
                        </a:ext>
                      </a:extLst>
                    </a:gridCol>
                  </a:tblGrid>
                  <a:tr h="1851322">
                    <a:tc>
                      <a:txBody>
                        <a:bodyPr/>
                        <a:lstStyle/>
                        <a:p>
                          <a:pPr marL="87313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800" b="0" i="1" kern="120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800" b="0" kern="120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𝕄</m:t>
                                    </m:r>
                                  </m:e>
                                  <m:sub>
                                    <m:r>
                                      <a:rPr lang="en-US" sz="2800" b="0" kern="120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2×</m:t>
                                    </m:r>
                                    <m:r>
                                      <a:rPr lang="en-US" sz="2800" b="0" kern="1200" smtClean="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3</m:t>
                                    </m:r>
                                  </m:sub>
                                </m:sSub>
                                <m:d>
                                  <m:dPr>
                                    <m:ctrlPr>
                                      <a:rPr lang="en-US" sz="2800" b="0" i="1" kern="120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2800" b="0" kern="120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ℝ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en-IN" sz="2800" b="0" kern="1200" dirty="0">
                            <a:solidFill>
                              <a:srgbClr val="002060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anchor="ctr">
                        <a:solidFill>
                          <a:srgbClr val="EEEEEE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b="0" kern="1200" dirty="0">
                              <a:solidFill>
                                <a:srgbClr val="002060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Set of all </a:t>
                          </a:r>
                          <a14:m>
                            <m:oMath xmlns:m="http://schemas.openxmlformats.org/officeDocument/2006/math">
                              <m:r>
                                <a:rPr lang="en-US" sz="2800" b="0" i="1" kern="1200" dirty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2×3</m:t>
                              </m:r>
                            </m:oMath>
                          </a14:m>
                          <a:r>
                            <a:rPr lang="en-US" sz="2800" b="0" kern="1200" dirty="0">
                              <a:solidFill>
                                <a:srgbClr val="002060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 matrices </a:t>
                          </a:r>
                        </a:p>
                        <a:p>
                          <a:pPr algn="ctr"/>
                          <a:r>
                            <a:rPr lang="en-US" sz="2800" b="0" kern="1200" dirty="0">
                              <a:solidFill>
                                <a:srgbClr val="002060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over  </a:t>
                          </a:r>
                          <a14:m>
                            <m:oMath xmlns:m="http://schemas.openxmlformats.org/officeDocument/2006/math">
                              <m:r>
                                <a:rPr lang="en-US" sz="2800" b="0" kern="12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ℝ</m:t>
                              </m:r>
                            </m:oMath>
                          </a14:m>
                          <a:endParaRPr lang="en-IN" sz="2800" b="0" kern="1200" dirty="0">
                            <a:solidFill>
                              <a:srgbClr val="002060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anchor="ctr">
                        <a:solidFill>
                          <a:srgbClr val="EEEEEE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algn="l" defTabSz="914400" rtl="0" eaLnBrk="1" latinLnBrk="0" hangingPunct="1">
                            <a:lnSpc>
                              <a:spcPct val="150000"/>
                            </a:lnSpc>
                          </a:pPr>
                          <a14:m>
                            <m:oMath xmlns:m="http://schemas.openxmlformats.org/officeDocument/2006/math">
                              <m:r>
                                <m:rPr>
                                  <m:sty m:val="p"/>
                                </m:rPr>
                                <a:rPr lang="en-US" sz="2400" b="0" kern="1200" smtClean="0">
                                  <a:solidFill>
                                    <a:srgbClr val="00206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Shruti"/>
                                </a:rPr>
                                <m:t>A</m:t>
                              </m:r>
                              <m:r>
                                <a:rPr lang="en-US" sz="2400" b="0" kern="1200" smtClean="0">
                                  <a:solidFill>
                                    <a:srgbClr val="00206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Shruti"/>
                                </a:rPr>
                                <m:t>=</m:t>
                              </m:r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IN" sz="2400" b="0" i="1" kern="1200">
                                      <a:solidFill>
                                        <a:srgbClr val="00206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Shruti"/>
                                    </a:rPr>
                                  </m:ctrlPr>
                                </m:dPr>
                                <m:e>
                                  <m:m>
                                    <m:mPr>
                                      <m:mcs>
                                        <m:mc>
                                          <m:mcPr>
                                            <m:count m:val="3"/>
                                            <m:mcJc m:val="center"/>
                                          </m:mcPr>
                                        </m:mc>
                                      </m:mcs>
                                      <m:ctrlPr>
                                        <a:rPr lang="en-IN" sz="2400" b="0" i="1" kern="1200">
                                          <a:solidFill>
                                            <a:srgbClr val="002060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  <a:ea typeface="Calibri" panose="020F0502020204030204" pitchFamily="34" charset="0"/>
                                          <a:cs typeface="Shruti"/>
                                        </a:rPr>
                                      </m:ctrlPr>
                                    </m:mPr>
                                    <m:mr>
                                      <m:e>
                                        <m:sSub>
                                          <m:sSubPr>
                                            <m:ctrlPr>
                                              <a:rPr lang="en-US" sz="2400" b="0" i="1" kern="1200">
                                                <a:solidFill>
                                                  <a:srgbClr val="002060"/>
                                                </a:solidFill>
                                                <a:effectLst/>
                                                <a:latin typeface="Cambria Math" panose="02040503050406030204" pitchFamily="18" charset="0"/>
                                                <a:ea typeface="Calibri" panose="020F0502020204030204" pitchFamily="34" charset="0"/>
                                                <a:cs typeface="Shruti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m:rPr>
                                                <m:sty m:val="p"/>
                                              </m:rPr>
                                              <a:rPr lang="en-US" sz="2400" b="0" kern="1200">
                                                <a:solidFill>
                                                  <a:srgbClr val="002060"/>
                                                </a:solidFill>
                                                <a:effectLst/>
                                                <a:latin typeface="Cambria Math" panose="02040503050406030204" pitchFamily="18" charset="0"/>
                                                <a:ea typeface="Calibri" panose="020F0502020204030204" pitchFamily="34" charset="0"/>
                                                <a:cs typeface="Shruti"/>
                                              </a:rPr>
                                              <m:t>a</m:t>
                                            </m:r>
                                          </m:e>
                                          <m:sub>
                                            <m:r>
                                              <a:rPr lang="en-US" sz="2400" b="0" kern="1200">
                                                <a:solidFill>
                                                  <a:srgbClr val="002060"/>
                                                </a:solidFill>
                                                <a:effectLst/>
                                                <a:latin typeface="Cambria Math" panose="02040503050406030204" pitchFamily="18" charset="0"/>
                                                <a:ea typeface="Calibri" panose="020F0502020204030204" pitchFamily="34" charset="0"/>
                                                <a:cs typeface="Shruti"/>
                                              </a:rPr>
                                              <m:t>1</m:t>
                                            </m:r>
                                          </m:sub>
                                        </m:sSub>
                                      </m:e>
                                      <m:e>
                                        <m:sSub>
                                          <m:sSubPr>
                                            <m:ctrlPr>
                                              <a:rPr lang="en-US" sz="2400" b="0" i="1" kern="1200">
                                                <a:solidFill>
                                                  <a:srgbClr val="002060"/>
                                                </a:solidFill>
                                                <a:effectLst/>
                                                <a:latin typeface="Cambria Math" panose="02040503050406030204" pitchFamily="18" charset="0"/>
                                                <a:ea typeface="Calibri" panose="020F0502020204030204" pitchFamily="34" charset="0"/>
                                                <a:cs typeface="Shruti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m:rPr>
                                                <m:sty m:val="p"/>
                                              </m:rPr>
                                              <a:rPr lang="en-US" sz="2400" b="0" kern="1200">
                                                <a:solidFill>
                                                  <a:srgbClr val="002060"/>
                                                </a:solidFill>
                                                <a:effectLst/>
                                                <a:latin typeface="Cambria Math" panose="02040503050406030204" pitchFamily="18" charset="0"/>
                                                <a:ea typeface="Calibri" panose="020F0502020204030204" pitchFamily="34" charset="0"/>
                                                <a:cs typeface="Shruti"/>
                                              </a:rPr>
                                              <m:t>b</m:t>
                                            </m:r>
                                          </m:e>
                                          <m:sub>
                                            <m:r>
                                              <a:rPr lang="en-US" sz="2400" b="0" kern="1200">
                                                <a:solidFill>
                                                  <a:srgbClr val="002060"/>
                                                </a:solidFill>
                                                <a:effectLst/>
                                                <a:latin typeface="Cambria Math" panose="02040503050406030204" pitchFamily="18" charset="0"/>
                                                <a:ea typeface="Calibri" panose="020F0502020204030204" pitchFamily="34" charset="0"/>
                                                <a:cs typeface="Shruti"/>
                                              </a:rPr>
                                              <m:t>1</m:t>
                                            </m:r>
                                          </m:sub>
                                        </m:sSub>
                                      </m:e>
                                      <m:e>
                                        <m:sSub>
                                          <m:sSubPr>
                                            <m:ctrlPr>
                                              <a:rPr lang="en-US" sz="2400" b="0" i="1" kern="1200">
                                                <a:solidFill>
                                                  <a:srgbClr val="002060"/>
                                                </a:solidFill>
                                                <a:effectLst/>
                                                <a:latin typeface="Cambria Math" panose="02040503050406030204" pitchFamily="18" charset="0"/>
                                                <a:ea typeface="Calibri" panose="020F0502020204030204" pitchFamily="34" charset="0"/>
                                                <a:cs typeface="Shruti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m:rPr>
                                                <m:sty m:val="p"/>
                                              </m:rPr>
                                              <a:rPr lang="en-US" sz="2400" b="0" kern="1200">
                                                <a:solidFill>
                                                  <a:srgbClr val="002060"/>
                                                </a:solidFill>
                                                <a:effectLst/>
                                                <a:latin typeface="Cambria Math" panose="02040503050406030204" pitchFamily="18" charset="0"/>
                                                <a:ea typeface="Calibri" panose="020F0502020204030204" pitchFamily="34" charset="0"/>
                                                <a:cs typeface="Shruti"/>
                                              </a:rPr>
                                              <m:t>c</m:t>
                                            </m:r>
                                          </m:e>
                                          <m:sub>
                                            <m:r>
                                              <a:rPr lang="en-US" sz="2400" b="0" kern="1200">
                                                <a:solidFill>
                                                  <a:srgbClr val="002060"/>
                                                </a:solidFill>
                                                <a:effectLst/>
                                                <a:latin typeface="Cambria Math" panose="02040503050406030204" pitchFamily="18" charset="0"/>
                                                <a:ea typeface="Calibri" panose="020F0502020204030204" pitchFamily="34" charset="0"/>
                                                <a:cs typeface="Shruti"/>
                                              </a:rPr>
                                              <m:t>1</m:t>
                                            </m:r>
                                          </m:sub>
                                        </m:sSub>
                                      </m:e>
                                    </m:mr>
                                    <m:mr>
                                      <m:e>
                                        <m:sSub>
                                          <m:sSubPr>
                                            <m:ctrlPr>
                                              <a:rPr lang="en-US" sz="2400" b="0" i="1" kern="1200">
                                                <a:solidFill>
                                                  <a:srgbClr val="002060"/>
                                                </a:solidFill>
                                                <a:effectLst/>
                                                <a:latin typeface="Cambria Math" panose="02040503050406030204" pitchFamily="18" charset="0"/>
                                                <a:ea typeface="Calibri" panose="020F0502020204030204" pitchFamily="34" charset="0"/>
                                                <a:cs typeface="Shruti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m:rPr>
                                                <m:sty m:val="p"/>
                                              </m:rPr>
                                              <a:rPr lang="en-US" sz="2400" b="0" kern="1200">
                                                <a:solidFill>
                                                  <a:srgbClr val="002060"/>
                                                </a:solidFill>
                                                <a:effectLst/>
                                                <a:latin typeface="Cambria Math" panose="02040503050406030204" pitchFamily="18" charset="0"/>
                                                <a:ea typeface="Calibri" panose="020F0502020204030204" pitchFamily="34" charset="0"/>
                                                <a:cs typeface="Shruti"/>
                                              </a:rPr>
                                              <m:t>d</m:t>
                                            </m:r>
                                          </m:e>
                                          <m:sub>
                                            <m:r>
                                              <a:rPr lang="en-US" sz="2400" b="0" kern="1200">
                                                <a:solidFill>
                                                  <a:srgbClr val="002060"/>
                                                </a:solidFill>
                                                <a:effectLst/>
                                                <a:latin typeface="Cambria Math" panose="02040503050406030204" pitchFamily="18" charset="0"/>
                                                <a:ea typeface="Calibri" panose="020F0502020204030204" pitchFamily="34" charset="0"/>
                                                <a:cs typeface="Shruti"/>
                                              </a:rPr>
                                              <m:t>1</m:t>
                                            </m:r>
                                          </m:sub>
                                        </m:sSub>
                                      </m:e>
                                      <m:e>
                                        <m:sSub>
                                          <m:sSubPr>
                                            <m:ctrlPr>
                                              <a:rPr lang="en-US" sz="2400" b="0" i="1" kern="1200">
                                                <a:solidFill>
                                                  <a:srgbClr val="002060"/>
                                                </a:solidFill>
                                                <a:effectLst/>
                                                <a:latin typeface="Cambria Math" panose="02040503050406030204" pitchFamily="18" charset="0"/>
                                                <a:ea typeface="Calibri" panose="020F0502020204030204" pitchFamily="34" charset="0"/>
                                                <a:cs typeface="Shruti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m:rPr>
                                                <m:sty m:val="p"/>
                                              </m:rPr>
                                              <a:rPr lang="en-US" sz="2400" b="0" kern="1200">
                                                <a:solidFill>
                                                  <a:srgbClr val="002060"/>
                                                </a:solidFill>
                                                <a:effectLst/>
                                                <a:latin typeface="Cambria Math" panose="02040503050406030204" pitchFamily="18" charset="0"/>
                                                <a:ea typeface="Calibri" panose="020F0502020204030204" pitchFamily="34" charset="0"/>
                                                <a:cs typeface="Shruti"/>
                                              </a:rPr>
                                              <m:t>e</m:t>
                                            </m:r>
                                          </m:e>
                                          <m:sub>
                                            <m:r>
                                              <a:rPr lang="en-US" sz="2400" b="0" kern="1200">
                                                <a:solidFill>
                                                  <a:srgbClr val="002060"/>
                                                </a:solidFill>
                                                <a:effectLst/>
                                                <a:latin typeface="Cambria Math" panose="02040503050406030204" pitchFamily="18" charset="0"/>
                                                <a:ea typeface="Calibri" panose="020F0502020204030204" pitchFamily="34" charset="0"/>
                                                <a:cs typeface="Shruti"/>
                                              </a:rPr>
                                              <m:t>1</m:t>
                                            </m:r>
                                          </m:sub>
                                        </m:sSub>
                                      </m:e>
                                      <m:e>
                                        <m:sSub>
                                          <m:sSubPr>
                                            <m:ctrlPr>
                                              <a:rPr lang="en-US" sz="2400" b="0" i="1" kern="1200">
                                                <a:solidFill>
                                                  <a:srgbClr val="002060"/>
                                                </a:solidFill>
                                                <a:effectLst/>
                                                <a:latin typeface="Cambria Math" panose="02040503050406030204" pitchFamily="18" charset="0"/>
                                                <a:ea typeface="Calibri" panose="020F0502020204030204" pitchFamily="34" charset="0"/>
                                                <a:cs typeface="Shruti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m:rPr>
                                                <m:sty m:val="p"/>
                                              </m:rPr>
                                              <a:rPr lang="en-US" sz="2400" b="0" kern="1200">
                                                <a:solidFill>
                                                  <a:srgbClr val="002060"/>
                                                </a:solidFill>
                                                <a:effectLst/>
                                                <a:latin typeface="Cambria Math" panose="02040503050406030204" pitchFamily="18" charset="0"/>
                                                <a:ea typeface="Calibri" panose="020F0502020204030204" pitchFamily="34" charset="0"/>
                                                <a:cs typeface="Shruti"/>
                                              </a:rPr>
                                              <m:t>f</m:t>
                                            </m:r>
                                          </m:e>
                                          <m:sub>
                                            <m:r>
                                              <a:rPr lang="en-US" sz="2400" b="0" kern="1200">
                                                <a:solidFill>
                                                  <a:srgbClr val="002060"/>
                                                </a:solidFill>
                                                <a:effectLst/>
                                                <a:latin typeface="Cambria Math" panose="02040503050406030204" pitchFamily="18" charset="0"/>
                                                <a:ea typeface="Calibri" panose="020F0502020204030204" pitchFamily="34" charset="0"/>
                                                <a:cs typeface="Shruti"/>
                                              </a:rPr>
                                              <m:t>1</m:t>
                                            </m:r>
                                          </m:sub>
                                        </m:sSub>
                                      </m:e>
                                    </m:mr>
                                  </m:m>
                                </m:e>
                              </m:d>
                              <m:r>
                                <a:rPr lang="en-US" sz="2400" b="0" kern="1200" smtClean="0">
                                  <a:solidFill>
                                    <a:srgbClr val="00206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Shruti"/>
                                </a:rPr>
                                <m:t>,</m:t>
                              </m:r>
                              <m:r>
                                <m:rPr>
                                  <m:sty m:val="p"/>
                                </m:rPr>
                                <a:rPr lang="en-US" sz="2400" b="0" kern="1200" smtClean="0">
                                  <a:solidFill>
                                    <a:srgbClr val="00206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Shruti"/>
                                </a:rPr>
                                <m:t>B</m:t>
                              </m:r>
                              <m:r>
                                <a:rPr lang="en-US" sz="2400" b="0" kern="1200" smtClean="0">
                                  <a:solidFill>
                                    <a:srgbClr val="00206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Shruti"/>
                                </a:rPr>
                                <m:t>=</m:t>
                              </m:r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IN" sz="2400" b="0" i="1" kern="1200">
                                      <a:solidFill>
                                        <a:srgbClr val="00206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Shruti"/>
                                    </a:rPr>
                                  </m:ctrlPr>
                                </m:dPr>
                                <m:e>
                                  <m:m>
                                    <m:mPr>
                                      <m:mcs>
                                        <m:mc>
                                          <m:mcPr>
                                            <m:count m:val="3"/>
                                            <m:mcJc m:val="center"/>
                                          </m:mcPr>
                                        </m:mc>
                                      </m:mcs>
                                      <m:ctrlPr>
                                        <a:rPr lang="en-IN" sz="2400" b="0" i="1" kern="1200">
                                          <a:solidFill>
                                            <a:srgbClr val="002060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  <a:ea typeface="Calibri" panose="020F0502020204030204" pitchFamily="34" charset="0"/>
                                          <a:cs typeface="Shruti"/>
                                        </a:rPr>
                                      </m:ctrlPr>
                                    </m:mPr>
                                    <m:mr>
                                      <m:e>
                                        <m:sSub>
                                          <m:sSubPr>
                                            <m:ctrlPr>
                                              <a:rPr lang="en-US" sz="2400" b="0" i="1" kern="1200">
                                                <a:solidFill>
                                                  <a:srgbClr val="002060"/>
                                                </a:solidFill>
                                                <a:effectLst/>
                                                <a:latin typeface="Cambria Math" panose="02040503050406030204" pitchFamily="18" charset="0"/>
                                                <a:ea typeface="Calibri" panose="020F0502020204030204" pitchFamily="34" charset="0"/>
                                                <a:cs typeface="Shruti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m:rPr>
                                                <m:sty m:val="p"/>
                                              </m:rPr>
                                              <a:rPr lang="en-US" sz="2400" b="0" kern="1200">
                                                <a:solidFill>
                                                  <a:srgbClr val="002060"/>
                                                </a:solidFill>
                                                <a:effectLst/>
                                                <a:latin typeface="Cambria Math" panose="02040503050406030204" pitchFamily="18" charset="0"/>
                                                <a:ea typeface="Calibri" panose="020F0502020204030204" pitchFamily="34" charset="0"/>
                                                <a:cs typeface="Shruti"/>
                                              </a:rPr>
                                              <m:t>a</m:t>
                                            </m:r>
                                          </m:e>
                                          <m:sub>
                                            <m:r>
                                              <a:rPr lang="en-US" sz="2400" b="0" kern="1200">
                                                <a:solidFill>
                                                  <a:srgbClr val="002060"/>
                                                </a:solidFill>
                                                <a:effectLst/>
                                                <a:latin typeface="Cambria Math" panose="02040503050406030204" pitchFamily="18" charset="0"/>
                                                <a:ea typeface="Calibri" panose="020F0502020204030204" pitchFamily="34" charset="0"/>
                                                <a:cs typeface="Shruti"/>
                                              </a:rPr>
                                              <m:t>2</m:t>
                                            </m:r>
                                          </m:sub>
                                        </m:sSub>
                                      </m:e>
                                      <m:e>
                                        <m:sSub>
                                          <m:sSubPr>
                                            <m:ctrlPr>
                                              <a:rPr lang="en-US" sz="2400" b="0" i="1" kern="1200">
                                                <a:solidFill>
                                                  <a:srgbClr val="002060"/>
                                                </a:solidFill>
                                                <a:effectLst/>
                                                <a:latin typeface="Cambria Math" panose="02040503050406030204" pitchFamily="18" charset="0"/>
                                                <a:ea typeface="Calibri" panose="020F0502020204030204" pitchFamily="34" charset="0"/>
                                                <a:cs typeface="Shruti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m:rPr>
                                                <m:sty m:val="p"/>
                                              </m:rPr>
                                              <a:rPr lang="en-US" sz="2400" b="0" kern="1200">
                                                <a:solidFill>
                                                  <a:srgbClr val="002060"/>
                                                </a:solidFill>
                                                <a:effectLst/>
                                                <a:latin typeface="Cambria Math" panose="02040503050406030204" pitchFamily="18" charset="0"/>
                                                <a:ea typeface="Calibri" panose="020F0502020204030204" pitchFamily="34" charset="0"/>
                                                <a:cs typeface="Shruti"/>
                                              </a:rPr>
                                              <m:t>b</m:t>
                                            </m:r>
                                          </m:e>
                                          <m:sub>
                                            <m:r>
                                              <a:rPr lang="en-US" sz="2400" b="0" kern="1200">
                                                <a:solidFill>
                                                  <a:srgbClr val="002060"/>
                                                </a:solidFill>
                                                <a:effectLst/>
                                                <a:latin typeface="Cambria Math" panose="02040503050406030204" pitchFamily="18" charset="0"/>
                                                <a:ea typeface="Calibri" panose="020F0502020204030204" pitchFamily="34" charset="0"/>
                                                <a:cs typeface="Shruti"/>
                                              </a:rPr>
                                              <m:t>2</m:t>
                                            </m:r>
                                          </m:sub>
                                        </m:sSub>
                                      </m:e>
                                      <m:e>
                                        <m:sSub>
                                          <m:sSubPr>
                                            <m:ctrlPr>
                                              <a:rPr lang="en-US" sz="2400" b="0" i="1" kern="1200">
                                                <a:solidFill>
                                                  <a:srgbClr val="002060"/>
                                                </a:solidFill>
                                                <a:effectLst/>
                                                <a:latin typeface="Cambria Math" panose="02040503050406030204" pitchFamily="18" charset="0"/>
                                                <a:ea typeface="Calibri" panose="020F0502020204030204" pitchFamily="34" charset="0"/>
                                                <a:cs typeface="Shruti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m:rPr>
                                                <m:sty m:val="p"/>
                                              </m:rPr>
                                              <a:rPr lang="en-US" sz="2400" b="0" kern="1200">
                                                <a:solidFill>
                                                  <a:srgbClr val="002060"/>
                                                </a:solidFill>
                                                <a:effectLst/>
                                                <a:latin typeface="Cambria Math" panose="02040503050406030204" pitchFamily="18" charset="0"/>
                                                <a:ea typeface="Calibri" panose="020F0502020204030204" pitchFamily="34" charset="0"/>
                                                <a:cs typeface="Shruti"/>
                                              </a:rPr>
                                              <m:t>c</m:t>
                                            </m:r>
                                          </m:e>
                                          <m:sub>
                                            <m:r>
                                              <a:rPr lang="en-US" sz="2400" b="0" kern="1200">
                                                <a:solidFill>
                                                  <a:srgbClr val="002060"/>
                                                </a:solidFill>
                                                <a:effectLst/>
                                                <a:latin typeface="Cambria Math" panose="02040503050406030204" pitchFamily="18" charset="0"/>
                                                <a:ea typeface="Calibri" panose="020F0502020204030204" pitchFamily="34" charset="0"/>
                                                <a:cs typeface="Shruti"/>
                                              </a:rPr>
                                              <m:t>2</m:t>
                                            </m:r>
                                          </m:sub>
                                        </m:sSub>
                                      </m:e>
                                    </m:mr>
                                    <m:mr>
                                      <m:e>
                                        <m:sSub>
                                          <m:sSubPr>
                                            <m:ctrlPr>
                                              <a:rPr lang="en-US" sz="2400" b="0" i="1" kern="1200">
                                                <a:solidFill>
                                                  <a:srgbClr val="002060"/>
                                                </a:solidFill>
                                                <a:effectLst/>
                                                <a:latin typeface="Cambria Math" panose="02040503050406030204" pitchFamily="18" charset="0"/>
                                                <a:ea typeface="Calibri" panose="020F0502020204030204" pitchFamily="34" charset="0"/>
                                                <a:cs typeface="Shruti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m:rPr>
                                                <m:sty m:val="p"/>
                                              </m:rPr>
                                              <a:rPr lang="en-US" sz="2400" b="0" kern="1200">
                                                <a:solidFill>
                                                  <a:srgbClr val="002060"/>
                                                </a:solidFill>
                                                <a:effectLst/>
                                                <a:latin typeface="Cambria Math" panose="02040503050406030204" pitchFamily="18" charset="0"/>
                                                <a:ea typeface="Calibri" panose="020F0502020204030204" pitchFamily="34" charset="0"/>
                                                <a:cs typeface="Shruti"/>
                                              </a:rPr>
                                              <m:t>d</m:t>
                                            </m:r>
                                          </m:e>
                                          <m:sub>
                                            <m:r>
                                              <a:rPr lang="en-US" sz="2400" b="0" kern="1200">
                                                <a:solidFill>
                                                  <a:srgbClr val="002060"/>
                                                </a:solidFill>
                                                <a:effectLst/>
                                                <a:latin typeface="Cambria Math" panose="02040503050406030204" pitchFamily="18" charset="0"/>
                                                <a:ea typeface="Calibri" panose="020F0502020204030204" pitchFamily="34" charset="0"/>
                                                <a:cs typeface="Shruti"/>
                                              </a:rPr>
                                              <m:t>2</m:t>
                                            </m:r>
                                          </m:sub>
                                        </m:sSub>
                                      </m:e>
                                      <m:e>
                                        <m:sSub>
                                          <m:sSubPr>
                                            <m:ctrlPr>
                                              <a:rPr lang="en-US" sz="2400" b="0" i="1" kern="1200">
                                                <a:solidFill>
                                                  <a:srgbClr val="002060"/>
                                                </a:solidFill>
                                                <a:effectLst/>
                                                <a:latin typeface="Cambria Math" panose="02040503050406030204" pitchFamily="18" charset="0"/>
                                                <a:ea typeface="Calibri" panose="020F0502020204030204" pitchFamily="34" charset="0"/>
                                                <a:cs typeface="Shruti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m:rPr>
                                                <m:sty m:val="p"/>
                                              </m:rPr>
                                              <a:rPr lang="en-US" sz="2400" b="0" kern="1200">
                                                <a:solidFill>
                                                  <a:srgbClr val="002060"/>
                                                </a:solidFill>
                                                <a:effectLst/>
                                                <a:latin typeface="Cambria Math" panose="02040503050406030204" pitchFamily="18" charset="0"/>
                                                <a:ea typeface="Calibri" panose="020F0502020204030204" pitchFamily="34" charset="0"/>
                                                <a:cs typeface="Shruti"/>
                                              </a:rPr>
                                              <m:t>e</m:t>
                                            </m:r>
                                          </m:e>
                                          <m:sub>
                                            <m:r>
                                              <a:rPr lang="en-US" sz="2400" b="0" kern="1200">
                                                <a:solidFill>
                                                  <a:srgbClr val="002060"/>
                                                </a:solidFill>
                                                <a:effectLst/>
                                                <a:latin typeface="Cambria Math" panose="02040503050406030204" pitchFamily="18" charset="0"/>
                                                <a:ea typeface="Calibri" panose="020F0502020204030204" pitchFamily="34" charset="0"/>
                                                <a:cs typeface="Shruti"/>
                                              </a:rPr>
                                              <m:t>2</m:t>
                                            </m:r>
                                          </m:sub>
                                        </m:sSub>
                                      </m:e>
                                      <m:e>
                                        <m:sSub>
                                          <m:sSubPr>
                                            <m:ctrlPr>
                                              <a:rPr lang="en-US" sz="2400" b="0" i="1" kern="1200">
                                                <a:solidFill>
                                                  <a:srgbClr val="002060"/>
                                                </a:solidFill>
                                                <a:effectLst/>
                                                <a:latin typeface="Cambria Math" panose="02040503050406030204" pitchFamily="18" charset="0"/>
                                                <a:ea typeface="Calibri" panose="020F0502020204030204" pitchFamily="34" charset="0"/>
                                                <a:cs typeface="Shruti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m:rPr>
                                                <m:sty m:val="p"/>
                                              </m:rPr>
                                              <a:rPr lang="en-US" sz="2400" b="0" kern="1200">
                                                <a:solidFill>
                                                  <a:srgbClr val="002060"/>
                                                </a:solidFill>
                                                <a:effectLst/>
                                                <a:latin typeface="Cambria Math" panose="02040503050406030204" pitchFamily="18" charset="0"/>
                                                <a:ea typeface="Calibri" panose="020F0502020204030204" pitchFamily="34" charset="0"/>
                                                <a:cs typeface="Shruti"/>
                                              </a:rPr>
                                              <m:t>f</m:t>
                                            </m:r>
                                          </m:e>
                                          <m:sub>
                                            <m:r>
                                              <a:rPr lang="en-US" sz="2400" b="0" kern="1200">
                                                <a:solidFill>
                                                  <a:srgbClr val="002060"/>
                                                </a:solidFill>
                                                <a:effectLst/>
                                                <a:latin typeface="Cambria Math" panose="02040503050406030204" pitchFamily="18" charset="0"/>
                                                <a:ea typeface="Calibri" panose="020F0502020204030204" pitchFamily="34" charset="0"/>
                                                <a:cs typeface="Shruti"/>
                                              </a:rPr>
                                              <m:t>2</m:t>
                                            </m:r>
                                          </m:sub>
                                        </m:sSub>
                                      </m:e>
                                    </m:mr>
                                  </m:m>
                                </m:e>
                              </m:d>
                            </m:oMath>
                          </a14:m>
                          <a:r>
                            <a:rPr lang="en-IN" sz="2400" b="0" kern="1200" dirty="0">
                              <a:solidFill>
                                <a:srgbClr val="00206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Shruti"/>
                            </a:rPr>
                            <a:t>, </a:t>
                          </a:r>
                        </a:p>
                        <a:p>
                          <a:pPr marL="0" algn="l" defTabSz="914400" rtl="0" eaLnBrk="1" latinLnBrk="0" hangingPunct="1">
                            <a:lnSpc>
                              <a:spcPct val="150000"/>
                            </a:lnSpc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m:rPr>
                                    <m:sty m:val="p"/>
                                  </m:rPr>
                                  <a:rPr lang="en-US" sz="2400" b="0" kern="1200" smtClean="0">
                                    <a:solidFill>
                                      <a:srgbClr val="002060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Shruti"/>
                                  </a:rPr>
                                  <m:t>C</m:t>
                                </m:r>
                                <m:r>
                                  <a:rPr lang="en-US" sz="2400" b="0" kern="1200" smtClean="0">
                                    <a:solidFill>
                                      <a:srgbClr val="002060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Shruti"/>
                                  </a:rPr>
                                  <m:t>=</m:t>
                                </m:r>
                                <m:d>
                                  <m:dPr>
                                    <m:begChr m:val="["/>
                                    <m:endChr m:val="]"/>
                                    <m:ctrlPr>
                                      <a:rPr lang="en-IN" sz="2400" b="0" i="1" kern="1200">
                                        <a:solidFill>
                                          <a:srgbClr val="00206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Shruti"/>
                                      </a:rPr>
                                    </m:ctrlPr>
                                  </m:dPr>
                                  <m:e>
                                    <m:m>
                                      <m:mPr>
                                        <m:mcs>
                                          <m:mc>
                                            <m:mcPr>
                                              <m:count m:val="3"/>
                                              <m:mcJc m:val="center"/>
                                            </m:mcPr>
                                          </m:mc>
                                        </m:mcs>
                                        <m:ctrlPr>
                                          <a:rPr lang="en-IN" sz="2400" b="0" i="1" kern="1200">
                                            <a:solidFill>
                                              <a:srgbClr val="002060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  <a:ea typeface="Calibri" panose="020F0502020204030204" pitchFamily="34" charset="0"/>
                                            <a:cs typeface="Shruti"/>
                                          </a:rPr>
                                        </m:ctrlPr>
                                      </m:mPr>
                                      <m:mr>
                                        <m:e>
                                          <m:sSub>
                                            <m:sSubPr>
                                              <m:ctrlPr>
                                                <a:rPr lang="en-US" sz="2400" b="0" i="1" kern="1200">
                                                  <a:solidFill>
                                                    <a:srgbClr val="002060"/>
                                                  </a:solidFill>
                                                  <a:effectLst/>
                                                  <a:latin typeface="Cambria Math" panose="02040503050406030204" pitchFamily="18" charset="0"/>
                                                  <a:ea typeface="Calibri" panose="020F0502020204030204" pitchFamily="34" charset="0"/>
                                                  <a:cs typeface="Shruti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m:rPr>
                                                  <m:sty m:val="p"/>
                                                </m:rPr>
                                                <a:rPr lang="en-US" sz="2400" b="0" kern="1200">
                                                  <a:solidFill>
                                                    <a:srgbClr val="002060"/>
                                                  </a:solidFill>
                                                  <a:effectLst/>
                                                  <a:latin typeface="Cambria Math" panose="02040503050406030204" pitchFamily="18" charset="0"/>
                                                  <a:ea typeface="Calibri" panose="020F0502020204030204" pitchFamily="34" charset="0"/>
                                                  <a:cs typeface="Shruti"/>
                                                </a:rPr>
                                                <m:t>a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sz="2400" b="0" kern="1200">
                                                  <a:solidFill>
                                                    <a:srgbClr val="002060"/>
                                                  </a:solidFill>
                                                  <a:effectLst/>
                                                  <a:latin typeface="Cambria Math" panose="02040503050406030204" pitchFamily="18" charset="0"/>
                                                  <a:ea typeface="Calibri" panose="020F0502020204030204" pitchFamily="34" charset="0"/>
                                                  <a:cs typeface="Shruti"/>
                                                </a:rPr>
                                                <m:t>3</m:t>
                                              </m:r>
                                            </m:sub>
                                          </m:sSub>
                                        </m:e>
                                        <m:e>
                                          <m:sSub>
                                            <m:sSubPr>
                                              <m:ctrlPr>
                                                <a:rPr lang="en-US" sz="2400" b="0" i="1" kern="1200">
                                                  <a:solidFill>
                                                    <a:srgbClr val="002060"/>
                                                  </a:solidFill>
                                                  <a:effectLst/>
                                                  <a:latin typeface="Cambria Math" panose="02040503050406030204" pitchFamily="18" charset="0"/>
                                                  <a:ea typeface="Calibri" panose="020F0502020204030204" pitchFamily="34" charset="0"/>
                                                  <a:cs typeface="Shruti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m:rPr>
                                                  <m:sty m:val="p"/>
                                                </m:rPr>
                                                <a:rPr lang="en-US" sz="2400" b="0" kern="1200">
                                                  <a:solidFill>
                                                    <a:srgbClr val="002060"/>
                                                  </a:solidFill>
                                                  <a:effectLst/>
                                                  <a:latin typeface="Cambria Math" panose="02040503050406030204" pitchFamily="18" charset="0"/>
                                                  <a:ea typeface="Calibri" panose="020F0502020204030204" pitchFamily="34" charset="0"/>
                                                  <a:cs typeface="Shruti"/>
                                                </a:rPr>
                                                <m:t>b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sz="2400" b="0" kern="1200">
                                                  <a:solidFill>
                                                    <a:srgbClr val="002060"/>
                                                  </a:solidFill>
                                                  <a:effectLst/>
                                                  <a:latin typeface="Cambria Math" panose="02040503050406030204" pitchFamily="18" charset="0"/>
                                                  <a:ea typeface="Calibri" panose="020F0502020204030204" pitchFamily="34" charset="0"/>
                                                  <a:cs typeface="Shruti"/>
                                                </a:rPr>
                                                <m:t>3</m:t>
                                              </m:r>
                                            </m:sub>
                                          </m:sSub>
                                        </m:e>
                                        <m:e>
                                          <m:sSub>
                                            <m:sSubPr>
                                              <m:ctrlPr>
                                                <a:rPr lang="en-US" sz="2400" b="0" i="1" kern="1200">
                                                  <a:solidFill>
                                                    <a:srgbClr val="002060"/>
                                                  </a:solidFill>
                                                  <a:effectLst/>
                                                  <a:latin typeface="Cambria Math" panose="02040503050406030204" pitchFamily="18" charset="0"/>
                                                  <a:ea typeface="Calibri" panose="020F0502020204030204" pitchFamily="34" charset="0"/>
                                                  <a:cs typeface="Shruti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m:rPr>
                                                  <m:sty m:val="p"/>
                                                </m:rPr>
                                                <a:rPr lang="en-US" sz="2400" b="0" kern="1200">
                                                  <a:solidFill>
                                                    <a:srgbClr val="002060"/>
                                                  </a:solidFill>
                                                  <a:effectLst/>
                                                  <a:latin typeface="Cambria Math" panose="02040503050406030204" pitchFamily="18" charset="0"/>
                                                  <a:ea typeface="Calibri" panose="020F0502020204030204" pitchFamily="34" charset="0"/>
                                                  <a:cs typeface="Shruti"/>
                                                </a:rPr>
                                                <m:t>c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sz="2400" b="0" kern="1200">
                                                  <a:solidFill>
                                                    <a:srgbClr val="002060"/>
                                                  </a:solidFill>
                                                  <a:effectLst/>
                                                  <a:latin typeface="Cambria Math" panose="02040503050406030204" pitchFamily="18" charset="0"/>
                                                  <a:ea typeface="Calibri" panose="020F0502020204030204" pitchFamily="34" charset="0"/>
                                                  <a:cs typeface="Shruti"/>
                                                </a:rPr>
                                                <m:t>3</m:t>
                                              </m:r>
                                            </m:sub>
                                          </m:sSub>
                                        </m:e>
                                      </m:mr>
                                      <m:mr>
                                        <m:e>
                                          <m:sSub>
                                            <m:sSubPr>
                                              <m:ctrlPr>
                                                <a:rPr lang="en-US" sz="2400" b="0" i="1" kern="1200">
                                                  <a:solidFill>
                                                    <a:srgbClr val="002060"/>
                                                  </a:solidFill>
                                                  <a:effectLst/>
                                                  <a:latin typeface="Cambria Math" panose="02040503050406030204" pitchFamily="18" charset="0"/>
                                                  <a:ea typeface="Calibri" panose="020F0502020204030204" pitchFamily="34" charset="0"/>
                                                  <a:cs typeface="Shruti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m:rPr>
                                                  <m:sty m:val="p"/>
                                                </m:rPr>
                                                <a:rPr lang="en-US" sz="2400" b="0" kern="1200">
                                                  <a:solidFill>
                                                    <a:srgbClr val="002060"/>
                                                  </a:solidFill>
                                                  <a:effectLst/>
                                                  <a:latin typeface="Cambria Math" panose="02040503050406030204" pitchFamily="18" charset="0"/>
                                                  <a:ea typeface="Calibri" panose="020F0502020204030204" pitchFamily="34" charset="0"/>
                                                  <a:cs typeface="Shruti"/>
                                                </a:rPr>
                                                <m:t>d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sz="2400" b="0" kern="1200">
                                                  <a:solidFill>
                                                    <a:srgbClr val="002060"/>
                                                  </a:solidFill>
                                                  <a:effectLst/>
                                                  <a:latin typeface="Cambria Math" panose="02040503050406030204" pitchFamily="18" charset="0"/>
                                                  <a:ea typeface="Calibri" panose="020F0502020204030204" pitchFamily="34" charset="0"/>
                                                  <a:cs typeface="Shruti"/>
                                                </a:rPr>
                                                <m:t>3</m:t>
                                              </m:r>
                                            </m:sub>
                                          </m:sSub>
                                        </m:e>
                                        <m:e>
                                          <m:sSub>
                                            <m:sSubPr>
                                              <m:ctrlPr>
                                                <a:rPr lang="en-US" sz="2400" b="0" i="1" kern="1200">
                                                  <a:solidFill>
                                                    <a:srgbClr val="002060"/>
                                                  </a:solidFill>
                                                  <a:effectLst/>
                                                  <a:latin typeface="Cambria Math" panose="02040503050406030204" pitchFamily="18" charset="0"/>
                                                  <a:ea typeface="Calibri" panose="020F0502020204030204" pitchFamily="34" charset="0"/>
                                                  <a:cs typeface="Shruti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m:rPr>
                                                  <m:sty m:val="p"/>
                                                </m:rPr>
                                                <a:rPr lang="en-US" sz="2400" b="0" kern="1200">
                                                  <a:solidFill>
                                                    <a:srgbClr val="002060"/>
                                                  </a:solidFill>
                                                  <a:effectLst/>
                                                  <a:latin typeface="Cambria Math" panose="02040503050406030204" pitchFamily="18" charset="0"/>
                                                  <a:ea typeface="Calibri" panose="020F0502020204030204" pitchFamily="34" charset="0"/>
                                                  <a:cs typeface="Shruti"/>
                                                </a:rPr>
                                                <m:t>e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sz="2400" b="0" kern="1200">
                                                  <a:solidFill>
                                                    <a:srgbClr val="002060"/>
                                                  </a:solidFill>
                                                  <a:effectLst/>
                                                  <a:latin typeface="Cambria Math" panose="02040503050406030204" pitchFamily="18" charset="0"/>
                                                  <a:ea typeface="Calibri" panose="020F0502020204030204" pitchFamily="34" charset="0"/>
                                                  <a:cs typeface="Shruti"/>
                                                </a:rPr>
                                                <m:t>3</m:t>
                                              </m:r>
                                            </m:sub>
                                          </m:sSub>
                                        </m:e>
                                        <m:e>
                                          <m:sSub>
                                            <m:sSubPr>
                                              <m:ctrlPr>
                                                <a:rPr lang="en-US" sz="2400" b="0" i="1" kern="1200">
                                                  <a:solidFill>
                                                    <a:srgbClr val="002060"/>
                                                  </a:solidFill>
                                                  <a:effectLst/>
                                                  <a:latin typeface="Cambria Math" panose="02040503050406030204" pitchFamily="18" charset="0"/>
                                                  <a:ea typeface="Calibri" panose="020F0502020204030204" pitchFamily="34" charset="0"/>
                                                  <a:cs typeface="Shruti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m:rPr>
                                                  <m:sty m:val="p"/>
                                                </m:rPr>
                                                <a:rPr lang="en-US" sz="2400" b="0" kern="1200">
                                                  <a:solidFill>
                                                    <a:srgbClr val="002060"/>
                                                  </a:solidFill>
                                                  <a:effectLst/>
                                                  <a:latin typeface="Cambria Math" panose="02040503050406030204" pitchFamily="18" charset="0"/>
                                                  <a:ea typeface="Calibri" panose="020F0502020204030204" pitchFamily="34" charset="0"/>
                                                  <a:cs typeface="Shruti"/>
                                                </a:rPr>
                                                <m:t>f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sz="2400" b="0" kern="1200">
                                                  <a:solidFill>
                                                    <a:srgbClr val="002060"/>
                                                  </a:solidFill>
                                                  <a:effectLst/>
                                                  <a:latin typeface="Cambria Math" panose="02040503050406030204" pitchFamily="18" charset="0"/>
                                                  <a:ea typeface="Calibri" panose="020F0502020204030204" pitchFamily="34" charset="0"/>
                                                  <a:cs typeface="Shruti"/>
                                                </a:rPr>
                                                <m:t>3</m:t>
                                              </m:r>
                                            </m:sub>
                                          </m:sSub>
                                        </m:e>
                                      </m:mr>
                                    </m:m>
                                  </m:e>
                                </m:d>
                              </m:oMath>
                            </m:oMathPara>
                          </a14:m>
                          <a:endParaRPr lang="en-IN" sz="2400" b="0" kern="1200" dirty="0">
                            <a:solidFill>
                              <a:srgbClr val="00206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Shruti"/>
                          </a:endParaRPr>
                        </a:p>
                      </a:txBody>
                      <a:tcPr anchor="ctr">
                        <a:solidFill>
                          <a:srgbClr val="EEEEEE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077895023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9" name="Table 8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780236407"/>
                  </p:ext>
                </p:extLst>
              </p:nvPr>
            </p:nvGraphicFramePr>
            <p:xfrm>
              <a:off x="187144" y="3771802"/>
              <a:ext cx="11592000" cy="2175955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472919">
                      <a:extLst>
                        <a:ext uri="{9D8B030D-6E8A-4147-A177-3AD203B41FA5}">
                          <a16:colId xmlns:a16="http://schemas.microsoft.com/office/drawing/2014/main" val="795979569"/>
                        </a:ext>
                      </a:extLst>
                    </a:gridCol>
                    <a:gridCol w="4718881">
                      <a:extLst>
                        <a:ext uri="{9D8B030D-6E8A-4147-A177-3AD203B41FA5}">
                          <a16:colId xmlns:a16="http://schemas.microsoft.com/office/drawing/2014/main" val="3942830519"/>
                        </a:ext>
                      </a:extLst>
                    </a:gridCol>
                    <a:gridCol w="5400200">
                      <a:extLst>
                        <a:ext uri="{9D8B030D-6E8A-4147-A177-3AD203B41FA5}">
                          <a16:colId xmlns:a16="http://schemas.microsoft.com/office/drawing/2014/main" val="832360843"/>
                        </a:ext>
                      </a:extLst>
                    </a:gridCol>
                  </a:tblGrid>
                  <a:tr h="2175955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5"/>
                          <a:stretch>
                            <a:fillRect l="-413" t="-279" r="-688017" b="-111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5"/>
                          <a:stretch>
                            <a:fillRect l="-31395" t="-279" r="-115116" b="-111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5"/>
                          <a:stretch>
                            <a:fillRect l="-114656" t="-279" r="-451" b="-111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077895023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28518241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C8A814-E960-4A9A-9533-046AA2FCC7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Symbol, Name and Elements of Different Sets</a:t>
            </a:r>
            <a:endParaRPr lang="en-IN" dirty="0"/>
          </a:p>
        </p:txBody>
      </p:sp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90462138"/>
              </p:ext>
            </p:extLst>
          </p:nvPr>
        </p:nvGraphicFramePr>
        <p:xfrm>
          <a:off x="336000" y="942823"/>
          <a:ext cx="11592000" cy="72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72919">
                  <a:extLst>
                    <a:ext uri="{9D8B030D-6E8A-4147-A177-3AD203B41FA5}">
                      <a16:colId xmlns:a16="http://schemas.microsoft.com/office/drawing/2014/main" val="795979569"/>
                    </a:ext>
                  </a:extLst>
                </a:gridCol>
                <a:gridCol w="4718881">
                  <a:extLst>
                    <a:ext uri="{9D8B030D-6E8A-4147-A177-3AD203B41FA5}">
                      <a16:colId xmlns:a16="http://schemas.microsoft.com/office/drawing/2014/main" val="3942830519"/>
                    </a:ext>
                  </a:extLst>
                </a:gridCol>
                <a:gridCol w="5400200">
                  <a:extLst>
                    <a:ext uri="{9D8B030D-6E8A-4147-A177-3AD203B41FA5}">
                      <a16:colId xmlns:a16="http://schemas.microsoft.com/office/drawing/2014/main" val="832360843"/>
                    </a:ext>
                  </a:extLst>
                </a:gridCol>
              </a:tblGrid>
              <a:tr h="72000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2800" kern="1200" dirty="0"/>
                        <a:t>Symbol</a:t>
                      </a:r>
                      <a:endParaRPr lang="en-IN" sz="2800" b="1" kern="1200" dirty="0">
                        <a:solidFill>
                          <a:srgbClr val="FF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2800" kern="1200" dirty="0"/>
                        <a:t>Name</a:t>
                      </a:r>
                      <a:endParaRPr lang="en-IN" sz="2800" b="1" kern="1200" dirty="0">
                        <a:solidFill>
                          <a:srgbClr val="FF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kern="1200" dirty="0"/>
                        <a:t>Elements of the Set</a:t>
                      </a:r>
                      <a:endParaRPr lang="en-IN" sz="2800" b="1" kern="1200" dirty="0">
                        <a:solidFill>
                          <a:srgbClr val="FF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6359764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7" name="Table 6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546117998"/>
                  </p:ext>
                </p:extLst>
              </p:nvPr>
            </p:nvGraphicFramePr>
            <p:xfrm>
              <a:off x="338637" y="1716288"/>
              <a:ext cx="11592000" cy="201168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472919">
                      <a:extLst>
                        <a:ext uri="{9D8B030D-6E8A-4147-A177-3AD203B41FA5}">
                          <a16:colId xmlns:a16="http://schemas.microsoft.com/office/drawing/2014/main" val="795979569"/>
                        </a:ext>
                      </a:extLst>
                    </a:gridCol>
                    <a:gridCol w="4718881">
                      <a:extLst>
                        <a:ext uri="{9D8B030D-6E8A-4147-A177-3AD203B41FA5}">
                          <a16:colId xmlns:a16="http://schemas.microsoft.com/office/drawing/2014/main" val="3942830519"/>
                        </a:ext>
                      </a:extLst>
                    </a:gridCol>
                    <a:gridCol w="5400200">
                      <a:extLst>
                        <a:ext uri="{9D8B030D-6E8A-4147-A177-3AD203B41FA5}">
                          <a16:colId xmlns:a16="http://schemas.microsoft.com/office/drawing/2014/main" val="832360843"/>
                        </a:ext>
                      </a:extLst>
                    </a:gridCol>
                  </a:tblGrid>
                  <a:tr h="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800" b="0" i="1" kern="120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800" b="0" kern="120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ℙ</m:t>
                                    </m:r>
                                  </m:e>
                                  <m:sub>
                                    <m:r>
                                      <a:rPr lang="en-US" sz="2800" b="0" kern="120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2</m:t>
                                    </m:r>
                                  </m:sub>
                                </m:sSub>
                                <m:d>
                                  <m:dPr>
                                    <m:ctrlPr>
                                      <a:rPr lang="en-US" sz="2800" b="0" i="1" kern="120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2800" b="0" kern="120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ℝ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en-IN" sz="2800" b="0" kern="1200" dirty="0">
                            <a:solidFill>
                              <a:srgbClr val="002060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anchor="ctr">
                        <a:solidFill>
                          <a:srgbClr val="DBDBDB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b="0" kern="1200" dirty="0">
                              <a:solidFill>
                                <a:srgbClr val="002060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Set of all real polynomials of degree at most 2</a:t>
                          </a:r>
                          <a:endParaRPr lang="en-IN" sz="2800" b="0" kern="1200" dirty="0">
                            <a:solidFill>
                              <a:srgbClr val="002060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anchor="ctr">
                        <a:solidFill>
                          <a:srgbClr val="DBDBDB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latinLnBrk="0" hangingPunct="1">
                            <a:lnSpc>
                              <a:spcPct val="150000"/>
                            </a:lnSpc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800" b="0" i="1" kern="120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sz="2800" b="0" kern="120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p</m:t>
                                    </m:r>
                                  </m:e>
                                  <m:sub>
                                    <m:r>
                                      <a:rPr lang="en-US" sz="2800" b="0" kern="120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a:rPr lang="en-US" sz="2800" b="0" kern="120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(</m:t>
                                </m:r>
                                <m:r>
                                  <m:rPr>
                                    <m:sty m:val="p"/>
                                  </m:rPr>
                                  <a:rPr lang="en-US" sz="2800" b="0" kern="120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x</m:t>
                                </m:r>
                                <m:r>
                                  <a:rPr lang="en-US" sz="2800" b="0" kern="120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)=</m:t>
                                </m:r>
                                <m:sSub>
                                  <m:sSubPr>
                                    <m:ctrlPr>
                                      <a:rPr lang="en-US" sz="2800" b="0" i="1" kern="120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sz="2800" b="0" kern="120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a</m:t>
                                    </m:r>
                                  </m:e>
                                  <m:sub>
                                    <m:r>
                                      <a:rPr lang="en-US" sz="2800" b="0" kern="120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0</m:t>
                                    </m:r>
                                  </m:sub>
                                </m:sSub>
                                <m:r>
                                  <a:rPr lang="en-US" sz="2800" b="0" kern="120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en-US" sz="2800" b="0" i="1" kern="120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sz="2800" b="0" kern="120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a</m:t>
                                    </m:r>
                                  </m:e>
                                  <m:sub>
                                    <m:r>
                                      <a:rPr lang="en-US" sz="2800" b="0" kern="120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m:rPr>
                                    <m:sty m:val="p"/>
                                  </m:rPr>
                                  <a:rPr lang="en-US" sz="2800" b="0" kern="120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x</m:t>
                                </m:r>
                                <m:r>
                                  <a:rPr lang="en-US" sz="2800" b="0" kern="120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en-US" sz="2800" b="0" i="1" kern="120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sz="2800" b="0" kern="120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a</m:t>
                                    </m:r>
                                  </m:e>
                                  <m:sub>
                                    <m:r>
                                      <a:rPr lang="en-US" sz="2800" b="0" kern="120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2</m:t>
                                    </m:r>
                                  </m:sub>
                                </m:sSub>
                                <m:sSup>
                                  <m:sSupPr>
                                    <m:ctrlPr>
                                      <a:rPr lang="en-US" sz="2800" b="0" i="1" kern="120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sSup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sz="2800" b="0" kern="120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x</m:t>
                                    </m:r>
                                  </m:e>
                                  <m:sup>
                                    <m:r>
                                      <a:rPr lang="en-US" sz="2800" b="0" kern="120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2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IN" sz="2800" b="0" kern="1200" dirty="0">
                            <a:solidFill>
                              <a:srgbClr val="002060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  <a:p>
                          <a:pPr marL="0" algn="ctr" defTabSz="914400" rtl="0" eaLnBrk="1" latinLnBrk="0" hangingPunct="1">
                            <a:lnSpc>
                              <a:spcPct val="150000"/>
                            </a:lnSpc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800" b="0" i="1" kern="120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sz="2800" b="0" kern="120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p</m:t>
                                    </m:r>
                                  </m:e>
                                  <m:sub>
                                    <m:r>
                                      <a:rPr lang="en-US" sz="2800" b="0" kern="120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2</m:t>
                                    </m:r>
                                  </m:sub>
                                </m:sSub>
                                <m:r>
                                  <a:rPr lang="en-US" sz="2800" b="0" kern="120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(</m:t>
                                </m:r>
                                <m:r>
                                  <m:rPr>
                                    <m:sty m:val="p"/>
                                  </m:rPr>
                                  <a:rPr lang="en-US" sz="2800" b="0" kern="120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x</m:t>
                                </m:r>
                                <m:r>
                                  <a:rPr lang="en-US" sz="2800" b="0" kern="120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)=</m:t>
                                </m:r>
                                <m:sSub>
                                  <m:sSubPr>
                                    <m:ctrlPr>
                                      <a:rPr lang="en-US" sz="2800" b="0" i="1" kern="120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sz="2800" b="0" kern="120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b</m:t>
                                    </m:r>
                                  </m:e>
                                  <m:sub>
                                    <m:r>
                                      <a:rPr lang="en-US" sz="2800" b="0" kern="120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0</m:t>
                                    </m:r>
                                  </m:sub>
                                </m:sSub>
                                <m:r>
                                  <a:rPr lang="en-US" sz="2800" b="0" kern="120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en-US" sz="2800" b="0" i="1" kern="120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sz="2800" b="0" kern="120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b</m:t>
                                    </m:r>
                                  </m:e>
                                  <m:sub>
                                    <m:r>
                                      <a:rPr lang="en-US" sz="2800" b="0" kern="120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m:rPr>
                                    <m:sty m:val="p"/>
                                  </m:rPr>
                                  <a:rPr lang="en-US" sz="2800" b="0" kern="120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x</m:t>
                                </m:r>
                                <m:r>
                                  <a:rPr lang="en-US" sz="2800" b="0" kern="120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en-US" sz="2800" b="0" i="1" kern="120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sz="2800" b="0" kern="120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b</m:t>
                                    </m:r>
                                  </m:e>
                                  <m:sub>
                                    <m:r>
                                      <a:rPr lang="en-US" sz="2800" b="0" kern="120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2</m:t>
                                    </m:r>
                                  </m:sub>
                                </m:sSub>
                                <m:sSup>
                                  <m:sSupPr>
                                    <m:ctrlPr>
                                      <a:rPr lang="en-US" sz="2800" b="0" i="1" kern="120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sSup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sz="2800" b="0" kern="120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x</m:t>
                                    </m:r>
                                  </m:e>
                                  <m:sup>
                                    <m:r>
                                      <a:rPr lang="en-US" sz="2800" b="0" kern="120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2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IN" sz="2800" b="0" kern="1200" dirty="0">
                            <a:solidFill>
                              <a:srgbClr val="002060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  <a:p>
                          <a:pPr marL="0" algn="ctr" defTabSz="914400" rtl="0" eaLnBrk="1" latinLnBrk="0" hangingPunct="1">
                            <a:lnSpc>
                              <a:spcPct val="150000"/>
                            </a:lnSpc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800" b="0" i="1" kern="120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sz="2800" b="0" kern="120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p</m:t>
                                    </m:r>
                                  </m:e>
                                  <m:sub>
                                    <m:r>
                                      <a:rPr lang="en-US" sz="2800" b="0" kern="120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3</m:t>
                                    </m:r>
                                  </m:sub>
                                </m:sSub>
                                <m:r>
                                  <a:rPr lang="en-US" sz="2800" b="0" kern="120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(</m:t>
                                </m:r>
                                <m:r>
                                  <m:rPr>
                                    <m:sty m:val="p"/>
                                  </m:rPr>
                                  <a:rPr lang="en-US" sz="2800" b="0" kern="120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x</m:t>
                                </m:r>
                                <m:r>
                                  <a:rPr lang="en-US" sz="2800" b="0" kern="120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)=</m:t>
                                </m:r>
                                <m:sSub>
                                  <m:sSubPr>
                                    <m:ctrlPr>
                                      <a:rPr lang="en-US" sz="2800" b="0" i="1" kern="120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sz="2800" b="0" kern="120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c</m:t>
                                    </m:r>
                                  </m:e>
                                  <m:sub>
                                    <m:r>
                                      <a:rPr lang="en-US" sz="2800" b="0" kern="120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0</m:t>
                                    </m:r>
                                  </m:sub>
                                </m:sSub>
                                <m:r>
                                  <a:rPr lang="en-US" sz="2800" b="0" kern="120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en-US" sz="2800" b="0" i="1" kern="120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sz="2800" b="0" kern="120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c</m:t>
                                    </m:r>
                                  </m:e>
                                  <m:sub>
                                    <m:r>
                                      <a:rPr lang="en-US" sz="2800" b="0" kern="120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m:rPr>
                                    <m:sty m:val="p"/>
                                  </m:rPr>
                                  <a:rPr lang="en-US" sz="2800" b="0" kern="120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x</m:t>
                                </m:r>
                                <m:r>
                                  <a:rPr lang="en-US" sz="2800" b="0" kern="120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en-US" sz="2800" b="0" i="1" kern="120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sz="2800" b="0" kern="120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c</m:t>
                                    </m:r>
                                  </m:e>
                                  <m:sub>
                                    <m:r>
                                      <a:rPr lang="en-US" sz="2800" b="0" kern="120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2</m:t>
                                    </m:r>
                                  </m:sub>
                                </m:sSub>
                                <m:sSup>
                                  <m:sSupPr>
                                    <m:ctrlPr>
                                      <a:rPr lang="en-US" sz="2800" b="0" i="1" kern="120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sSup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sz="2800" b="0" kern="120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x</m:t>
                                    </m:r>
                                  </m:e>
                                  <m:sup>
                                    <m:r>
                                      <a:rPr lang="en-US" sz="2800" b="0" kern="120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2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IN" sz="2800" b="0" kern="1200" dirty="0">
                            <a:solidFill>
                              <a:srgbClr val="002060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anchor="ctr">
                        <a:solidFill>
                          <a:srgbClr val="DBDBDB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05813789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7" name="Table 6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546117998"/>
                  </p:ext>
                </p:extLst>
              </p:nvPr>
            </p:nvGraphicFramePr>
            <p:xfrm>
              <a:off x="338637" y="1716288"/>
              <a:ext cx="11592000" cy="201168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472919">
                      <a:extLst>
                        <a:ext uri="{9D8B030D-6E8A-4147-A177-3AD203B41FA5}">
                          <a16:colId xmlns:a16="http://schemas.microsoft.com/office/drawing/2014/main" val="795979569"/>
                        </a:ext>
                      </a:extLst>
                    </a:gridCol>
                    <a:gridCol w="4718881">
                      <a:extLst>
                        <a:ext uri="{9D8B030D-6E8A-4147-A177-3AD203B41FA5}">
                          <a16:colId xmlns:a16="http://schemas.microsoft.com/office/drawing/2014/main" val="3942830519"/>
                        </a:ext>
                      </a:extLst>
                    </a:gridCol>
                    <a:gridCol w="5400200">
                      <a:extLst>
                        <a:ext uri="{9D8B030D-6E8A-4147-A177-3AD203B41FA5}">
                          <a16:colId xmlns:a16="http://schemas.microsoft.com/office/drawing/2014/main" val="832360843"/>
                        </a:ext>
                      </a:extLst>
                    </a:gridCol>
                  </a:tblGrid>
                  <a:tr h="201168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413" t="-302" r="-688017" b="-120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b="0" kern="1200" dirty="0" smtClean="0">
                              <a:solidFill>
                                <a:srgbClr val="002060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Set of all real polynomials of degree at most 2</a:t>
                          </a:r>
                          <a:endParaRPr lang="en-IN" sz="2800" b="0" kern="1200" dirty="0">
                            <a:solidFill>
                              <a:srgbClr val="002060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anchor="ctr">
                        <a:solidFill>
                          <a:srgbClr val="DBDBDB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114656" t="-302" r="-451" b="-120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05813789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9" name="Table 8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653762487"/>
                  </p:ext>
                </p:extLst>
              </p:nvPr>
            </p:nvGraphicFramePr>
            <p:xfrm>
              <a:off x="336000" y="3781433"/>
              <a:ext cx="11592000" cy="201168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472919">
                      <a:extLst>
                        <a:ext uri="{9D8B030D-6E8A-4147-A177-3AD203B41FA5}">
                          <a16:colId xmlns:a16="http://schemas.microsoft.com/office/drawing/2014/main" val="795979569"/>
                        </a:ext>
                      </a:extLst>
                    </a:gridCol>
                    <a:gridCol w="4718881">
                      <a:extLst>
                        <a:ext uri="{9D8B030D-6E8A-4147-A177-3AD203B41FA5}">
                          <a16:colId xmlns:a16="http://schemas.microsoft.com/office/drawing/2014/main" val="3942830519"/>
                        </a:ext>
                      </a:extLst>
                    </a:gridCol>
                    <a:gridCol w="5400200">
                      <a:extLst>
                        <a:ext uri="{9D8B030D-6E8A-4147-A177-3AD203B41FA5}">
                          <a16:colId xmlns:a16="http://schemas.microsoft.com/office/drawing/2014/main" val="832360843"/>
                        </a:ext>
                      </a:extLst>
                    </a:gridCol>
                  </a:tblGrid>
                  <a:tr h="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800" b="0" i="1" kern="120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800" b="0" kern="120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ℙ</m:t>
                                    </m:r>
                                  </m:e>
                                  <m:sub>
                                    <m:r>
                                      <a:rPr lang="en-US" sz="2800" b="0" kern="1200" smtClean="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3</m:t>
                                    </m:r>
                                  </m:sub>
                                </m:sSub>
                                <m:d>
                                  <m:dPr>
                                    <m:ctrlPr>
                                      <a:rPr lang="en-US" sz="2800" b="0" i="1" kern="120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2800" b="0" kern="120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ℝ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en-IN" sz="2800" b="0" kern="1200" dirty="0">
                            <a:solidFill>
                              <a:srgbClr val="002060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anchor="ctr">
                        <a:solidFill>
                          <a:srgbClr val="EEEEEE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b="0" kern="1200" dirty="0">
                              <a:solidFill>
                                <a:srgbClr val="002060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Set of all real polynomials of degree at most 3</a:t>
                          </a:r>
                          <a:endParaRPr lang="en-IN" sz="2800" b="0" kern="1200" dirty="0">
                            <a:solidFill>
                              <a:srgbClr val="002060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anchor="ctr">
                        <a:solidFill>
                          <a:srgbClr val="EEEEEE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latinLnBrk="0" hangingPunct="1">
                            <a:lnSpc>
                              <a:spcPct val="150000"/>
                            </a:lnSpc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800" b="0" i="1" kern="120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sz="2800" b="0" kern="120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p</m:t>
                                    </m:r>
                                  </m:e>
                                  <m:sub>
                                    <m:r>
                                      <a:rPr lang="en-US" sz="2800" b="0" kern="120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a:rPr lang="en-US" sz="2800" b="0" kern="120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(</m:t>
                                </m:r>
                                <m:r>
                                  <m:rPr>
                                    <m:sty m:val="p"/>
                                  </m:rPr>
                                  <a:rPr lang="en-US" sz="2800" b="0" kern="120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x</m:t>
                                </m:r>
                                <m:r>
                                  <a:rPr lang="en-US" sz="2800" b="0" kern="120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)=</m:t>
                                </m:r>
                                <m:sSub>
                                  <m:sSubPr>
                                    <m:ctrlPr>
                                      <a:rPr lang="en-US" sz="2800" b="0" i="1" kern="120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sz="2800" b="0" kern="120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a</m:t>
                                    </m:r>
                                  </m:e>
                                  <m:sub>
                                    <m:r>
                                      <a:rPr lang="en-US" sz="2800" b="0" kern="120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0</m:t>
                                    </m:r>
                                  </m:sub>
                                </m:sSub>
                                <m:r>
                                  <a:rPr lang="en-US" sz="2800" b="0" kern="120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en-US" sz="2800" b="0" i="1" kern="120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sz="2800" b="0" kern="120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a</m:t>
                                    </m:r>
                                  </m:e>
                                  <m:sub>
                                    <m:r>
                                      <a:rPr lang="en-US" sz="2800" b="0" kern="120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m:rPr>
                                    <m:sty m:val="p"/>
                                  </m:rPr>
                                  <a:rPr lang="en-US" sz="2800" b="0" kern="120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x</m:t>
                                </m:r>
                                <m:r>
                                  <a:rPr lang="en-US" sz="2800" b="0" kern="120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en-US" sz="2800" b="0" i="1" kern="120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sz="2800" b="0" kern="120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a</m:t>
                                    </m:r>
                                  </m:e>
                                  <m:sub>
                                    <m:r>
                                      <a:rPr lang="en-US" sz="2800" b="0" kern="120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2</m:t>
                                    </m:r>
                                  </m:sub>
                                </m:sSub>
                                <m:sSup>
                                  <m:sSupPr>
                                    <m:ctrlPr>
                                      <a:rPr lang="en-US" sz="2800" b="0" i="1" kern="120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sSup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sz="2800" b="0" kern="120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x</m:t>
                                    </m:r>
                                  </m:e>
                                  <m:sup>
                                    <m:r>
                                      <a:rPr lang="en-US" sz="2800" b="0" kern="120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2</m:t>
                                    </m:r>
                                  </m:sup>
                                </m:sSup>
                                <m:r>
                                  <a:rPr lang="en-US" sz="2800" b="0" kern="1200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en-US" sz="2800" b="0" i="1" kern="120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sz="2800" b="0" kern="120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a</m:t>
                                    </m:r>
                                  </m:e>
                                  <m:sub>
                                    <m:r>
                                      <a:rPr lang="en-US" sz="2800" b="0" kern="1200" smtClean="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3</m:t>
                                    </m:r>
                                  </m:sub>
                                </m:sSub>
                                <m:sSup>
                                  <m:sSupPr>
                                    <m:ctrlPr>
                                      <a:rPr lang="en-US" sz="2800" b="0" i="1" kern="120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sSup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sz="2800" b="0" kern="120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x</m:t>
                                    </m:r>
                                  </m:e>
                                  <m:sup>
                                    <m:r>
                                      <a:rPr lang="en-US" sz="2800" b="0" kern="1200" smtClean="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3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IN" sz="2800" b="0" kern="1200" dirty="0">
                            <a:solidFill>
                              <a:srgbClr val="002060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  <a:p>
                          <a:pPr marL="0" algn="ctr" defTabSz="914400" rtl="0" eaLnBrk="1" latinLnBrk="0" hangingPunct="1">
                            <a:lnSpc>
                              <a:spcPct val="150000"/>
                            </a:lnSpc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800" b="0" i="1" kern="120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sz="2800" b="0" kern="120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p</m:t>
                                    </m:r>
                                  </m:e>
                                  <m:sub>
                                    <m:r>
                                      <a:rPr lang="en-US" sz="2800" b="0" kern="120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2</m:t>
                                    </m:r>
                                  </m:sub>
                                </m:sSub>
                                <m:r>
                                  <a:rPr lang="en-US" sz="2800" b="0" kern="120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(</m:t>
                                </m:r>
                                <m:r>
                                  <m:rPr>
                                    <m:sty m:val="p"/>
                                  </m:rPr>
                                  <a:rPr lang="en-US" sz="2800" b="0" kern="120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x</m:t>
                                </m:r>
                                <m:r>
                                  <a:rPr lang="en-US" sz="2800" b="0" kern="120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)=</m:t>
                                </m:r>
                                <m:sSub>
                                  <m:sSubPr>
                                    <m:ctrlPr>
                                      <a:rPr lang="en-US" sz="2800" b="0" i="1" kern="120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sz="2800" b="0" kern="120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b</m:t>
                                    </m:r>
                                  </m:e>
                                  <m:sub>
                                    <m:r>
                                      <a:rPr lang="en-US" sz="2800" b="0" kern="120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0</m:t>
                                    </m:r>
                                  </m:sub>
                                </m:sSub>
                                <m:r>
                                  <a:rPr lang="en-US" sz="2800" b="0" kern="120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en-US" sz="2800" b="0" i="1" kern="120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sz="2800" b="0" kern="120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b</m:t>
                                    </m:r>
                                  </m:e>
                                  <m:sub>
                                    <m:r>
                                      <a:rPr lang="en-US" sz="2800" b="0" kern="120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m:rPr>
                                    <m:sty m:val="p"/>
                                  </m:rPr>
                                  <a:rPr lang="en-US" sz="2800" b="0" kern="120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x</m:t>
                                </m:r>
                                <m:r>
                                  <a:rPr lang="en-US" sz="2800" b="0" kern="120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en-US" sz="2800" b="0" i="1" kern="120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sz="2800" b="0" kern="120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b</m:t>
                                    </m:r>
                                  </m:e>
                                  <m:sub>
                                    <m:r>
                                      <a:rPr lang="en-US" sz="2800" b="0" kern="120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2</m:t>
                                    </m:r>
                                  </m:sub>
                                </m:sSub>
                                <m:sSup>
                                  <m:sSupPr>
                                    <m:ctrlPr>
                                      <a:rPr lang="en-US" sz="2800" b="0" i="1" kern="120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sSup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sz="2800" b="0" kern="120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x</m:t>
                                    </m:r>
                                  </m:e>
                                  <m:sup>
                                    <m:r>
                                      <a:rPr lang="en-US" sz="2800" b="0" kern="120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2</m:t>
                                    </m:r>
                                  </m:sup>
                                </m:sSup>
                                <m:r>
                                  <a:rPr lang="en-US" sz="2800" b="0" kern="1200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en-US" sz="2800" b="0" i="1" kern="120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sz="2800" b="0" kern="120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b</m:t>
                                    </m:r>
                                  </m:e>
                                  <m:sub>
                                    <m:r>
                                      <a:rPr lang="en-US" sz="2800" b="0" kern="1200" smtClean="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3</m:t>
                                    </m:r>
                                  </m:sub>
                                </m:sSub>
                                <m:sSup>
                                  <m:sSupPr>
                                    <m:ctrlPr>
                                      <a:rPr lang="en-US" sz="2800" b="0" i="1" kern="120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sSup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sz="2800" b="0" kern="120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x</m:t>
                                    </m:r>
                                  </m:e>
                                  <m:sup>
                                    <m:r>
                                      <a:rPr lang="en-US" sz="2800" b="0" kern="1200" smtClean="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3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IN" sz="2800" b="0" kern="1200" dirty="0">
                            <a:solidFill>
                              <a:srgbClr val="002060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  <a:p>
                          <a:pPr marL="0" algn="ctr" defTabSz="914400" rtl="0" eaLnBrk="1" latinLnBrk="0" hangingPunct="1">
                            <a:lnSpc>
                              <a:spcPct val="150000"/>
                            </a:lnSpc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800" b="0" i="1" kern="120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sz="2800" b="0" kern="120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p</m:t>
                                    </m:r>
                                  </m:e>
                                  <m:sub>
                                    <m:r>
                                      <a:rPr lang="en-US" sz="2800" b="0" kern="120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3</m:t>
                                    </m:r>
                                  </m:sub>
                                </m:sSub>
                                <m:r>
                                  <a:rPr lang="en-US" sz="2800" b="0" kern="120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(</m:t>
                                </m:r>
                                <m:r>
                                  <m:rPr>
                                    <m:sty m:val="p"/>
                                  </m:rPr>
                                  <a:rPr lang="en-US" sz="2800" b="0" kern="120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x</m:t>
                                </m:r>
                                <m:r>
                                  <a:rPr lang="en-US" sz="2800" b="0" kern="120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)=</m:t>
                                </m:r>
                                <m:sSub>
                                  <m:sSubPr>
                                    <m:ctrlPr>
                                      <a:rPr lang="en-US" sz="2800" b="0" i="1" kern="120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sz="2800" b="0" kern="120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c</m:t>
                                    </m:r>
                                  </m:e>
                                  <m:sub>
                                    <m:r>
                                      <a:rPr lang="en-US" sz="2800" b="0" kern="120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0</m:t>
                                    </m:r>
                                  </m:sub>
                                </m:sSub>
                                <m:r>
                                  <a:rPr lang="en-US" sz="2800" b="0" kern="120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en-US" sz="2800" b="0" i="1" kern="120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sz="2800" b="0" kern="120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c</m:t>
                                    </m:r>
                                  </m:e>
                                  <m:sub>
                                    <m:r>
                                      <a:rPr lang="en-US" sz="2800" b="0" kern="120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m:rPr>
                                    <m:sty m:val="p"/>
                                  </m:rPr>
                                  <a:rPr lang="en-US" sz="2800" b="0" kern="120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x</m:t>
                                </m:r>
                                <m:r>
                                  <a:rPr lang="en-US" sz="2800" b="0" kern="120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en-US" sz="2800" b="0" i="1" kern="120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sz="2800" b="0" kern="120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c</m:t>
                                    </m:r>
                                  </m:e>
                                  <m:sub>
                                    <m:r>
                                      <a:rPr lang="en-US" sz="2800" b="0" kern="120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2</m:t>
                                    </m:r>
                                  </m:sub>
                                </m:sSub>
                                <m:sSup>
                                  <m:sSupPr>
                                    <m:ctrlPr>
                                      <a:rPr lang="en-US" sz="2800" b="0" i="1" kern="120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sSup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sz="2800" b="0" kern="120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x</m:t>
                                    </m:r>
                                  </m:e>
                                  <m:sup>
                                    <m:r>
                                      <a:rPr lang="en-US" sz="2800" b="0" kern="120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2</m:t>
                                    </m:r>
                                  </m:sup>
                                </m:sSup>
                                <m:r>
                                  <a:rPr lang="en-US" sz="2800" b="0" kern="1200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en-US" sz="2800" b="0" i="1" kern="120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sz="2800" b="0" kern="120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c</m:t>
                                    </m:r>
                                  </m:e>
                                  <m:sub>
                                    <m:r>
                                      <a:rPr lang="en-US" sz="2800" b="0" kern="1200" smtClean="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3</m:t>
                                    </m:r>
                                  </m:sub>
                                </m:sSub>
                                <m:sSup>
                                  <m:sSupPr>
                                    <m:ctrlPr>
                                      <a:rPr lang="en-US" sz="2800" b="0" i="1" kern="120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sSup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sz="2800" b="0" kern="120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x</m:t>
                                    </m:r>
                                  </m:e>
                                  <m:sup>
                                    <m:r>
                                      <a:rPr lang="en-US" sz="2800" b="0" kern="1200" smtClean="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3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IN" sz="2800" b="0" kern="1200" dirty="0">
                            <a:solidFill>
                              <a:srgbClr val="002060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anchor="ctr">
                        <a:solidFill>
                          <a:srgbClr val="EEEEEE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077895023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9" name="Table 8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653762487"/>
                  </p:ext>
                </p:extLst>
              </p:nvPr>
            </p:nvGraphicFramePr>
            <p:xfrm>
              <a:off x="336000" y="3781433"/>
              <a:ext cx="11592000" cy="201168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472919">
                      <a:extLst>
                        <a:ext uri="{9D8B030D-6E8A-4147-A177-3AD203B41FA5}">
                          <a16:colId xmlns:a16="http://schemas.microsoft.com/office/drawing/2014/main" val="795979569"/>
                        </a:ext>
                      </a:extLst>
                    </a:gridCol>
                    <a:gridCol w="4718881">
                      <a:extLst>
                        <a:ext uri="{9D8B030D-6E8A-4147-A177-3AD203B41FA5}">
                          <a16:colId xmlns:a16="http://schemas.microsoft.com/office/drawing/2014/main" val="3942830519"/>
                        </a:ext>
                      </a:extLst>
                    </a:gridCol>
                    <a:gridCol w="5400200">
                      <a:extLst>
                        <a:ext uri="{9D8B030D-6E8A-4147-A177-3AD203B41FA5}">
                          <a16:colId xmlns:a16="http://schemas.microsoft.com/office/drawing/2014/main" val="832360843"/>
                        </a:ext>
                      </a:extLst>
                    </a:gridCol>
                  </a:tblGrid>
                  <a:tr h="201168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4"/>
                          <a:stretch>
                            <a:fillRect l="-413" t="-302" r="-687603" b="-120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b="0" kern="1200" dirty="0" smtClean="0">
                              <a:solidFill>
                                <a:srgbClr val="002060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Set of all real polynomials of degree at most 3</a:t>
                          </a:r>
                          <a:endParaRPr lang="en-IN" sz="2800" b="0" kern="1200" dirty="0">
                            <a:solidFill>
                              <a:srgbClr val="002060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anchor="ctr">
                        <a:solidFill>
                          <a:srgbClr val="EEEEEE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4"/>
                          <a:stretch>
                            <a:fillRect l="-114786" t="-302" r="-451" b="-120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077895023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13929192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Method-1</a:t>
            </a:r>
            <a:br>
              <a:rPr lang="en-US" dirty="0"/>
            </a:br>
            <a:r>
              <a:rPr lang="en-US" dirty="0"/>
              <a:t>Vector Space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DD1B15B0-DB21-4AD4-8A0D-08E74D04D8C7}"/>
              </a:ext>
            </a:extLst>
          </p:cNvPr>
          <p:cNvSpPr txBox="1">
            <a:spLocks/>
          </p:cNvSpPr>
          <p:nvPr/>
        </p:nvSpPr>
        <p:spPr>
          <a:xfrm>
            <a:off x="838200" y="2002632"/>
            <a:ext cx="10515600" cy="285273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6000" b="1" kern="1200" dirty="0">
                <a:gradFill flip="none" rotWithShape="1">
                  <a:gsLst>
                    <a:gs pos="0">
                      <a:srgbClr val="1D3064"/>
                    </a:gs>
                    <a:gs pos="100000">
                      <a:schemeClr val="tx2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endParaRPr lang="en-IN" dirty="0">
              <a:gradFill flip="none" rotWithShape="1">
                <a:gsLst>
                  <a:gs pos="10000">
                    <a:schemeClr val="accent6">
                      <a:lumMod val="50000"/>
                    </a:schemeClr>
                  </a:gs>
                  <a:gs pos="100000">
                    <a:schemeClr val="accent6"/>
                  </a:gs>
                </a:gsLst>
                <a:lin ang="0" scaled="1"/>
                <a:tileRect/>
              </a:gradFill>
            </a:endParaRPr>
          </a:p>
          <a:p>
            <a:endParaRPr lang="en-IN" dirty="0">
              <a:gradFill flip="none" rotWithShape="1">
                <a:gsLst>
                  <a:gs pos="10000">
                    <a:schemeClr val="accent6">
                      <a:lumMod val="50000"/>
                    </a:schemeClr>
                  </a:gs>
                  <a:gs pos="100000">
                    <a:schemeClr val="accent6"/>
                  </a:gs>
                </a:gsLst>
                <a:lin ang="0" scaled="1"/>
                <a:tileRect/>
              </a:gradFill>
            </a:endParaRPr>
          </a:p>
        </p:txBody>
      </p:sp>
    </p:spTree>
    <p:extLst>
      <p:ext uri="{BB962C8B-B14F-4D97-AF65-F5344CB8AC3E}">
        <p14:creationId xmlns:p14="http://schemas.microsoft.com/office/powerpoint/2010/main" val="394034793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C8A814-E960-4A9A-9533-046AA2FCC7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Real Vector Space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FCE115E-0DAA-4310-8C47-0D579246D26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0" y="853170"/>
                <a:ext cx="12192000" cy="5590565"/>
              </a:xfrm>
            </p:spPr>
            <p:txBody>
              <a:bodyPr/>
              <a:lstStyle/>
              <a:p>
                <a:pPr marL="347345" indent="-228600">
                  <a:lnSpc>
                    <a:spcPct val="115000"/>
                  </a:lnSpc>
                  <a:spcAft>
                    <a:spcPts val="800"/>
                  </a:spcAft>
                </a:pPr>
                <a:r>
                  <a:rPr lang="en-US" dirty="0"/>
                  <a:t>Let </a:t>
                </a:r>
                <a14:m>
                  <m:oMath xmlns:m="http://schemas.openxmlformats.org/officeDocument/2006/math">
                    <m:r>
                      <a:rPr lang="en-US" b="1" i="0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𝐕</m:t>
                    </m:r>
                  </m:oMath>
                </a14:m>
                <a:r>
                  <a:rPr lang="en-US" dirty="0"/>
                  <a:t> be a non-empty set. Suppose two operations are defined 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i="0" dirty="0" smtClean="0">
                        <a:latin typeface="Cambria Math" panose="02040503050406030204" pitchFamily="18" charset="0"/>
                      </a:rPr>
                      <m:t>V</m:t>
                    </m:r>
                  </m:oMath>
                </a14:m>
                <a:r>
                  <a:rPr lang="en-US" dirty="0"/>
                  <a:t>:</a:t>
                </a:r>
              </a:p>
              <a:p>
                <a:pPr marL="891857" lvl="1" indent="-228600">
                  <a:lnSpc>
                    <a:spcPct val="115000"/>
                  </a:lnSpc>
                  <a:spcAft>
                    <a:spcPts val="800"/>
                  </a:spcAft>
                </a:pPr>
                <a:r>
                  <a:rPr lang="en-US" dirty="0"/>
                  <a:t>Vector Addition </a:t>
                </a:r>
                <a14:m>
                  <m:oMath xmlns:m="http://schemas.openxmlformats.org/officeDocument/2006/math">
                    <m:r>
                      <a:rPr lang="en-US" b="1" i="0" dirty="0" smtClean="0">
                        <a:latin typeface="Cambria Math" panose="02040503050406030204" pitchFamily="18" charset="0"/>
                      </a:rPr>
                      <m:t>(+)</m:t>
                    </m:r>
                  </m:oMath>
                </a14:m>
                <a:r>
                  <a:rPr lang="en-US" dirty="0"/>
                  <a:t> </a:t>
                </a:r>
              </a:p>
              <a:p>
                <a:pPr marL="891857" lvl="1" indent="-228600">
                  <a:lnSpc>
                    <a:spcPct val="115000"/>
                  </a:lnSpc>
                  <a:spcAft>
                    <a:spcPts val="800"/>
                  </a:spcAft>
                </a:pPr>
                <a:r>
                  <a:rPr lang="en-US" dirty="0"/>
                  <a:t>Scalar Multiplication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(⋅)</m:t>
                    </m:r>
                  </m:oMath>
                </a14:m>
                <a:r>
                  <a:rPr lang="en-US" dirty="0"/>
                  <a:t> over the </a:t>
                </a:r>
                <a:r>
                  <a:rPr lang="en-US" b="1" dirty="0">
                    <a:solidFill>
                      <a:srgbClr val="FF0000"/>
                    </a:solidFill>
                  </a:rPr>
                  <a:t>field</a:t>
                </a:r>
                <a:r>
                  <a:rPr lang="en-US" dirty="0"/>
                  <a:t> of real numbers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ℝ</m:t>
                    </m:r>
                  </m:oMath>
                </a14:m>
                <a:r>
                  <a:rPr lang="en-US" dirty="0"/>
                  <a:t>.</a:t>
                </a:r>
              </a:p>
              <a:p>
                <a:pPr marL="347345" indent="-228600">
                  <a:lnSpc>
                    <a:spcPct val="115000"/>
                  </a:lnSpc>
                  <a:spcAft>
                    <a:spcPts val="800"/>
                  </a:spcAft>
                </a:pPr>
                <a:r>
                  <a:rPr lang="en-US" dirty="0"/>
                  <a:t>If the following </a:t>
                </a:r>
                <a:r>
                  <a:rPr lang="en-US" b="1" dirty="0">
                    <a:solidFill>
                      <a:srgbClr val="FF0000"/>
                    </a:solidFill>
                  </a:rPr>
                  <a:t>ten axioms</a:t>
                </a:r>
                <a:r>
                  <a:rPr lang="en-US" b="1" dirty="0"/>
                  <a:t> </a:t>
                </a:r>
                <a:r>
                  <a:rPr lang="en-US" dirty="0"/>
                  <a:t>are satisfied for arbitrary </a:t>
                </a:r>
                <a14:m>
                  <m:oMath xmlns:m="http://schemas.openxmlformats.org/officeDocument/2006/math">
                    <m:r>
                      <a:rPr lang="en-US" b="1" i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𝐮</m:t>
                    </m:r>
                    <m:r>
                      <a:rPr lang="en-US" b="1" i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1" i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𝐯</m:t>
                    </m:r>
                    <m:r>
                      <a:rPr lang="en-US" b="1" i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1" i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𝐰</m:t>
                    </m:r>
                    <m:r>
                      <a:rPr lang="en-US" b="1" i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b="1" i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𝐕</m:t>
                    </m:r>
                    <m:r>
                      <a:rPr lang="en-US" b="1" i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&amp; </m:t>
                    </m:r>
                    <m:r>
                      <a:rPr lang="en-US" b="1" i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𝛂</m:t>
                    </m:r>
                    <m:r>
                      <a:rPr lang="en-US" b="1" i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1" i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𝛃</m:t>
                    </m:r>
                    <m:r>
                      <a:rPr lang="en-US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r>
                      <a:rPr lang="en-US" b="1" i="0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ℝ</m:t>
                    </m:r>
                    <m:r>
                      <a:rPr lang="en-US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r>
                      <a:rPr lang="en-US" b="1" i="0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>
                    <a:ea typeface="Cambria Math" panose="02040503050406030204" pitchFamily="18" charset="0"/>
                  </a:rPr>
                  <a:t>then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i="0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V</m:t>
                    </m:r>
                  </m:oMath>
                </a14:m>
                <a:r>
                  <a:rPr lang="en-US" dirty="0">
                    <a:ea typeface="Cambria Math" panose="02040503050406030204" pitchFamily="18" charset="0"/>
                  </a:rPr>
                  <a:t> is called a real vector space over the field </a:t>
                </a:r>
                <a14:m>
                  <m:oMath xmlns:m="http://schemas.openxmlformats.org/officeDocument/2006/math">
                    <m:r>
                      <a:rPr lang="en-US" b="1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ℝ</m:t>
                    </m:r>
                  </m:oMath>
                </a14:m>
                <a:r>
                  <a:rPr lang="en-US" dirty="0">
                    <a:ea typeface="Cambria Math" panose="02040503050406030204" pitchFamily="18" charset="0"/>
                  </a:rPr>
                  <a:t> under the given operations.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FCE115E-0DAA-4310-8C47-0D579246D26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0" y="853170"/>
                <a:ext cx="12192000" cy="5590565"/>
              </a:xfrm>
              <a:blipFill>
                <a:blip r:embed="rId2"/>
                <a:stretch>
                  <a:fillRect t="-654" r="-1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574177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FCE115E-0DAA-4310-8C47-0D579246D26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633095" indent="-514350">
                  <a:lnSpc>
                    <a:spcPct val="115000"/>
                  </a:lnSpc>
                  <a:spcAft>
                    <a:spcPts val="800"/>
                  </a:spcAft>
                  <a:buFont typeface="+mj-lt"/>
                  <a:buAutoNum type="arabicParenR"/>
                </a:pPr>
                <a:endParaRPr lang="en-US" dirty="0">
                  <a:latin typeface="Cambria Math" panose="02040503050406030204" pitchFamily="18" charset="0"/>
                </a:endParaRPr>
              </a:p>
              <a:p>
                <a:pPr marL="633095" indent="-514350">
                  <a:lnSpc>
                    <a:spcPct val="115000"/>
                  </a:lnSpc>
                  <a:spcAft>
                    <a:spcPts val="800"/>
                  </a:spcAft>
                  <a:buFont typeface="+mj-lt"/>
                  <a:buAutoNum type="arabicPeriod"/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u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v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V</m:t>
                    </m:r>
                  </m:oMath>
                </a14:m>
                <a:r>
                  <a:rPr lang="en-US" dirty="0"/>
                  <a:t> 				</a:t>
                </a:r>
                <a:r>
                  <a:rPr lang="en-US" b="1" dirty="0">
                    <a:solidFill>
                      <a:srgbClr val="FF0000"/>
                    </a:solidFill>
                  </a:rPr>
                  <a:t>(Closure under vector addition)</a:t>
                </a:r>
              </a:p>
              <a:p>
                <a:pPr marL="633095" indent="-514350">
                  <a:lnSpc>
                    <a:spcPct val="115000"/>
                  </a:lnSpc>
                  <a:spcAft>
                    <a:spcPts val="800"/>
                  </a:spcAft>
                  <a:buFont typeface="+mj-lt"/>
                  <a:buAutoNum type="arabicPeriod"/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u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v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v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u</m:t>
                    </m:r>
                  </m:oMath>
                </a14:m>
                <a:r>
                  <a:rPr lang="en-US" dirty="0"/>
                  <a:t> 			</a:t>
                </a:r>
                <a:r>
                  <a:rPr lang="en-US" b="1" dirty="0">
                    <a:solidFill>
                      <a:srgbClr val="FF0000"/>
                    </a:solidFill>
                  </a:rPr>
                  <a:t>(Commutative law of addition)</a:t>
                </a:r>
              </a:p>
              <a:p>
                <a:pPr marL="633095" indent="-514350">
                  <a:lnSpc>
                    <a:spcPct val="115000"/>
                  </a:lnSpc>
                  <a:spcAft>
                    <a:spcPts val="800"/>
                  </a:spcAft>
                  <a:buFont typeface="+mj-lt"/>
                  <a:buAutoNum type="arabicPeriod"/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u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+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v</m:t>
                        </m:r>
                        <m:r>
                          <a:rPr lang="en-US" b="0" i="0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w</m:t>
                        </m:r>
                      </m:e>
                    </m:d>
                    <m:r>
                      <a:rPr lang="en-US" b="0" i="0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u</m:t>
                        </m:r>
                        <m:r>
                          <a:rPr lang="en-US" b="0" i="0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v</m:t>
                        </m:r>
                      </m:e>
                    </m:d>
                    <m:r>
                      <a:rPr lang="en-US" b="0" i="0" smtClean="0"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w</m:t>
                    </m:r>
                  </m:oMath>
                </a14:m>
                <a:r>
                  <a:rPr lang="en-IN" dirty="0"/>
                  <a:t> 	</a:t>
                </a:r>
                <a:r>
                  <a:rPr lang="en-US" b="1" dirty="0">
                    <a:solidFill>
                      <a:srgbClr val="FF0000"/>
                    </a:solidFill>
                  </a:rPr>
                  <a:t>(Associative law of addition)</a:t>
                </a:r>
              </a:p>
              <a:p>
                <a:pPr marL="633095" indent="-514350">
                  <a:lnSpc>
                    <a:spcPct val="115000"/>
                  </a:lnSpc>
                  <a:spcAft>
                    <a:spcPts val="800"/>
                  </a:spcAft>
                  <a:buFont typeface="+mj-lt"/>
                  <a:buAutoNum type="arabicPeriod"/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u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1" i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𝟎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u</m:t>
                    </m:r>
                  </m:oMath>
                </a14:m>
                <a:r>
                  <a:rPr lang="en-IN" dirty="0"/>
                  <a:t> 				</a:t>
                </a:r>
                <a:r>
                  <a:rPr lang="en-US" b="1" dirty="0">
                    <a:solidFill>
                      <a:srgbClr val="FF0000"/>
                    </a:solidFill>
                  </a:rPr>
                  <a:t>(Existence of zero vector in </a:t>
                </a:r>
                <a14:m>
                  <m:oMath xmlns:m="http://schemas.openxmlformats.org/officeDocument/2006/math">
                    <m:r>
                      <a:rPr lang="en-US" b="1" i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𝐕</m:t>
                    </m:r>
                  </m:oMath>
                </a14:m>
                <a:r>
                  <a:rPr lang="en-US" b="1" dirty="0">
                    <a:solidFill>
                      <a:srgbClr val="FF0000"/>
                    </a:solidFill>
                  </a:rPr>
                  <a:t>)</a:t>
                </a:r>
              </a:p>
              <a:p>
                <a:pPr marL="633095" indent="-514350">
                  <a:lnSpc>
                    <a:spcPct val="115000"/>
                  </a:lnSpc>
                  <a:spcAft>
                    <a:spcPts val="800"/>
                  </a:spcAft>
                  <a:buFont typeface="+mj-lt"/>
                  <a:buAutoNum type="arabicPeriod"/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u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+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0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u</m:t>
                        </m:r>
                      </m:e>
                    </m:d>
                    <m:r>
                      <a:rPr lang="en-US" b="0" i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1" i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𝟎</m:t>
                    </m:r>
                  </m:oMath>
                </a14:m>
                <a:r>
                  <a:rPr lang="en-IN" dirty="0"/>
                  <a:t> 			</a:t>
                </a:r>
                <a:r>
                  <a:rPr lang="en-US" b="1" dirty="0">
                    <a:solidFill>
                      <a:srgbClr val="FF0000"/>
                    </a:solidFill>
                  </a:rPr>
                  <a:t>(</a:t>
                </a:r>
                <a:r>
                  <a:rPr lang="en-US" b="1" i="0" dirty="0">
                    <a:solidFill>
                      <a:srgbClr val="FF0000"/>
                    </a:solidFill>
                    <a:latin typeface="+mj-lt"/>
                  </a:rPr>
                  <a:t>Existence of additive inverse in </a:t>
                </a:r>
                <a14:m>
                  <m:oMath xmlns:m="http://schemas.openxmlformats.org/officeDocument/2006/math">
                    <m:r>
                      <a:rPr lang="en-US" b="1" i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𝐕</m:t>
                    </m:r>
                  </m:oMath>
                </a14:m>
                <a:r>
                  <a:rPr lang="en-US" b="1" dirty="0">
                    <a:solidFill>
                      <a:srgbClr val="FF0000"/>
                    </a:solidFill>
                  </a:rPr>
                  <a:t>)</a:t>
                </a:r>
                <a:r>
                  <a:rPr lang="en-US" dirty="0"/>
                  <a:t>	</a:t>
                </a:r>
                <a:endParaRPr lang="en-IN" b="1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FCE115E-0DAA-4310-8C47-0D579246D26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Rectangle: Rounded Corners 34">
            <a:extLst>
              <a:ext uri="{FF2B5EF4-FFF2-40B4-BE49-F238E27FC236}">
                <a16:creationId xmlns:a16="http://schemas.microsoft.com/office/drawing/2014/main" id="{7FC45F7B-4A36-49BB-E330-CB7BC1EEC8DC}"/>
              </a:ext>
            </a:extLst>
          </p:cNvPr>
          <p:cNvSpPr/>
          <p:nvPr/>
        </p:nvSpPr>
        <p:spPr>
          <a:xfrm>
            <a:off x="122279" y="854244"/>
            <a:ext cx="1450657" cy="468000"/>
          </a:xfrm>
          <a:prstGeom prst="roundRect">
            <a:avLst/>
          </a:prstGeom>
          <a:gradFill>
            <a:gsLst>
              <a:gs pos="10000">
                <a:srgbClr val="0E47A1"/>
              </a:gs>
              <a:gs pos="100000">
                <a:srgbClr val="03A9F5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r>
              <a:rPr lang="en-IN" sz="2800" b="1" dirty="0">
                <a:solidFill>
                  <a:schemeClr val="bg1"/>
                </a:solidFill>
              </a:rPr>
              <a:t>Axioms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4C8A814-E960-4A9A-9533-046AA2FCC7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Real Vector Space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E2369E14-FB7F-439F-B8BC-3D00ED9ED33E}"/>
                  </a:ext>
                </a:extLst>
              </p:cNvPr>
              <p:cNvSpPr txBox="1">
                <a:spLocks/>
              </p:cNvSpPr>
              <p:nvPr/>
            </p:nvSpPr>
            <p:spPr>
              <a:xfrm flipH="1">
                <a:off x="2099769" y="5614220"/>
                <a:ext cx="8177396" cy="540000"/>
              </a:xfrm>
              <a:prstGeom prst="rect">
                <a:avLst/>
              </a:prstGeom>
              <a:noFill/>
              <a:ln w="12700" cap="flat" cmpd="sng" algn="ctr">
                <a:solidFill>
                  <a:srgbClr val="FF0000"/>
                </a:solidFill>
                <a:prstDash val="dash"/>
                <a:miter lim="800000"/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vert="horz" lIns="91440" tIns="45720" rIns="91440" bIns="45720" rtlCol="0" anchor="ctr">
                <a:noAutofit/>
              </a:bodyPr>
              <a:lstStyle>
                <a:lvl1pPr marL="265113" indent="-265113" algn="just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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809625" indent="-352425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 algn="ctr">
                  <a:lnSpc>
                    <a:spcPct val="115000"/>
                  </a:lnSpc>
                  <a:spcAft>
                    <a:spcPts val="800"/>
                  </a:spcAft>
                  <a:buNone/>
                </a:pPr>
                <a:r>
                  <a:rPr lang="en-US" sz="2800" dirty="0">
                    <a:solidFill>
                      <a:srgbClr val="002060"/>
                    </a:solidFill>
                    <a:latin typeface="+mj-lt"/>
                  </a:rPr>
                  <a:t>Here, </a:t>
                </a:r>
                <a14:m>
                  <m:oMath xmlns:m="http://schemas.openxmlformats.org/officeDocument/2006/math">
                    <m:r>
                      <a:rPr lang="en-US" sz="2800" b="1" i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𝟎</m:t>
                    </m:r>
                  </m:oMath>
                </a14:m>
                <a:r>
                  <a:rPr lang="en-US" sz="2800" dirty="0">
                    <a:solidFill>
                      <a:srgbClr val="002060"/>
                    </a:solidFill>
                    <a:latin typeface="+mj-lt"/>
                  </a:rPr>
                  <a:t> is a </a:t>
                </a:r>
                <a:r>
                  <a:rPr lang="en-US" sz="2800" b="1" dirty="0">
                    <a:solidFill>
                      <a:srgbClr val="FF0000"/>
                    </a:solidFill>
                  </a:rPr>
                  <a:t>notation of a zero vector</a:t>
                </a:r>
                <a:r>
                  <a:rPr lang="en-US" sz="2800" dirty="0">
                    <a:solidFill>
                      <a:srgbClr val="002060"/>
                    </a:solidFill>
                    <a:latin typeface="+mj-lt"/>
                  </a:rPr>
                  <a:t>, not a </a:t>
                </a:r>
                <a:r>
                  <a:rPr lang="en-US" sz="2800" b="1" dirty="0">
                    <a:solidFill>
                      <a:srgbClr val="FF0000"/>
                    </a:solidFill>
                  </a:rPr>
                  <a:t>number zero</a:t>
                </a:r>
                <a:endParaRPr lang="en-US" sz="2800" dirty="0">
                  <a:solidFill>
                    <a:srgbClr val="002060"/>
                  </a:solidFill>
                  <a:latin typeface="+mj-lt"/>
                </a:endParaRPr>
              </a:p>
            </p:txBody>
          </p:sp>
        </mc:Choice>
        <mc:Fallback xmlns="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E2369E14-FB7F-439F-B8BC-3D00ED9ED33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2099769" y="5614220"/>
                <a:ext cx="8177396" cy="540000"/>
              </a:xfrm>
              <a:prstGeom prst="rect">
                <a:avLst/>
              </a:prstGeom>
              <a:blipFill>
                <a:blip r:embed="rId3"/>
                <a:stretch>
                  <a:fillRect l="-818" t="-5495" r="-744" b="-29670"/>
                </a:stretch>
              </a:blipFill>
              <a:ln w="12700" cap="flat" cmpd="sng" algn="ctr">
                <a:solidFill>
                  <a:srgbClr val="FF0000"/>
                </a:solidFill>
                <a:prstDash val="dash"/>
                <a:miter lim="800000"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864566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6" grpId="0" animBg="1"/>
      <p:bldP spid="5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C8A814-E960-4A9A-9533-046AA2FCC7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Real Vector Space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FCE115E-0DAA-4310-8C47-0D579246D26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118745" indent="0">
                  <a:lnSpc>
                    <a:spcPct val="115000"/>
                  </a:lnSpc>
                  <a:spcAft>
                    <a:spcPts val="800"/>
                  </a:spcAft>
                  <a:buNone/>
                </a:pPr>
                <a:endParaRPr lang="en-US" b="0" dirty="0">
                  <a:latin typeface="Cambria Math" panose="02040503050406030204" pitchFamily="18" charset="0"/>
                </a:endParaRPr>
              </a:p>
              <a:p>
                <a:pPr marL="633095" indent="-514350">
                  <a:lnSpc>
                    <a:spcPct val="115000"/>
                  </a:lnSpc>
                  <a:spcAft>
                    <a:spcPts val="800"/>
                  </a:spcAft>
                  <a:buFont typeface="+mj-lt"/>
                  <a:buAutoNum type="arabicPeriod" startAt="6"/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α</m:t>
                    </m:r>
                    <m:r>
                      <a:rPr lang="en-US" i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u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V</m:t>
                    </m:r>
                  </m:oMath>
                </a14:m>
                <a:r>
                  <a:rPr lang="en-US" dirty="0"/>
                  <a:t> 				</a:t>
                </a:r>
                <a:r>
                  <a:rPr lang="en-US" b="1" dirty="0">
                    <a:solidFill>
                      <a:srgbClr val="FF0000"/>
                    </a:solidFill>
                  </a:rPr>
                  <a:t>(Closure under scalar multiplication)</a:t>
                </a:r>
              </a:p>
              <a:p>
                <a:pPr marL="633095" indent="-514350">
                  <a:lnSpc>
                    <a:spcPct val="115000"/>
                  </a:lnSpc>
                  <a:spcAft>
                    <a:spcPts val="800"/>
                  </a:spcAft>
                  <a:buFont typeface="+mj-lt"/>
                  <a:buAutoNum type="arabicPeriod" startAt="6"/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α</m:t>
                    </m:r>
                    <m:r>
                      <a:rPr lang="en-US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∙(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u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v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)=</m:t>
                    </m:r>
                    <m:r>
                      <m:rPr>
                        <m:sty m:val="p"/>
                      </m:rPr>
                      <a:rPr lang="en-US" b="0" i="0">
                        <a:latin typeface="Cambria Math" panose="02040503050406030204" pitchFamily="18" charset="0"/>
                      </a:rPr>
                      <m:t>α</m:t>
                    </m:r>
                    <m:r>
                      <a:rPr lang="en-US" b="0" i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u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US" b="0" i="0">
                        <a:latin typeface="Cambria Math" panose="02040503050406030204" pitchFamily="18" charset="0"/>
                      </a:rPr>
                      <m:t>α</m:t>
                    </m:r>
                    <m:r>
                      <a:rPr lang="en-US" b="0" i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v</m:t>
                    </m:r>
                  </m:oMath>
                </a14:m>
                <a:r>
                  <a:rPr lang="en-US" dirty="0"/>
                  <a:t> 		</a:t>
                </a:r>
                <a:r>
                  <a:rPr lang="en-US" b="1" dirty="0">
                    <a:solidFill>
                      <a:srgbClr val="FF0000"/>
                    </a:solidFill>
                  </a:rPr>
                  <a:t>(Distributive law over vector addition)</a:t>
                </a:r>
              </a:p>
              <a:p>
                <a:pPr marL="633095" indent="-514350">
                  <a:lnSpc>
                    <a:spcPct val="115000"/>
                  </a:lnSpc>
                  <a:spcAft>
                    <a:spcPts val="800"/>
                  </a:spcAft>
                  <a:buFont typeface="+mj-lt"/>
                  <a:buAutoNum type="arabicPeriod" startAt="6"/>
                </a:pPr>
                <a14:m>
                  <m:oMath xmlns:m="http://schemas.openxmlformats.org/officeDocument/2006/math">
                    <m:d>
                      <m:dPr>
                        <m:ctrlPr>
                          <a:rPr lang="en-US" b="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b="0" i="0">
                            <a:latin typeface="Cambria Math" panose="02040503050406030204" pitchFamily="18" charset="0"/>
                          </a:rPr>
                          <m:t>α</m:t>
                        </m:r>
                        <m:r>
                          <a:rPr lang="en-US" b="0" i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US" b="0" i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β</m:t>
                        </m:r>
                      </m:e>
                    </m:d>
                    <m:r>
                      <a:rPr lang="en-US" b="0" i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r>
                      <m:rPr>
                        <m:sty m:val="p"/>
                      </m:rPr>
                      <a:rPr lang="en-US" b="0" i="0">
                        <a:latin typeface="Cambria Math" panose="02040503050406030204" pitchFamily="18" charset="0"/>
                      </a:rPr>
                      <m:t>u</m:t>
                    </m:r>
                    <m:r>
                      <a:rPr lang="en-US" b="0" i="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b="0" i="0">
                        <a:latin typeface="Cambria Math" panose="02040503050406030204" pitchFamily="18" charset="0"/>
                      </a:rPr>
                      <m:t>α</m:t>
                    </m:r>
                    <m:r>
                      <a:rPr lang="en-US" b="0" i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r>
                      <m:rPr>
                        <m:sty m:val="p"/>
                      </m:rPr>
                      <a:rPr lang="en-US" b="0" i="0">
                        <a:latin typeface="Cambria Math" panose="02040503050406030204" pitchFamily="18" charset="0"/>
                      </a:rPr>
                      <m:t>u</m:t>
                    </m:r>
                    <m:r>
                      <a:rPr lang="en-US" b="0" i="0"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US" b="0" i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β</m:t>
                    </m:r>
                    <m:r>
                      <a:rPr lang="en-US" b="0" i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u</m:t>
                    </m:r>
                  </m:oMath>
                </a14:m>
                <a:r>
                  <a:rPr lang="en-US" dirty="0"/>
                  <a:t> 		</a:t>
                </a:r>
                <a:r>
                  <a:rPr lang="en-US" b="1" dirty="0">
                    <a:solidFill>
                      <a:srgbClr val="FF0000"/>
                    </a:solidFill>
                  </a:rPr>
                  <a:t>(Distributive law over scalar addition)</a:t>
                </a:r>
              </a:p>
              <a:p>
                <a:pPr marL="633095" indent="-514350">
                  <a:lnSpc>
                    <a:spcPct val="115000"/>
                  </a:lnSpc>
                  <a:spcAft>
                    <a:spcPts val="800"/>
                  </a:spcAft>
                  <a:buFont typeface="+mj-lt"/>
                  <a:buAutoNum type="arabicPeriod" startAt="6"/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>
                        <a:latin typeface="Cambria Math" panose="02040503050406030204" pitchFamily="18" charset="0"/>
                      </a:rPr>
                      <m:t>α</m:t>
                    </m:r>
                    <m:r>
                      <a:rPr lang="en-US" b="0" i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β</m:t>
                        </m:r>
                        <m:r>
                          <a:rPr lang="en-US" b="0" i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∙</m:t>
                        </m:r>
                        <m:r>
                          <m:rPr>
                            <m:sty m:val="p"/>
                          </m:rPr>
                          <a:rPr lang="en-US" b="0" i="0">
                            <a:latin typeface="Cambria Math" panose="02040503050406030204" pitchFamily="18" charset="0"/>
                          </a:rPr>
                          <m:t>u</m:t>
                        </m:r>
                      </m:e>
                    </m:d>
                    <m:r>
                      <a:rPr lang="en-US" b="0" i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αβ</m:t>
                        </m:r>
                      </m:e>
                    </m:d>
                    <m:r>
                      <a:rPr lang="en-US" b="0" i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u</m:t>
                    </m:r>
                  </m:oMath>
                </a14:m>
                <a:r>
                  <a:rPr lang="en-US" dirty="0"/>
                  <a:t> 		</a:t>
                </a:r>
                <a:r>
                  <a:rPr lang="en-US" b="1" dirty="0">
                    <a:solidFill>
                      <a:srgbClr val="FF0000"/>
                    </a:solidFill>
                  </a:rPr>
                  <a:t>(Associative law of scalar multiplication)</a:t>
                </a:r>
              </a:p>
              <a:p>
                <a:pPr marL="633095" indent="-514350">
                  <a:lnSpc>
                    <a:spcPct val="115000"/>
                  </a:lnSpc>
                  <a:spcAft>
                    <a:spcPts val="800"/>
                  </a:spcAft>
                  <a:buFont typeface="+mj-lt"/>
                  <a:buAutoNum type="arabicPeriod" startAt="6"/>
                </a:pPr>
                <a14:m>
                  <m:oMath xmlns:m="http://schemas.openxmlformats.org/officeDocument/2006/math">
                    <m:r>
                      <a:rPr lang="en-US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1" i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𝟏</m:t>
                    </m:r>
                    <m:r>
                      <a:rPr lang="en-US" b="0" i="0">
                        <a:latin typeface="Cambria Math" panose="02040503050406030204" pitchFamily="18" charset="0"/>
                      </a:rPr>
                      <m:t>∙</m:t>
                    </m:r>
                    <m:r>
                      <m:rPr>
                        <m:sty m:val="p"/>
                      </m:rPr>
                      <a:rPr lang="en-US" b="0" i="0">
                        <a:latin typeface="Cambria Math" panose="02040503050406030204" pitchFamily="18" charset="0"/>
                      </a:rPr>
                      <m:t>u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u</m:t>
                    </m:r>
                  </m:oMath>
                </a14:m>
                <a:r>
                  <a:rPr lang="en-IN" dirty="0"/>
                  <a:t> 				</a:t>
                </a:r>
                <a:r>
                  <a:rPr lang="en-US" b="1" dirty="0">
                    <a:solidFill>
                      <a:srgbClr val="FF0000"/>
                    </a:solidFill>
                  </a:rPr>
                  <a:t>(</a:t>
                </a:r>
                <a:r>
                  <a:rPr lang="en-US" b="1" dirty="0">
                    <a:solidFill>
                      <a:srgbClr val="FF0000"/>
                    </a:solidFill>
                    <a:latin typeface="+mj-lt"/>
                  </a:rPr>
                  <a:t>Multiplicative identity</a:t>
                </a:r>
                <a:r>
                  <a:rPr lang="en-US" b="1" dirty="0">
                    <a:solidFill>
                      <a:srgbClr val="FF0000"/>
                    </a:solidFill>
                  </a:rPr>
                  <a:t>)</a:t>
                </a:r>
                <a:endParaRPr lang="en-IN" b="1" dirty="0"/>
              </a:p>
              <a:p>
                <a:pPr marL="347345" indent="-228600">
                  <a:lnSpc>
                    <a:spcPct val="115000"/>
                  </a:lnSpc>
                  <a:spcAft>
                    <a:spcPts val="800"/>
                  </a:spcAft>
                </a:pPr>
                <a:r>
                  <a:rPr lang="en-US" dirty="0"/>
                  <a:t>If V is vector space under Vector Addition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 i="0">
                            <a:latin typeface="Cambria Math" panose="02040503050406030204" pitchFamily="18" charset="0"/>
                          </a:rPr>
                          <m:t>+</m:t>
                        </m:r>
                      </m:e>
                    </m:d>
                  </m:oMath>
                </a14:m>
                <a:r>
                  <a:rPr lang="en-US" b="1" dirty="0"/>
                  <a:t> </a:t>
                </a:r>
                <a:r>
                  <a:rPr lang="en-US" dirty="0"/>
                  <a:t>and</a:t>
                </a:r>
                <a:r>
                  <a:rPr lang="en-US" b="1" dirty="0"/>
                  <a:t> </a:t>
                </a:r>
                <a:r>
                  <a:rPr lang="en-US" dirty="0"/>
                  <a:t>Scalar Multiplication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0">
                            <a:latin typeface="Cambria Math" panose="02040503050406030204" pitchFamily="18" charset="0"/>
                          </a:rPr>
                          <m:t>⋅ </m:t>
                        </m:r>
                      </m:e>
                    </m:d>
                  </m:oMath>
                </a14:m>
                <a:r>
                  <a:rPr lang="en-US" dirty="0"/>
                  <a:t>, then it can be written in short as </a:t>
                </a:r>
                <a14:m>
                  <m:oMath xmlns:m="http://schemas.openxmlformats.org/officeDocument/2006/math">
                    <m:r>
                      <a:rPr lang="en-US" b="1" i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( </m:t>
                    </m:r>
                    <m:r>
                      <a:rPr lang="en-US" b="1" i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𝐕</m:t>
                    </m:r>
                    <m:r>
                      <a:rPr lang="en-US" b="1" i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,  +,  ⋅)</m:t>
                    </m:r>
                  </m:oMath>
                </a14:m>
                <a:r>
                  <a:rPr lang="en-US" dirty="0"/>
                  <a:t> is a vector space.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FCE115E-0DAA-4310-8C47-0D579246D26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r="-107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Rectangle: Rounded Corners 34">
            <a:extLst>
              <a:ext uri="{FF2B5EF4-FFF2-40B4-BE49-F238E27FC236}">
                <a16:creationId xmlns:a16="http://schemas.microsoft.com/office/drawing/2014/main" id="{7FC45F7B-4A36-49BB-E330-CB7BC1EEC8DC}"/>
              </a:ext>
            </a:extLst>
          </p:cNvPr>
          <p:cNvSpPr/>
          <p:nvPr/>
        </p:nvSpPr>
        <p:spPr>
          <a:xfrm>
            <a:off x="122279" y="854244"/>
            <a:ext cx="1450657" cy="468000"/>
          </a:xfrm>
          <a:prstGeom prst="roundRect">
            <a:avLst/>
          </a:prstGeom>
          <a:gradFill>
            <a:gsLst>
              <a:gs pos="10000">
                <a:srgbClr val="0E47A1"/>
              </a:gs>
              <a:gs pos="100000">
                <a:srgbClr val="03A9F5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r>
              <a:rPr lang="en-IN" sz="2800" b="1" dirty="0">
                <a:solidFill>
                  <a:schemeClr val="bg1"/>
                </a:solidFill>
              </a:rPr>
              <a:t>Axioms</a:t>
            </a:r>
          </a:p>
        </p:txBody>
      </p:sp>
    </p:spTree>
    <p:extLst>
      <p:ext uri="{BB962C8B-B14F-4D97-AF65-F5344CB8AC3E}">
        <p14:creationId xmlns:p14="http://schemas.microsoft.com/office/powerpoint/2010/main" val="13505897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C8A814-E960-4A9A-9533-046AA2FCC7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Remarks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FCE115E-0DAA-4310-8C47-0D579246D26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633095" indent="-514350">
                  <a:lnSpc>
                    <a:spcPct val="115000"/>
                  </a:lnSpc>
                  <a:spcAft>
                    <a:spcPts val="800"/>
                  </a:spcAft>
                  <a:buFont typeface="+mj-lt"/>
                  <a:buAutoNum type="arabicPeriod"/>
                </a:pPr>
                <a:r>
                  <a:rPr lang="en-US" i="0" dirty="0">
                    <a:latin typeface="+mj-lt"/>
                  </a:rPr>
                  <a:t>To prove a set is vector space, </a:t>
                </a:r>
                <a:r>
                  <a:rPr lang="en-US" b="1" i="0" dirty="0">
                    <a:solidFill>
                      <a:srgbClr val="FF0000"/>
                    </a:solidFill>
                    <a:latin typeface="+mj-lt"/>
                  </a:rPr>
                  <a:t>all </a:t>
                </a:r>
                <a:r>
                  <a:rPr lang="en-US" b="1" dirty="0">
                    <a:solidFill>
                      <a:srgbClr val="FF0000"/>
                    </a:solidFill>
                    <a:latin typeface="+mj-lt"/>
                  </a:rPr>
                  <a:t>ten </a:t>
                </a:r>
                <a:r>
                  <a:rPr lang="en-US" b="1" i="0" dirty="0">
                    <a:solidFill>
                      <a:srgbClr val="FF0000"/>
                    </a:solidFill>
                    <a:latin typeface="+mj-lt"/>
                  </a:rPr>
                  <a:t>axioms</a:t>
                </a:r>
                <a:r>
                  <a:rPr lang="en-US" i="0" dirty="0">
                    <a:latin typeface="+mj-lt"/>
                  </a:rPr>
                  <a:t> must be satisfied. If at least one axiom fails, the set is not a vector space.</a:t>
                </a:r>
              </a:p>
              <a:p>
                <a:pPr marL="633095" indent="-514350">
                  <a:lnSpc>
                    <a:spcPct val="115000"/>
                  </a:lnSpc>
                  <a:spcAft>
                    <a:spcPts val="800"/>
                  </a:spcAft>
                  <a:buFont typeface="+mj-lt"/>
                  <a:buAutoNum type="arabicPeriod"/>
                </a:pPr>
                <a:r>
                  <a:rPr lang="en-US" i="0" dirty="0">
                    <a:latin typeface="+mj-lt"/>
                  </a:rPr>
                  <a:t>If the binary operations </a:t>
                </a:r>
                <a:r>
                  <a:rPr lang="en-US" b="0" i="0" dirty="0">
                    <a:latin typeface="+mj-lt"/>
                  </a:rPr>
                  <a:t>( </a:t>
                </a:r>
                <a14:m>
                  <m:oMath xmlns:m="http://schemas.openxmlformats.org/officeDocument/2006/math"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+</m:t>
                    </m:r>
                  </m:oMath>
                </a14:m>
                <a:r>
                  <a:rPr lang="en-US" b="0" i="0" dirty="0">
                    <a:latin typeface="+mj-lt"/>
                  </a:rPr>
                  <a:t> or </a:t>
                </a:r>
                <a14:m>
                  <m:oMath xmlns:m="http://schemas.openxmlformats.org/officeDocument/2006/math"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⋅</m:t>
                    </m:r>
                  </m:oMath>
                </a14:m>
                <a:r>
                  <a:rPr lang="en-US" b="0" i="0" dirty="0">
                    <a:latin typeface="+mj-lt"/>
                  </a:rPr>
                  <a:t> )</a:t>
                </a:r>
                <a:r>
                  <a:rPr lang="en-US" i="0" dirty="0">
                    <a:latin typeface="+mj-lt"/>
                  </a:rPr>
                  <a:t> are </a:t>
                </a:r>
                <a:r>
                  <a:rPr lang="en-US" b="1" i="0" dirty="0">
                    <a:solidFill>
                      <a:srgbClr val="FF0000"/>
                    </a:solidFill>
                    <a:latin typeface="+mj-lt"/>
                  </a:rPr>
                  <a:t>not explicitly</a:t>
                </a:r>
                <a:r>
                  <a:rPr lang="en-US" i="0" dirty="0">
                    <a:latin typeface="+mj-lt"/>
                  </a:rPr>
                  <a:t> defined, then for a vector </a:t>
                </a:r>
                <a:br>
                  <a:rPr lang="en-US" i="0" dirty="0">
                    <a:latin typeface="+mj-lt"/>
                  </a:rPr>
                </a:br>
                <a:r>
                  <a:rPr lang="en-US" i="0" dirty="0">
                    <a:latin typeface="+mj-lt"/>
                  </a:rPr>
                  <a:t>space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i="0" dirty="0" smtClean="0">
                        <a:latin typeface="Cambria Math" panose="02040503050406030204" pitchFamily="18" charset="0"/>
                      </a:rPr>
                      <m:t>V</m:t>
                    </m:r>
                  </m:oMath>
                </a14:m>
                <a:r>
                  <a:rPr lang="en-US" i="0" dirty="0">
                    <a:latin typeface="+mj-lt"/>
                  </a:rPr>
                  <a:t>, the operations are usually assumed to be the standard operations, namely ordinary </a:t>
                </a:r>
                <a:r>
                  <a:rPr lang="en-US" b="1" i="0" dirty="0">
                    <a:solidFill>
                      <a:srgbClr val="FF0000"/>
                    </a:solidFill>
                    <a:latin typeface="+mj-lt"/>
                  </a:rPr>
                  <a:t>vector addition</a:t>
                </a:r>
                <a:r>
                  <a:rPr lang="en-US" i="0" dirty="0">
                    <a:solidFill>
                      <a:srgbClr val="FF0000"/>
                    </a:solidFill>
                    <a:latin typeface="+mj-lt"/>
                  </a:rPr>
                  <a:t> </a:t>
                </a:r>
                <a:r>
                  <a:rPr lang="en-US" i="0" dirty="0">
                    <a:latin typeface="+mj-lt"/>
                  </a:rPr>
                  <a:t>and ordinary </a:t>
                </a:r>
                <a:r>
                  <a:rPr lang="en-US" b="1" i="0" dirty="0">
                    <a:solidFill>
                      <a:srgbClr val="FF0000"/>
                    </a:solidFill>
                    <a:latin typeface="+mj-lt"/>
                  </a:rPr>
                  <a:t>scalar multiplication</a:t>
                </a:r>
                <a:r>
                  <a:rPr lang="en-US" i="0" dirty="0">
                    <a:latin typeface="+mj-lt"/>
                  </a:rPr>
                  <a:t>.</a:t>
                </a:r>
              </a:p>
              <a:p>
                <a:pPr marL="663257" lvl="1" indent="0" algn="l">
                  <a:lnSpc>
                    <a:spcPct val="115000"/>
                  </a:lnSpc>
                  <a:spcAft>
                    <a:spcPts val="800"/>
                  </a:spcAft>
                  <a:buNone/>
                </a:pPr>
                <a:r>
                  <a:rPr lang="en-US" sz="2400" b="1" i="0" dirty="0">
                    <a:latin typeface="+mj-lt"/>
                  </a:rPr>
                  <a:t>Example:</a:t>
                </a:r>
              </a:p>
              <a:p>
                <a:pPr marL="663257" lvl="1" indent="0" algn="l">
                  <a:lnSpc>
                    <a:spcPct val="115000"/>
                  </a:lnSpc>
                  <a:spcAft>
                    <a:spcPts val="800"/>
                  </a:spcAft>
                  <a:buNone/>
                </a:pPr>
                <a:r>
                  <a:rPr lang="en-US" sz="2400" dirty="0">
                    <a:latin typeface="+mj-lt"/>
                  </a:rPr>
                  <a:t>Vector Addition	             :        </a:t>
                </a:r>
                <a14:m>
                  <m:oMath xmlns:m="http://schemas.openxmlformats.org/officeDocument/2006/math">
                    <m:r>
                      <a:rPr lang="en-US" sz="2400" dirty="0"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US" sz="2400" dirty="0">
                        <a:latin typeface="Cambria Math" panose="02040503050406030204" pitchFamily="18" charset="0"/>
                      </a:rPr>
                      <m:t>a</m:t>
                    </m:r>
                    <m:r>
                      <a:rPr lang="en-US" sz="2400" dirty="0"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US" sz="2400" dirty="0">
                        <a:latin typeface="Cambria Math" panose="02040503050406030204" pitchFamily="18" charset="0"/>
                      </a:rPr>
                      <m:t>b</m:t>
                    </m:r>
                    <m:r>
                      <a:rPr lang="en-US" sz="2400" dirty="0">
                        <a:latin typeface="Cambria Math" panose="02040503050406030204" pitchFamily="18" charset="0"/>
                      </a:rPr>
                      <m:t>)+(</m:t>
                    </m:r>
                    <m:r>
                      <m:rPr>
                        <m:sty m:val="p"/>
                      </m:rPr>
                      <a:rPr lang="en-US" sz="2400" dirty="0">
                        <a:latin typeface="Cambria Math" panose="02040503050406030204" pitchFamily="18" charset="0"/>
                      </a:rPr>
                      <m:t>c</m:t>
                    </m:r>
                    <m:r>
                      <a:rPr lang="en-US" sz="2400" dirty="0"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US" sz="2400" dirty="0">
                        <a:latin typeface="Cambria Math" panose="02040503050406030204" pitchFamily="18" charset="0"/>
                      </a:rPr>
                      <m:t>d</m:t>
                    </m:r>
                    <m:r>
                      <a:rPr lang="en-US" sz="2400" dirty="0">
                        <a:latin typeface="Cambria Math" panose="02040503050406030204" pitchFamily="18" charset="0"/>
                      </a:rPr>
                      <m:t>)=</m:t>
                    </m:r>
                    <m:d>
                      <m:dPr>
                        <m:ctrlPr>
                          <a:rPr lang="en-US" sz="24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sz="2400" dirty="0">
                            <a:latin typeface="Cambria Math" panose="02040503050406030204" pitchFamily="18" charset="0"/>
                          </a:rPr>
                          <m:t>a</m:t>
                        </m:r>
                        <m:r>
                          <a:rPr lang="en-US" sz="2400" dirty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US" sz="2400" dirty="0">
                            <a:latin typeface="Cambria Math" panose="02040503050406030204" pitchFamily="18" charset="0"/>
                          </a:rPr>
                          <m:t>c</m:t>
                        </m:r>
                        <m:r>
                          <a:rPr lang="en-US" sz="2400" dirty="0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m:rPr>
                            <m:sty m:val="p"/>
                          </m:rPr>
                          <a:rPr lang="en-US" sz="2400" dirty="0">
                            <a:latin typeface="Cambria Math" panose="02040503050406030204" pitchFamily="18" charset="0"/>
                          </a:rPr>
                          <m:t>b</m:t>
                        </m:r>
                        <m:r>
                          <a:rPr lang="en-US" sz="2400" dirty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US" sz="2400" dirty="0">
                            <a:latin typeface="Cambria Math" panose="02040503050406030204" pitchFamily="18" charset="0"/>
                          </a:rPr>
                          <m:t>d</m:t>
                        </m:r>
                      </m:e>
                    </m:d>
                  </m:oMath>
                </a14:m>
                <a:endParaRPr lang="en-US" sz="2400" i="0" dirty="0">
                  <a:latin typeface="+mj-lt"/>
                </a:endParaRPr>
              </a:p>
              <a:p>
                <a:pPr marL="663257" lvl="1" indent="0" algn="l">
                  <a:lnSpc>
                    <a:spcPct val="115000"/>
                  </a:lnSpc>
                  <a:spcAft>
                    <a:spcPts val="800"/>
                  </a:spcAft>
                  <a:buNone/>
                </a:pPr>
                <a:r>
                  <a:rPr lang="en-US" sz="2400" dirty="0">
                    <a:latin typeface="+mj-lt"/>
                  </a:rPr>
                  <a:t>Scalar Multiplication	</a:t>
                </a:r>
                <a:r>
                  <a:rPr lang="en-US" sz="2400" dirty="0"/>
                  <a:t>:       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400" b="0" i="0" dirty="0" smtClean="0">
                        <a:latin typeface="Cambria Math" panose="02040503050406030204" pitchFamily="18" charset="0"/>
                      </a:rPr>
                      <m:t>k</m:t>
                    </m:r>
                    <m:r>
                      <a:rPr lang="en-US" sz="2400" b="0" i="1" dirty="0" smtClean="0">
                        <a:latin typeface="Cambria Math" panose="02040503050406030204" pitchFamily="18" charset="0"/>
                      </a:rPr>
                      <m:t>⋅</m:t>
                    </m:r>
                    <m:d>
                      <m:dPr>
                        <m:ctrlPr>
                          <a:rPr lang="en-US" sz="24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sz="2400" dirty="0">
                            <a:latin typeface="Cambria Math" panose="02040503050406030204" pitchFamily="18" charset="0"/>
                          </a:rPr>
                          <m:t>a</m:t>
                        </m:r>
                        <m:r>
                          <a:rPr lang="en-US" sz="2400" dirty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m:rPr>
                            <m:sty m:val="p"/>
                          </m:rPr>
                          <a:rPr lang="en-US" sz="2400" dirty="0">
                            <a:latin typeface="Cambria Math" panose="02040503050406030204" pitchFamily="18" charset="0"/>
                          </a:rPr>
                          <m:t>b</m:t>
                        </m:r>
                      </m:e>
                    </m:d>
                    <m:r>
                      <a:rPr lang="en-US" sz="2400" dirty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sz="2400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sz="2400" b="0" i="0" dirty="0" smtClean="0">
                            <a:latin typeface="Cambria Math" panose="02040503050406030204" pitchFamily="18" charset="0"/>
                          </a:rPr>
                          <m:t>k</m:t>
                        </m:r>
                        <m:r>
                          <m:rPr>
                            <m:sty m:val="p"/>
                          </m:rPr>
                          <a:rPr lang="en-US" sz="2400" dirty="0">
                            <a:latin typeface="Cambria Math" panose="02040503050406030204" pitchFamily="18" charset="0"/>
                          </a:rPr>
                          <m:t>a</m:t>
                        </m:r>
                        <m:r>
                          <a:rPr lang="en-US" sz="2400" dirty="0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m:rPr>
                            <m:sty m:val="p"/>
                          </m:rPr>
                          <a:rPr lang="en-US" sz="2400" b="0" i="0" dirty="0" smtClean="0">
                            <a:latin typeface="Cambria Math" panose="02040503050406030204" pitchFamily="18" charset="0"/>
                          </a:rPr>
                          <m:t>k</m:t>
                        </m:r>
                        <m:r>
                          <m:rPr>
                            <m:sty m:val="p"/>
                          </m:rPr>
                          <a:rPr lang="en-US" sz="2400" dirty="0" smtClean="0">
                            <a:latin typeface="Cambria Math" panose="02040503050406030204" pitchFamily="18" charset="0"/>
                          </a:rPr>
                          <m:t>b</m:t>
                        </m:r>
                      </m:e>
                    </m:d>
                  </m:oMath>
                </a14:m>
                <a:endParaRPr lang="en-US" i="0" dirty="0">
                  <a:latin typeface="+mj-lt"/>
                </a:endParaRPr>
              </a:p>
              <a:p>
                <a:pPr marL="633095" indent="-514350">
                  <a:lnSpc>
                    <a:spcPct val="115000"/>
                  </a:lnSpc>
                  <a:spcAft>
                    <a:spcPts val="800"/>
                  </a:spcAft>
                  <a:buFont typeface="+mj-lt"/>
                  <a:buAutoNum type="arabicPeriod"/>
                </a:pPr>
                <a:r>
                  <a:rPr lang="en-US" i="0" dirty="0">
                    <a:latin typeface="+mj-lt"/>
                  </a:rPr>
                  <a:t>The first five axioms are related to </a:t>
                </a:r>
                <a:r>
                  <a:rPr lang="en-US" b="1" i="0" dirty="0">
                    <a:solidFill>
                      <a:srgbClr val="FF0000"/>
                    </a:solidFill>
                    <a:latin typeface="+mj-lt"/>
                  </a:rPr>
                  <a:t>vector addition</a:t>
                </a:r>
                <a:r>
                  <a:rPr lang="en-US" i="0" dirty="0">
                    <a:latin typeface="+mj-lt"/>
                  </a:rPr>
                  <a:t>, while the remaining five axioms are related to </a:t>
                </a:r>
                <a:r>
                  <a:rPr lang="en-US" b="1" i="0" dirty="0">
                    <a:solidFill>
                      <a:srgbClr val="FF0000"/>
                    </a:solidFill>
                    <a:latin typeface="+mj-lt"/>
                  </a:rPr>
                  <a:t>scalar multiplication</a:t>
                </a:r>
                <a:r>
                  <a:rPr lang="en-US" i="0" dirty="0">
                    <a:latin typeface="+mj-lt"/>
                  </a:rPr>
                  <a:t>.</a:t>
                </a:r>
              </a:p>
              <a:p>
                <a:pPr marL="0" indent="0">
                  <a:buNone/>
                </a:pPr>
                <a:endParaRPr lang="en-IN" b="1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FCE115E-0DAA-4310-8C47-0D579246D26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2" t="-654" r="-1074" b="-523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801932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C8A814-E960-4A9A-9533-046AA2FCC7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Remarks: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FCE115E-0DAA-4310-8C47-0D579246D26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31179" y="873718"/>
                <a:ext cx="11929641" cy="5590565"/>
              </a:xfrm>
            </p:spPr>
            <p:txBody>
              <a:bodyPr/>
              <a:lstStyle/>
              <a:p>
                <a:pPr marL="633095" indent="-514350">
                  <a:lnSpc>
                    <a:spcPct val="115000"/>
                  </a:lnSpc>
                  <a:spcAft>
                    <a:spcPts val="800"/>
                  </a:spcAft>
                  <a:buFont typeface="+mj-lt"/>
                  <a:buAutoNum type="arabicPeriod" startAt="4"/>
                </a:pPr>
                <a:r>
                  <a:rPr lang="en-US" i="0" dirty="0">
                    <a:latin typeface="+mj-lt"/>
                  </a:rPr>
                  <a:t>The zero vector </a:t>
                </a:r>
                <a14:m>
                  <m:oMath xmlns:m="http://schemas.openxmlformats.org/officeDocument/2006/math">
                    <m:r>
                      <a:rPr lang="en-US" b="1" i="0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𝟎</m:t>
                    </m:r>
                  </m:oMath>
                </a14:m>
                <a:r>
                  <a:rPr lang="en-US" i="0" dirty="0">
                    <a:latin typeface="+mj-lt"/>
                  </a:rPr>
                  <a:t> in a vector space is </a:t>
                </a:r>
                <a:r>
                  <a:rPr lang="en-US" b="1" i="0" dirty="0">
                    <a:solidFill>
                      <a:srgbClr val="FF0000"/>
                    </a:solidFill>
                    <a:latin typeface="+mj-lt"/>
                  </a:rPr>
                  <a:t>unique</a:t>
                </a:r>
                <a:r>
                  <a:rPr lang="en-US" i="0" dirty="0">
                    <a:latin typeface="+mj-lt"/>
                  </a:rPr>
                  <a:t>.</a:t>
                </a:r>
              </a:p>
              <a:p>
                <a:pPr marL="633095" indent="-514350">
                  <a:lnSpc>
                    <a:spcPct val="115000"/>
                  </a:lnSpc>
                  <a:spcAft>
                    <a:spcPts val="800"/>
                  </a:spcAft>
                  <a:buFont typeface="+mj-lt"/>
                  <a:buAutoNum type="arabicPeriod" startAt="4"/>
                </a:pPr>
                <a:r>
                  <a:rPr lang="en-US" dirty="0">
                    <a:latin typeface="+mj-lt"/>
                  </a:rPr>
                  <a:t>T</a:t>
                </a:r>
                <a:r>
                  <a:rPr lang="en-US" i="0" dirty="0">
                    <a:latin typeface="+mj-lt"/>
                  </a:rPr>
                  <a:t>he </a:t>
                </a:r>
                <a:r>
                  <a:rPr lang="en-US" b="1" i="0" dirty="0">
                    <a:solidFill>
                      <a:srgbClr val="FF0000"/>
                    </a:solidFill>
                    <a:latin typeface="+mj-lt"/>
                  </a:rPr>
                  <a:t>additive inverse</a:t>
                </a:r>
                <a:r>
                  <a:rPr lang="en-US" i="0" dirty="0">
                    <a:solidFill>
                      <a:srgbClr val="FF0000"/>
                    </a:solidFill>
                    <a:latin typeface="+mj-lt"/>
                  </a:rPr>
                  <a:t> </a:t>
                </a:r>
                <a:r>
                  <a:rPr lang="en-US" i="0" dirty="0">
                    <a:latin typeface="+mj-lt"/>
                  </a:rPr>
                  <a:t>of each vector is also </a:t>
                </a:r>
                <a:r>
                  <a:rPr lang="en-US" b="1" i="0" dirty="0">
                    <a:solidFill>
                      <a:srgbClr val="FF0000"/>
                    </a:solidFill>
                    <a:latin typeface="+mj-lt"/>
                  </a:rPr>
                  <a:t>unique</a:t>
                </a:r>
                <a:r>
                  <a:rPr lang="en-US" i="0" dirty="0">
                    <a:latin typeface="+mj-lt"/>
                  </a:rPr>
                  <a:t>.</a:t>
                </a:r>
              </a:p>
              <a:p>
                <a:pPr marL="633095" indent="-514350">
                  <a:lnSpc>
                    <a:spcPct val="115000"/>
                  </a:lnSpc>
                  <a:spcAft>
                    <a:spcPts val="800"/>
                  </a:spcAft>
                  <a:buFont typeface="+mj-lt"/>
                  <a:buAutoNum type="arabicPeriod" startAt="4"/>
                </a:pPr>
                <a:r>
                  <a:rPr lang="en-US" i="0" dirty="0">
                    <a:latin typeface="+mj-lt"/>
                  </a:rPr>
                  <a:t>A vector space may contain vectors of different forms such as: </a:t>
                </a:r>
              </a:p>
              <a:p>
                <a:pPr marL="891857" lvl="1" indent="-228600">
                  <a:lnSpc>
                    <a:spcPct val="115000"/>
                  </a:lnSpc>
                  <a:spcAft>
                    <a:spcPts val="800"/>
                  </a:spcAft>
                </a:pPr>
                <a:r>
                  <a:rPr lang="en-US" sz="2400" dirty="0"/>
                  <a:t>Numbers </a:t>
                </a:r>
              </a:p>
              <a:p>
                <a:pPr marL="891857" lvl="1" indent="-228600">
                  <a:lnSpc>
                    <a:spcPct val="115000"/>
                  </a:lnSpc>
                  <a:spcAft>
                    <a:spcPts val="800"/>
                  </a:spcAft>
                </a:pPr>
                <a:r>
                  <a:rPr lang="en-US" sz="2400" i="0" dirty="0">
                    <a:latin typeface="+mj-lt"/>
                  </a:rPr>
                  <a:t>Ordered triples </a:t>
                </a:r>
              </a:p>
              <a:p>
                <a:pPr marL="891857" lvl="1" indent="-228600">
                  <a:lnSpc>
                    <a:spcPct val="115000"/>
                  </a:lnSpc>
                  <a:spcAft>
                    <a:spcPts val="800"/>
                  </a:spcAft>
                </a:pPr>
                <a:r>
                  <a:rPr lang="en-US" sz="2400" i="0" dirty="0">
                    <a:latin typeface="+mj-lt"/>
                  </a:rPr>
                  <a:t>Polynomials  </a:t>
                </a:r>
              </a:p>
              <a:p>
                <a:pPr marL="0" indent="0">
                  <a:buNone/>
                </a:pPr>
                <a:r>
                  <a:rPr lang="en-US" dirty="0"/>
                  <a:t>	</a:t>
                </a:r>
                <a:endParaRPr lang="en-IN" b="1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FCE115E-0DAA-4310-8C47-0D579246D26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31179" y="873718"/>
                <a:ext cx="11929641" cy="5590565"/>
              </a:xfrm>
              <a:blipFill>
                <a:blip r:embed="rId2"/>
                <a:stretch>
                  <a:fillRect l="-102" t="-54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6031EC46-562E-43C7-9F2F-1CB61D20A8C4}"/>
              </a:ext>
            </a:extLst>
          </p:cNvPr>
          <p:cNvSpPr txBox="1">
            <a:spLocks/>
          </p:cNvSpPr>
          <p:nvPr/>
        </p:nvSpPr>
        <p:spPr>
          <a:xfrm>
            <a:off x="3897631" y="2954342"/>
            <a:ext cx="3562564" cy="160677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65113" indent="-265113" algn="just" defTabSz="914400" rtl="0" eaLnBrk="1" latinLnBrk="0" hangingPunct="1">
              <a:lnSpc>
                <a:spcPct val="130000"/>
              </a:lnSpc>
              <a:spcBef>
                <a:spcPts val="1000"/>
              </a:spcBef>
              <a:buClr>
                <a:schemeClr val="accent6"/>
              </a:buClr>
              <a:buFont typeface="Wingdings 3" panose="05040102010807070707" pitchFamily="18" charset="2"/>
              <a:buChar char=""/>
              <a:defRPr sz="2800" kern="1200">
                <a:solidFill>
                  <a:srgbClr val="002060"/>
                </a:solidFill>
                <a:latin typeface="+mn-lt"/>
                <a:ea typeface="+mn-ea"/>
                <a:cs typeface="+mn-cs"/>
              </a:defRPr>
            </a:lvl1pPr>
            <a:lvl2pPr marL="809625" indent="-352425" algn="just" defTabSz="914400" rtl="0" eaLnBrk="1" latinLnBrk="0" hangingPunct="1">
              <a:lnSpc>
                <a:spcPct val="130000"/>
              </a:lnSpc>
              <a:spcBef>
                <a:spcPts val="500"/>
              </a:spcBef>
              <a:buClr>
                <a:schemeClr val="accent6"/>
              </a:buClr>
              <a:buFont typeface="Wingdings 3" panose="05040102010807070707" pitchFamily="18" charset="2"/>
              <a:buChar char=""/>
              <a:defRPr sz="2800" kern="1200">
                <a:solidFill>
                  <a:srgbClr val="002060"/>
                </a:solidFill>
                <a:latin typeface="+mn-lt"/>
                <a:ea typeface="+mn-ea"/>
                <a:cs typeface="+mn-cs"/>
              </a:defRPr>
            </a:lvl2pPr>
            <a:lvl3pPr marL="1143000" indent="-228600" algn="just" defTabSz="914400" rtl="0" eaLnBrk="1" latinLnBrk="0" hangingPunct="1">
              <a:lnSpc>
                <a:spcPct val="130000"/>
              </a:lnSpc>
              <a:spcBef>
                <a:spcPts val="500"/>
              </a:spcBef>
              <a:buClr>
                <a:schemeClr val="accent6"/>
              </a:buClr>
              <a:buFont typeface="Wingdings" panose="05000000000000000000" pitchFamily="2" charset="2"/>
              <a:buChar char="§"/>
              <a:defRPr sz="2800" kern="1200">
                <a:solidFill>
                  <a:srgbClr val="002060"/>
                </a:solidFill>
                <a:latin typeface="+mn-lt"/>
                <a:ea typeface="+mn-ea"/>
                <a:cs typeface="+mn-cs"/>
              </a:defRPr>
            </a:lvl3pPr>
            <a:lvl4pPr marL="1600200" indent="-228600" algn="just" defTabSz="914400" rtl="0" eaLnBrk="1" latinLnBrk="0" hangingPunct="1">
              <a:lnSpc>
                <a:spcPct val="13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2800" kern="1200">
                <a:solidFill>
                  <a:srgbClr val="002060"/>
                </a:solidFill>
                <a:latin typeface="+mn-lt"/>
                <a:ea typeface="+mn-ea"/>
                <a:cs typeface="+mn-cs"/>
              </a:defRPr>
            </a:lvl4pPr>
            <a:lvl5pPr marL="2057400" indent="-228600" algn="just" defTabSz="914400" rtl="0" eaLnBrk="1" latinLnBrk="0" hangingPunct="1">
              <a:lnSpc>
                <a:spcPct val="13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2800" kern="1200">
                <a:solidFill>
                  <a:srgbClr val="002060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891857" lvl="1" indent="-228600">
              <a:lnSpc>
                <a:spcPct val="115000"/>
              </a:lnSpc>
              <a:spcAft>
                <a:spcPts val="800"/>
              </a:spcAft>
            </a:pPr>
            <a:r>
              <a:rPr lang="en-US" sz="2400" dirty="0"/>
              <a:t>Ordered pairs </a:t>
            </a:r>
            <a:endParaRPr lang="en-US" sz="2400" dirty="0">
              <a:latin typeface="+mj-lt"/>
            </a:endParaRPr>
          </a:p>
          <a:p>
            <a:pPr marL="891857" lvl="1" indent="-228600">
              <a:lnSpc>
                <a:spcPct val="115000"/>
              </a:lnSpc>
              <a:spcAft>
                <a:spcPts val="800"/>
              </a:spcAft>
            </a:pPr>
            <a:r>
              <a:rPr lang="en-US" sz="2400" dirty="0">
                <a:latin typeface="+mj-lt"/>
              </a:rPr>
              <a:t>Matrices </a:t>
            </a:r>
          </a:p>
          <a:p>
            <a:pPr marL="891857" lvl="1" indent="-228600">
              <a:lnSpc>
                <a:spcPct val="115000"/>
              </a:lnSpc>
              <a:spcAft>
                <a:spcPts val="800"/>
              </a:spcAft>
            </a:pPr>
            <a:r>
              <a:rPr lang="en-US" sz="2400" dirty="0">
                <a:latin typeface="+mj-lt"/>
              </a:rPr>
              <a:t>Functions</a:t>
            </a:r>
            <a:endParaRPr lang="en-US" b="1" dirty="0">
              <a:ea typeface="Cambria Math" panose="02040503050406030204" pitchFamily="18" charset="0"/>
            </a:endParaRPr>
          </a:p>
          <a:p>
            <a:pPr marL="347345" indent="-228600">
              <a:lnSpc>
                <a:spcPct val="115000"/>
              </a:lnSpc>
              <a:spcAft>
                <a:spcPts val="800"/>
              </a:spcAft>
            </a:pPr>
            <a:endParaRPr lang="en-IN" b="1" dirty="0"/>
          </a:p>
          <a:p>
            <a:pPr marL="347345" indent="-228600">
              <a:lnSpc>
                <a:spcPct val="115000"/>
              </a:lnSpc>
              <a:spcAft>
                <a:spcPts val="800"/>
              </a:spcAft>
            </a:pPr>
            <a:endParaRPr lang="en-US" dirty="0"/>
          </a:p>
          <a:p>
            <a:pPr marL="118745" indent="0">
              <a:lnSpc>
                <a:spcPct val="115000"/>
              </a:lnSpc>
              <a:spcAft>
                <a:spcPts val="800"/>
              </a:spcAft>
              <a:buNone/>
            </a:pPr>
            <a:endParaRPr lang="en-IN" dirty="0"/>
          </a:p>
          <a:p>
            <a:pPr marL="0" indent="0">
              <a:buFont typeface="Wingdings 3" panose="05040102010807070707" pitchFamily="18" charset="2"/>
              <a:buNone/>
            </a:pPr>
            <a:r>
              <a:rPr lang="en-US" dirty="0"/>
              <a:t>	</a:t>
            </a:r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39735209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ECFC8A-BC0D-5D72-FE99-20313653BC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FDFDD70C-3AAE-183B-5AED-36C59E3E9B77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IN" dirty="0"/>
                  <a:t>Method:1 </a:t>
                </a:r>
                <a14:m>
                  <m:oMath xmlns:m="http://schemas.openxmlformats.org/officeDocument/2006/math">
                    <m:r>
                      <a:rPr lang="en-IN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⇝</m:t>
                    </m:r>
                  </m:oMath>
                </a14:m>
                <a:r>
                  <a:rPr lang="en-IN" dirty="0"/>
                  <a:t> Example:5</a:t>
                </a:r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FDFDD70C-3AAE-183B-5AED-36C59E3E9B7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400" t="-8547" b="-1965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Content Placeholder 4">
            <a:extLst>
              <a:ext uri="{FF2B5EF4-FFF2-40B4-BE49-F238E27FC236}">
                <a16:creationId xmlns:a16="http://schemas.microsoft.com/office/drawing/2014/main" id="{CAE77E5B-BF33-5497-20B0-3BFB83C99976}"/>
              </a:ext>
            </a:extLst>
          </p:cNvPr>
          <p:cNvSpPr txBox="1">
            <a:spLocks/>
          </p:cNvSpPr>
          <p:nvPr/>
        </p:nvSpPr>
        <p:spPr>
          <a:xfrm>
            <a:off x="205273" y="800163"/>
            <a:ext cx="1558214" cy="522081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marL="265113" indent="-265113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Wingdings 3" panose="05040102010807070707" pitchFamily="18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9625" indent="-352425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 3" panose="05040102010807070707" pitchFamily="18" charset="2"/>
              <a:buChar char="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endParaRPr lang="en-IN" sz="2800" dirty="0">
              <a:solidFill>
                <a:schemeClr val="tx2"/>
              </a:solidFill>
            </a:endParaRPr>
          </a:p>
        </p:txBody>
      </p:sp>
      <p:sp>
        <p:nvSpPr>
          <p:cNvPr id="7" name="Content Placeholder 4">
            <a:extLst>
              <a:ext uri="{FF2B5EF4-FFF2-40B4-BE49-F238E27FC236}">
                <a16:creationId xmlns:a16="http://schemas.microsoft.com/office/drawing/2014/main" id="{D0F31B58-9644-11ED-9321-574F96F65607}"/>
              </a:ext>
            </a:extLst>
          </p:cNvPr>
          <p:cNvSpPr txBox="1">
            <a:spLocks/>
          </p:cNvSpPr>
          <p:nvPr/>
        </p:nvSpPr>
        <p:spPr>
          <a:xfrm>
            <a:off x="132610" y="1690078"/>
            <a:ext cx="7639790" cy="133538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marL="265113" indent="-265113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Wingdings 3" panose="05040102010807070707" pitchFamily="18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9625" indent="-352425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 3" panose="05040102010807070707" pitchFamily="18" charset="2"/>
              <a:buChar char="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lang="en-IN" sz="2800" dirty="0"/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E7272109-8DE2-50AC-004B-6C788F2ADE24}"/>
              </a:ext>
            </a:extLst>
          </p:cNvPr>
          <p:cNvSpPr/>
          <p:nvPr/>
        </p:nvSpPr>
        <p:spPr>
          <a:xfrm>
            <a:off x="122278" y="2625508"/>
            <a:ext cx="1450657" cy="468000"/>
          </a:xfrm>
          <a:prstGeom prst="roundRect">
            <a:avLst/>
          </a:prstGeom>
          <a:gradFill>
            <a:gsLst>
              <a:gs pos="10000">
                <a:srgbClr val="0E47A1"/>
              </a:gs>
              <a:gs pos="100000">
                <a:srgbClr val="03A9F5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en-IN" sz="2800" dirty="0">
                <a:solidFill>
                  <a:schemeClr val="bg1"/>
                </a:solidFill>
              </a:rPr>
              <a:t>Solution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4" name="Content Placeholder 4">
                <a:extLst>
                  <a:ext uri="{FF2B5EF4-FFF2-40B4-BE49-F238E27FC236}">
                    <a16:creationId xmlns:a16="http://schemas.microsoft.com/office/drawing/2014/main" id="{ED23B262-736E-4535-FBA7-00FB33ACCCF0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655930" y="859069"/>
                <a:ext cx="10027826" cy="1766439"/>
              </a:xfrm>
              <a:prstGeom prst="rect">
                <a:avLst/>
              </a:prstGeom>
              <a:noFill/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vert="horz" lIns="91440" tIns="45720" rIns="91440" bIns="45720" rtlCol="0" anchor="ctr">
                <a:noAutofit/>
              </a:bodyPr>
              <a:lstStyle>
                <a:lvl1pPr marL="265113" indent="-265113" algn="just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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809625" indent="-352425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 algn="l">
                  <a:lnSpc>
                    <a:spcPct val="150000"/>
                  </a:lnSpc>
                  <a:buNone/>
                </a:pPr>
                <a:r>
                  <a:rPr lang="en-US" sz="2800" dirty="0">
                    <a:solidFill>
                      <a:srgbClr val="002060"/>
                    </a:solidFill>
                  </a:rPr>
                  <a:t>Check whether the set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800" dirty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V</m:t>
                    </m:r>
                    <m:r>
                      <a:rPr lang="en-US" sz="2800" dirty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|"/>
                        <m:ctrlPr>
                          <a:rPr lang="en-US" sz="2800" i="1" dirty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ctrlPr>
                              <a:rPr lang="en-US" sz="2800" i="1" dirty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m:rPr>
                                <m:sty m:val="p"/>
                              </m:rPr>
                              <a:rPr lang="en-US" sz="2800" dirty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x</m:t>
                            </m:r>
                            <m:r>
                              <a:rPr lang="en-US" sz="2800" dirty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m:rPr>
                                <m:sty m:val="p"/>
                              </m:rPr>
                              <a:rPr lang="en-US" sz="2800" dirty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y</m:t>
                            </m:r>
                          </m:e>
                        </m:d>
                        <m:r>
                          <a:rPr lang="en-US" sz="2800" b="0" i="1" dirty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</m:e>
                    </m:d>
                    <m:r>
                      <a:rPr lang="en-US" sz="2800" b="0" i="1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sz="2800" dirty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x</m:t>
                    </m:r>
                    <m:r>
                      <a:rPr lang="en-US" sz="2800" dirty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US" sz="2800" dirty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y</m:t>
                    </m:r>
                    <m:r>
                      <a:rPr lang="en-US" sz="2800" dirty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ℝ</m:t>
                    </m:r>
                    <m:r>
                      <a:rPr lang="en-US" sz="2800" dirty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lang="en-US" sz="2800" dirty="0">
                    <a:solidFill>
                      <a:srgbClr val="002060"/>
                    </a:solidFill>
                  </a:rPr>
                  <a:t> is a vector space or not, with standard operations. 						   i.e., </a:t>
                </a:r>
                <a14:m>
                  <m:oMath xmlns:m="http://schemas.openxmlformats.org/officeDocument/2006/math">
                    <m:r>
                      <a:rPr lang="en-US" sz="2800" dirty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US" sz="2800" dirty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a</m:t>
                    </m:r>
                    <m:r>
                      <a:rPr lang="en-US" sz="2800" dirty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US" sz="2800" dirty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b</m:t>
                    </m:r>
                    <m:r>
                      <a:rPr lang="en-US" sz="2800" dirty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)+(</m:t>
                    </m:r>
                    <m:r>
                      <m:rPr>
                        <m:sty m:val="p"/>
                      </m:rPr>
                      <a:rPr lang="en-US" sz="2800" dirty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c</m:t>
                    </m:r>
                    <m:r>
                      <a:rPr lang="en-US" sz="2800" dirty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US" sz="2800" dirty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d</m:t>
                    </m:r>
                    <m:r>
                      <a:rPr lang="en-US" sz="2800" dirty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)=</m:t>
                    </m:r>
                    <m:d>
                      <m:dPr>
                        <m:ctrlPr>
                          <a:rPr lang="en-US" sz="2800" i="1" dirty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sz="2800" dirty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a</m:t>
                        </m:r>
                        <m:r>
                          <a:rPr lang="en-US" sz="2800" dirty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US" sz="2800" dirty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c</m:t>
                        </m:r>
                        <m:r>
                          <a:rPr lang="en-US" sz="2800" dirty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m:rPr>
                            <m:sty m:val="p"/>
                          </m:rPr>
                          <a:rPr lang="en-US" sz="2800" dirty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b</m:t>
                        </m:r>
                        <m:r>
                          <a:rPr lang="en-US" sz="2800" dirty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US" sz="2800" dirty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d</m:t>
                        </m:r>
                      </m:e>
                    </m:d>
                    <m:r>
                      <a:rPr lang="en-US" sz="2800" dirty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800" dirty="0">
                    <a:solidFill>
                      <a:srgbClr val="002060"/>
                    </a:solidFill>
                  </a:rPr>
                  <a:t>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800" dirty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k</m:t>
                    </m:r>
                    <m:r>
                      <a:rPr lang="en-US" sz="2800" dirty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⋅</m:t>
                    </m:r>
                    <m:d>
                      <m:dPr>
                        <m:ctrlPr>
                          <a:rPr lang="en-US" sz="2800" i="1" dirty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sz="2800" dirty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a</m:t>
                        </m:r>
                        <m:r>
                          <a:rPr lang="en-US" sz="2800" dirty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m:rPr>
                            <m:sty m:val="p"/>
                          </m:rPr>
                          <a:rPr lang="en-US" sz="2800" dirty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b</m:t>
                        </m:r>
                      </m:e>
                    </m:d>
                    <m:r>
                      <a:rPr lang="en-US" sz="2800" dirty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sz="2800" i="1" dirty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sz="2800" dirty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ka</m:t>
                        </m:r>
                        <m:r>
                          <a:rPr lang="en-US" sz="2800" dirty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m:rPr>
                            <m:sty m:val="p"/>
                          </m:rPr>
                          <a:rPr lang="en-US" sz="2800" dirty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kb</m:t>
                        </m:r>
                      </m:e>
                    </m:d>
                    <m:r>
                      <a:rPr lang="en-US" sz="2800" dirty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34" name="Content Placeholder 4">
                <a:extLst>
                  <a:ext uri="{FF2B5EF4-FFF2-40B4-BE49-F238E27FC236}">
                    <a16:creationId xmlns:a16="http://schemas.microsoft.com/office/drawing/2014/main" id="{ED23B262-736E-4535-FBA7-00FB33ACCCF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55930" y="859069"/>
                <a:ext cx="10027826" cy="1766439"/>
              </a:xfrm>
              <a:prstGeom prst="rect">
                <a:avLst/>
              </a:prstGeom>
              <a:blipFill>
                <a:blip r:embed="rId3"/>
                <a:stretch>
                  <a:fillRect l="-1277" t="-2414" r="-1337" b="-12759"/>
                </a:stretch>
              </a:blipFill>
              <a:ln w="12700" cap="flat" cmpd="sng" algn="ctr">
                <a:noFill/>
                <a:prstDash val="solid"/>
                <a:miter lim="800000"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5" name="Rectangle: Rounded Corners 34">
            <a:extLst>
              <a:ext uri="{FF2B5EF4-FFF2-40B4-BE49-F238E27FC236}">
                <a16:creationId xmlns:a16="http://schemas.microsoft.com/office/drawing/2014/main" id="{7FC45F7B-4A36-49BB-E330-CB7BC1EEC8DC}"/>
              </a:ext>
            </a:extLst>
          </p:cNvPr>
          <p:cNvSpPr/>
          <p:nvPr/>
        </p:nvSpPr>
        <p:spPr>
          <a:xfrm>
            <a:off x="122277" y="938100"/>
            <a:ext cx="1450657" cy="468000"/>
          </a:xfrm>
          <a:prstGeom prst="roundRect">
            <a:avLst/>
          </a:prstGeom>
          <a:gradFill>
            <a:gsLst>
              <a:gs pos="10000">
                <a:srgbClr val="0E47A1"/>
              </a:gs>
              <a:gs pos="100000">
                <a:srgbClr val="03A9F5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r>
              <a:rPr lang="en-IN" sz="2800" dirty="0">
                <a:solidFill>
                  <a:schemeClr val="bg1"/>
                </a:solidFill>
              </a:rPr>
              <a:t>Example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Content Placeholder 4">
                <a:extLst>
                  <a:ext uri="{FF2B5EF4-FFF2-40B4-BE49-F238E27FC236}">
                    <a16:creationId xmlns:a16="http://schemas.microsoft.com/office/drawing/2014/main" id="{C2E3A768-B2DD-49B5-A909-9453EEB041E3}"/>
                  </a:ext>
                </a:extLst>
              </p:cNvPr>
              <p:cNvSpPr txBox="1">
                <a:spLocks/>
              </p:cNvSpPr>
              <p:nvPr/>
            </p:nvSpPr>
            <p:spPr>
              <a:xfrm flipH="1">
                <a:off x="66097" y="3193464"/>
                <a:ext cx="4763480" cy="544460"/>
              </a:xfrm>
              <a:prstGeom prst="rect">
                <a:avLst/>
              </a:prstGeom>
              <a:noFill/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vert="horz" lIns="91440" tIns="45720" rIns="91440" bIns="45720" rtlCol="0" anchor="ctr">
                <a:noAutofit/>
              </a:bodyPr>
              <a:lstStyle>
                <a:lvl1pPr marL="265113" indent="-265113" algn="just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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809625" indent="-352425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118745" indent="0">
                  <a:lnSpc>
                    <a:spcPct val="115000"/>
                  </a:lnSpc>
                  <a:spcAft>
                    <a:spcPts val="800"/>
                  </a:spcAft>
                  <a:buNone/>
                </a:pPr>
                <a:r>
                  <a:rPr lang="en-US" sz="2800" dirty="0">
                    <a:solidFill>
                      <a:srgbClr val="002060"/>
                    </a:solidFill>
                    <a:latin typeface="+mj-lt"/>
                  </a:rPr>
                  <a:t>Here,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800" dirty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V</m:t>
                    </m:r>
                    <m:r>
                      <a:rPr lang="en-US" sz="2800" dirty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|"/>
                        <m:ctrlPr>
                          <a:rPr lang="en-US" sz="2800" b="0" i="1" dirty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b="0" i="0" dirty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d>
                          <m:dPr>
                            <m:ctrlPr>
                              <a:rPr lang="en-US" sz="2800" i="1" dirty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m:rPr>
                                <m:sty m:val="p"/>
                              </m:rPr>
                              <a:rPr lang="en-US" sz="2800" dirty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x</m:t>
                            </m:r>
                            <m:r>
                              <a:rPr lang="en-US" sz="2800" dirty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m:rPr>
                                <m:sty m:val="p"/>
                              </m:rPr>
                              <a:rPr lang="en-US" sz="2800" dirty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y</m:t>
                            </m:r>
                          </m:e>
                        </m:d>
                        <m:r>
                          <a:rPr lang="en-US" sz="2800" b="0" i="1" dirty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</m:e>
                    </m:d>
                    <m:r>
                      <a:rPr lang="en-US" sz="2800" b="0" i="1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sz="2800" dirty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x</m:t>
                    </m:r>
                    <m:r>
                      <a:rPr lang="en-US" sz="2800" dirty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US" sz="2800" dirty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y</m:t>
                    </m:r>
                    <m:r>
                      <a:rPr lang="en-US" sz="2800" dirty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ℝ</m:t>
                    </m:r>
                    <m:r>
                      <a:rPr lang="en-US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800" dirty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endParaRPr lang="en-US" sz="2800" dirty="0">
                  <a:solidFill>
                    <a:srgbClr val="002060"/>
                  </a:solidFill>
                  <a:latin typeface="+mj-lt"/>
                </a:endParaRPr>
              </a:p>
            </p:txBody>
          </p:sp>
        </mc:Choice>
        <mc:Fallback xmlns="">
          <p:sp>
            <p:nvSpPr>
              <p:cNvPr id="16" name="Content Placeholder 4">
                <a:extLst>
                  <a:ext uri="{FF2B5EF4-FFF2-40B4-BE49-F238E27FC236}">
                    <a16:creationId xmlns:a16="http://schemas.microsoft.com/office/drawing/2014/main" id="{C2E3A768-B2DD-49B5-A909-9453EEB041E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66097" y="3193464"/>
                <a:ext cx="4763480" cy="544460"/>
              </a:xfrm>
              <a:prstGeom prst="rect">
                <a:avLst/>
              </a:prstGeom>
              <a:blipFill>
                <a:blip r:embed="rId4"/>
                <a:stretch>
                  <a:fillRect l="-256" t="-10112" b="-29213"/>
                </a:stretch>
              </a:blipFill>
              <a:ln w="12700" cap="flat" cmpd="sng" algn="ctr">
                <a:noFill/>
                <a:prstDash val="solid"/>
                <a:miter lim="800000"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Content Placeholder 4">
                <a:extLst>
                  <a:ext uri="{FF2B5EF4-FFF2-40B4-BE49-F238E27FC236}">
                    <a16:creationId xmlns:a16="http://schemas.microsoft.com/office/drawing/2014/main" id="{C2E3A768-B2DD-49B5-A909-9453EEB041E3}"/>
                  </a:ext>
                </a:extLst>
              </p:cNvPr>
              <p:cNvSpPr txBox="1">
                <a:spLocks/>
              </p:cNvSpPr>
              <p:nvPr/>
            </p:nvSpPr>
            <p:spPr>
              <a:xfrm flipH="1">
                <a:off x="76164" y="3837880"/>
                <a:ext cx="10878827" cy="1962116"/>
              </a:xfrm>
              <a:prstGeom prst="rect">
                <a:avLst/>
              </a:prstGeom>
              <a:noFill/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vert="horz" lIns="91440" tIns="45720" rIns="91440" bIns="45720" rtlCol="0" anchor="ctr">
                <a:noAutofit/>
              </a:bodyPr>
              <a:lstStyle>
                <a:defPPr>
                  <a:defRPr lang="en-US"/>
                </a:defPPr>
                <a:lvl1pPr marL="118745" algn="just">
                  <a:lnSpc>
                    <a:spcPct val="115000"/>
                  </a:lnSpc>
                  <a:spcBef>
                    <a:spcPts val="1000"/>
                  </a:spcBef>
                  <a:spcAft>
                    <a:spcPts val="800"/>
                  </a:spcAft>
                  <a:buClr>
                    <a:schemeClr val="accent6"/>
                  </a:buClr>
                  <a:buFont typeface="Wingdings 3" panose="05040102010807070707" pitchFamily="18" charset="2"/>
                  <a:buNone/>
                  <a:defRPr sz="2800">
                    <a:solidFill>
                      <a:srgbClr val="3A4A6A"/>
                    </a:solidFill>
                  </a:defRPr>
                </a:lvl1pPr>
              </a:lstStyle>
              <a:p>
                <a:r>
                  <a:rPr lang="en-US" dirty="0">
                    <a:solidFill>
                      <a:srgbClr val="002060"/>
                    </a:solidFill>
                    <a:latin typeface="+mj-lt"/>
                  </a:rPr>
                  <a:t>Binary Operations are defined as</a:t>
                </a:r>
              </a:p>
              <a:p>
                <a:pPr marL="990600" indent="-457200">
                  <a:buFont typeface="Wingdings" panose="05000000000000000000" pitchFamily="2" charset="2"/>
                  <a:buChar char="§"/>
                </a:pPr>
                <a:r>
                  <a:rPr lang="en-US" dirty="0">
                    <a:solidFill>
                      <a:srgbClr val="002060"/>
                    </a:solidFill>
                    <a:latin typeface="+mj-lt"/>
                  </a:rPr>
                  <a:t>Vector Addition		:	</a:t>
                </a:r>
                <a14:m>
                  <m:oMath xmlns:m="http://schemas.openxmlformats.org/officeDocument/2006/math">
                    <m:r>
                      <a:rPr lang="en-US" dirty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US" dirty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a</m:t>
                    </m:r>
                    <m:r>
                      <a:rPr lang="en-US" dirty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US" dirty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b</m:t>
                    </m:r>
                    <m:r>
                      <a:rPr lang="en-US" dirty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)+(</m:t>
                    </m:r>
                    <m:r>
                      <m:rPr>
                        <m:sty m:val="p"/>
                      </m:rPr>
                      <a:rPr lang="en-US" dirty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c</m:t>
                    </m:r>
                    <m:r>
                      <a:rPr lang="en-US" dirty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US" dirty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d</m:t>
                    </m:r>
                    <m:r>
                      <a:rPr lang="en-US" dirty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)=</m:t>
                    </m:r>
                    <m:d>
                      <m:dPr>
                        <m:ctrlPr>
                          <a:rPr lang="en-US" i="1" dirty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dirty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a</m:t>
                        </m:r>
                        <m:r>
                          <a:rPr lang="en-US" dirty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US" dirty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c</m:t>
                        </m:r>
                        <m:r>
                          <a:rPr lang="en-US" dirty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m:rPr>
                            <m:sty m:val="p"/>
                          </m:rPr>
                          <a:rPr lang="en-US" dirty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b</m:t>
                        </m:r>
                        <m:r>
                          <a:rPr lang="en-US" dirty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US" dirty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d</m:t>
                        </m:r>
                      </m:e>
                    </m:d>
                  </m:oMath>
                </a14:m>
                <a:endParaRPr lang="en-US" dirty="0">
                  <a:solidFill>
                    <a:srgbClr val="002060"/>
                  </a:solidFill>
                  <a:latin typeface="+mj-lt"/>
                </a:endParaRPr>
              </a:p>
              <a:p>
                <a:pPr marL="990600" indent="-457200">
                  <a:buFont typeface="Wingdings" panose="05000000000000000000" pitchFamily="2" charset="2"/>
                  <a:buChar char="§"/>
                </a:pPr>
                <a:r>
                  <a:rPr lang="en-US" dirty="0">
                    <a:solidFill>
                      <a:srgbClr val="002060"/>
                    </a:solidFill>
                    <a:latin typeface="+mj-lt"/>
                  </a:rPr>
                  <a:t>Scalar Multiplication	:	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dirty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k</m:t>
                    </m:r>
                    <m:r>
                      <a:rPr lang="en-US" dirty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⋅</m:t>
                    </m:r>
                    <m:d>
                      <m:dPr>
                        <m:ctrlPr>
                          <a:rPr lang="en-US" i="1" dirty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dirty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a</m:t>
                        </m:r>
                        <m:r>
                          <a:rPr lang="en-US" dirty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m:rPr>
                            <m:sty m:val="p"/>
                          </m:rPr>
                          <a:rPr lang="en-US" dirty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b</m:t>
                        </m:r>
                      </m:e>
                    </m:d>
                    <m:r>
                      <a:rPr lang="en-US" dirty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i="1" dirty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dirty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ka</m:t>
                        </m:r>
                        <m:r>
                          <a:rPr lang="en-US" dirty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m:rPr>
                            <m:sty m:val="p"/>
                          </m:rPr>
                          <a:rPr lang="en-US" dirty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kb</m:t>
                        </m:r>
                      </m:e>
                    </m:d>
                  </m:oMath>
                </a14:m>
                <a:endParaRPr lang="en-US" dirty="0">
                  <a:solidFill>
                    <a:srgbClr val="002060"/>
                  </a:solidFill>
                  <a:latin typeface="+mj-lt"/>
                </a:endParaRPr>
              </a:p>
            </p:txBody>
          </p:sp>
        </mc:Choice>
        <mc:Fallback xmlns="">
          <p:sp>
            <p:nvSpPr>
              <p:cNvPr id="22" name="Content Placeholder 4">
                <a:extLst>
                  <a:ext uri="{FF2B5EF4-FFF2-40B4-BE49-F238E27FC236}">
                    <a16:creationId xmlns:a16="http://schemas.microsoft.com/office/drawing/2014/main" id="{C2E3A768-B2DD-49B5-A909-9453EEB041E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76164" y="3837880"/>
                <a:ext cx="10878827" cy="1962116"/>
              </a:xfrm>
              <a:prstGeom prst="rect">
                <a:avLst/>
              </a:prstGeom>
              <a:blipFill>
                <a:blip r:embed="rId5"/>
                <a:stretch>
                  <a:fillRect l="-56" t="-3427" b="-8723"/>
                </a:stretch>
              </a:blipFill>
              <a:ln w="12700" cap="flat" cmpd="sng" algn="ctr">
                <a:noFill/>
                <a:prstDash val="solid"/>
                <a:miter lim="800000"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8" name="Content Placeholder 4">
            <a:extLst>
              <a:ext uri="{FF2B5EF4-FFF2-40B4-BE49-F238E27FC236}">
                <a16:creationId xmlns:a16="http://schemas.microsoft.com/office/drawing/2014/main" id="{C2E3A768-B2DD-49B5-A909-9453EEB041E3}"/>
              </a:ext>
            </a:extLst>
          </p:cNvPr>
          <p:cNvSpPr txBox="1">
            <a:spLocks/>
          </p:cNvSpPr>
          <p:nvPr/>
        </p:nvSpPr>
        <p:spPr>
          <a:xfrm flipH="1">
            <a:off x="66096" y="5953487"/>
            <a:ext cx="6512503" cy="54446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marL="265113" indent="-265113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Wingdings 3" panose="05040102010807070707" pitchFamily="18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9625" indent="-352425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 3" panose="05040102010807070707" pitchFamily="18" charset="2"/>
              <a:buChar char="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18745" indent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2800" dirty="0">
                <a:solidFill>
                  <a:srgbClr val="002060"/>
                </a:solidFill>
                <a:latin typeface="+mj-lt"/>
              </a:rPr>
              <a:t>Let us check </a:t>
            </a:r>
            <a:r>
              <a:rPr lang="en-US" sz="2800" b="1" dirty="0">
                <a:solidFill>
                  <a:srgbClr val="FF0000"/>
                </a:solidFill>
                <a:latin typeface="+mj-lt"/>
              </a:rPr>
              <a:t>ten axioms </a:t>
            </a:r>
            <a:r>
              <a:rPr lang="en-US" sz="2800" dirty="0">
                <a:solidFill>
                  <a:srgbClr val="002060"/>
                </a:solidFill>
                <a:latin typeface="+mj-lt"/>
              </a:rPr>
              <a:t>for a vector space.</a:t>
            </a:r>
          </a:p>
        </p:txBody>
      </p:sp>
    </p:spTree>
    <p:extLst>
      <p:ext uri="{BB962C8B-B14F-4D97-AF65-F5344CB8AC3E}">
        <p14:creationId xmlns:p14="http://schemas.microsoft.com/office/powerpoint/2010/main" val="7468745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22" grpId="0" animBg="1"/>
      <p:bldP spid="28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ECFC8A-BC0D-5D72-FE99-20313653BC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84015" y="850686"/>
            <a:ext cx="5040000" cy="1208314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1" name="Content Placeholder 4">
                <a:extLst>
                  <a:ext uri="{FF2B5EF4-FFF2-40B4-BE49-F238E27FC236}">
                    <a16:creationId xmlns:a16="http://schemas.microsoft.com/office/drawing/2014/main" id="{C2E3A768-B2DD-49B5-A909-9453EEB041E3}"/>
                  </a:ext>
                </a:extLst>
              </p:cNvPr>
              <p:cNvSpPr txBox="1">
                <a:spLocks/>
              </p:cNvSpPr>
              <p:nvPr/>
            </p:nvSpPr>
            <p:spPr>
              <a:xfrm flipH="1">
                <a:off x="-1" y="2201096"/>
                <a:ext cx="5760000" cy="540000"/>
              </a:xfrm>
              <a:prstGeom prst="rect">
                <a:avLst/>
              </a:prstGeom>
              <a:gradFill>
                <a:gsLst>
                  <a:gs pos="10000">
                    <a:srgbClr val="0E47A1"/>
                  </a:gs>
                  <a:gs pos="100000">
                    <a:srgbClr val="03A9F5"/>
                  </a:gs>
                </a:gsLst>
                <a:lin ang="10800000" scaled="1"/>
              </a:gradFill>
              <a:ln>
                <a:noFill/>
              </a:ln>
            </p:spPr>
            <p:txBody>
              <a:bodyPr vert="horz" wrap="square" lIns="91440" tIns="45720" rIns="91440" bIns="45720" numCol="1" anchor="ctr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algn="ctr">
                  <a:defRPr sz="2800">
                    <a:solidFill>
                      <a:schemeClr val="bg1"/>
                    </a:solidFill>
                  </a:defRPr>
                </a:lvl1pPr>
                <a:lvl2pPr>
                  <a:defRPr>
                    <a:solidFill>
                      <a:schemeClr val="tx1"/>
                    </a:solidFill>
                  </a:defRPr>
                </a:lvl2pPr>
                <a:lvl3pPr>
                  <a:defRPr>
                    <a:solidFill>
                      <a:schemeClr val="tx1"/>
                    </a:solidFill>
                  </a:defRPr>
                </a:lvl3pPr>
                <a:lvl4pPr>
                  <a:defRPr>
                    <a:solidFill>
                      <a:schemeClr val="tx1"/>
                    </a:solidFill>
                  </a:defRPr>
                </a:lvl4pPr>
                <a:lvl5pPr>
                  <a:defRPr>
                    <a:solidFill>
                      <a:schemeClr val="tx1"/>
                    </a:solidFill>
                  </a:defRPr>
                </a:lvl5pPr>
                <a:lvl6pPr>
                  <a:defRPr>
                    <a:solidFill>
                      <a:schemeClr val="tx1"/>
                    </a:solidFill>
                  </a:defRPr>
                </a:lvl6pPr>
                <a:lvl7pPr>
                  <a:defRPr>
                    <a:solidFill>
                      <a:schemeClr val="tx1"/>
                    </a:solidFill>
                  </a:defRPr>
                </a:lvl7pPr>
                <a:lvl8pPr>
                  <a:defRPr>
                    <a:solidFill>
                      <a:schemeClr val="tx1"/>
                    </a:solidFill>
                  </a:defRPr>
                </a:lvl8pPr>
                <a:lvl9pPr>
                  <a:defRPr>
                    <a:solidFill>
                      <a:schemeClr val="tx1"/>
                    </a:solidFill>
                  </a:defRPr>
                </a:lvl9pPr>
              </a:lstStyle>
              <a:p>
                <a:pPr algn="l"/>
                <a:r>
                  <a:rPr lang="en-US" b="1" dirty="0"/>
                  <a:t>Axiom 1: </a:t>
                </a:r>
                <a14:m>
                  <m:oMath xmlns:m="http://schemas.openxmlformats.org/officeDocument/2006/math">
                    <m:r>
                      <a:rPr lang="en-US" b="1" i="0" dirty="0" smtClean="0">
                        <a:latin typeface="Cambria Math" panose="02040503050406030204" pitchFamily="18" charset="0"/>
                      </a:rPr>
                      <m:t>𝐮</m:t>
                    </m:r>
                    <m:r>
                      <a:rPr lang="en-US" b="1" i="0" dirty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1" i="0" dirty="0" smtClean="0">
                        <a:latin typeface="Cambria Math" panose="02040503050406030204" pitchFamily="18" charset="0"/>
                      </a:rPr>
                      <m:t>𝐯</m:t>
                    </m:r>
                    <m:r>
                      <a:rPr lang="en-US" b="1" i="0" dirty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b="1" i="0" dirty="0">
                        <a:latin typeface="Cambria Math" panose="02040503050406030204" pitchFamily="18" charset="0"/>
                      </a:rPr>
                      <m:t>𝐕</m:t>
                    </m:r>
                  </m:oMath>
                </a14:m>
                <a:endParaRPr lang="en-US" b="1" dirty="0"/>
              </a:p>
            </p:txBody>
          </p:sp>
        </mc:Choice>
        <mc:Fallback xmlns="">
          <p:sp>
            <p:nvSpPr>
              <p:cNvPr id="21" name="Content Placeholder 4">
                <a:extLst>
                  <a:ext uri="{FF2B5EF4-FFF2-40B4-BE49-F238E27FC236}">
                    <a16:creationId xmlns:a16="http://schemas.microsoft.com/office/drawing/2014/main" id="{C2E3A768-B2DD-49B5-A909-9453EEB041E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-1" y="2201096"/>
                <a:ext cx="5760000" cy="540000"/>
              </a:xfrm>
              <a:prstGeom prst="rect">
                <a:avLst/>
              </a:prstGeom>
              <a:blipFill>
                <a:blip r:embed="rId3"/>
                <a:stretch>
                  <a:fillRect l="-2116" t="-10112" b="-29213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FDFDD70C-3AAE-183B-5AED-36C59E3E9B77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IN" dirty="0"/>
                  <a:t>Method:1 </a:t>
                </a:r>
                <a14:m>
                  <m:oMath xmlns:m="http://schemas.openxmlformats.org/officeDocument/2006/math">
                    <m:r>
                      <a:rPr lang="en-I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⇝</m:t>
                    </m:r>
                  </m:oMath>
                </a14:m>
                <a:r>
                  <a:rPr lang="en-IN" dirty="0"/>
                  <a:t> Example:5(continue)</a:t>
                </a:r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FDFDD70C-3AAE-183B-5AED-36C59E3E9B7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4"/>
                <a:stretch>
                  <a:fillRect l="-400" t="-8547" b="-1965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Content Placeholder 4">
                <a:extLst>
                  <a:ext uri="{FF2B5EF4-FFF2-40B4-BE49-F238E27FC236}">
                    <a16:creationId xmlns:a16="http://schemas.microsoft.com/office/drawing/2014/main" id="{C2E3A768-B2DD-49B5-A909-9453EEB041E3}"/>
                  </a:ext>
                </a:extLst>
              </p:cNvPr>
              <p:cNvSpPr txBox="1">
                <a:spLocks/>
              </p:cNvSpPr>
              <p:nvPr/>
            </p:nvSpPr>
            <p:spPr>
              <a:xfrm flipH="1">
                <a:off x="-6" y="858197"/>
                <a:ext cx="7391405" cy="540000"/>
              </a:xfrm>
              <a:prstGeom prst="rect">
                <a:avLst/>
              </a:prstGeom>
              <a:noFill/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vert="horz" lIns="91440" tIns="45720" rIns="91440" bIns="45720" rtlCol="0" anchor="ctr">
                <a:noAutofit/>
              </a:bodyPr>
              <a:lstStyle>
                <a:lvl1pPr marL="265113" indent="-265113" algn="just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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809625" indent="-352425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118745" indent="0">
                  <a:lnSpc>
                    <a:spcPct val="115000"/>
                  </a:lnSpc>
                  <a:spcAft>
                    <a:spcPts val="800"/>
                  </a:spcAft>
                  <a:buNone/>
                </a:pPr>
                <a:r>
                  <a:rPr lang="en-US" sz="2800" dirty="0">
                    <a:solidFill>
                      <a:srgbClr val="002060"/>
                    </a:solidFill>
                    <a:latin typeface="+mj-lt"/>
                  </a:rPr>
                  <a:t>Let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u</m:t>
                    </m:r>
                    <m:r>
                      <a:rPr lang="en-US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80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sz="280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a</m:t>
                            </m:r>
                          </m:e>
                          <m:sub>
                            <m:r>
                              <a:rPr lang="en-US" sz="280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sz="280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sz="280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b</m:t>
                            </m:r>
                          </m:e>
                          <m:sub>
                            <m:r>
                              <a:rPr lang="en-US" sz="280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  <m:r>
                      <a:rPr lang="en-US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US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v</m:t>
                    </m:r>
                    <m:r>
                      <a:rPr lang="en-US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80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sz="280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a</m:t>
                            </m:r>
                          </m:e>
                          <m:sub>
                            <m:r>
                              <a:rPr lang="en-US" sz="280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sz="280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sz="280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b</m:t>
                            </m:r>
                          </m:e>
                          <m:sub>
                            <m:r>
                              <a:rPr lang="en-US" sz="280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sz="2800" dirty="0">
                    <a:solidFill>
                      <a:srgbClr val="002060"/>
                    </a:solidFill>
                    <a:latin typeface="+mj-lt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w</m:t>
                    </m:r>
                    <m:r>
                      <a:rPr lang="en-US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80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sz="280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a</m:t>
                            </m:r>
                          </m:e>
                          <m:sub>
                            <m:r>
                              <a:rPr lang="en-US" sz="280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  <m:r>
                          <a:rPr lang="en-US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sz="280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sz="280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b</m:t>
                            </m:r>
                          </m:e>
                          <m:sub>
                            <m:r>
                              <a:rPr lang="en-US" sz="280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sz="2800" dirty="0">
                    <a:solidFill>
                      <a:srgbClr val="002060"/>
                    </a:solidFill>
                    <a:latin typeface="+mj-lt"/>
                  </a:rPr>
                  <a:t> ∈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800" dirty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V</m:t>
                    </m:r>
                  </m:oMath>
                </a14:m>
                <a:endParaRPr lang="en-US" sz="2800" dirty="0">
                  <a:solidFill>
                    <a:srgbClr val="002060"/>
                  </a:solidFill>
                  <a:latin typeface="+mj-lt"/>
                </a:endParaRPr>
              </a:p>
            </p:txBody>
          </p:sp>
        </mc:Choice>
        <mc:Fallback xmlns="">
          <p:sp>
            <p:nvSpPr>
              <p:cNvPr id="22" name="Content Placeholder 4">
                <a:extLst>
                  <a:ext uri="{FF2B5EF4-FFF2-40B4-BE49-F238E27FC236}">
                    <a16:creationId xmlns:a16="http://schemas.microsoft.com/office/drawing/2014/main" id="{C2E3A768-B2DD-49B5-A909-9453EEB041E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-6" y="858197"/>
                <a:ext cx="7391405" cy="540000"/>
              </a:xfrm>
              <a:prstGeom prst="rect">
                <a:avLst/>
              </a:prstGeom>
              <a:blipFill>
                <a:blip r:embed="rId5"/>
                <a:stretch>
                  <a:fillRect l="-165" t="-12500" b="-29545"/>
                </a:stretch>
              </a:blipFill>
              <a:ln w="12700" cap="flat" cmpd="sng" algn="ctr">
                <a:noFill/>
                <a:prstDash val="solid"/>
                <a:miter lim="800000"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Content Placeholder 4">
                <a:extLst>
                  <a:ext uri="{FF2B5EF4-FFF2-40B4-BE49-F238E27FC236}">
                    <a16:creationId xmlns:a16="http://schemas.microsoft.com/office/drawing/2014/main" id="{E2369E14-FB7F-439F-B8BC-3D00ED9ED33E}"/>
                  </a:ext>
                </a:extLst>
              </p:cNvPr>
              <p:cNvSpPr txBox="1">
                <a:spLocks/>
              </p:cNvSpPr>
              <p:nvPr/>
            </p:nvSpPr>
            <p:spPr>
              <a:xfrm flipH="1">
                <a:off x="132610" y="1514100"/>
                <a:ext cx="3029820" cy="540000"/>
              </a:xfrm>
              <a:prstGeom prst="rect">
                <a:avLst/>
              </a:prstGeom>
              <a:noFill/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vert="horz" lIns="91440" tIns="45720" rIns="91440" bIns="45720" rtlCol="0" anchor="ctr">
                <a:noAutofit/>
              </a:bodyPr>
              <a:lstStyle>
                <a:lvl1pPr marL="265113" indent="-265113" algn="just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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809625" indent="-352425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lnSpc>
                    <a:spcPct val="115000"/>
                  </a:lnSpc>
                  <a:spcAft>
                    <a:spcPts val="800"/>
                  </a:spcAft>
                  <a:buNone/>
                </a:pPr>
                <a:r>
                  <a:rPr lang="en-US" sz="2800" dirty="0">
                    <a:solidFill>
                      <a:srgbClr val="002060"/>
                    </a:solidFill>
                  </a:rPr>
                  <a:t>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k</m:t>
                    </m:r>
                    <m:r>
                      <a:rPr lang="en-US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US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m</m:t>
                    </m:r>
                    <m:r>
                      <a:rPr lang="en-US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ℝ</m:t>
                    </m:r>
                  </m:oMath>
                </a14:m>
                <a:endParaRPr lang="en-US" sz="2800" dirty="0">
                  <a:solidFill>
                    <a:srgbClr val="002060"/>
                  </a:solidFill>
                  <a:latin typeface="+mj-lt"/>
                </a:endParaRPr>
              </a:p>
            </p:txBody>
          </p:sp>
        </mc:Choice>
        <mc:Fallback xmlns="">
          <p:sp>
            <p:nvSpPr>
              <p:cNvPr id="26" name="Content Placeholder 4">
                <a:extLst>
                  <a:ext uri="{FF2B5EF4-FFF2-40B4-BE49-F238E27FC236}">
                    <a16:creationId xmlns:a16="http://schemas.microsoft.com/office/drawing/2014/main" id="{E2369E14-FB7F-439F-B8BC-3D00ED9ED33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132610" y="1514100"/>
                <a:ext cx="3029820" cy="540000"/>
              </a:xfrm>
              <a:prstGeom prst="rect">
                <a:avLst/>
              </a:prstGeom>
              <a:blipFill>
                <a:blip r:embed="rId6"/>
                <a:stretch>
                  <a:fillRect l="-4225" t="-10112" b="-29213"/>
                </a:stretch>
              </a:blipFill>
              <a:ln w="12700" cap="flat" cmpd="sng" algn="ctr">
                <a:noFill/>
                <a:prstDash val="solid"/>
                <a:miter lim="800000"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Content Placeholder 4">
                <a:extLst>
                  <a:ext uri="{FF2B5EF4-FFF2-40B4-BE49-F238E27FC236}">
                    <a16:creationId xmlns:a16="http://schemas.microsoft.com/office/drawing/2014/main" id="{E2369E14-FB7F-439F-B8BC-3D00ED9ED33E}"/>
                  </a:ext>
                </a:extLst>
              </p:cNvPr>
              <p:cNvSpPr txBox="1">
                <a:spLocks/>
              </p:cNvSpPr>
              <p:nvPr/>
            </p:nvSpPr>
            <p:spPr>
              <a:xfrm flipH="1">
                <a:off x="132610" y="2805355"/>
                <a:ext cx="5627389" cy="540000"/>
              </a:xfrm>
              <a:prstGeom prst="rect">
                <a:avLst/>
              </a:prstGeom>
              <a:noFill/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vert="horz" lIns="91440" tIns="45720" rIns="91440" bIns="45720" rtlCol="0" anchor="ctr">
                <a:noAutofit/>
              </a:bodyPr>
              <a:lstStyle>
                <a:lvl1pPr marL="265113" indent="-265113" algn="just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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809625" indent="-352425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lnSpc>
                    <a:spcPct val="115000"/>
                  </a:lnSpc>
                  <a:spcAft>
                    <a:spcPts val="800"/>
                  </a:spcAft>
                  <a:buNone/>
                </a:pPr>
                <a:r>
                  <a:rPr lang="en-US" sz="2800" dirty="0">
                    <a:solidFill>
                      <a:srgbClr val="002060"/>
                    </a:solidFill>
                  </a:rPr>
                  <a:t>Now,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800" dirty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u</m:t>
                    </m:r>
                    <m:r>
                      <a:rPr lang="en-US" sz="2800" dirty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US" sz="2800" dirty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v</m:t>
                    </m:r>
                    <m:r>
                      <a:rPr lang="en-US" sz="2800" dirty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80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sz="280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a</m:t>
                            </m:r>
                          </m:e>
                          <m:sub>
                            <m:r>
                              <a:rPr lang="en-US" sz="280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sz="280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sz="280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b</m:t>
                            </m:r>
                          </m:e>
                          <m:sub>
                            <m:r>
                              <a:rPr lang="en-US" sz="280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  <m:r>
                      <a:rPr lang="en-US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+</m:t>
                    </m:r>
                    <m:d>
                      <m:dPr>
                        <m:ctrlPr>
                          <a:rPr lang="en-US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80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sz="280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a</m:t>
                            </m:r>
                          </m:e>
                          <m:sub>
                            <m:r>
                              <a:rPr lang="en-US" sz="280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sz="280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sz="280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b</m:t>
                            </m:r>
                          </m:e>
                          <m:sub>
                            <m:r>
                              <a:rPr lang="en-US" sz="280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</m:oMath>
                </a14:m>
                <a:endParaRPr lang="en-US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32" name="Content Placeholder 4">
                <a:extLst>
                  <a:ext uri="{FF2B5EF4-FFF2-40B4-BE49-F238E27FC236}">
                    <a16:creationId xmlns:a16="http://schemas.microsoft.com/office/drawing/2014/main" id="{E2369E14-FB7F-439F-B8BC-3D00ED9ED33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132610" y="2805355"/>
                <a:ext cx="5627389" cy="540000"/>
              </a:xfrm>
              <a:prstGeom prst="rect">
                <a:avLst/>
              </a:prstGeom>
              <a:blipFill>
                <a:blip r:embed="rId8"/>
                <a:stretch>
                  <a:fillRect l="-2275" t="-10112" b="-29213"/>
                </a:stretch>
              </a:blipFill>
              <a:ln w="12700" cap="flat" cmpd="sng" algn="ctr">
                <a:noFill/>
                <a:prstDash val="solid"/>
                <a:miter lim="800000"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" name="Content Placeholder 4">
                <a:extLst>
                  <a:ext uri="{FF2B5EF4-FFF2-40B4-BE49-F238E27FC236}">
                    <a16:creationId xmlns:a16="http://schemas.microsoft.com/office/drawing/2014/main" id="{E2369E14-FB7F-439F-B8BC-3D00ED9ED33E}"/>
                  </a:ext>
                </a:extLst>
              </p:cNvPr>
              <p:cNvSpPr txBox="1">
                <a:spLocks/>
              </p:cNvSpPr>
              <p:nvPr/>
            </p:nvSpPr>
            <p:spPr>
              <a:xfrm flipH="1">
                <a:off x="1758208" y="3487791"/>
                <a:ext cx="3314040" cy="540000"/>
              </a:xfrm>
              <a:prstGeom prst="rect">
                <a:avLst/>
              </a:prstGeom>
              <a:noFill/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vert="horz" lIns="91440" tIns="45720" rIns="91440" bIns="45720" rtlCol="0" anchor="ctr">
                <a:noAutofit/>
              </a:bodyPr>
              <a:lstStyle>
                <a:lvl1pPr marL="265113" indent="-265113" algn="just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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809625" indent="-352425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lnSpc>
                    <a:spcPct val="115000"/>
                  </a:lnSpc>
                  <a:spcAft>
                    <a:spcPts val="8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dirty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a</m:t>
                              </m:r>
                            </m:e>
                            <m:sub>
                              <m: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a</m:t>
                              </m:r>
                            </m:e>
                            <m:sub>
                              <m: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b</m:t>
                              </m:r>
                            </m:e>
                            <m:sub>
                              <m: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b</m:t>
                              </m:r>
                            </m:e>
                            <m:sub>
                              <m: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33" name="Content Placeholder 4">
                <a:extLst>
                  <a:ext uri="{FF2B5EF4-FFF2-40B4-BE49-F238E27FC236}">
                    <a16:creationId xmlns:a16="http://schemas.microsoft.com/office/drawing/2014/main" id="{E2369E14-FB7F-439F-B8BC-3D00ED9ED33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1758208" y="3487791"/>
                <a:ext cx="3314040" cy="540000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  <a:ln w="12700" cap="flat" cmpd="sng" algn="ctr">
                <a:noFill/>
                <a:prstDash val="solid"/>
                <a:miter lim="800000"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6" name="Content Placeholder 4">
                <a:extLst>
                  <a:ext uri="{FF2B5EF4-FFF2-40B4-BE49-F238E27FC236}">
                    <a16:creationId xmlns:a16="http://schemas.microsoft.com/office/drawing/2014/main" id="{E2369E14-FB7F-439F-B8BC-3D00ED9ED33E}"/>
                  </a:ext>
                </a:extLst>
              </p:cNvPr>
              <p:cNvSpPr txBox="1">
                <a:spLocks/>
              </p:cNvSpPr>
              <p:nvPr/>
            </p:nvSpPr>
            <p:spPr>
              <a:xfrm flipH="1">
                <a:off x="132610" y="4113077"/>
                <a:ext cx="4993182" cy="540000"/>
              </a:xfrm>
              <a:prstGeom prst="rect">
                <a:avLst/>
              </a:prstGeom>
              <a:noFill/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vert="horz" lIns="91440" tIns="45720" rIns="91440" bIns="45720" rtlCol="0" anchor="ctr">
                <a:noAutofit/>
              </a:bodyPr>
              <a:lstStyle>
                <a:lvl1pPr marL="265113" indent="-265113" algn="just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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809625" indent="-352425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lnSpc>
                    <a:spcPct val="115000"/>
                  </a:lnSpc>
                  <a:spcAft>
                    <a:spcPts val="800"/>
                  </a:spcAft>
                  <a:buNone/>
                </a:pPr>
                <a:r>
                  <a:rPr lang="en-US" sz="2800" dirty="0">
                    <a:solidFill>
                      <a:srgbClr val="002060"/>
                    </a:solidFill>
                  </a:rPr>
                  <a:t>Since,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80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sz="280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a</m:t>
                            </m:r>
                          </m:e>
                          <m:sub>
                            <m:r>
                              <a:rPr lang="en-US" sz="280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sz="280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sz="280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b</m:t>
                            </m:r>
                          </m:e>
                          <m:sub>
                            <m:r>
                              <a:rPr lang="en-US" sz="280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  <m:r>
                      <a:rPr lang="en-US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,</m:t>
                    </m:r>
                    <m:d>
                      <m:dPr>
                        <m:ctrlPr>
                          <a:rPr lang="en-US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80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sz="280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a</m:t>
                            </m:r>
                          </m:e>
                          <m:sub>
                            <m:r>
                              <a:rPr lang="en-US" sz="280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sz="280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sz="280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b</m:t>
                            </m:r>
                          </m:e>
                          <m:sub>
                            <m:r>
                              <a:rPr lang="en-US" sz="280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  <m:r>
                      <m:rPr>
                        <m:nor/>
                      </m:rPr>
                      <a:rPr lang="en-US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en-US" sz="2800" i="0" dirty="0">
                        <a:solidFill>
                          <a:srgbClr val="002060"/>
                        </a:solidFill>
                      </a:rPr>
                      <m:t>∈ </m:t>
                    </m:r>
                    <m:r>
                      <m:rPr>
                        <m:sty m:val="p"/>
                      </m:rPr>
                      <a:rPr lang="en-US" sz="2800" dirty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V</m:t>
                    </m:r>
                  </m:oMath>
                </a14:m>
                <a:endParaRPr lang="en-US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36" name="Content Placeholder 4">
                <a:extLst>
                  <a:ext uri="{FF2B5EF4-FFF2-40B4-BE49-F238E27FC236}">
                    <a16:creationId xmlns:a16="http://schemas.microsoft.com/office/drawing/2014/main" id="{E2369E14-FB7F-439F-B8BC-3D00ED9ED33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132610" y="4113077"/>
                <a:ext cx="4993182" cy="540000"/>
              </a:xfrm>
              <a:prstGeom prst="rect">
                <a:avLst/>
              </a:prstGeom>
              <a:blipFill>
                <a:blip r:embed="rId10"/>
                <a:stretch>
                  <a:fillRect l="-2564" t="-10227" b="-29545"/>
                </a:stretch>
              </a:blipFill>
              <a:ln w="12700" cap="flat" cmpd="sng" algn="ctr">
                <a:noFill/>
                <a:prstDash val="solid"/>
                <a:miter lim="800000"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8" name="Content Placeholder 4">
                <a:extLst>
                  <a:ext uri="{FF2B5EF4-FFF2-40B4-BE49-F238E27FC236}">
                    <a16:creationId xmlns:a16="http://schemas.microsoft.com/office/drawing/2014/main" id="{E2369E14-FB7F-439F-B8BC-3D00ED9ED33E}"/>
                  </a:ext>
                </a:extLst>
              </p:cNvPr>
              <p:cNvSpPr txBox="1">
                <a:spLocks/>
              </p:cNvSpPr>
              <p:nvPr/>
            </p:nvSpPr>
            <p:spPr>
              <a:xfrm flipH="1">
                <a:off x="649843" y="4795513"/>
                <a:ext cx="3314039" cy="540000"/>
              </a:xfrm>
              <a:prstGeom prst="rect">
                <a:avLst/>
              </a:prstGeom>
              <a:noFill/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vert="horz" lIns="91440" tIns="45720" rIns="91440" bIns="45720" rtlCol="0" anchor="ctr">
                <a:noAutofit/>
              </a:bodyPr>
              <a:lstStyle>
                <a:lvl1pPr marL="265113" indent="-265113" algn="just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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809625" indent="-352425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lnSpc>
                    <a:spcPct val="115000"/>
                  </a:lnSpc>
                  <a:spcAft>
                    <a:spcPts val="8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dirty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⇒</m:t>
                      </m:r>
                      <m:sSub>
                        <m:sSubPr>
                          <m:ctrlP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a</m:t>
                          </m:r>
                        </m:e>
                        <m:sub>
                          <m: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b</m:t>
                          </m:r>
                        </m:e>
                        <m:sub>
                          <m: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2800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a</m:t>
                          </m:r>
                        </m:e>
                        <m:sub>
                          <m: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b</m:t>
                          </m:r>
                        </m:e>
                        <m:sub>
                          <m: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∈</m:t>
                      </m:r>
                      <m:r>
                        <a:rPr lang="en-US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ℝ</m:t>
                      </m:r>
                    </m:oMath>
                  </m:oMathPara>
                </a14:m>
                <a:endParaRPr lang="en-US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38" name="Content Placeholder 4">
                <a:extLst>
                  <a:ext uri="{FF2B5EF4-FFF2-40B4-BE49-F238E27FC236}">
                    <a16:creationId xmlns:a16="http://schemas.microsoft.com/office/drawing/2014/main" id="{E2369E14-FB7F-439F-B8BC-3D00ED9ED33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649843" y="4795513"/>
                <a:ext cx="3314039" cy="540000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  <a:ln w="12700" cap="flat" cmpd="sng" algn="ctr">
                <a:noFill/>
                <a:prstDash val="solid"/>
                <a:miter lim="800000"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4" name="Right Arrow 3">
            <a:extLst>
              <a:ext uri="{FF2B5EF4-FFF2-40B4-BE49-F238E27FC236}">
                <a16:creationId xmlns:a16="http://schemas.microsoft.com/office/drawing/2014/main" id="{3FE11F38-A8D0-406B-A77F-9DE69C4F1B02}"/>
              </a:ext>
            </a:extLst>
          </p:cNvPr>
          <p:cNvSpPr/>
          <p:nvPr/>
        </p:nvSpPr>
        <p:spPr>
          <a:xfrm flipV="1">
            <a:off x="7093222" y="1327327"/>
            <a:ext cx="144000" cy="180000"/>
          </a:xfrm>
          <a:prstGeom prst="rightArrow">
            <a:avLst/>
          </a:prstGeom>
          <a:gradFill>
            <a:gsLst>
              <a:gs pos="10000">
                <a:srgbClr val="0E47A1"/>
              </a:gs>
              <a:gs pos="100000">
                <a:srgbClr val="03A9F5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Wingdings 3" panose="05040102010807070707" pitchFamily="18" charset="2"/>
              <a:buNone/>
            </a:pPr>
            <a:endParaRPr lang="en-IN" sz="2800" dirty="0">
              <a:solidFill>
                <a:schemeClr val="bg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Content Placeholder 4">
                <a:extLst>
                  <a:ext uri="{FF2B5EF4-FFF2-40B4-BE49-F238E27FC236}">
                    <a16:creationId xmlns:a16="http://schemas.microsoft.com/office/drawing/2014/main" id="{E2369E14-FB7F-439F-B8BC-3D00ED9ED33E}"/>
                  </a:ext>
                </a:extLst>
              </p:cNvPr>
              <p:cNvSpPr txBox="1">
                <a:spLocks/>
              </p:cNvSpPr>
              <p:nvPr/>
            </p:nvSpPr>
            <p:spPr>
              <a:xfrm flipH="1">
                <a:off x="701460" y="5441157"/>
                <a:ext cx="3779282" cy="540000"/>
              </a:xfrm>
              <a:prstGeom prst="rect">
                <a:avLst/>
              </a:prstGeom>
              <a:noFill/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vert="horz" lIns="91440" tIns="45720" rIns="91440" bIns="45720" rtlCol="0" anchor="ctr">
                <a:noAutofit/>
              </a:bodyPr>
              <a:lstStyle>
                <a:lvl1pPr marL="265113" indent="-265113" algn="just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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809625" indent="-352425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lnSpc>
                    <a:spcPct val="115000"/>
                  </a:lnSpc>
                  <a:spcAft>
                    <a:spcPts val="8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dirty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⇒</m:t>
                      </m:r>
                      <m:sSub>
                        <m:sSubPr>
                          <m:ctrlP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a</m:t>
                          </m:r>
                        </m:e>
                        <m:sub>
                          <m: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a</m:t>
                          </m:r>
                        </m:e>
                        <m:sub>
                          <m: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b</m:t>
                          </m:r>
                        </m:e>
                        <m:sub>
                          <m: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b</m:t>
                          </m:r>
                        </m:e>
                        <m:sub>
                          <m: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∈</m:t>
                      </m:r>
                      <m:r>
                        <a:rPr lang="en-US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ℝ</m:t>
                      </m:r>
                    </m:oMath>
                  </m:oMathPara>
                </a14:m>
                <a:endParaRPr lang="en-US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20" name="Content Placeholder 4">
                <a:extLst>
                  <a:ext uri="{FF2B5EF4-FFF2-40B4-BE49-F238E27FC236}">
                    <a16:creationId xmlns:a16="http://schemas.microsoft.com/office/drawing/2014/main" id="{E2369E14-FB7F-439F-B8BC-3D00ED9ED33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701460" y="5441157"/>
                <a:ext cx="3779282" cy="540000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  <a:ln w="12700" cap="flat" cmpd="sng" algn="ctr">
                <a:noFill/>
                <a:prstDash val="solid"/>
                <a:miter lim="800000"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Content Placeholder 4">
                <a:extLst>
                  <a:ext uri="{FF2B5EF4-FFF2-40B4-BE49-F238E27FC236}">
                    <a16:creationId xmlns:a16="http://schemas.microsoft.com/office/drawing/2014/main" id="{E2369E14-FB7F-439F-B8BC-3D00ED9ED33E}"/>
                  </a:ext>
                </a:extLst>
              </p:cNvPr>
              <p:cNvSpPr txBox="1">
                <a:spLocks/>
              </p:cNvSpPr>
              <p:nvPr/>
            </p:nvSpPr>
            <p:spPr>
              <a:xfrm flipH="1">
                <a:off x="132610" y="5981157"/>
                <a:ext cx="5627389" cy="540000"/>
              </a:xfrm>
              <a:prstGeom prst="rect">
                <a:avLst/>
              </a:prstGeom>
              <a:noFill/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vert="horz" lIns="91440" tIns="45720" rIns="91440" bIns="45720" rtlCol="0" anchor="ctr">
                <a:noAutofit/>
              </a:bodyPr>
              <a:lstStyle>
                <a:lvl1pPr marL="265113" indent="-265113" algn="just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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809625" indent="-352425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lnSpc>
                    <a:spcPct val="115000"/>
                  </a:lnSpc>
                  <a:spcAft>
                    <a:spcPts val="800"/>
                  </a:spcAft>
                  <a:buNone/>
                </a:pPr>
                <a:r>
                  <a:rPr lang="en-US" sz="2800" dirty="0">
                    <a:solidFill>
                      <a:srgbClr val="002060"/>
                    </a:solidFill>
                  </a:rPr>
                  <a:t>So,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800" dirty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u</m:t>
                    </m:r>
                    <m:r>
                      <a:rPr lang="en-US" sz="2800" dirty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US" sz="2800" dirty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v</m:t>
                    </m:r>
                    <m:r>
                      <a:rPr lang="en-US" sz="2800" dirty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80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sz="280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a</m:t>
                            </m:r>
                          </m:e>
                          <m:sub>
                            <m:r>
                              <a:rPr lang="en-US" sz="280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sz="280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sz="280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a</m:t>
                            </m:r>
                          </m:e>
                          <m:sub>
                            <m:r>
                              <a:rPr lang="en-US" sz="280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sz="280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sz="280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b</m:t>
                            </m:r>
                          </m:e>
                          <m:sub>
                            <m:r>
                              <a:rPr lang="en-US" sz="280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sz="280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sz="280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b</m:t>
                            </m:r>
                          </m:e>
                          <m:sub>
                            <m:r>
                              <a:rPr lang="en-US" sz="280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  <m:r>
                      <a:rPr lang="en-US" sz="2800" b="0" i="1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US" sz="2800" b="0" i="0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V</m:t>
                    </m:r>
                  </m:oMath>
                </a14:m>
                <a:endParaRPr lang="en-US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23" name="Content Placeholder 4">
                <a:extLst>
                  <a:ext uri="{FF2B5EF4-FFF2-40B4-BE49-F238E27FC236}">
                    <a16:creationId xmlns:a16="http://schemas.microsoft.com/office/drawing/2014/main" id="{E2369E14-FB7F-439F-B8BC-3D00ED9ED33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132610" y="5981157"/>
                <a:ext cx="5627389" cy="540000"/>
              </a:xfrm>
              <a:prstGeom prst="rect">
                <a:avLst/>
              </a:prstGeom>
              <a:blipFill>
                <a:blip r:embed="rId13"/>
                <a:stretch>
                  <a:fillRect l="-2275" t="-10112" b="-29213"/>
                </a:stretch>
              </a:blipFill>
              <a:ln w="12700" cap="flat" cmpd="sng" algn="ctr">
                <a:noFill/>
                <a:prstDash val="solid"/>
                <a:miter lim="800000"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124455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/>
      <p:bldP spid="26" grpId="0"/>
      <p:bldP spid="32" grpId="0"/>
      <p:bldP spid="33" grpId="0"/>
      <p:bldP spid="36" grpId="0"/>
      <p:bldP spid="38" grpId="0"/>
      <p:bldP spid="44" grpId="0" animBg="1"/>
      <p:bldP spid="20" grpId="0"/>
      <p:bldP spid="23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ECFC8A-BC0D-5D72-FE99-20313653BC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1" name="Content Placeholder 4">
                <a:extLst>
                  <a:ext uri="{FF2B5EF4-FFF2-40B4-BE49-F238E27FC236}">
                    <a16:creationId xmlns:a16="http://schemas.microsoft.com/office/drawing/2014/main" id="{C2E3A768-B2DD-49B5-A909-9453EEB041E3}"/>
                  </a:ext>
                </a:extLst>
              </p:cNvPr>
              <p:cNvSpPr txBox="1">
                <a:spLocks/>
              </p:cNvSpPr>
              <p:nvPr/>
            </p:nvSpPr>
            <p:spPr>
              <a:xfrm flipH="1">
                <a:off x="-1" y="865206"/>
                <a:ext cx="5760000" cy="540000"/>
              </a:xfrm>
              <a:prstGeom prst="rect">
                <a:avLst/>
              </a:prstGeom>
              <a:gradFill>
                <a:gsLst>
                  <a:gs pos="10000">
                    <a:srgbClr val="0E47A1"/>
                  </a:gs>
                  <a:gs pos="100000">
                    <a:srgbClr val="03A9F5"/>
                  </a:gs>
                </a:gsLst>
                <a:lin ang="10800000" scaled="1"/>
              </a:gradFill>
              <a:ln>
                <a:noFill/>
              </a:ln>
            </p:spPr>
            <p:txBody>
              <a:bodyPr vert="horz" wrap="square" lIns="91440" tIns="45720" rIns="91440" bIns="45720" numCol="1" anchor="ctr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algn="ctr">
                  <a:defRPr sz="2800">
                    <a:solidFill>
                      <a:schemeClr val="bg1"/>
                    </a:solidFill>
                  </a:defRPr>
                </a:lvl1pPr>
                <a:lvl2pPr>
                  <a:defRPr>
                    <a:solidFill>
                      <a:schemeClr val="tx1"/>
                    </a:solidFill>
                  </a:defRPr>
                </a:lvl2pPr>
                <a:lvl3pPr>
                  <a:defRPr>
                    <a:solidFill>
                      <a:schemeClr val="tx1"/>
                    </a:solidFill>
                  </a:defRPr>
                </a:lvl3pPr>
                <a:lvl4pPr>
                  <a:defRPr>
                    <a:solidFill>
                      <a:schemeClr val="tx1"/>
                    </a:solidFill>
                  </a:defRPr>
                </a:lvl4pPr>
                <a:lvl5pPr>
                  <a:defRPr>
                    <a:solidFill>
                      <a:schemeClr val="tx1"/>
                    </a:solidFill>
                  </a:defRPr>
                </a:lvl5pPr>
                <a:lvl6pPr>
                  <a:defRPr>
                    <a:solidFill>
                      <a:schemeClr val="tx1"/>
                    </a:solidFill>
                  </a:defRPr>
                </a:lvl6pPr>
                <a:lvl7pPr>
                  <a:defRPr>
                    <a:solidFill>
                      <a:schemeClr val="tx1"/>
                    </a:solidFill>
                  </a:defRPr>
                </a:lvl7pPr>
                <a:lvl8pPr>
                  <a:defRPr>
                    <a:solidFill>
                      <a:schemeClr val="tx1"/>
                    </a:solidFill>
                  </a:defRPr>
                </a:lvl8pPr>
                <a:lvl9pPr>
                  <a:defRPr>
                    <a:solidFill>
                      <a:schemeClr val="tx1"/>
                    </a:solidFill>
                  </a:defRPr>
                </a:lvl9pPr>
              </a:lstStyle>
              <a:p>
                <a:pPr algn="l"/>
                <a:r>
                  <a:rPr lang="en-US" b="1" dirty="0"/>
                  <a:t>Axiom 2: </a:t>
                </a:r>
                <a14:m>
                  <m:oMath xmlns:m="http://schemas.openxmlformats.org/officeDocument/2006/math">
                    <m:r>
                      <a:rPr lang="en-US" b="1" i="0" dirty="0" smtClean="0">
                        <a:latin typeface="Cambria Math" panose="02040503050406030204" pitchFamily="18" charset="0"/>
                      </a:rPr>
                      <m:t>𝐮</m:t>
                    </m:r>
                    <m:r>
                      <a:rPr lang="en-US" b="1" i="0" dirty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1" i="0" dirty="0" smtClean="0">
                        <a:latin typeface="Cambria Math" panose="02040503050406030204" pitchFamily="18" charset="0"/>
                      </a:rPr>
                      <m:t>𝐯</m:t>
                    </m:r>
                    <m:r>
                      <a:rPr lang="en-US" b="1" i="0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1" i="0" dirty="0" smtClean="0">
                        <a:latin typeface="Cambria Math" panose="02040503050406030204" pitchFamily="18" charset="0"/>
                      </a:rPr>
                      <m:t>𝐯</m:t>
                    </m:r>
                    <m:r>
                      <a:rPr lang="en-US" b="1" i="0" dirty="0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1" i="0" dirty="0" smtClean="0">
                        <a:latin typeface="Cambria Math" panose="02040503050406030204" pitchFamily="18" charset="0"/>
                      </a:rPr>
                      <m:t>𝐮</m:t>
                    </m:r>
                  </m:oMath>
                </a14:m>
                <a:endParaRPr lang="en-US" b="1" dirty="0"/>
              </a:p>
            </p:txBody>
          </p:sp>
        </mc:Choice>
        <mc:Fallback xmlns="">
          <p:sp>
            <p:nvSpPr>
              <p:cNvPr id="21" name="Content Placeholder 4">
                <a:extLst>
                  <a:ext uri="{FF2B5EF4-FFF2-40B4-BE49-F238E27FC236}">
                    <a16:creationId xmlns:a16="http://schemas.microsoft.com/office/drawing/2014/main" id="{C2E3A768-B2DD-49B5-A909-9453EEB041E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-1" y="865206"/>
                <a:ext cx="5760000" cy="540000"/>
              </a:xfrm>
              <a:prstGeom prst="rect">
                <a:avLst/>
              </a:prstGeom>
              <a:blipFill>
                <a:blip r:embed="rId2"/>
                <a:stretch>
                  <a:fillRect l="-2116" t="-10112" b="-29213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FDFDD70C-3AAE-183B-5AED-36C59E3E9B77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IN" dirty="0"/>
                  <a:t>Method:1 </a:t>
                </a:r>
                <a14:m>
                  <m:oMath xmlns:m="http://schemas.openxmlformats.org/officeDocument/2006/math">
                    <m:r>
                      <a:rPr lang="en-I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⇝</m:t>
                    </m:r>
                  </m:oMath>
                </a14:m>
                <a:r>
                  <a:rPr lang="en-IN" dirty="0"/>
                  <a:t> Example:5(continue)</a:t>
                </a:r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FDFDD70C-3AAE-183B-5AED-36C59E3E9B7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3"/>
                <a:stretch>
                  <a:fillRect l="-400" t="-8547" b="-1965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Content Placeholder 4">
                <a:extLst>
                  <a:ext uri="{FF2B5EF4-FFF2-40B4-BE49-F238E27FC236}">
                    <a16:creationId xmlns:a16="http://schemas.microsoft.com/office/drawing/2014/main" id="{E2369E14-FB7F-439F-B8BC-3D00ED9ED33E}"/>
                  </a:ext>
                </a:extLst>
              </p:cNvPr>
              <p:cNvSpPr txBox="1">
                <a:spLocks/>
              </p:cNvSpPr>
              <p:nvPr/>
            </p:nvSpPr>
            <p:spPr>
              <a:xfrm flipH="1">
                <a:off x="132610" y="1514100"/>
                <a:ext cx="5730176" cy="540000"/>
              </a:xfrm>
              <a:prstGeom prst="rect">
                <a:avLst/>
              </a:prstGeom>
              <a:noFill/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vert="horz" lIns="91440" tIns="45720" rIns="91440" bIns="45720" rtlCol="0" anchor="ctr">
                <a:noAutofit/>
              </a:bodyPr>
              <a:lstStyle>
                <a:lvl1pPr marL="265113" indent="-265113" algn="just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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809625" indent="-352425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lnSpc>
                    <a:spcPct val="115000"/>
                  </a:lnSpc>
                  <a:spcAft>
                    <a:spcPts val="800"/>
                  </a:spcAft>
                  <a:buNone/>
                </a:pPr>
                <a:r>
                  <a:rPr lang="en-US" sz="2800" dirty="0">
                    <a:solidFill>
                      <a:srgbClr val="002060"/>
                    </a:solidFill>
                    <a:latin typeface="+mj-lt"/>
                  </a:rPr>
                  <a:t>Now,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800" b="0" i="0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u</m:t>
                    </m:r>
                    <m:r>
                      <a:rPr lang="en-US" sz="2800" dirty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US" sz="2800" b="0" i="0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v</m:t>
                    </m:r>
                    <m:r>
                      <a:rPr lang="en-US" sz="2800" dirty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80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sz="280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a</m:t>
                            </m:r>
                          </m:e>
                          <m:sub>
                            <m:r>
                              <a:rPr lang="en-US" sz="280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sz="280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sz="280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b</m:t>
                            </m:r>
                          </m:e>
                          <m:sub>
                            <m:r>
                              <a:rPr lang="en-US" sz="280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  <m:r>
                      <a:rPr lang="en-US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+</m:t>
                    </m:r>
                    <m:d>
                      <m:dPr>
                        <m:ctrlPr>
                          <a:rPr lang="en-US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80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sz="280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a</m:t>
                            </m:r>
                          </m:e>
                          <m:sub>
                            <m:r>
                              <a:rPr lang="en-US" sz="280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sz="280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sz="280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b</m:t>
                            </m:r>
                          </m:e>
                          <m:sub>
                            <m:r>
                              <a:rPr lang="en-US" sz="280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</m:oMath>
                </a14:m>
                <a:endParaRPr lang="en-US" sz="2800" dirty="0">
                  <a:solidFill>
                    <a:srgbClr val="002060"/>
                  </a:solidFill>
                  <a:latin typeface="+mj-lt"/>
                </a:endParaRPr>
              </a:p>
            </p:txBody>
          </p:sp>
        </mc:Choice>
        <mc:Fallback xmlns="">
          <p:sp>
            <p:nvSpPr>
              <p:cNvPr id="26" name="Content Placeholder 4">
                <a:extLst>
                  <a:ext uri="{FF2B5EF4-FFF2-40B4-BE49-F238E27FC236}">
                    <a16:creationId xmlns:a16="http://schemas.microsoft.com/office/drawing/2014/main" id="{E2369E14-FB7F-439F-B8BC-3D00ED9ED33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132610" y="1514100"/>
                <a:ext cx="5730176" cy="540000"/>
              </a:xfrm>
              <a:prstGeom prst="rect">
                <a:avLst/>
              </a:prstGeom>
              <a:blipFill>
                <a:blip r:embed="rId4"/>
                <a:stretch>
                  <a:fillRect l="-2234" t="-10112" b="-29213"/>
                </a:stretch>
              </a:blipFill>
              <a:ln w="12700" cap="flat" cmpd="sng" algn="ctr">
                <a:noFill/>
                <a:prstDash val="solid"/>
                <a:miter lim="800000"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Content Placeholder 4">
                <a:extLst>
                  <a:ext uri="{FF2B5EF4-FFF2-40B4-BE49-F238E27FC236}">
                    <a16:creationId xmlns:a16="http://schemas.microsoft.com/office/drawing/2014/main" id="{E2369E14-FB7F-439F-B8BC-3D00ED9ED33E}"/>
                  </a:ext>
                </a:extLst>
              </p:cNvPr>
              <p:cNvSpPr txBox="1">
                <a:spLocks/>
              </p:cNvSpPr>
              <p:nvPr/>
            </p:nvSpPr>
            <p:spPr>
              <a:xfrm flipH="1">
                <a:off x="1745639" y="2802493"/>
                <a:ext cx="3251722" cy="540000"/>
              </a:xfrm>
              <a:prstGeom prst="rect">
                <a:avLst/>
              </a:prstGeom>
              <a:noFill/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vert="horz" lIns="91440" tIns="45720" rIns="91440" bIns="45720" rtlCol="0" anchor="ctr">
                <a:noAutofit/>
              </a:bodyPr>
              <a:lstStyle>
                <a:lvl1pPr marL="265113" indent="-265113" algn="just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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809625" indent="-352425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lnSpc>
                    <a:spcPct val="115000"/>
                  </a:lnSpc>
                  <a:spcAft>
                    <a:spcPts val="8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800" i="0" dirty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280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a</m:t>
                              </m:r>
                            </m:e>
                            <m:sub>
                              <m:r>
                                <a:rPr lang="en-US" sz="2800" b="0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sz="280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280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a</m:t>
                              </m:r>
                            </m:e>
                            <m:sub>
                              <m:r>
                                <a:rPr lang="en-US" sz="2800" b="0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280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280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b</m:t>
                              </m:r>
                            </m:e>
                            <m:sub>
                              <m:r>
                                <a:rPr lang="en-US" sz="2800" b="0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sz="280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280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b</m:t>
                              </m:r>
                            </m:e>
                            <m:sub>
                              <m:r>
                                <a:rPr lang="en-US" sz="2800" b="0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32" name="Content Placeholder 4">
                <a:extLst>
                  <a:ext uri="{FF2B5EF4-FFF2-40B4-BE49-F238E27FC236}">
                    <a16:creationId xmlns:a16="http://schemas.microsoft.com/office/drawing/2014/main" id="{E2369E14-FB7F-439F-B8BC-3D00ED9ED33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1745639" y="2802493"/>
                <a:ext cx="3251722" cy="54000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ln w="12700" cap="flat" cmpd="sng" algn="ctr">
                <a:noFill/>
                <a:prstDash val="solid"/>
                <a:miter lim="800000"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Content Placeholder 4">
                <a:extLst>
                  <a:ext uri="{FF2B5EF4-FFF2-40B4-BE49-F238E27FC236}">
                    <a16:creationId xmlns:a16="http://schemas.microsoft.com/office/drawing/2014/main" id="{E2369E14-FB7F-439F-B8BC-3D00ED9ED33E}"/>
                  </a:ext>
                </a:extLst>
              </p:cNvPr>
              <p:cNvSpPr txBox="1">
                <a:spLocks/>
              </p:cNvSpPr>
              <p:nvPr/>
            </p:nvSpPr>
            <p:spPr>
              <a:xfrm flipH="1">
                <a:off x="1774453" y="2162994"/>
                <a:ext cx="3251723" cy="540000"/>
              </a:xfrm>
              <a:prstGeom prst="rect">
                <a:avLst/>
              </a:prstGeom>
              <a:noFill/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vert="horz" lIns="91440" tIns="45720" rIns="91440" bIns="45720" rtlCol="0" anchor="ctr">
                <a:noAutofit/>
              </a:bodyPr>
              <a:lstStyle>
                <a:lvl1pPr marL="265113" indent="-265113" algn="just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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809625" indent="-352425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lnSpc>
                    <a:spcPct val="115000"/>
                  </a:lnSpc>
                  <a:spcAft>
                    <a:spcPts val="8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dirty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a</m:t>
                              </m:r>
                            </m:e>
                            <m:sub>
                              <m: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a</m:t>
                              </m:r>
                            </m:e>
                            <m:sub>
                              <m: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b</m:t>
                              </m:r>
                            </m:e>
                            <m:sub>
                              <m: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b</m:t>
                              </m:r>
                            </m:e>
                            <m:sub>
                              <m: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sz="2800" dirty="0">
                  <a:solidFill>
                    <a:srgbClr val="002060"/>
                  </a:solidFill>
                  <a:latin typeface="+mj-lt"/>
                </a:endParaRPr>
              </a:p>
            </p:txBody>
          </p:sp>
        </mc:Choice>
        <mc:Fallback xmlns="">
          <p:sp>
            <p:nvSpPr>
              <p:cNvPr id="16" name="Content Placeholder 4">
                <a:extLst>
                  <a:ext uri="{FF2B5EF4-FFF2-40B4-BE49-F238E27FC236}">
                    <a16:creationId xmlns:a16="http://schemas.microsoft.com/office/drawing/2014/main" id="{E2369E14-FB7F-439F-B8BC-3D00ED9ED33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1774453" y="2162994"/>
                <a:ext cx="3251723" cy="54000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  <a:ln w="12700" cap="flat" cmpd="sng" algn="ctr">
                <a:noFill/>
                <a:prstDash val="solid"/>
                <a:miter lim="800000"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Content Placeholder 4">
                <a:extLst>
                  <a:ext uri="{FF2B5EF4-FFF2-40B4-BE49-F238E27FC236}">
                    <a16:creationId xmlns:a16="http://schemas.microsoft.com/office/drawing/2014/main" id="{C2E3A768-B2DD-49B5-A909-9453EEB041E3}"/>
                  </a:ext>
                </a:extLst>
              </p:cNvPr>
              <p:cNvSpPr txBox="1">
                <a:spLocks/>
              </p:cNvSpPr>
              <p:nvPr/>
            </p:nvSpPr>
            <p:spPr>
              <a:xfrm flipH="1">
                <a:off x="0" y="4033949"/>
                <a:ext cx="5760000" cy="540000"/>
              </a:xfrm>
              <a:prstGeom prst="rect">
                <a:avLst/>
              </a:prstGeom>
              <a:gradFill>
                <a:gsLst>
                  <a:gs pos="10000">
                    <a:srgbClr val="0E47A1"/>
                  </a:gs>
                  <a:gs pos="100000">
                    <a:srgbClr val="03A9F5"/>
                  </a:gs>
                </a:gsLst>
                <a:lin ang="10800000" scaled="1"/>
              </a:gradFill>
              <a:ln>
                <a:noFill/>
              </a:ln>
            </p:spPr>
            <p:txBody>
              <a:bodyPr vert="horz" wrap="square" lIns="91440" tIns="45720" rIns="91440" bIns="45720" numCol="1" anchor="ctr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algn="ctr">
                  <a:defRPr sz="2800">
                    <a:solidFill>
                      <a:schemeClr val="bg1"/>
                    </a:solidFill>
                  </a:defRPr>
                </a:lvl1pPr>
                <a:lvl2pPr>
                  <a:defRPr>
                    <a:solidFill>
                      <a:schemeClr val="tx1"/>
                    </a:solidFill>
                  </a:defRPr>
                </a:lvl2pPr>
                <a:lvl3pPr>
                  <a:defRPr>
                    <a:solidFill>
                      <a:schemeClr val="tx1"/>
                    </a:solidFill>
                  </a:defRPr>
                </a:lvl3pPr>
                <a:lvl4pPr>
                  <a:defRPr>
                    <a:solidFill>
                      <a:schemeClr val="tx1"/>
                    </a:solidFill>
                  </a:defRPr>
                </a:lvl4pPr>
                <a:lvl5pPr>
                  <a:defRPr>
                    <a:solidFill>
                      <a:schemeClr val="tx1"/>
                    </a:solidFill>
                  </a:defRPr>
                </a:lvl5pPr>
                <a:lvl6pPr>
                  <a:defRPr>
                    <a:solidFill>
                      <a:schemeClr val="tx1"/>
                    </a:solidFill>
                  </a:defRPr>
                </a:lvl6pPr>
                <a:lvl7pPr>
                  <a:defRPr>
                    <a:solidFill>
                      <a:schemeClr val="tx1"/>
                    </a:solidFill>
                  </a:defRPr>
                </a:lvl7pPr>
                <a:lvl8pPr>
                  <a:defRPr>
                    <a:solidFill>
                      <a:schemeClr val="tx1"/>
                    </a:solidFill>
                  </a:defRPr>
                </a:lvl8pPr>
                <a:lvl9pPr>
                  <a:defRPr>
                    <a:solidFill>
                      <a:schemeClr val="tx1"/>
                    </a:solidFill>
                  </a:defRPr>
                </a:lvl9pPr>
              </a:lstStyle>
              <a:p>
                <a:pPr algn="l"/>
                <a:r>
                  <a:rPr lang="en-US" b="1" dirty="0"/>
                  <a:t>Axiom 3: </a:t>
                </a:r>
                <a14:m>
                  <m:oMath xmlns:m="http://schemas.openxmlformats.org/officeDocument/2006/math">
                    <m:r>
                      <a:rPr lang="en-US" b="1" i="0" dirty="0" smtClean="0">
                        <a:latin typeface="Cambria Math" panose="02040503050406030204" pitchFamily="18" charset="0"/>
                      </a:rPr>
                      <m:t>𝐮</m:t>
                    </m:r>
                    <m:r>
                      <a:rPr lang="en-US" b="1" i="0" dirty="0">
                        <a:latin typeface="Cambria Math" panose="02040503050406030204" pitchFamily="18" charset="0"/>
                      </a:rPr>
                      <m:t>+</m:t>
                    </m:r>
                    <m:d>
                      <m:dPr>
                        <m:ctrlPr>
                          <a:rPr lang="en-US" b="1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 i="0" dirty="0" smtClean="0">
                            <a:latin typeface="Cambria Math" panose="02040503050406030204" pitchFamily="18" charset="0"/>
                          </a:rPr>
                          <m:t>𝐯</m:t>
                        </m:r>
                        <m:r>
                          <a:rPr lang="en-US" b="1" i="0" dirty="0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b="1" i="0" dirty="0" smtClean="0">
                            <a:latin typeface="Cambria Math" panose="02040503050406030204" pitchFamily="18" charset="0"/>
                          </a:rPr>
                          <m:t>𝐰</m:t>
                        </m:r>
                      </m:e>
                    </m:d>
                    <m:r>
                      <a:rPr lang="en-US" b="1" i="0" dirty="0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b="1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 i="0" dirty="0" smtClean="0">
                            <a:latin typeface="Cambria Math" panose="02040503050406030204" pitchFamily="18" charset="0"/>
                          </a:rPr>
                          <m:t>𝐮</m:t>
                        </m:r>
                        <m:r>
                          <a:rPr lang="en-US" b="1" i="0" dirty="0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b="1" i="0" dirty="0" smtClean="0">
                            <a:latin typeface="Cambria Math" panose="02040503050406030204" pitchFamily="18" charset="0"/>
                          </a:rPr>
                          <m:t>𝐯</m:t>
                        </m:r>
                      </m:e>
                    </m:d>
                    <m:r>
                      <a:rPr lang="en-US" b="1" i="0" dirty="0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1" i="0" dirty="0" smtClean="0">
                        <a:latin typeface="Cambria Math" panose="02040503050406030204" pitchFamily="18" charset="0"/>
                      </a:rPr>
                      <m:t>𝐰</m:t>
                    </m:r>
                  </m:oMath>
                </a14:m>
                <a:endParaRPr lang="en-US" b="1" dirty="0"/>
              </a:p>
            </p:txBody>
          </p:sp>
        </mc:Choice>
        <mc:Fallback xmlns="">
          <p:sp>
            <p:nvSpPr>
              <p:cNvPr id="17" name="Content Placeholder 4">
                <a:extLst>
                  <a:ext uri="{FF2B5EF4-FFF2-40B4-BE49-F238E27FC236}">
                    <a16:creationId xmlns:a16="http://schemas.microsoft.com/office/drawing/2014/main" id="{C2E3A768-B2DD-49B5-A909-9453EEB041E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0" y="4033949"/>
                <a:ext cx="5760000" cy="540000"/>
              </a:xfrm>
              <a:prstGeom prst="rect">
                <a:avLst/>
              </a:prstGeom>
              <a:blipFill>
                <a:blip r:embed="rId8"/>
                <a:stretch>
                  <a:fillRect l="-2116" t="-10227" b="-30682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Content Placeholder 4">
                <a:extLst>
                  <a:ext uri="{FF2B5EF4-FFF2-40B4-BE49-F238E27FC236}">
                    <a16:creationId xmlns:a16="http://schemas.microsoft.com/office/drawing/2014/main" id="{E2369E14-FB7F-439F-B8BC-3D00ED9ED33E}"/>
                  </a:ext>
                </a:extLst>
              </p:cNvPr>
              <p:cNvSpPr txBox="1">
                <a:spLocks/>
              </p:cNvSpPr>
              <p:nvPr/>
            </p:nvSpPr>
            <p:spPr>
              <a:xfrm flipH="1">
                <a:off x="132610" y="4682843"/>
                <a:ext cx="3143989" cy="540000"/>
              </a:xfrm>
              <a:prstGeom prst="rect">
                <a:avLst/>
              </a:prstGeom>
              <a:noFill/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vert="horz" lIns="91440" tIns="45720" rIns="91440" bIns="45720" rtlCol="0" anchor="ctr">
                <a:noAutofit/>
              </a:bodyPr>
              <a:lstStyle>
                <a:lvl1pPr marL="265113" indent="-265113" algn="just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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809625" indent="-352425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lnSpc>
                    <a:spcPct val="115000"/>
                  </a:lnSpc>
                  <a:spcAft>
                    <a:spcPts val="800"/>
                  </a:spcAft>
                  <a:buNone/>
                </a:pPr>
                <a:r>
                  <a:rPr lang="en-US" sz="2800" dirty="0">
                    <a:solidFill>
                      <a:srgbClr val="002060"/>
                    </a:solidFill>
                    <a:latin typeface="+mj-lt"/>
                  </a:rPr>
                  <a:t>Now,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800" b="0" i="0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u</m:t>
                    </m:r>
                    <m:r>
                      <a:rPr lang="en-US" sz="2800" dirty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+</m:t>
                    </m:r>
                    <m:d>
                      <m:dPr>
                        <m:ctrlPr>
                          <a:rPr lang="en-US" sz="2800" b="0" i="1" dirty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sz="2800" b="0" i="0" dirty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v</m:t>
                        </m:r>
                        <m:r>
                          <a:rPr lang="en-US" sz="2800" dirty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US" sz="2800" b="0" i="0" dirty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w</m:t>
                        </m:r>
                      </m:e>
                    </m:d>
                    <m:r>
                      <a:rPr lang="en-US" sz="2800" dirty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endParaRPr lang="en-US" sz="2800" dirty="0">
                  <a:solidFill>
                    <a:srgbClr val="002060"/>
                  </a:solidFill>
                  <a:latin typeface="+mj-lt"/>
                </a:endParaRPr>
              </a:p>
            </p:txBody>
          </p:sp>
        </mc:Choice>
        <mc:Fallback xmlns="">
          <p:sp>
            <p:nvSpPr>
              <p:cNvPr id="18" name="Content Placeholder 4">
                <a:extLst>
                  <a:ext uri="{FF2B5EF4-FFF2-40B4-BE49-F238E27FC236}">
                    <a16:creationId xmlns:a16="http://schemas.microsoft.com/office/drawing/2014/main" id="{E2369E14-FB7F-439F-B8BC-3D00ED9ED33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132610" y="4682843"/>
                <a:ext cx="3143989" cy="540000"/>
              </a:xfrm>
              <a:prstGeom prst="rect">
                <a:avLst/>
              </a:prstGeom>
              <a:blipFill>
                <a:blip r:embed="rId9"/>
                <a:stretch>
                  <a:fillRect l="-4078" t="-10112" b="-29213"/>
                </a:stretch>
              </a:blipFill>
              <a:ln w="12700" cap="flat" cmpd="sng" algn="ctr">
                <a:noFill/>
                <a:prstDash val="solid"/>
                <a:miter lim="800000"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Content Placeholder 4">
                <a:extLst>
                  <a:ext uri="{FF2B5EF4-FFF2-40B4-BE49-F238E27FC236}">
                    <a16:creationId xmlns:a16="http://schemas.microsoft.com/office/drawing/2014/main" id="{E2369E14-FB7F-439F-B8BC-3D00ED9ED33E}"/>
                  </a:ext>
                </a:extLst>
              </p:cNvPr>
              <p:cNvSpPr txBox="1">
                <a:spLocks/>
              </p:cNvSpPr>
              <p:nvPr/>
            </p:nvSpPr>
            <p:spPr>
              <a:xfrm flipH="1">
                <a:off x="3106121" y="4726378"/>
                <a:ext cx="4437678" cy="540000"/>
              </a:xfrm>
              <a:prstGeom prst="rect">
                <a:avLst/>
              </a:prstGeom>
              <a:noFill/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vert="horz" lIns="91440" tIns="45720" rIns="91440" bIns="45720" rtlCol="0" anchor="ctr">
                <a:noAutofit/>
              </a:bodyPr>
              <a:lstStyle>
                <a:lvl1pPr marL="265113" indent="-265113" algn="just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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809625" indent="-352425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lnSpc>
                    <a:spcPct val="115000"/>
                  </a:lnSpc>
                  <a:spcAft>
                    <a:spcPts val="8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a</m:t>
                              </m:r>
                            </m:e>
                            <m:sub>
                              <m: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b</m:t>
                              </m:r>
                            </m:e>
                            <m:sub>
                              <m: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r>
                        <a:rPr lang="en-US" sz="2800" dirty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d>
                        <m:dPr>
                          <m:ctrlP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a</m:t>
                              </m:r>
                            </m:e>
                            <m:sub>
                              <m:r>
                                <a:rPr lang="en-US" sz="2800" b="0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a</m:t>
                              </m:r>
                            </m:e>
                            <m:sub>
                              <m:r>
                                <a:rPr lang="en-US" sz="2800" b="0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b</m:t>
                              </m:r>
                            </m:e>
                            <m:sub>
                              <m:r>
                                <a:rPr lang="en-US" sz="2800" b="0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b</m:t>
                              </m:r>
                            </m:e>
                            <m:sub>
                              <m:r>
                                <a:rPr lang="en-US" sz="2800" b="0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sz="2800" dirty="0">
                  <a:solidFill>
                    <a:srgbClr val="002060"/>
                  </a:solidFill>
                  <a:latin typeface="+mj-lt"/>
                </a:endParaRPr>
              </a:p>
            </p:txBody>
          </p:sp>
        </mc:Choice>
        <mc:Fallback xmlns="">
          <p:sp>
            <p:nvSpPr>
              <p:cNvPr id="23" name="Content Placeholder 4">
                <a:extLst>
                  <a:ext uri="{FF2B5EF4-FFF2-40B4-BE49-F238E27FC236}">
                    <a16:creationId xmlns:a16="http://schemas.microsoft.com/office/drawing/2014/main" id="{E2369E14-FB7F-439F-B8BC-3D00ED9ED33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3106121" y="4726378"/>
                <a:ext cx="4437678" cy="540000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  <a:ln w="12700" cap="flat" cmpd="sng" algn="ctr">
                <a:noFill/>
                <a:prstDash val="solid"/>
                <a:miter lim="800000"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Content Placeholder 4">
                <a:extLst>
                  <a:ext uri="{FF2B5EF4-FFF2-40B4-BE49-F238E27FC236}">
                    <a16:creationId xmlns:a16="http://schemas.microsoft.com/office/drawing/2014/main" id="{E2369E14-FB7F-439F-B8BC-3D00ED9ED33E}"/>
                  </a:ext>
                </a:extLst>
              </p:cNvPr>
              <p:cNvSpPr txBox="1">
                <a:spLocks/>
              </p:cNvSpPr>
              <p:nvPr/>
            </p:nvSpPr>
            <p:spPr>
              <a:xfrm flipH="1">
                <a:off x="137884" y="3342493"/>
                <a:ext cx="3029820" cy="540000"/>
              </a:xfrm>
              <a:prstGeom prst="rect">
                <a:avLst/>
              </a:prstGeom>
              <a:noFill/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vert="horz" lIns="91440" tIns="45720" rIns="91440" bIns="45720" rtlCol="0" anchor="ctr">
                <a:noAutofit/>
              </a:bodyPr>
              <a:lstStyle>
                <a:lvl1pPr marL="265113" indent="-265113" algn="just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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809625" indent="-352425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lnSpc>
                    <a:spcPct val="115000"/>
                  </a:lnSpc>
                  <a:spcAft>
                    <a:spcPts val="800"/>
                  </a:spcAft>
                  <a:buNone/>
                </a:pPr>
                <a:r>
                  <a:rPr lang="en-US" sz="2800" dirty="0">
                    <a:solidFill>
                      <a:srgbClr val="002060"/>
                    </a:solidFill>
                    <a:latin typeface="+mj-lt"/>
                  </a:rPr>
                  <a:t>So,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800" b="0" i="0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u</m:t>
                    </m:r>
                    <m:r>
                      <a:rPr lang="en-US" sz="2800" dirty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US" sz="2800" b="0" i="0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v</m:t>
                    </m:r>
                    <m:r>
                      <a:rPr lang="en-US" sz="2800" dirty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sz="2800" b="0" i="0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v</m:t>
                    </m:r>
                    <m:r>
                      <a:rPr lang="en-US" sz="2800" dirty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US" sz="2800" b="0" i="0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u</m:t>
                    </m:r>
                  </m:oMath>
                </a14:m>
                <a:endParaRPr lang="en-US" sz="2800" dirty="0">
                  <a:solidFill>
                    <a:srgbClr val="002060"/>
                  </a:solidFill>
                  <a:latin typeface="+mj-lt"/>
                </a:endParaRPr>
              </a:p>
            </p:txBody>
          </p:sp>
        </mc:Choice>
        <mc:Fallback xmlns="">
          <p:sp>
            <p:nvSpPr>
              <p:cNvPr id="28" name="Content Placeholder 4">
                <a:extLst>
                  <a:ext uri="{FF2B5EF4-FFF2-40B4-BE49-F238E27FC236}">
                    <a16:creationId xmlns:a16="http://schemas.microsoft.com/office/drawing/2014/main" id="{E2369E14-FB7F-439F-B8BC-3D00ED9ED33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137884" y="3342493"/>
                <a:ext cx="3029820" cy="540000"/>
              </a:xfrm>
              <a:prstGeom prst="rect">
                <a:avLst/>
              </a:prstGeom>
              <a:blipFill>
                <a:blip r:embed="rId11"/>
                <a:stretch>
                  <a:fillRect l="-4225" t="-10112" b="-29213"/>
                </a:stretch>
              </a:blipFill>
              <a:ln w="12700" cap="flat" cmpd="sng" algn="ctr">
                <a:noFill/>
                <a:prstDash val="solid"/>
                <a:miter lim="800000"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Content Placeholder 4">
                <a:extLst>
                  <a:ext uri="{FF2B5EF4-FFF2-40B4-BE49-F238E27FC236}">
                    <a16:creationId xmlns:a16="http://schemas.microsoft.com/office/drawing/2014/main" id="{E2369E14-FB7F-439F-B8BC-3D00ED9ED33E}"/>
                  </a:ext>
                </a:extLst>
              </p:cNvPr>
              <p:cNvSpPr txBox="1">
                <a:spLocks/>
              </p:cNvSpPr>
              <p:nvPr/>
            </p:nvSpPr>
            <p:spPr>
              <a:xfrm flipH="1">
                <a:off x="145205" y="6025615"/>
                <a:ext cx="5353893" cy="540000"/>
              </a:xfrm>
              <a:prstGeom prst="rect">
                <a:avLst/>
              </a:prstGeom>
              <a:noFill/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vert="horz" lIns="91440" tIns="45720" rIns="91440" bIns="45720" rtlCol="0" anchor="ctr">
                <a:noAutofit/>
              </a:bodyPr>
              <a:lstStyle>
                <a:lvl1pPr marL="265113" indent="-265113" algn="just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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809625" indent="-352425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lnSpc>
                    <a:spcPct val="115000"/>
                  </a:lnSpc>
                  <a:spcAft>
                    <a:spcPts val="800"/>
                  </a:spcAft>
                  <a:buNone/>
                </a:pPr>
                <a:r>
                  <a:rPr lang="en-US" sz="2800" dirty="0">
                    <a:solidFill>
                      <a:srgbClr val="002060"/>
                    </a:solidFill>
                    <a:latin typeface="+mj-lt"/>
                  </a:rPr>
                  <a:t>So,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800" b="0" i="0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u</m:t>
                    </m:r>
                    <m:r>
                      <a:rPr lang="en-US" sz="2800" dirty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+</m:t>
                    </m:r>
                    <m:d>
                      <m:dPr>
                        <m:ctrlPr>
                          <a:rPr lang="en-US" sz="2800" b="0" i="1" dirty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sz="2800" b="0" i="0" dirty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v</m:t>
                        </m:r>
                        <m:r>
                          <a:rPr lang="en-US" sz="2800" dirty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US" sz="2800" b="0" i="0" dirty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w</m:t>
                        </m:r>
                      </m:e>
                    </m:d>
                    <m:r>
                      <a:rPr lang="en-US" sz="2800" dirty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sz="2800" b="0" i="1" dirty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sz="2800" b="0" i="0" dirty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u</m:t>
                        </m:r>
                        <m:r>
                          <a:rPr lang="en-US" sz="2800" dirty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US" sz="2800" b="0" i="0" dirty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v</m:t>
                        </m:r>
                      </m:e>
                    </m:d>
                    <m:r>
                      <a:rPr lang="en-US" sz="2800" dirty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US" sz="2800" b="0" i="0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w</m:t>
                    </m:r>
                  </m:oMath>
                </a14:m>
                <a:endParaRPr lang="en-US" sz="2800" dirty="0">
                  <a:solidFill>
                    <a:srgbClr val="002060"/>
                  </a:solidFill>
                  <a:latin typeface="+mj-lt"/>
                </a:endParaRPr>
              </a:p>
            </p:txBody>
          </p:sp>
        </mc:Choice>
        <mc:Fallback xmlns="">
          <p:sp>
            <p:nvSpPr>
              <p:cNvPr id="30" name="Content Placeholder 4">
                <a:extLst>
                  <a:ext uri="{FF2B5EF4-FFF2-40B4-BE49-F238E27FC236}">
                    <a16:creationId xmlns:a16="http://schemas.microsoft.com/office/drawing/2014/main" id="{E2369E14-FB7F-439F-B8BC-3D00ED9ED33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145205" y="6025615"/>
                <a:ext cx="5353893" cy="540000"/>
              </a:xfrm>
              <a:prstGeom prst="rect">
                <a:avLst/>
              </a:prstGeom>
              <a:blipFill>
                <a:blip r:embed="rId12"/>
                <a:stretch>
                  <a:fillRect l="-2392" t="-10112" b="-29213"/>
                </a:stretch>
              </a:blipFill>
              <a:ln w="12700" cap="flat" cmpd="sng" algn="ctr">
                <a:noFill/>
                <a:prstDash val="solid"/>
                <a:miter lim="800000"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5" name="Right Arrow 3">
            <a:extLst>
              <a:ext uri="{FF2B5EF4-FFF2-40B4-BE49-F238E27FC236}">
                <a16:creationId xmlns:a16="http://schemas.microsoft.com/office/drawing/2014/main" id="{3FE11F38-A8D0-406B-A77F-9DE69C4F1B02}"/>
              </a:ext>
            </a:extLst>
          </p:cNvPr>
          <p:cNvSpPr/>
          <p:nvPr/>
        </p:nvSpPr>
        <p:spPr>
          <a:xfrm flipV="1">
            <a:off x="7093222" y="1327327"/>
            <a:ext cx="144000" cy="180000"/>
          </a:xfrm>
          <a:prstGeom prst="rightArrow">
            <a:avLst/>
          </a:prstGeom>
          <a:gradFill>
            <a:gsLst>
              <a:gs pos="10000">
                <a:srgbClr val="0E47A1"/>
              </a:gs>
              <a:gs pos="100000">
                <a:srgbClr val="03A9F5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Wingdings 3" panose="05040102010807070707" pitchFamily="18" charset="2"/>
              <a:buNone/>
            </a:pPr>
            <a:endParaRPr lang="en-IN" sz="2800" dirty="0">
              <a:solidFill>
                <a:schemeClr val="bg1"/>
              </a:solidFill>
            </a:endParaRPr>
          </a:p>
        </p:txBody>
      </p:sp>
      <p:pic>
        <p:nvPicPr>
          <p:cNvPr id="22" name="Picture 21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084015" y="850686"/>
            <a:ext cx="5040000" cy="1208314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31" name="Content Placeholder 4">
                <a:extLst>
                  <a:ext uri="{FF2B5EF4-FFF2-40B4-BE49-F238E27FC236}">
                    <a16:creationId xmlns:a16="http://schemas.microsoft.com/office/drawing/2014/main" id="{E2369E14-FB7F-439F-B8BC-3D00ED9ED33E}"/>
                  </a:ext>
                </a:extLst>
              </p:cNvPr>
              <p:cNvSpPr txBox="1">
                <a:spLocks/>
              </p:cNvSpPr>
              <p:nvPr/>
            </p:nvSpPr>
            <p:spPr>
              <a:xfrm flipH="1">
                <a:off x="7490310" y="4743978"/>
                <a:ext cx="4780578" cy="540000"/>
              </a:xfrm>
              <a:prstGeom prst="rect">
                <a:avLst/>
              </a:prstGeom>
              <a:noFill/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vert="horz" lIns="91440" tIns="45720" rIns="91440" bIns="45720" rtlCol="0" anchor="ctr">
                <a:noAutofit/>
              </a:bodyPr>
              <a:lstStyle>
                <a:lvl1pPr marL="265113" indent="-265113" algn="just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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809625" indent="-352425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lnSpc>
                    <a:spcPct val="115000"/>
                  </a:lnSpc>
                  <a:spcAft>
                    <a:spcPts val="8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a</m:t>
                              </m:r>
                            </m:e>
                            <m:sub>
                              <m: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a</m:t>
                              </m:r>
                            </m:e>
                            <m:sub>
                              <m: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a</m:t>
                              </m:r>
                            </m:e>
                            <m:sub>
                              <m:r>
                                <a:rPr lang="en-US" sz="2800" b="0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b</m:t>
                              </m:r>
                            </m:e>
                            <m:sub>
                              <m: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b</m:t>
                              </m:r>
                            </m:e>
                            <m:sub>
                              <m: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sz="2800" b="0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2800" b="0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b</m:t>
                              </m:r>
                            </m:e>
                            <m:sub>
                              <m: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sz="2800" dirty="0">
                  <a:solidFill>
                    <a:srgbClr val="002060"/>
                  </a:solidFill>
                  <a:latin typeface="+mj-lt"/>
                </a:endParaRPr>
              </a:p>
            </p:txBody>
          </p:sp>
        </mc:Choice>
        <mc:Fallback xmlns="">
          <p:sp>
            <p:nvSpPr>
              <p:cNvPr id="31" name="Content Placeholder 4">
                <a:extLst>
                  <a:ext uri="{FF2B5EF4-FFF2-40B4-BE49-F238E27FC236}">
                    <a16:creationId xmlns:a16="http://schemas.microsoft.com/office/drawing/2014/main" id="{E2369E14-FB7F-439F-B8BC-3D00ED9ED33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7490310" y="4743978"/>
                <a:ext cx="4780578" cy="540000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  <a:ln w="12700" cap="flat" cmpd="sng" algn="ctr">
                <a:noFill/>
                <a:prstDash val="solid"/>
                <a:miter lim="800000"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" name="Content Placeholder 4">
                <a:extLst>
                  <a:ext uri="{FF2B5EF4-FFF2-40B4-BE49-F238E27FC236}">
                    <a16:creationId xmlns:a16="http://schemas.microsoft.com/office/drawing/2014/main" id="{E2369E14-FB7F-439F-B8BC-3D00ED9ED33E}"/>
                  </a:ext>
                </a:extLst>
              </p:cNvPr>
              <p:cNvSpPr txBox="1">
                <a:spLocks/>
              </p:cNvSpPr>
              <p:nvPr/>
            </p:nvSpPr>
            <p:spPr>
              <a:xfrm flipH="1">
                <a:off x="132610" y="5357672"/>
                <a:ext cx="3143989" cy="540000"/>
              </a:xfrm>
              <a:prstGeom prst="rect">
                <a:avLst/>
              </a:prstGeom>
              <a:noFill/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vert="horz" lIns="91440" tIns="45720" rIns="91440" bIns="45720" rtlCol="0" anchor="ctr">
                <a:noAutofit/>
              </a:bodyPr>
              <a:lstStyle>
                <a:lvl1pPr marL="265113" indent="-265113" algn="just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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809625" indent="-352425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lnSpc>
                    <a:spcPct val="115000"/>
                  </a:lnSpc>
                  <a:spcAft>
                    <a:spcPts val="800"/>
                  </a:spcAft>
                  <a:buNone/>
                </a:pPr>
                <a:r>
                  <a:rPr lang="en-US" sz="2800" dirty="0">
                    <a:solidFill>
                      <a:srgbClr val="002060"/>
                    </a:solidFill>
                    <a:latin typeface="+mj-lt"/>
                  </a:rPr>
                  <a:t>Now,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2800" b="0" i="1" dirty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sz="2800" b="0" i="0" dirty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u</m:t>
                        </m:r>
                        <m:r>
                          <a:rPr lang="en-US" sz="2800" dirty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US" sz="2800" b="0" i="0" dirty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v</m:t>
                        </m:r>
                      </m:e>
                    </m:d>
                    <m:r>
                      <a:rPr lang="en-US" sz="2800" b="0" i="0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US" sz="2800" i="0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w</m:t>
                    </m:r>
                    <m:r>
                      <a:rPr lang="en-US" sz="2800" dirty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endParaRPr lang="en-US" sz="2800" dirty="0">
                  <a:solidFill>
                    <a:srgbClr val="002060"/>
                  </a:solidFill>
                  <a:latin typeface="+mj-lt"/>
                </a:endParaRPr>
              </a:p>
            </p:txBody>
          </p:sp>
        </mc:Choice>
        <mc:Fallback xmlns="">
          <p:sp>
            <p:nvSpPr>
              <p:cNvPr id="34" name="Content Placeholder 4">
                <a:extLst>
                  <a:ext uri="{FF2B5EF4-FFF2-40B4-BE49-F238E27FC236}">
                    <a16:creationId xmlns:a16="http://schemas.microsoft.com/office/drawing/2014/main" id="{E2369E14-FB7F-439F-B8BC-3D00ED9ED33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132610" y="5357672"/>
                <a:ext cx="3143989" cy="540000"/>
              </a:xfrm>
              <a:prstGeom prst="rect">
                <a:avLst/>
              </a:prstGeom>
              <a:blipFill>
                <a:blip r:embed="rId15"/>
                <a:stretch>
                  <a:fillRect l="-4078" t="-10227" b="-29545"/>
                </a:stretch>
              </a:blipFill>
              <a:ln w="12700" cap="flat" cmpd="sng" algn="ctr">
                <a:noFill/>
                <a:prstDash val="solid"/>
                <a:miter lim="800000"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6" name="Content Placeholder 4">
                <a:extLst>
                  <a:ext uri="{FF2B5EF4-FFF2-40B4-BE49-F238E27FC236}">
                    <a16:creationId xmlns:a16="http://schemas.microsoft.com/office/drawing/2014/main" id="{E2369E14-FB7F-439F-B8BC-3D00ED9ED33E}"/>
                  </a:ext>
                </a:extLst>
              </p:cNvPr>
              <p:cNvSpPr txBox="1">
                <a:spLocks/>
              </p:cNvSpPr>
              <p:nvPr/>
            </p:nvSpPr>
            <p:spPr>
              <a:xfrm flipH="1">
                <a:off x="3106121" y="5401207"/>
                <a:ext cx="4437678" cy="540000"/>
              </a:xfrm>
              <a:prstGeom prst="rect">
                <a:avLst/>
              </a:prstGeom>
              <a:noFill/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vert="horz" lIns="91440" tIns="45720" rIns="91440" bIns="45720" rtlCol="0" anchor="ctr">
                <a:noAutofit/>
              </a:bodyPr>
              <a:lstStyle>
                <a:lvl1pPr marL="265113" indent="-265113" algn="just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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809625" indent="-352425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lnSpc>
                    <a:spcPct val="115000"/>
                  </a:lnSpc>
                  <a:spcAft>
                    <a:spcPts val="8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a</m:t>
                              </m:r>
                            </m:e>
                            <m:sub>
                              <m:r>
                                <a:rPr lang="en-US" sz="2800" b="0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a</m:t>
                              </m:r>
                            </m:e>
                            <m:sub>
                              <m:r>
                                <a:rPr lang="en-US" sz="2800" b="0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b</m:t>
                              </m:r>
                            </m:e>
                            <m:sub>
                              <m:r>
                                <a:rPr lang="en-US" sz="2800" b="0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b</m:t>
                              </m:r>
                            </m:e>
                            <m:sub>
                              <m:r>
                                <a:rPr lang="en-US" sz="2800" b="0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  <m:r>
                        <a:rPr lang="en-US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d>
                        <m:dPr>
                          <m:ctrlP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a</m:t>
                              </m:r>
                            </m:e>
                            <m:sub>
                              <m:r>
                                <a:rPr lang="en-US" sz="2800" b="0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b</m:t>
                              </m:r>
                            </m:e>
                            <m:sub>
                              <m:r>
                                <a:rPr lang="en-US" sz="2800" b="0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sz="2800" dirty="0">
                  <a:solidFill>
                    <a:srgbClr val="002060"/>
                  </a:solidFill>
                  <a:latin typeface="+mj-lt"/>
                </a:endParaRPr>
              </a:p>
            </p:txBody>
          </p:sp>
        </mc:Choice>
        <mc:Fallback xmlns="">
          <p:sp>
            <p:nvSpPr>
              <p:cNvPr id="36" name="Content Placeholder 4">
                <a:extLst>
                  <a:ext uri="{FF2B5EF4-FFF2-40B4-BE49-F238E27FC236}">
                    <a16:creationId xmlns:a16="http://schemas.microsoft.com/office/drawing/2014/main" id="{E2369E14-FB7F-439F-B8BC-3D00ED9ED33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3106121" y="5401207"/>
                <a:ext cx="4437678" cy="540000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  <a:ln w="12700" cap="flat" cmpd="sng" algn="ctr">
                <a:noFill/>
                <a:prstDash val="solid"/>
                <a:miter lim="800000"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Content Placeholder 4">
                <a:extLst>
                  <a:ext uri="{FF2B5EF4-FFF2-40B4-BE49-F238E27FC236}">
                    <a16:creationId xmlns:a16="http://schemas.microsoft.com/office/drawing/2014/main" id="{E2369E14-FB7F-439F-B8BC-3D00ED9ED33E}"/>
                  </a:ext>
                </a:extLst>
              </p:cNvPr>
              <p:cNvSpPr txBox="1">
                <a:spLocks/>
              </p:cNvSpPr>
              <p:nvPr/>
            </p:nvSpPr>
            <p:spPr>
              <a:xfrm flipH="1">
                <a:off x="7490310" y="5418807"/>
                <a:ext cx="4780578" cy="540000"/>
              </a:xfrm>
              <a:prstGeom prst="rect">
                <a:avLst/>
              </a:prstGeom>
              <a:noFill/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vert="horz" lIns="91440" tIns="45720" rIns="91440" bIns="45720" rtlCol="0" anchor="ctr">
                <a:noAutofit/>
              </a:bodyPr>
              <a:lstStyle>
                <a:lvl1pPr marL="265113" indent="-265113" algn="just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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809625" indent="-352425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lnSpc>
                    <a:spcPct val="115000"/>
                  </a:lnSpc>
                  <a:spcAft>
                    <a:spcPts val="8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a</m:t>
                              </m:r>
                            </m:e>
                            <m:sub>
                              <m: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a</m:t>
                              </m:r>
                            </m:e>
                            <m:sub>
                              <m: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a</m:t>
                              </m:r>
                            </m:e>
                            <m:sub>
                              <m:r>
                                <a:rPr lang="en-US" sz="2800" b="0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b</m:t>
                              </m:r>
                            </m:e>
                            <m:sub>
                              <m: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b</m:t>
                              </m:r>
                            </m:e>
                            <m:sub>
                              <m: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sz="2800" b="0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2800" b="0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b</m:t>
                              </m:r>
                            </m:e>
                            <m:sub>
                              <m: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sz="2800" dirty="0">
                  <a:solidFill>
                    <a:srgbClr val="002060"/>
                  </a:solidFill>
                  <a:latin typeface="+mj-lt"/>
                </a:endParaRPr>
              </a:p>
            </p:txBody>
          </p:sp>
        </mc:Choice>
        <mc:Fallback xmlns="">
          <p:sp>
            <p:nvSpPr>
              <p:cNvPr id="37" name="Content Placeholder 4">
                <a:extLst>
                  <a:ext uri="{FF2B5EF4-FFF2-40B4-BE49-F238E27FC236}">
                    <a16:creationId xmlns:a16="http://schemas.microsoft.com/office/drawing/2014/main" id="{E2369E14-FB7F-439F-B8BC-3D00ED9ED33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7490310" y="5418807"/>
                <a:ext cx="4780578" cy="540000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  <a:ln w="12700" cap="flat" cmpd="sng" algn="ctr">
                <a:noFill/>
                <a:prstDash val="solid"/>
                <a:miter lim="800000"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B0371890-F750-4D2C-8545-ABE98D8422EC}"/>
                  </a:ext>
                </a:extLst>
              </p:cNvPr>
              <p:cNvSpPr txBox="1"/>
              <p:nvPr/>
            </p:nvSpPr>
            <p:spPr>
              <a:xfrm>
                <a:off x="4888029" y="2778774"/>
                <a:ext cx="3251722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0" lang="en-US" sz="2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206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=</m:t>
                      </m:r>
                      <m:d>
                        <m:dPr>
                          <m:ctrlPr>
                            <a:rPr kumimoji="0" lang="en-US" sz="2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206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kumimoji="0" lang="en-US" sz="2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00206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kumimoji="0" lang="en-US" sz="2800" b="0" i="0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00206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a</m:t>
                              </m:r>
                            </m:e>
                            <m:sub>
                              <m:r>
                                <a:rPr kumimoji="0" lang="en-US" sz="2800" b="0" i="0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00206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2</m:t>
                              </m:r>
                            </m:sub>
                          </m:sSub>
                          <m:r>
                            <a:rPr kumimoji="0" lang="en-US" sz="28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206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,</m:t>
                          </m:r>
                          <m:sSub>
                            <m:sSubPr>
                              <m:ctrlPr>
                                <a:rPr kumimoji="0" lang="en-US" sz="2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00206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kumimoji="0" lang="en-US" sz="2800" b="0" i="0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00206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b</m:t>
                              </m:r>
                            </m:e>
                            <m:sub>
                              <m:r>
                                <a:rPr kumimoji="0" lang="en-US" sz="2800" b="0" i="0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00206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  <m:r>
                        <a:rPr kumimoji="0" lang="en-US" sz="2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206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+</m:t>
                      </m:r>
                      <m:d>
                        <m:dPr>
                          <m:ctrlPr>
                            <a:rPr kumimoji="0" lang="en-US" sz="2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206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kumimoji="0" lang="en-US" sz="2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00206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kumimoji="0" lang="en-US" sz="2800" b="0" i="0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00206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a</m:t>
                              </m:r>
                            </m:e>
                            <m:sub>
                              <m:r>
                                <a:rPr kumimoji="0" lang="en-US" sz="2800" b="0" i="0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00206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1</m:t>
                              </m:r>
                            </m:sub>
                          </m:sSub>
                          <m:r>
                            <a:rPr kumimoji="0" lang="en-US" sz="28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206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,</m:t>
                          </m:r>
                          <m:sSub>
                            <m:sSubPr>
                              <m:ctrlPr>
                                <a:rPr kumimoji="0" lang="en-US" sz="2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00206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kumimoji="0" lang="en-US" sz="2800" b="0" i="0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00206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b</m:t>
                              </m:r>
                            </m:e>
                            <m:sub>
                              <m:r>
                                <a:rPr kumimoji="0" lang="en-US" sz="2800" b="0" i="0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00206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B0371890-F750-4D2C-8545-ABE98D8422E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88029" y="2778774"/>
                <a:ext cx="3251722" cy="523220"/>
              </a:xfrm>
              <a:prstGeom prst="rect">
                <a:avLst/>
              </a:prstGeom>
              <a:blipFill>
                <a:blip r:embed="rId1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96CDAA05-36B9-4D68-AC88-1A8731625150}"/>
                  </a:ext>
                </a:extLst>
              </p:cNvPr>
              <p:cNvSpPr txBox="1"/>
              <p:nvPr/>
            </p:nvSpPr>
            <p:spPr>
              <a:xfrm>
                <a:off x="8030396" y="2778774"/>
                <a:ext cx="1573619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0" lang="en-US" sz="2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206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=</m:t>
                      </m:r>
                      <m:r>
                        <m:rPr>
                          <m:sty m:val="p"/>
                        </m:rPr>
                        <a:rPr kumimoji="0" lang="en-US" sz="2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206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v</m:t>
                      </m:r>
                      <m:r>
                        <a:rPr kumimoji="0" lang="en-US" sz="2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206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+</m:t>
                      </m:r>
                      <m:r>
                        <m:rPr>
                          <m:sty m:val="p"/>
                        </m:rPr>
                        <a:rPr kumimoji="0" lang="en-US" sz="2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206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u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96CDAA05-36B9-4D68-AC88-1A873162515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30396" y="2778774"/>
                <a:ext cx="1573619" cy="523220"/>
              </a:xfrm>
              <a:prstGeom prst="rect">
                <a:avLst/>
              </a:prstGeom>
              <a:blipFill>
                <a:blip r:embed="rId1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149179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/>
      <p:bldP spid="32" grpId="0"/>
      <p:bldP spid="16" grpId="0"/>
      <p:bldP spid="17" grpId="0" animBg="1"/>
      <p:bldP spid="18" grpId="0"/>
      <p:bldP spid="23" grpId="0"/>
      <p:bldP spid="28" grpId="0"/>
      <p:bldP spid="30" grpId="0"/>
      <p:bldP spid="31" grpId="0"/>
      <p:bldP spid="34" grpId="0"/>
      <p:bldP spid="36" grpId="0"/>
      <p:bldP spid="37" grpId="0"/>
      <p:bldP spid="24" grpId="0"/>
      <p:bldP spid="25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ECFC8A-BC0D-5D72-FE99-20313653BC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1" name="Content Placeholder 4">
                <a:extLst>
                  <a:ext uri="{FF2B5EF4-FFF2-40B4-BE49-F238E27FC236}">
                    <a16:creationId xmlns:a16="http://schemas.microsoft.com/office/drawing/2014/main" id="{C2E3A768-B2DD-49B5-A909-9453EEB041E3}"/>
                  </a:ext>
                </a:extLst>
              </p:cNvPr>
              <p:cNvSpPr txBox="1">
                <a:spLocks/>
              </p:cNvSpPr>
              <p:nvPr/>
            </p:nvSpPr>
            <p:spPr>
              <a:xfrm flipH="1">
                <a:off x="-1" y="865206"/>
                <a:ext cx="5499100" cy="540000"/>
              </a:xfrm>
              <a:prstGeom prst="rect">
                <a:avLst/>
              </a:prstGeom>
              <a:gradFill>
                <a:gsLst>
                  <a:gs pos="10000">
                    <a:srgbClr val="0E47A1"/>
                  </a:gs>
                  <a:gs pos="100000">
                    <a:srgbClr val="03A9F5"/>
                  </a:gs>
                </a:gsLst>
                <a:lin ang="10800000" scaled="1"/>
              </a:gradFill>
              <a:ln>
                <a:noFill/>
              </a:ln>
            </p:spPr>
            <p:txBody>
              <a:bodyPr vert="horz" wrap="square" lIns="91440" tIns="45720" rIns="91440" bIns="45720" numCol="1" anchor="ctr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algn="ctr">
                  <a:defRPr sz="2800">
                    <a:solidFill>
                      <a:schemeClr val="bg1"/>
                    </a:solidFill>
                  </a:defRPr>
                </a:lvl1pPr>
                <a:lvl2pPr>
                  <a:defRPr>
                    <a:solidFill>
                      <a:schemeClr val="tx1"/>
                    </a:solidFill>
                  </a:defRPr>
                </a:lvl2pPr>
                <a:lvl3pPr>
                  <a:defRPr>
                    <a:solidFill>
                      <a:schemeClr val="tx1"/>
                    </a:solidFill>
                  </a:defRPr>
                </a:lvl3pPr>
                <a:lvl4pPr>
                  <a:defRPr>
                    <a:solidFill>
                      <a:schemeClr val="tx1"/>
                    </a:solidFill>
                  </a:defRPr>
                </a:lvl4pPr>
                <a:lvl5pPr>
                  <a:defRPr>
                    <a:solidFill>
                      <a:schemeClr val="tx1"/>
                    </a:solidFill>
                  </a:defRPr>
                </a:lvl5pPr>
                <a:lvl6pPr>
                  <a:defRPr>
                    <a:solidFill>
                      <a:schemeClr val="tx1"/>
                    </a:solidFill>
                  </a:defRPr>
                </a:lvl6pPr>
                <a:lvl7pPr>
                  <a:defRPr>
                    <a:solidFill>
                      <a:schemeClr val="tx1"/>
                    </a:solidFill>
                  </a:defRPr>
                </a:lvl7pPr>
                <a:lvl8pPr>
                  <a:defRPr>
                    <a:solidFill>
                      <a:schemeClr val="tx1"/>
                    </a:solidFill>
                  </a:defRPr>
                </a:lvl8pPr>
                <a:lvl9pPr>
                  <a:defRPr>
                    <a:solidFill>
                      <a:schemeClr val="tx1"/>
                    </a:solidFill>
                  </a:defRPr>
                </a:lvl9pPr>
              </a:lstStyle>
              <a:p>
                <a:pPr algn="l"/>
                <a:r>
                  <a:rPr lang="en-US" b="1" dirty="0"/>
                  <a:t>Axiom 4: </a:t>
                </a:r>
                <a14:m>
                  <m:oMath xmlns:m="http://schemas.openxmlformats.org/officeDocument/2006/math">
                    <m:r>
                      <a:rPr lang="en-US" b="1" i="0" dirty="0" smtClean="0">
                        <a:latin typeface="Cambria Math" panose="02040503050406030204" pitchFamily="18" charset="0"/>
                      </a:rPr>
                      <m:t>𝐮</m:t>
                    </m:r>
                    <m:r>
                      <a:rPr lang="en-US" b="1" i="0" dirty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1" i="0" dirty="0" smtClean="0">
                        <a:latin typeface="Cambria Math" panose="02040503050406030204" pitchFamily="18" charset="0"/>
                      </a:rPr>
                      <m:t>𝐞</m:t>
                    </m:r>
                    <m:r>
                      <a:rPr lang="en-US" b="1" i="0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1" i="0" dirty="0" smtClean="0">
                        <a:latin typeface="Cambria Math" panose="02040503050406030204" pitchFamily="18" charset="0"/>
                      </a:rPr>
                      <m:t>𝐮</m:t>
                    </m:r>
                  </m:oMath>
                </a14:m>
                <a:endParaRPr lang="en-US" b="1" dirty="0"/>
              </a:p>
            </p:txBody>
          </p:sp>
        </mc:Choice>
        <mc:Fallback xmlns="">
          <p:sp>
            <p:nvSpPr>
              <p:cNvPr id="21" name="Content Placeholder 4">
                <a:extLst>
                  <a:ext uri="{FF2B5EF4-FFF2-40B4-BE49-F238E27FC236}">
                    <a16:creationId xmlns:a16="http://schemas.microsoft.com/office/drawing/2014/main" id="{C2E3A768-B2DD-49B5-A909-9453EEB041E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-1" y="865206"/>
                <a:ext cx="5499100" cy="540000"/>
              </a:xfrm>
              <a:prstGeom prst="rect">
                <a:avLst/>
              </a:prstGeom>
              <a:blipFill>
                <a:blip r:embed="rId2"/>
                <a:stretch>
                  <a:fillRect l="-2217" t="-10112" b="-29213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FDFDD70C-3AAE-183B-5AED-36C59E3E9B77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IN" dirty="0"/>
                  <a:t>Method:1 </a:t>
                </a:r>
                <a14:m>
                  <m:oMath xmlns:m="http://schemas.openxmlformats.org/officeDocument/2006/math">
                    <m:r>
                      <a:rPr lang="en-I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⇝</m:t>
                    </m:r>
                  </m:oMath>
                </a14:m>
                <a:r>
                  <a:rPr lang="en-IN" dirty="0"/>
                  <a:t> Example:5(continue)</a:t>
                </a:r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FDFDD70C-3AAE-183B-5AED-36C59E3E9B7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3"/>
                <a:stretch>
                  <a:fillRect l="-400" t="-8547" b="-1965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Content Placeholder 4">
                <a:extLst>
                  <a:ext uri="{FF2B5EF4-FFF2-40B4-BE49-F238E27FC236}">
                    <a16:creationId xmlns:a16="http://schemas.microsoft.com/office/drawing/2014/main" id="{E2369E14-FB7F-439F-B8BC-3D00ED9ED33E}"/>
                  </a:ext>
                </a:extLst>
              </p:cNvPr>
              <p:cNvSpPr txBox="1">
                <a:spLocks/>
              </p:cNvSpPr>
              <p:nvPr/>
            </p:nvSpPr>
            <p:spPr>
              <a:xfrm flipH="1">
                <a:off x="132607" y="1514100"/>
                <a:ext cx="6834249" cy="540000"/>
              </a:xfrm>
              <a:prstGeom prst="rect">
                <a:avLst/>
              </a:prstGeom>
              <a:noFill/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vert="horz" lIns="91440" tIns="45720" rIns="91440" bIns="45720" rtlCol="0" anchor="ctr">
                <a:noAutofit/>
              </a:bodyPr>
              <a:lstStyle>
                <a:lvl1pPr marL="265113" indent="-265113" algn="just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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809625" indent="-352425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lnSpc>
                    <a:spcPct val="115000"/>
                  </a:lnSpc>
                  <a:spcAft>
                    <a:spcPts val="800"/>
                  </a:spcAft>
                  <a:buNone/>
                </a:pPr>
                <a:r>
                  <a:rPr lang="en-US" sz="2800" dirty="0">
                    <a:solidFill>
                      <a:srgbClr val="002060"/>
                    </a:solidFill>
                    <a:latin typeface="+mj-lt"/>
                  </a:rPr>
                  <a:t>Let,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800" b="0" i="0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e</m:t>
                    </m:r>
                    <m:r>
                      <a:rPr lang="en-US" sz="2800" b="0" i="0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sz="2800" b="0" i="1" dirty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sz="2800" b="0" i="1" dirty="0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lang="en-US" sz="2800" b="0" i="0" dirty="0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a</m:t>
                            </m:r>
                          </m:e>
                          <m:sup>
                            <m:r>
                              <a:rPr lang="en-US" sz="2800" b="0" i="0" dirty="0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  <m:r>
                          <a:rPr lang="en-US" sz="2800" b="0" i="0" dirty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sSup>
                          <m:sSupPr>
                            <m:ctrlPr>
                              <a:rPr lang="en-US" sz="2800" b="0" i="1" dirty="0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lang="en-US" sz="2800" b="0" i="0" dirty="0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b</m:t>
                            </m:r>
                          </m:e>
                          <m:sup>
                            <m:r>
                              <a:rPr lang="en-US" sz="2800" b="0" i="0" dirty="0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</m:e>
                    </m:d>
                    <m:r>
                      <a:rPr lang="en-US" sz="2800" dirty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US" sz="2800" b="0" i="0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V</m:t>
                    </m:r>
                  </m:oMath>
                </a14:m>
                <a:r>
                  <a:rPr lang="en-US" sz="2800" dirty="0">
                    <a:solidFill>
                      <a:srgbClr val="002060"/>
                    </a:solidFill>
                    <a:latin typeface="+mj-lt"/>
                  </a:rPr>
                  <a:t> such that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800" b="0" i="0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u</m:t>
                    </m:r>
                    <m:r>
                      <a:rPr lang="en-US" sz="2800" dirty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US" sz="2800" b="0" i="0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e</m:t>
                    </m:r>
                    <m:r>
                      <a:rPr lang="en-US" sz="2800" dirty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sz="2800" b="0" i="0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u</m:t>
                    </m:r>
                  </m:oMath>
                </a14:m>
                <a:r>
                  <a:rPr lang="en-US" sz="2800" dirty="0">
                    <a:solidFill>
                      <a:srgbClr val="002060"/>
                    </a:solidFill>
                    <a:latin typeface="+mj-lt"/>
                  </a:rPr>
                  <a:t>. </a:t>
                </a:r>
              </a:p>
            </p:txBody>
          </p:sp>
        </mc:Choice>
        <mc:Fallback xmlns="">
          <p:sp>
            <p:nvSpPr>
              <p:cNvPr id="26" name="Content Placeholder 4">
                <a:extLst>
                  <a:ext uri="{FF2B5EF4-FFF2-40B4-BE49-F238E27FC236}">
                    <a16:creationId xmlns:a16="http://schemas.microsoft.com/office/drawing/2014/main" id="{E2369E14-FB7F-439F-B8BC-3D00ED9ED33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132607" y="1514100"/>
                <a:ext cx="6834249" cy="540000"/>
              </a:xfrm>
              <a:prstGeom prst="rect">
                <a:avLst/>
              </a:prstGeom>
              <a:blipFill>
                <a:blip r:embed="rId4"/>
                <a:stretch>
                  <a:fillRect l="-1873" t="-10112" b="-29213"/>
                </a:stretch>
              </a:blipFill>
              <a:ln w="12700" cap="flat" cmpd="sng" algn="ctr">
                <a:noFill/>
                <a:prstDash val="solid"/>
                <a:miter lim="800000"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Content Placeholder 4">
                <a:extLst>
                  <a:ext uri="{FF2B5EF4-FFF2-40B4-BE49-F238E27FC236}">
                    <a16:creationId xmlns:a16="http://schemas.microsoft.com/office/drawing/2014/main" id="{E2369E14-FB7F-439F-B8BC-3D00ED9ED33E}"/>
                  </a:ext>
                </a:extLst>
              </p:cNvPr>
              <p:cNvSpPr txBox="1">
                <a:spLocks/>
              </p:cNvSpPr>
              <p:nvPr/>
            </p:nvSpPr>
            <p:spPr>
              <a:xfrm flipH="1">
                <a:off x="520008" y="2814027"/>
                <a:ext cx="4775892" cy="540000"/>
              </a:xfrm>
              <a:prstGeom prst="rect">
                <a:avLst/>
              </a:prstGeom>
              <a:noFill/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vert="horz" lIns="91440" tIns="45720" rIns="91440" bIns="45720" rtlCol="0" anchor="ctr">
                <a:noAutofit/>
              </a:bodyPr>
              <a:lstStyle>
                <a:lvl1pPr marL="265113" indent="-265113" algn="just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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809625" indent="-352425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lnSpc>
                    <a:spcPct val="115000"/>
                  </a:lnSpc>
                  <a:spcAft>
                    <a:spcPts val="8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dirty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⇒</m:t>
                      </m:r>
                      <m:d>
                        <m:dPr>
                          <m:ctrlP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a</m:t>
                              </m:r>
                            </m:e>
                            <m:sub>
                              <m: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b</m:t>
                              </m:r>
                            </m:e>
                            <m:sub>
                              <m: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r>
                        <a:rPr lang="en-US" sz="2800" dirty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d>
                        <m:dPr>
                          <m:ctrlPr>
                            <a:rPr lang="en-US" sz="2800" i="1" dirty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sz="2800" i="1" dirty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n-US" sz="2800" dirty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a</m:t>
                              </m:r>
                            </m:e>
                            <m:sup>
                              <m:r>
                                <a:rPr lang="en-US" sz="2800" dirty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  <m:r>
                            <a:rPr lang="en-US" sz="2800" dirty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sSup>
                            <m:sSupPr>
                              <m:ctrlPr>
                                <a:rPr lang="en-US" sz="2800" i="1" dirty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n-US" sz="2800" dirty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b</m:t>
                              </m:r>
                            </m:e>
                            <m:sup>
                              <m:r>
                                <a:rPr lang="en-US" sz="2800" dirty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</m:e>
                      </m:d>
                      <m:r>
                        <a:rPr lang="en-US" sz="2800" dirty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a</m:t>
                              </m:r>
                            </m:e>
                            <m:sub>
                              <m: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b</m:t>
                              </m:r>
                            </m:e>
                            <m:sub>
                              <m: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32" name="Content Placeholder 4">
                <a:extLst>
                  <a:ext uri="{FF2B5EF4-FFF2-40B4-BE49-F238E27FC236}">
                    <a16:creationId xmlns:a16="http://schemas.microsoft.com/office/drawing/2014/main" id="{E2369E14-FB7F-439F-B8BC-3D00ED9ED33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520008" y="2814027"/>
                <a:ext cx="4775892" cy="54000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ln w="12700" cap="flat" cmpd="sng" algn="ctr">
                <a:noFill/>
                <a:prstDash val="solid"/>
                <a:miter lim="800000"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Content Placeholder 4">
                <a:extLst>
                  <a:ext uri="{FF2B5EF4-FFF2-40B4-BE49-F238E27FC236}">
                    <a16:creationId xmlns:a16="http://schemas.microsoft.com/office/drawing/2014/main" id="{E2369E14-FB7F-439F-B8BC-3D00ED9ED33E}"/>
                  </a:ext>
                </a:extLst>
              </p:cNvPr>
              <p:cNvSpPr txBox="1">
                <a:spLocks/>
              </p:cNvSpPr>
              <p:nvPr/>
            </p:nvSpPr>
            <p:spPr>
              <a:xfrm flipH="1">
                <a:off x="132608" y="2162867"/>
                <a:ext cx="2813688" cy="540000"/>
              </a:xfrm>
              <a:prstGeom prst="rect">
                <a:avLst/>
              </a:prstGeom>
              <a:noFill/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vert="horz" lIns="91440" tIns="45720" rIns="91440" bIns="45720" rtlCol="0" anchor="ctr">
                <a:noAutofit/>
              </a:bodyPr>
              <a:lstStyle>
                <a:lvl1pPr marL="265113" indent="-265113" algn="just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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809625" indent="-352425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lnSpc>
                    <a:spcPct val="115000"/>
                  </a:lnSpc>
                  <a:spcAft>
                    <a:spcPts val="800"/>
                  </a:spcAft>
                  <a:buNone/>
                </a:pPr>
                <a:r>
                  <a:rPr lang="en-US" sz="2800" dirty="0">
                    <a:solidFill>
                      <a:srgbClr val="002060"/>
                    </a:solidFill>
                    <a:latin typeface="+mj-lt"/>
                  </a:rPr>
                  <a:t>Now,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800" b="0" i="0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u</m:t>
                    </m:r>
                    <m:r>
                      <a:rPr lang="en-US" sz="2800" dirty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US" sz="2800" b="0" i="0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e</m:t>
                    </m:r>
                    <m:r>
                      <a:rPr lang="en-US" sz="2800" dirty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sz="2800" b="0" i="0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u</m:t>
                    </m:r>
                  </m:oMath>
                </a14:m>
                <a:endParaRPr lang="en-US" sz="2800" dirty="0">
                  <a:solidFill>
                    <a:srgbClr val="002060"/>
                  </a:solidFill>
                  <a:latin typeface="+mj-lt"/>
                </a:endParaRPr>
              </a:p>
            </p:txBody>
          </p:sp>
        </mc:Choice>
        <mc:Fallback xmlns="">
          <p:sp>
            <p:nvSpPr>
              <p:cNvPr id="16" name="Content Placeholder 4">
                <a:extLst>
                  <a:ext uri="{FF2B5EF4-FFF2-40B4-BE49-F238E27FC236}">
                    <a16:creationId xmlns:a16="http://schemas.microsoft.com/office/drawing/2014/main" id="{E2369E14-FB7F-439F-B8BC-3D00ED9ED33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132608" y="2162867"/>
                <a:ext cx="2813688" cy="540000"/>
              </a:xfrm>
              <a:prstGeom prst="rect">
                <a:avLst/>
              </a:prstGeom>
              <a:blipFill>
                <a:blip r:embed="rId7"/>
                <a:stretch>
                  <a:fillRect l="-4555" t="-10227" b="-29545"/>
                </a:stretch>
              </a:blipFill>
              <a:ln w="12700" cap="flat" cmpd="sng" algn="ctr">
                <a:noFill/>
                <a:prstDash val="solid"/>
                <a:miter lim="800000"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Content Placeholder 4">
                <a:extLst>
                  <a:ext uri="{FF2B5EF4-FFF2-40B4-BE49-F238E27FC236}">
                    <a16:creationId xmlns:a16="http://schemas.microsoft.com/office/drawing/2014/main" id="{E2369E14-FB7F-439F-B8BC-3D00ED9ED33E}"/>
                  </a:ext>
                </a:extLst>
              </p:cNvPr>
              <p:cNvSpPr txBox="1">
                <a:spLocks/>
              </p:cNvSpPr>
              <p:nvPr/>
            </p:nvSpPr>
            <p:spPr>
              <a:xfrm flipH="1">
                <a:off x="135395" y="5333675"/>
                <a:ext cx="7870920" cy="540000"/>
              </a:xfrm>
              <a:prstGeom prst="rect">
                <a:avLst/>
              </a:prstGeom>
              <a:noFill/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vert="horz" lIns="91440" tIns="45720" rIns="91440" bIns="45720" rtlCol="0" anchor="ctr">
                <a:noAutofit/>
              </a:bodyPr>
              <a:lstStyle>
                <a:lvl1pPr marL="265113" indent="-265113" algn="just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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809625" indent="-352425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 algn="l">
                  <a:lnSpc>
                    <a:spcPct val="115000"/>
                  </a:lnSpc>
                  <a:spcAft>
                    <a:spcPts val="800"/>
                  </a:spcAft>
                  <a:buNone/>
                </a:pPr>
                <a:r>
                  <a:rPr lang="en-US" sz="2800" dirty="0">
                    <a:solidFill>
                      <a:srgbClr val="002060"/>
                    </a:solidFill>
                    <a:latin typeface="+mj-lt"/>
                  </a:rPr>
                  <a:t>So, </a:t>
                </a:r>
                <a14:m>
                  <m:oMath xmlns:m="http://schemas.openxmlformats.org/officeDocument/2006/math">
                    <m:r>
                      <a:rPr lang="en-US" sz="2800" b="1" i="0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𝐞</m:t>
                    </m:r>
                    <m:r>
                      <a:rPr lang="en-US" sz="2800" b="1" i="0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sz="28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sz="2800" b="1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800" b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𝐚</m:t>
                            </m:r>
                          </m:e>
                          <m:sup>
                            <m:r>
                              <a:rPr lang="en-US" sz="2800" b="1" i="0" dirty="0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  <m:r>
                          <a:rPr lang="en-US" sz="2800" b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sSup>
                          <m:sSupPr>
                            <m:ctrlPr>
                              <a:rPr lang="en-US" sz="2800" b="1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800" b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𝐛</m:t>
                            </m:r>
                          </m:e>
                          <m:sup>
                            <m:r>
                              <a:rPr lang="en-US" sz="2800" b="1" i="0" dirty="0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</m:e>
                    </m:d>
                    <m:r>
                      <a:rPr lang="en-US" sz="2800" b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sz="28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𝟎</m:t>
                        </m:r>
                        <m:r>
                          <a:rPr lang="en-US" sz="28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8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𝟎</m:t>
                        </m:r>
                      </m:e>
                    </m:d>
                  </m:oMath>
                </a14:m>
                <a:r>
                  <a:rPr lang="en-US" sz="2800" dirty="0">
                    <a:solidFill>
                      <a:srgbClr val="002060"/>
                    </a:solidFill>
                  </a:rPr>
                  <a:t> </a:t>
                </a:r>
                <a:r>
                  <a:rPr lang="en-US" sz="2800" dirty="0">
                    <a:solidFill>
                      <a:srgbClr val="002060"/>
                    </a:solidFill>
                    <a:latin typeface="+mj-lt"/>
                  </a:rPr>
                  <a:t>is the identity element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i="0" dirty="0" smtClean="0">
                        <a:latin typeface="Cambria Math" panose="02040503050406030204" pitchFamily="18" charset="0"/>
                      </a:rPr>
                      <m:t>V</m:t>
                    </m:r>
                  </m:oMath>
                </a14:m>
                <a:r>
                  <a:rPr lang="en-US" sz="2800" dirty="0">
                    <a:solidFill>
                      <a:srgbClr val="002060"/>
                    </a:solidFill>
                    <a:latin typeface="+mj-lt"/>
                  </a:rPr>
                  <a:t>.</a:t>
                </a:r>
              </a:p>
            </p:txBody>
          </p:sp>
        </mc:Choice>
        <mc:Fallback xmlns="">
          <p:sp>
            <p:nvSpPr>
              <p:cNvPr id="18" name="Content Placeholder 4">
                <a:extLst>
                  <a:ext uri="{FF2B5EF4-FFF2-40B4-BE49-F238E27FC236}">
                    <a16:creationId xmlns:a16="http://schemas.microsoft.com/office/drawing/2014/main" id="{E2369E14-FB7F-439F-B8BC-3D00ED9ED33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135395" y="5333675"/>
                <a:ext cx="7870920" cy="540000"/>
              </a:xfrm>
              <a:prstGeom prst="rect">
                <a:avLst/>
              </a:prstGeom>
              <a:blipFill>
                <a:blip r:embed="rId8"/>
                <a:stretch>
                  <a:fillRect l="-1549" t="-6742" b="-31461"/>
                </a:stretch>
              </a:blipFill>
              <a:ln w="12700" cap="flat" cmpd="sng" algn="ctr">
                <a:noFill/>
                <a:prstDash val="solid"/>
                <a:miter lim="800000"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Content Placeholder 4">
                <a:extLst>
                  <a:ext uri="{FF2B5EF4-FFF2-40B4-BE49-F238E27FC236}">
                    <a16:creationId xmlns:a16="http://schemas.microsoft.com/office/drawing/2014/main" id="{E2369E14-FB7F-439F-B8BC-3D00ED9ED33E}"/>
                  </a:ext>
                </a:extLst>
              </p:cNvPr>
              <p:cNvSpPr txBox="1">
                <a:spLocks/>
              </p:cNvSpPr>
              <p:nvPr/>
            </p:nvSpPr>
            <p:spPr>
              <a:xfrm flipH="1">
                <a:off x="520007" y="3462104"/>
                <a:ext cx="4775892" cy="540000"/>
              </a:xfrm>
              <a:prstGeom prst="rect">
                <a:avLst/>
              </a:prstGeom>
              <a:noFill/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vert="horz" lIns="91440" tIns="45720" rIns="91440" bIns="45720" rtlCol="0" anchor="ctr">
                <a:noAutofit/>
              </a:bodyPr>
              <a:lstStyle>
                <a:lvl1pPr marL="265113" indent="-265113" algn="just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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809625" indent="-352425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lnSpc>
                    <a:spcPct val="115000"/>
                  </a:lnSpc>
                  <a:spcAft>
                    <a:spcPts val="8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dirty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⇒</m:t>
                      </m:r>
                      <m:d>
                        <m:dPr>
                          <m:ctrlP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a</m:t>
                              </m:r>
                            </m:e>
                            <m:sub>
                              <m: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en-US" sz="2800" i="1" dirty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n-US" sz="2800" dirty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a</m:t>
                              </m:r>
                            </m:e>
                            <m:sup>
                              <m:r>
                                <a:rPr lang="en-US" sz="2800" dirty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  <m: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b</m:t>
                              </m:r>
                            </m:e>
                            <m:sub>
                              <m: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en-US" sz="2800" i="1" dirty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n-US" sz="2800" dirty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b</m:t>
                              </m:r>
                            </m:e>
                            <m:sup>
                              <m:r>
                                <a:rPr lang="en-US" sz="2800" dirty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</m:e>
                      </m:d>
                      <m:r>
                        <a:rPr lang="en-US" sz="2800" dirty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a</m:t>
                              </m:r>
                            </m:e>
                            <m:sub>
                              <m: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b</m:t>
                              </m:r>
                            </m:e>
                            <m:sub>
                              <m: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22" name="Content Placeholder 4">
                <a:extLst>
                  <a:ext uri="{FF2B5EF4-FFF2-40B4-BE49-F238E27FC236}">
                    <a16:creationId xmlns:a16="http://schemas.microsoft.com/office/drawing/2014/main" id="{E2369E14-FB7F-439F-B8BC-3D00ED9ED33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520007" y="3462104"/>
                <a:ext cx="4775892" cy="540000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  <a:ln w="12700" cap="flat" cmpd="sng" algn="ctr">
                <a:noFill/>
                <a:prstDash val="solid"/>
                <a:miter lim="800000"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8" name="Right Arrow 3">
            <a:extLst>
              <a:ext uri="{FF2B5EF4-FFF2-40B4-BE49-F238E27FC236}">
                <a16:creationId xmlns:a16="http://schemas.microsoft.com/office/drawing/2014/main" id="{3FE11F38-A8D0-406B-A77F-9DE69C4F1B02}"/>
              </a:ext>
            </a:extLst>
          </p:cNvPr>
          <p:cNvSpPr/>
          <p:nvPr/>
        </p:nvSpPr>
        <p:spPr>
          <a:xfrm flipV="1">
            <a:off x="7093222" y="1327327"/>
            <a:ext cx="144000" cy="180000"/>
          </a:xfrm>
          <a:prstGeom prst="rightArrow">
            <a:avLst/>
          </a:prstGeom>
          <a:gradFill>
            <a:gsLst>
              <a:gs pos="10000">
                <a:srgbClr val="0E47A1"/>
              </a:gs>
              <a:gs pos="100000">
                <a:srgbClr val="03A9F5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Wingdings 3" panose="05040102010807070707" pitchFamily="18" charset="2"/>
              <a:buNone/>
            </a:pPr>
            <a:endParaRPr lang="en-IN" sz="2800" dirty="0">
              <a:solidFill>
                <a:schemeClr val="bg1"/>
              </a:solidFill>
            </a:endParaRPr>
          </a:p>
        </p:txBody>
      </p:sp>
      <p:pic>
        <p:nvPicPr>
          <p:cNvPr id="17" name="Picture 16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084015" y="850686"/>
            <a:ext cx="5040000" cy="1208314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9" name="Content Placeholder 4">
                <a:extLst>
                  <a:ext uri="{FF2B5EF4-FFF2-40B4-BE49-F238E27FC236}">
                    <a16:creationId xmlns:a16="http://schemas.microsoft.com/office/drawing/2014/main" id="{E2369E14-FB7F-439F-B8BC-3D00ED9ED33E}"/>
                  </a:ext>
                </a:extLst>
              </p:cNvPr>
              <p:cNvSpPr txBox="1">
                <a:spLocks/>
              </p:cNvSpPr>
              <p:nvPr/>
            </p:nvSpPr>
            <p:spPr>
              <a:xfrm flipH="1">
                <a:off x="550488" y="4107323"/>
                <a:ext cx="5202612" cy="540000"/>
              </a:xfrm>
              <a:prstGeom prst="rect">
                <a:avLst/>
              </a:prstGeom>
              <a:noFill/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vert="horz" lIns="91440" tIns="45720" rIns="91440" bIns="45720" rtlCol="0" anchor="ctr">
                <a:noAutofit/>
              </a:bodyPr>
              <a:lstStyle>
                <a:lvl1pPr marL="265113" indent="-265113" algn="just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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809625" indent="-352425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lnSpc>
                    <a:spcPct val="115000"/>
                  </a:lnSpc>
                  <a:spcAft>
                    <a:spcPts val="800"/>
                  </a:spcAft>
                  <a:buNone/>
                </a:pPr>
                <a14:m>
                  <m:oMath xmlns:m="http://schemas.openxmlformats.org/officeDocument/2006/math">
                    <m:r>
                      <a:rPr lang="en-US" sz="2800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⇒</m:t>
                    </m:r>
                    <m:sSub>
                      <m:sSubPr>
                        <m:ctrlPr>
                          <a:rPr lang="en-US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a</m:t>
                        </m:r>
                      </m:e>
                      <m:sub>
                        <m:r>
                          <a:rPr lang="en-US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800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en-US" sz="2800" i="1" dirty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sz="2800" dirty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a</m:t>
                        </m:r>
                      </m:e>
                      <m:sup>
                        <m:r>
                          <a:rPr lang="en-US" sz="2800" dirty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US" sz="2800" i="1" dirty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a</m:t>
                        </m:r>
                      </m:e>
                      <m:sub>
                        <m:r>
                          <a:rPr lang="en-US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2800" b="0" i="0" dirty="0">
                    <a:solidFill>
                      <a:srgbClr val="002060"/>
                    </a:solidFill>
                    <a:latin typeface="+mj-lt"/>
                  </a:rPr>
                  <a:t> and</a:t>
                </a:r>
                <a14:m>
                  <m:oMath xmlns:m="http://schemas.openxmlformats.org/officeDocument/2006/math">
                    <m:r>
                      <a:rPr lang="en-US" sz="2800" b="0" i="1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  </m:t>
                    </m:r>
                    <m:sSub>
                      <m:sSubPr>
                        <m:ctrlPr>
                          <a:rPr lang="en-US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b</m:t>
                        </m:r>
                      </m:e>
                      <m:sub>
                        <m:r>
                          <a:rPr lang="en-US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800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en-US" sz="2800" i="1" dirty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sz="2800" dirty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b</m:t>
                        </m:r>
                      </m:e>
                      <m:sup>
                        <m:r>
                          <a:rPr lang="en-US" sz="2800" dirty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US" sz="2800" i="1" dirty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b</m:t>
                        </m:r>
                      </m:e>
                      <m:sub>
                        <m:r>
                          <a:rPr lang="en-US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endParaRPr lang="en-US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19" name="Content Placeholder 4">
                <a:extLst>
                  <a:ext uri="{FF2B5EF4-FFF2-40B4-BE49-F238E27FC236}">
                    <a16:creationId xmlns:a16="http://schemas.microsoft.com/office/drawing/2014/main" id="{E2369E14-FB7F-439F-B8BC-3D00ED9ED33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550488" y="4107323"/>
                <a:ext cx="5202612" cy="540000"/>
              </a:xfrm>
              <a:prstGeom prst="rect">
                <a:avLst/>
              </a:prstGeom>
              <a:blipFill>
                <a:blip r:embed="rId12"/>
                <a:stretch>
                  <a:fillRect t="-10227" b="-29545"/>
                </a:stretch>
              </a:blipFill>
              <a:ln w="12700" cap="flat" cmpd="sng" algn="ctr">
                <a:noFill/>
                <a:prstDash val="solid"/>
                <a:miter lim="800000"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Content Placeholder 4">
                <a:extLst>
                  <a:ext uri="{FF2B5EF4-FFF2-40B4-BE49-F238E27FC236}">
                    <a16:creationId xmlns:a16="http://schemas.microsoft.com/office/drawing/2014/main" id="{E2369E14-FB7F-439F-B8BC-3D00ED9ED33E}"/>
                  </a:ext>
                </a:extLst>
              </p:cNvPr>
              <p:cNvSpPr txBox="1">
                <a:spLocks/>
              </p:cNvSpPr>
              <p:nvPr/>
            </p:nvSpPr>
            <p:spPr>
              <a:xfrm flipH="1">
                <a:off x="550488" y="4756888"/>
                <a:ext cx="5202612" cy="540000"/>
              </a:xfrm>
              <a:prstGeom prst="rect">
                <a:avLst/>
              </a:prstGeom>
              <a:noFill/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vert="horz" lIns="91440" tIns="45720" rIns="91440" bIns="45720" rtlCol="0" anchor="ctr">
                <a:noAutofit/>
              </a:bodyPr>
              <a:lstStyle>
                <a:lvl1pPr marL="265113" indent="-265113" algn="just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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809625" indent="-352425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lnSpc>
                    <a:spcPct val="115000"/>
                  </a:lnSpc>
                  <a:spcAft>
                    <a:spcPts val="800"/>
                  </a:spcAft>
                  <a:buNone/>
                </a:pPr>
                <a14:m>
                  <m:oMath xmlns:m="http://schemas.openxmlformats.org/officeDocument/2006/math">
                    <m:r>
                      <a:rPr lang="en-US" sz="2800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⇒</m:t>
                    </m:r>
                    <m:sSup>
                      <m:sSupPr>
                        <m:ctrlPr>
                          <a:rPr lang="en-US" sz="2800" i="1" dirty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sz="2800" dirty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a</m:t>
                        </m:r>
                      </m:e>
                      <m:sup>
                        <m:r>
                          <a:rPr lang="en-US" sz="2800" dirty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US" sz="2800" i="1" dirty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800" b="0" i="1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0  </m:t>
                    </m:r>
                  </m:oMath>
                </a14:m>
                <a:r>
                  <a:rPr lang="en-US" sz="2800" b="0" i="0" dirty="0">
                    <a:solidFill>
                      <a:srgbClr val="002060"/>
                    </a:solidFill>
                    <a:latin typeface="+mj-lt"/>
                  </a:rPr>
                  <a:t>and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800" i="1" dirty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sz="2800" dirty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b</m:t>
                        </m:r>
                      </m:e>
                      <m:sup>
                        <m:r>
                          <a:rPr lang="en-US" sz="2800" dirty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US" sz="2800" i="1" dirty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800" b="0" i="1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endParaRPr lang="en-US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23" name="Content Placeholder 4">
                <a:extLst>
                  <a:ext uri="{FF2B5EF4-FFF2-40B4-BE49-F238E27FC236}">
                    <a16:creationId xmlns:a16="http://schemas.microsoft.com/office/drawing/2014/main" id="{E2369E14-FB7F-439F-B8BC-3D00ED9ED33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550488" y="4756888"/>
                <a:ext cx="5202612" cy="540000"/>
              </a:xfrm>
              <a:prstGeom prst="rect">
                <a:avLst/>
              </a:prstGeom>
              <a:blipFill>
                <a:blip r:embed="rId13"/>
                <a:stretch>
                  <a:fillRect t="-10112" b="-29213"/>
                </a:stretch>
              </a:blipFill>
              <a:ln w="12700" cap="flat" cmpd="sng" algn="ctr">
                <a:noFill/>
                <a:prstDash val="solid"/>
                <a:miter lim="800000"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" name="Straight Connector 3"/>
          <p:cNvCxnSpPr/>
          <p:nvPr/>
        </p:nvCxnSpPr>
        <p:spPr>
          <a:xfrm flipH="1">
            <a:off x="1003990" y="4211034"/>
            <a:ext cx="405357" cy="405357"/>
          </a:xfrm>
          <a:prstGeom prst="line">
            <a:avLst/>
          </a:prstGeom>
          <a:ln w="38100">
            <a:solidFill>
              <a:srgbClr val="FF00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 flipH="1">
            <a:off x="2458140" y="4244538"/>
            <a:ext cx="405357" cy="405357"/>
          </a:xfrm>
          <a:prstGeom prst="line">
            <a:avLst/>
          </a:prstGeom>
          <a:ln w="38100">
            <a:solidFill>
              <a:srgbClr val="FF00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/>
          <p:cNvCxnSpPr/>
          <p:nvPr/>
        </p:nvCxnSpPr>
        <p:spPr>
          <a:xfrm flipH="1">
            <a:off x="3588440" y="4208462"/>
            <a:ext cx="405357" cy="405357"/>
          </a:xfrm>
          <a:prstGeom prst="line">
            <a:avLst/>
          </a:prstGeom>
          <a:ln w="38100">
            <a:solidFill>
              <a:srgbClr val="FF00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/>
          <p:cNvCxnSpPr/>
          <p:nvPr/>
        </p:nvCxnSpPr>
        <p:spPr>
          <a:xfrm flipH="1">
            <a:off x="5042590" y="4241966"/>
            <a:ext cx="405357" cy="405357"/>
          </a:xfrm>
          <a:prstGeom prst="line">
            <a:avLst/>
          </a:prstGeom>
          <a:ln w="38100">
            <a:solidFill>
              <a:srgbClr val="FF00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264305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0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/>
      <p:bldP spid="32" grpId="0"/>
      <p:bldP spid="16" grpId="0"/>
      <p:bldP spid="18" grpId="0"/>
      <p:bldP spid="22" grpId="0"/>
      <p:bldP spid="19" grpId="0"/>
      <p:bldP spid="23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ECFC8A-BC0D-5D72-FE99-20313653BC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1" name="Content Placeholder 4">
                <a:extLst>
                  <a:ext uri="{FF2B5EF4-FFF2-40B4-BE49-F238E27FC236}">
                    <a16:creationId xmlns:a16="http://schemas.microsoft.com/office/drawing/2014/main" id="{C2E3A768-B2DD-49B5-A909-9453EEB041E3}"/>
                  </a:ext>
                </a:extLst>
              </p:cNvPr>
              <p:cNvSpPr txBox="1">
                <a:spLocks/>
              </p:cNvSpPr>
              <p:nvPr/>
            </p:nvSpPr>
            <p:spPr>
              <a:xfrm flipH="1">
                <a:off x="-1" y="865206"/>
                <a:ext cx="5499100" cy="540000"/>
              </a:xfrm>
              <a:prstGeom prst="rect">
                <a:avLst/>
              </a:prstGeom>
              <a:gradFill>
                <a:gsLst>
                  <a:gs pos="10000">
                    <a:srgbClr val="0E47A1"/>
                  </a:gs>
                  <a:gs pos="100000">
                    <a:srgbClr val="03A9F5"/>
                  </a:gs>
                </a:gsLst>
                <a:lin ang="10800000" scaled="1"/>
              </a:gradFill>
              <a:ln>
                <a:noFill/>
              </a:ln>
            </p:spPr>
            <p:txBody>
              <a:bodyPr vert="horz" wrap="square" lIns="91440" tIns="45720" rIns="91440" bIns="45720" numCol="1" anchor="ctr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algn="ctr">
                  <a:defRPr sz="2800">
                    <a:solidFill>
                      <a:schemeClr val="bg1"/>
                    </a:solidFill>
                  </a:defRPr>
                </a:lvl1pPr>
                <a:lvl2pPr>
                  <a:defRPr>
                    <a:solidFill>
                      <a:schemeClr val="tx1"/>
                    </a:solidFill>
                  </a:defRPr>
                </a:lvl2pPr>
                <a:lvl3pPr>
                  <a:defRPr>
                    <a:solidFill>
                      <a:schemeClr val="tx1"/>
                    </a:solidFill>
                  </a:defRPr>
                </a:lvl3pPr>
                <a:lvl4pPr>
                  <a:defRPr>
                    <a:solidFill>
                      <a:schemeClr val="tx1"/>
                    </a:solidFill>
                  </a:defRPr>
                </a:lvl4pPr>
                <a:lvl5pPr>
                  <a:defRPr>
                    <a:solidFill>
                      <a:schemeClr val="tx1"/>
                    </a:solidFill>
                  </a:defRPr>
                </a:lvl5pPr>
                <a:lvl6pPr>
                  <a:defRPr>
                    <a:solidFill>
                      <a:schemeClr val="tx1"/>
                    </a:solidFill>
                  </a:defRPr>
                </a:lvl6pPr>
                <a:lvl7pPr>
                  <a:defRPr>
                    <a:solidFill>
                      <a:schemeClr val="tx1"/>
                    </a:solidFill>
                  </a:defRPr>
                </a:lvl7pPr>
                <a:lvl8pPr>
                  <a:defRPr>
                    <a:solidFill>
                      <a:schemeClr val="tx1"/>
                    </a:solidFill>
                  </a:defRPr>
                </a:lvl8pPr>
                <a:lvl9pPr>
                  <a:defRPr>
                    <a:solidFill>
                      <a:schemeClr val="tx1"/>
                    </a:solidFill>
                  </a:defRPr>
                </a:lvl9pPr>
              </a:lstStyle>
              <a:p>
                <a:pPr algn="l"/>
                <a:r>
                  <a:rPr lang="en-US" b="1" dirty="0"/>
                  <a:t>Axiom 5: </a:t>
                </a:r>
                <a14:m>
                  <m:oMath xmlns:m="http://schemas.openxmlformats.org/officeDocument/2006/math">
                    <m:r>
                      <a:rPr lang="en-US" b="1" i="0" dirty="0" smtClean="0">
                        <a:latin typeface="Cambria Math" panose="02040503050406030204" pitchFamily="18" charset="0"/>
                      </a:rPr>
                      <m:t>𝐮</m:t>
                    </m:r>
                    <m:r>
                      <a:rPr lang="en-US" b="1" i="0" dirty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1" i="0" dirty="0" smtClean="0">
                        <a:latin typeface="Cambria Math" panose="02040503050406030204" pitchFamily="18" charset="0"/>
                      </a:rPr>
                      <m:t>𝐰</m:t>
                    </m:r>
                    <m:r>
                      <a:rPr lang="en-US" b="1" i="0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1" i="0" dirty="0" smtClean="0">
                        <a:latin typeface="Cambria Math" panose="02040503050406030204" pitchFamily="18" charset="0"/>
                      </a:rPr>
                      <m:t>𝐞</m:t>
                    </m:r>
                  </m:oMath>
                </a14:m>
                <a:endParaRPr lang="en-US" b="1" dirty="0"/>
              </a:p>
            </p:txBody>
          </p:sp>
        </mc:Choice>
        <mc:Fallback xmlns="">
          <p:sp>
            <p:nvSpPr>
              <p:cNvPr id="21" name="Content Placeholder 4">
                <a:extLst>
                  <a:ext uri="{FF2B5EF4-FFF2-40B4-BE49-F238E27FC236}">
                    <a16:creationId xmlns:a16="http://schemas.microsoft.com/office/drawing/2014/main" id="{C2E3A768-B2DD-49B5-A909-9453EEB041E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-1" y="865206"/>
                <a:ext cx="5499100" cy="540000"/>
              </a:xfrm>
              <a:prstGeom prst="rect">
                <a:avLst/>
              </a:prstGeom>
              <a:blipFill>
                <a:blip r:embed="rId2"/>
                <a:stretch>
                  <a:fillRect l="-2217" t="-10112" b="-29213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FDFDD70C-3AAE-183B-5AED-36C59E3E9B77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IN" dirty="0"/>
                  <a:t>Method:1 </a:t>
                </a:r>
                <a14:m>
                  <m:oMath xmlns:m="http://schemas.openxmlformats.org/officeDocument/2006/math">
                    <m:r>
                      <a:rPr lang="en-I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⇝</m:t>
                    </m:r>
                  </m:oMath>
                </a14:m>
                <a:r>
                  <a:rPr lang="en-IN" dirty="0"/>
                  <a:t> Example:5(continue)</a:t>
                </a:r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FDFDD70C-3AAE-183B-5AED-36C59E3E9B7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3"/>
                <a:stretch>
                  <a:fillRect l="-400" t="-8547" b="-1965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Content Placeholder 4">
                <a:extLst>
                  <a:ext uri="{FF2B5EF4-FFF2-40B4-BE49-F238E27FC236}">
                    <a16:creationId xmlns:a16="http://schemas.microsoft.com/office/drawing/2014/main" id="{E2369E14-FB7F-439F-B8BC-3D00ED9ED33E}"/>
                  </a:ext>
                </a:extLst>
              </p:cNvPr>
              <p:cNvSpPr txBox="1">
                <a:spLocks/>
              </p:cNvSpPr>
              <p:nvPr/>
            </p:nvSpPr>
            <p:spPr>
              <a:xfrm flipH="1">
                <a:off x="132605" y="1514100"/>
                <a:ext cx="6396983" cy="540000"/>
              </a:xfrm>
              <a:prstGeom prst="rect">
                <a:avLst/>
              </a:prstGeom>
              <a:noFill/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vert="horz" lIns="91440" tIns="45720" rIns="91440" bIns="45720" rtlCol="0" anchor="ctr">
                <a:noAutofit/>
              </a:bodyPr>
              <a:lstStyle>
                <a:lvl1pPr marL="265113" indent="-265113" algn="just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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809625" indent="-352425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lnSpc>
                    <a:spcPct val="115000"/>
                  </a:lnSpc>
                  <a:spcAft>
                    <a:spcPts val="800"/>
                  </a:spcAft>
                  <a:buNone/>
                </a:pPr>
                <a:r>
                  <a:rPr lang="en-US" sz="2800" dirty="0">
                    <a:solidFill>
                      <a:srgbClr val="002060"/>
                    </a:solidFill>
                  </a:rPr>
                  <a:t>Let,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800" b="0" i="0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w</m:t>
                    </m:r>
                    <m:r>
                      <a:rPr lang="en-US" sz="2800" dirty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sz="2800" i="1" dirty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sz="2800" i="1" dirty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lang="en-US" sz="2800" dirty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a</m:t>
                            </m:r>
                          </m:e>
                          <m:sup>
                            <m:r>
                              <a:rPr lang="en-US" sz="2800" b="0" i="0" dirty="0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∗</m:t>
                            </m:r>
                          </m:sup>
                        </m:sSup>
                        <m:r>
                          <a:rPr lang="en-US" sz="2800" dirty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sSup>
                          <m:sSupPr>
                            <m:ctrlPr>
                              <a:rPr lang="en-US" sz="2800" i="1" dirty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lang="en-US" sz="2800" dirty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b</m:t>
                            </m:r>
                          </m:e>
                          <m:sup>
                            <m:r>
                              <a:rPr lang="en-US" sz="2800" b="0" i="0" dirty="0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∗</m:t>
                            </m:r>
                          </m:sup>
                        </m:sSup>
                      </m:e>
                    </m:d>
                    <m:r>
                      <a:rPr lang="en-US" sz="2800" dirty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US" sz="2800" dirty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V</m:t>
                    </m:r>
                  </m:oMath>
                </a14:m>
                <a:r>
                  <a:rPr lang="en-US" sz="2800" dirty="0">
                    <a:solidFill>
                      <a:srgbClr val="002060"/>
                    </a:solidFill>
                  </a:rPr>
                  <a:t> such that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800" dirty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u</m:t>
                    </m:r>
                    <m:r>
                      <a:rPr lang="en-US" sz="2800" dirty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US" sz="2800" b="0" i="0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w</m:t>
                    </m:r>
                    <m:r>
                      <a:rPr lang="en-US" sz="2800" dirty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sz="2800" b="0" i="0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e</m:t>
                    </m:r>
                  </m:oMath>
                </a14:m>
                <a:r>
                  <a:rPr lang="en-US" sz="2800" dirty="0">
                    <a:solidFill>
                      <a:srgbClr val="002060"/>
                    </a:solidFill>
                  </a:rPr>
                  <a:t>. </a:t>
                </a:r>
              </a:p>
            </p:txBody>
          </p:sp>
        </mc:Choice>
        <mc:Fallback xmlns="">
          <p:sp>
            <p:nvSpPr>
              <p:cNvPr id="26" name="Content Placeholder 4">
                <a:extLst>
                  <a:ext uri="{FF2B5EF4-FFF2-40B4-BE49-F238E27FC236}">
                    <a16:creationId xmlns:a16="http://schemas.microsoft.com/office/drawing/2014/main" id="{E2369E14-FB7F-439F-B8BC-3D00ED9ED33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132605" y="1514100"/>
                <a:ext cx="6396983" cy="540000"/>
              </a:xfrm>
              <a:prstGeom prst="rect">
                <a:avLst/>
              </a:prstGeom>
              <a:blipFill>
                <a:blip r:embed="rId4"/>
                <a:stretch>
                  <a:fillRect l="-2002" t="-6742" r="-572" b="-32584"/>
                </a:stretch>
              </a:blipFill>
              <a:ln w="12700" cap="flat" cmpd="sng" algn="ctr">
                <a:noFill/>
                <a:prstDash val="solid"/>
                <a:miter lim="800000"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Right Arrow 3">
            <a:extLst>
              <a:ext uri="{FF2B5EF4-FFF2-40B4-BE49-F238E27FC236}">
                <a16:creationId xmlns:a16="http://schemas.microsoft.com/office/drawing/2014/main" id="{3FE11F38-A8D0-406B-A77F-9DE69C4F1B02}"/>
              </a:ext>
            </a:extLst>
          </p:cNvPr>
          <p:cNvSpPr/>
          <p:nvPr/>
        </p:nvSpPr>
        <p:spPr>
          <a:xfrm flipV="1">
            <a:off x="7093222" y="1327327"/>
            <a:ext cx="144000" cy="180000"/>
          </a:xfrm>
          <a:prstGeom prst="rightArrow">
            <a:avLst/>
          </a:prstGeom>
          <a:gradFill>
            <a:gsLst>
              <a:gs pos="10000">
                <a:srgbClr val="0E47A1"/>
              </a:gs>
              <a:gs pos="100000">
                <a:srgbClr val="03A9F5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Wingdings 3" panose="05040102010807070707" pitchFamily="18" charset="2"/>
              <a:buNone/>
            </a:pPr>
            <a:endParaRPr lang="en-IN" sz="2800" dirty="0">
              <a:solidFill>
                <a:schemeClr val="bg1"/>
              </a:solidFill>
            </a:endParaRPr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84015" y="850686"/>
            <a:ext cx="5040000" cy="1208314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4" name="Content Placeholder 4">
                <a:extLst>
                  <a:ext uri="{FF2B5EF4-FFF2-40B4-BE49-F238E27FC236}">
                    <a16:creationId xmlns:a16="http://schemas.microsoft.com/office/drawing/2014/main" id="{E2369E14-FB7F-439F-B8BC-3D00ED9ED33E}"/>
                  </a:ext>
                </a:extLst>
              </p:cNvPr>
              <p:cNvSpPr txBox="1">
                <a:spLocks/>
              </p:cNvSpPr>
              <p:nvPr/>
            </p:nvSpPr>
            <p:spPr>
              <a:xfrm flipH="1">
                <a:off x="520008" y="2814027"/>
                <a:ext cx="4534592" cy="540000"/>
              </a:xfrm>
              <a:prstGeom prst="rect">
                <a:avLst/>
              </a:prstGeom>
              <a:noFill/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vert="horz" lIns="91440" tIns="45720" rIns="91440" bIns="45720" rtlCol="0" anchor="ctr">
                <a:noAutofit/>
              </a:bodyPr>
              <a:lstStyle>
                <a:lvl1pPr marL="265113" indent="-265113" algn="just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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809625" indent="-352425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lnSpc>
                    <a:spcPct val="115000"/>
                  </a:lnSpc>
                  <a:spcAft>
                    <a:spcPts val="8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dirty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⇒</m:t>
                      </m:r>
                      <m:d>
                        <m:dPr>
                          <m:ctrlP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a</m:t>
                              </m:r>
                            </m:e>
                            <m:sub>
                              <m: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b</m:t>
                              </m:r>
                            </m:e>
                            <m:sub>
                              <m: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r>
                        <a:rPr lang="en-US" sz="2800" dirty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d>
                        <m:dPr>
                          <m:ctrlPr>
                            <a:rPr lang="en-US" sz="2800" i="1" dirty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sz="2800" i="1" dirty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n-US" sz="2800" dirty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a</m:t>
                              </m:r>
                            </m:e>
                            <m:sup>
                              <m:r>
                                <a:rPr lang="en-US" sz="2800" b="0" i="0" dirty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∗</m:t>
                              </m:r>
                            </m:sup>
                          </m:sSup>
                          <m:r>
                            <a:rPr lang="en-US" sz="2800" dirty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sSup>
                            <m:sSupPr>
                              <m:ctrlPr>
                                <a:rPr lang="en-US" sz="2800" i="1" dirty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n-US" sz="2800" dirty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b</m:t>
                              </m:r>
                            </m:e>
                            <m:sup>
                              <m:r>
                                <a:rPr lang="en-US" sz="2800" b="0" i="0" dirty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∗</m:t>
                              </m:r>
                            </m:sup>
                          </m:sSup>
                        </m:e>
                      </m:d>
                      <m:r>
                        <a:rPr lang="en-US" sz="2800" dirty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  <m: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d>
                    </m:oMath>
                  </m:oMathPara>
                </a14:m>
                <a:endParaRPr lang="en-US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14" name="Content Placeholder 4">
                <a:extLst>
                  <a:ext uri="{FF2B5EF4-FFF2-40B4-BE49-F238E27FC236}">
                    <a16:creationId xmlns:a16="http://schemas.microsoft.com/office/drawing/2014/main" id="{E2369E14-FB7F-439F-B8BC-3D00ED9ED33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520008" y="2814027"/>
                <a:ext cx="4534592" cy="54000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  <a:ln w="12700" cap="flat" cmpd="sng" algn="ctr">
                <a:noFill/>
                <a:prstDash val="solid"/>
                <a:miter lim="800000"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Content Placeholder 4">
                <a:extLst>
                  <a:ext uri="{FF2B5EF4-FFF2-40B4-BE49-F238E27FC236}">
                    <a16:creationId xmlns:a16="http://schemas.microsoft.com/office/drawing/2014/main" id="{E2369E14-FB7F-439F-B8BC-3D00ED9ED33E}"/>
                  </a:ext>
                </a:extLst>
              </p:cNvPr>
              <p:cNvSpPr txBox="1">
                <a:spLocks/>
              </p:cNvSpPr>
              <p:nvPr/>
            </p:nvSpPr>
            <p:spPr>
              <a:xfrm flipH="1">
                <a:off x="132608" y="2162867"/>
                <a:ext cx="2813688" cy="540000"/>
              </a:xfrm>
              <a:prstGeom prst="rect">
                <a:avLst/>
              </a:prstGeom>
              <a:noFill/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vert="horz" lIns="91440" tIns="45720" rIns="91440" bIns="45720" rtlCol="0" anchor="ctr">
                <a:noAutofit/>
              </a:bodyPr>
              <a:lstStyle>
                <a:lvl1pPr marL="265113" indent="-265113" algn="just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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809625" indent="-352425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lnSpc>
                    <a:spcPct val="115000"/>
                  </a:lnSpc>
                  <a:spcAft>
                    <a:spcPts val="800"/>
                  </a:spcAft>
                  <a:buNone/>
                </a:pPr>
                <a:r>
                  <a:rPr lang="en-US" sz="2800" dirty="0">
                    <a:solidFill>
                      <a:srgbClr val="002060"/>
                    </a:solidFill>
                    <a:latin typeface="+mj-lt"/>
                  </a:rPr>
                  <a:t>Now,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800" b="0" i="0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u</m:t>
                    </m:r>
                    <m:r>
                      <a:rPr lang="en-US" sz="2800" dirty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US" sz="2800" b="0" i="0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w</m:t>
                    </m:r>
                    <m:r>
                      <a:rPr lang="en-US" sz="2800" dirty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sz="2800" b="0" i="0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e</m:t>
                    </m:r>
                  </m:oMath>
                </a14:m>
                <a:endParaRPr lang="en-US" sz="2800" dirty="0">
                  <a:solidFill>
                    <a:srgbClr val="002060"/>
                  </a:solidFill>
                  <a:latin typeface="+mj-lt"/>
                </a:endParaRPr>
              </a:p>
            </p:txBody>
          </p:sp>
        </mc:Choice>
        <mc:Fallback xmlns="">
          <p:sp>
            <p:nvSpPr>
              <p:cNvPr id="15" name="Content Placeholder 4">
                <a:extLst>
                  <a:ext uri="{FF2B5EF4-FFF2-40B4-BE49-F238E27FC236}">
                    <a16:creationId xmlns:a16="http://schemas.microsoft.com/office/drawing/2014/main" id="{E2369E14-FB7F-439F-B8BC-3D00ED9ED33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132608" y="2162867"/>
                <a:ext cx="2813688" cy="540000"/>
              </a:xfrm>
              <a:prstGeom prst="rect">
                <a:avLst/>
              </a:prstGeom>
              <a:blipFill>
                <a:blip r:embed="rId8"/>
                <a:stretch>
                  <a:fillRect l="-4555" t="-6818" b="-32955"/>
                </a:stretch>
              </a:blipFill>
              <a:ln w="12700" cap="flat" cmpd="sng" algn="ctr">
                <a:noFill/>
                <a:prstDash val="solid"/>
                <a:miter lim="800000"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Content Placeholder 4">
                <a:extLst>
                  <a:ext uri="{FF2B5EF4-FFF2-40B4-BE49-F238E27FC236}">
                    <a16:creationId xmlns:a16="http://schemas.microsoft.com/office/drawing/2014/main" id="{E2369E14-FB7F-439F-B8BC-3D00ED9ED33E}"/>
                  </a:ext>
                </a:extLst>
              </p:cNvPr>
              <p:cNvSpPr txBox="1">
                <a:spLocks/>
              </p:cNvSpPr>
              <p:nvPr/>
            </p:nvSpPr>
            <p:spPr>
              <a:xfrm flipH="1">
                <a:off x="135393" y="5333675"/>
                <a:ext cx="11730541" cy="540000"/>
              </a:xfrm>
              <a:prstGeom prst="rect">
                <a:avLst/>
              </a:prstGeom>
              <a:noFill/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vert="horz" lIns="91440" tIns="45720" rIns="91440" bIns="45720" rtlCol="0" anchor="ctr">
                <a:noAutofit/>
              </a:bodyPr>
              <a:lstStyle>
                <a:lvl1pPr marL="265113" indent="-265113" algn="just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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809625" indent="-352425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lnSpc>
                    <a:spcPct val="115000"/>
                  </a:lnSpc>
                  <a:spcAft>
                    <a:spcPts val="800"/>
                  </a:spcAft>
                  <a:buNone/>
                </a:pPr>
                <a:r>
                  <a:rPr lang="en-US" sz="2800" dirty="0">
                    <a:solidFill>
                      <a:srgbClr val="002060"/>
                    </a:solidFill>
                    <a:latin typeface="+mj-lt"/>
                  </a:rPr>
                  <a:t>So, </a:t>
                </a:r>
                <a14:m>
                  <m:oMath xmlns:m="http://schemas.openxmlformats.org/officeDocument/2006/math">
                    <m:r>
                      <a:rPr lang="en-US" sz="2800" b="1" i="0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𝐰</m:t>
                    </m:r>
                    <m:r>
                      <a:rPr lang="en-US" sz="2800" b="0" i="0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sz="28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sz="2800" b="1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800" b="1" i="0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𝐚</m:t>
                            </m:r>
                          </m:e>
                          <m:sup>
                            <m:r>
                              <a:rPr lang="en-US" sz="2800" b="1" i="0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∗</m:t>
                            </m:r>
                          </m:sup>
                        </m:sSup>
                        <m:r>
                          <a:rPr lang="en-US" sz="2800" b="1" i="0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sSup>
                          <m:sSupPr>
                            <m:ctrlPr>
                              <a:rPr lang="en-US" sz="2800" b="1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800" b="1" i="0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𝐛</m:t>
                            </m:r>
                          </m:e>
                          <m:sup>
                            <m:r>
                              <a:rPr lang="en-US" sz="2800" b="1" i="0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∗</m:t>
                            </m:r>
                          </m:sup>
                        </m:sSup>
                      </m:e>
                    </m:d>
                    <m:r>
                      <a:rPr lang="en-US" sz="2800" b="1" i="0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sz="28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b="1" i="0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sz="2800" b="1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00" b="1" i="0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𝐚</m:t>
                            </m:r>
                          </m:e>
                          <m:sub>
                            <m:r>
                              <a:rPr lang="en-US" sz="2800" b="1" i="0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  <m:r>
                          <a:rPr lang="en-US" sz="2800" b="1" i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800" b="1" i="0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sz="2800" b="1" i="1" dirty="0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00" b="1" i="0" dirty="0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𝐛</m:t>
                            </m:r>
                          </m:e>
                          <m:sub>
                            <m:r>
                              <a:rPr lang="en-US" sz="2800" b="1" i="0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sz="2800" dirty="0">
                    <a:solidFill>
                      <a:srgbClr val="002060"/>
                    </a:solidFill>
                    <a:latin typeface="+mj-lt"/>
                  </a:rPr>
                  <a:t> is the </a:t>
                </a:r>
                <a:r>
                  <a:rPr lang="en-US" sz="2800" dirty="0">
                    <a:solidFill>
                      <a:srgbClr val="002060"/>
                    </a:solidFill>
                  </a:rPr>
                  <a:t>additive inverse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u</m:t>
                    </m:r>
                    <m:r>
                      <a:rPr lang="en-US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80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sz="280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a</m:t>
                            </m:r>
                          </m:e>
                          <m:sub>
                            <m:r>
                              <a:rPr lang="en-US" sz="280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sz="280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sz="280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b</m:t>
                            </m:r>
                          </m:e>
                          <m:sub>
                            <m:r>
                              <a:rPr lang="en-US" sz="280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sz="2800" dirty="0">
                    <a:solidFill>
                      <a:srgbClr val="002060"/>
                    </a:solidFill>
                  </a:rPr>
                  <a:t>.</a:t>
                </a:r>
              </a:p>
            </p:txBody>
          </p:sp>
        </mc:Choice>
        <mc:Fallback xmlns="">
          <p:sp>
            <p:nvSpPr>
              <p:cNvPr id="23" name="Content Placeholder 4">
                <a:extLst>
                  <a:ext uri="{FF2B5EF4-FFF2-40B4-BE49-F238E27FC236}">
                    <a16:creationId xmlns:a16="http://schemas.microsoft.com/office/drawing/2014/main" id="{E2369E14-FB7F-439F-B8BC-3D00ED9ED33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135393" y="5333675"/>
                <a:ext cx="11730541" cy="540000"/>
              </a:xfrm>
              <a:prstGeom prst="rect">
                <a:avLst/>
              </a:prstGeom>
              <a:blipFill>
                <a:blip r:embed="rId9"/>
                <a:stretch>
                  <a:fillRect l="-1039" t="-6742" b="-31461"/>
                </a:stretch>
              </a:blipFill>
              <a:ln w="12700" cap="flat" cmpd="sng" algn="ctr">
                <a:noFill/>
                <a:prstDash val="solid"/>
                <a:miter lim="800000"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Content Placeholder 4">
                <a:extLst>
                  <a:ext uri="{FF2B5EF4-FFF2-40B4-BE49-F238E27FC236}">
                    <a16:creationId xmlns:a16="http://schemas.microsoft.com/office/drawing/2014/main" id="{E2369E14-FB7F-439F-B8BC-3D00ED9ED33E}"/>
                  </a:ext>
                </a:extLst>
              </p:cNvPr>
              <p:cNvSpPr txBox="1">
                <a:spLocks/>
              </p:cNvSpPr>
              <p:nvPr/>
            </p:nvSpPr>
            <p:spPr>
              <a:xfrm flipH="1">
                <a:off x="520007" y="3462104"/>
                <a:ext cx="4534593" cy="540000"/>
              </a:xfrm>
              <a:prstGeom prst="rect">
                <a:avLst/>
              </a:prstGeom>
              <a:noFill/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vert="horz" lIns="91440" tIns="45720" rIns="91440" bIns="45720" rtlCol="0" anchor="ctr">
                <a:noAutofit/>
              </a:bodyPr>
              <a:lstStyle>
                <a:lvl1pPr marL="265113" indent="-265113" algn="just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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809625" indent="-352425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lnSpc>
                    <a:spcPct val="115000"/>
                  </a:lnSpc>
                  <a:spcAft>
                    <a:spcPts val="8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dirty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⇒</m:t>
                      </m:r>
                      <m:d>
                        <m:dPr>
                          <m:ctrlP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a</m:t>
                              </m:r>
                            </m:e>
                            <m:sub>
                              <m: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en-US" sz="2800" i="1" dirty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n-US" sz="2800" dirty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a</m:t>
                              </m:r>
                            </m:e>
                            <m:sup>
                              <m:r>
                                <a:rPr lang="en-US" sz="2800" b="0" i="0" dirty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∗</m:t>
                              </m:r>
                            </m:sup>
                          </m:sSup>
                          <m: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b</m:t>
                              </m:r>
                            </m:e>
                            <m:sub>
                              <m: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en-US" sz="2800" i="1" dirty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n-US" sz="2800" dirty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b</m:t>
                              </m:r>
                            </m:e>
                            <m:sup>
                              <m:r>
                                <a:rPr lang="en-US" sz="2800" b="0" i="0" dirty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∗</m:t>
                              </m:r>
                            </m:sup>
                          </m:sSup>
                        </m:e>
                      </m:d>
                      <m:r>
                        <a:rPr lang="en-US" sz="2800" dirty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  <m: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d>
                    </m:oMath>
                  </m:oMathPara>
                </a14:m>
                <a:endParaRPr lang="en-US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24" name="Content Placeholder 4">
                <a:extLst>
                  <a:ext uri="{FF2B5EF4-FFF2-40B4-BE49-F238E27FC236}">
                    <a16:creationId xmlns:a16="http://schemas.microsoft.com/office/drawing/2014/main" id="{E2369E14-FB7F-439F-B8BC-3D00ED9ED33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520007" y="3462104"/>
                <a:ext cx="4534593" cy="540000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  <a:ln w="12700" cap="flat" cmpd="sng" algn="ctr">
                <a:noFill/>
                <a:prstDash val="solid"/>
                <a:miter lim="800000"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Content Placeholder 4">
                <a:extLst>
                  <a:ext uri="{FF2B5EF4-FFF2-40B4-BE49-F238E27FC236}">
                    <a16:creationId xmlns:a16="http://schemas.microsoft.com/office/drawing/2014/main" id="{E2369E14-FB7F-439F-B8BC-3D00ED9ED33E}"/>
                  </a:ext>
                </a:extLst>
              </p:cNvPr>
              <p:cNvSpPr txBox="1">
                <a:spLocks/>
              </p:cNvSpPr>
              <p:nvPr/>
            </p:nvSpPr>
            <p:spPr>
              <a:xfrm flipH="1">
                <a:off x="550488" y="4107323"/>
                <a:ext cx="5202612" cy="540000"/>
              </a:xfrm>
              <a:prstGeom prst="rect">
                <a:avLst/>
              </a:prstGeom>
              <a:noFill/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vert="horz" lIns="91440" tIns="45720" rIns="91440" bIns="45720" rtlCol="0" anchor="ctr">
                <a:noAutofit/>
              </a:bodyPr>
              <a:lstStyle>
                <a:lvl1pPr marL="265113" indent="-265113" algn="just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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809625" indent="-352425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lnSpc>
                    <a:spcPct val="115000"/>
                  </a:lnSpc>
                  <a:spcAft>
                    <a:spcPts val="800"/>
                  </a:spcAft>
                  <a:buNone/>
                </a:pPr>
                <a14:m>
                  <m:oMath xmlns:m="http://schemas.openxmlformats.org/officeDocument/2006/math">
                    <m:r>
                      <a:rPr lang="en-US" sz="2800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⇒</m:t>
                    </m:r>
                    <m:sSub>
                      <m:sSubPr>
                        <m:ctrlPr>
                          <a:rPr lang="en-US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a</m:t>
                        </m:r>
                      </m:e>
                      <m:sub>
                        <m:r>
                          <a:rPr lang="en-US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800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en-US" sz="2800" i="1" dirty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sz="2800" dirty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a</m:t>
                        </m:r>
                      </m:e>
                      <m:sup>
                        <m:r>
                          <a:rPr lang="en-US" sz="2800" b="0" i="0" dirty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r>
                      <a:rPr lang="en-US" sz="2800" i="1" dirty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800" b="0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en-US" sz="2800" b="0" i="0" dirty="0">
                    <a:solidFill>
                      <a:srgbClr val="002060"/>
                    </a:solidFill>
                    <a:latin typeface="+mj-lt"/>
                  </a:rPr>
                  <a:t> and</a:t>
                </a:r>
                <a14:m>
                  <m:oMath xmlns:m="http://schemas.openxmlformats.org/officeDocument/2006/math">
                    <m:r>
                      <a:rPr lang="en-US" sz="2800" b="0" i="1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  </m:t>
                    </m:r>
                    <m:sSub>
                      <m:sSubPr>
                        <m:ctrlPr>
                          <a:rPr lang="en-US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b</m:t>
                        </m:r>
                      </m:e>
                      <m:sub>
                        <m:r>
                          <a:rPr lang="en-US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800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en-US" sz="2800" i="1" dirty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sz="2800" dirty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b</m:t>
                        </m:r>
                      </m:e>
                      <m:sup>
                        <m:r>
                          <a:rPr lang="en-US" sz="2800" b="0" i="0" dirty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r>
                      <a:rPr lang="en-US" sz="2800" i="1" dirty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800" b="0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endParaRPr lang="en-US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25" name="Content Placeholder 4">
                <a:extLst>
                  <a:ext uri="{FF2B5EF4-FFF2-40B4-BE49-F238E27FC236}">
                    <a16:creationId xmlns:a16="http://schemas.microsoft.com/office/drawing/2014/main" id="{E2369E14-FB7F-439F-B8BC-3D00ED9ED33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550488" y="4107323"/>
                <a:ext cx="5202612" cy="540000"/>
              </a:xfrm>
              <a:prstGeom prst="rect">
                <a:avLst/>
              </a:prstGeom>
              <a:blipFill>
                <a:blip r:embed="rId11"/>
                <a:stretch>
                  <a:fillRect t="-10227" b="-29545"/>
                </a:stretch>
              </a:blipFill>
              <a:ln w="12700" cap="flat" cmpd="sng" algn="ctr">
                <a:noFill/>
                <a:prstDash val="solid"/>
                <a:miter lim="800000"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Content Placeholder 4">
                <a:extLst>
                  <a:ext uri="{FF2B5EF4-FFF2-40B4-BE49-F238E27FC236}">
                    <a16:creationId xmlns:a16="http://schemas.microsoft.com/office/drawing/2014/main" id="{E2369E14-FB7F-439F-B8BC-3D00ED9ED33E}"/>
                  </a:ext>
                </a:extLst>
              </p:cNvPr>
              <p:cNvSpPr txBox="1">
                <a:spLocks/>
              </p:cNvSpPr>
              <p:nvPr/>
            </p:nvSpPr>
            <p:spPr>
              <a:xfrm flipH="1">
                <a:off x="550488" y="4756888"/>
                <a:ext cx="5202612" cy="540000"/>
              </a:xfrm>
              <a:prstGeom prst="rect">
                <a:avLst/>
              </a:prstGeom>
              <a:noFill/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vert="horz" lIns="91440" tIns="45720" rIns="91440" bIns="45720" rtlCol="0" anchor="ctr">
                <a:noAutofit/>
              </a:bodyPr>
              <a:lstStyle>
                <a:lvl1pPr marL="265113" indent="-265113" algn="just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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809625" indent="-352425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lnSpc>
                    <a:spcPct val="115000"/>
                  </a:lnSpc>
                  <a:spcAft>
                    <a:spcPts val="800"/>
                  </a:spcAft>
                  <a:buNone/>
                </a:pPr>
                <a14:m>
                  <m:oMath xmlns:m="http://schemas.openxmlformats.org/officeDocument/2006/math">
                    <m:r>
                      <a:rPr lang="en-US" sz="2800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⇒</m:t>
                    </m:r>
                    <m:sSup>
                      <m:sSupPr>
                        <m:ctrlPr>
                          <a:rPr lang="en-US" sz="2800" i="1" dirty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sz="2800" dirty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a</m:t>
                        </m:r>
                      </m:e>
                      <m:sup>
                        <m:r>
                          <a:rPr lang="en-US" sz="2800" b="0" i="0" dirty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r>
                      <a:rPr lang="en-US" sz="2800" i="1" dirty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800" b="0" i="1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sz="2800" b="0" i="1" dirty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2800" b="0" i="0" dirty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a</m:t>
                        </m:r>
                      </m:e>
                      <m:sub>
                        <m:r>
                          <a:rPr lang="en-US" sz="2800" b="0" i="0" dirty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800" b="0" i="1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  </m:t>
                    </m:r>
                  </m:oMath>
                </a14:m>
                <a:r>
                  <a:rPr lang="en-US" sz="2800" b="0" i="0" dirty="0">
                    <a:solidFill>
                      <a:srgbClr val="002060"/>
                    </a:solidFill>
                    <a:latin typeface="+mj-lt"/>
                  </a:rPr>
                  <a:t>and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800" i="1" dirty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sz="2800" dirty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b</m:t>
                        </m:r>
                      </m:e>
                      <m:sup>
                        <m:r>
                          <a:rPr lang="en-US" sz="2800" b="0" i="0" dirty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r>
                      <a:rPr lang="en-US" sz="2800" i="1" dirty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=−</m:t>
                    </m:r>
                    <m:sSub>
                      <m:sSubPr>
                        <m:ctrlPr>
                          <a:rPr lang="en-US" sz="2800" b="0" i="1" dirty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2800" b="0" i="0" dirty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b</m:t>
                        </m:r>
                      </m:e>
                      <m:sub>
                        <m:r>
                          <a:rPr lang="en-US" sz="2800" dirty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endParaRPr lang="en-US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28" name="Content Placeholder 4">
                <a:extLst>
                  <a:ext uri="{FF2B5EF4-FFF2-40B4-BE49-F238E27FC236}">
                    <a16:creationId xmlns:a16="http://schemas.microsoft.com/office/drawing/2014/main" id="{E2369E14-FB7F-439F-B8BC-3D00ED9ED33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550488" y="4756888"/>
                <a:ext cx="5202612" cy="540000"/>
              </a:xfrm>
              <a:prstGeom prst="rect">
                <a:avLst/>
              </a:prstGeom>
              <a:blipFill>
                <a:blip r:embed="rId12"/>
                <a:stretch>
                  <a:fillRect t="-10112" b="-29213"/>
                </a:stretch>
              </a:blipFill>
              <a:ln w="12700" cap="flat" cmpd="sng" algn="ctr">
                <a:noFill/>
                <a:prstDash val="solid"/>
                <a:miter lim="800000"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468803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/>
      <p:bldP spid="14" grpId="0"/>
      <p:bldP spid="15" grpId="0"/>
      <p:bldP spid="23" grpId="0"/>
      <p:bldP spid="24" grpId="0"/>
      <p:bldP spid="25" grpId="0"/>
      <p:bldP spid="28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ECFC8A-BC0D-5D72-FE99-20313653BC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1" name="Content Placeholder 4">
                <a:extLst>
                  <a:ext uri="{FF2B5EF4-FFF2-40B4-BE49-F238E27FC236}">
                    <a16:creationId xmlns:a16="http://schemas.microsoft.com/office/drawing/2014/main" id="{C2E3A768-B2DD-49B5-A909-9453EEB041E3}"/>
                  </a:ext>
                </a:extLst>
              </p:cNvPr>
              <p:cNvSpPr txBox="1">
                <a:spLocks/>
              </p:cNvSpPr>
              <p:nvPr/>
            </p:nvSpPr>
            <p:spPr>
              <a:xfrm flipH="1">
                <a:off x="-1" y="865206"/>
                <a:ext cx="5499100" cy="540000"/>
              </a:xfrm>
              <a:prstGeom prst="rect">
                <a:avLst/>
              </a:prstGeom>
              <a:gradFill>
                <a:gsLst>
                  <a:gs pos="10000">
                    <a:srgbClr val="0E47A1"/>
                  </a:gs>
                  <a:gs pos="100000">
                    <a:srgbClr val="03A9F5"/>
                  </a:gs>
                </a:gsLst>
                <a:lin ang="10800000" scaled="1"/>
              </a:gradFill>
              <a:ln>
                <a:noFill/>
              </a:ln>
            </p:spPr>
            <p:txBody>
              <a:bodyPr vert="horz" wrap="square" lIns="91440" tIns="45720" rIns="91440" bIns="45720" numCol="1" anchor="ctr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algn="ctr">
                  <a:defRPr sz="2800">
                    <a:solidFill>
                      <a:schemeClr val="bg1"/>
                    </a:solidFill>
                  </a:defRPr>
                </a:lvl1pPr>
                <a:lvl2pPr>
                  <a:defRPr>
                    <a:solidFill>
                      <a:schemeClr val="tx1"/>
                    </a:solidFill>
                  </a:defRPr>
                </a:lvl2pPr>
                <a:lvl3pPr>
                  <a:defRPr>
                    <a:solidFill>
                      <a:schemeClr val="tx1"/>
                    </a:solidFill>
                  </a:defRPr>
                </a:lvl3pPr>
                <a:lvl4pPr>
                  <a:defRPr>
                    <a:solidFill>
                      <a:schemeClr val="tx1"/>
                    </a:solidFill>
                  </a:defRPr>
                </a:lvl4pPr>
                <a:lvl5pPr>
                  <a:defRPr>
                    <a:solidFill>
                      <a:schemeClr val="tx1"/>
                    </a:solidFill>
                  </a:defRPr>
                </a:lvl5pPr>
                <a:lvl6pPr>
                  <a:defRPr>
                    <a:solidFill>
                      <a:schemeClr val="tx1"/>
                    </a:solidFill>
                  </a:defRPr>
                </a:lvl6pPr>
                <a:lvl7pPr>
                  <a:defRPr>
                    <a:solidFill>
                      <a:schemeClr val="tx1"/>
                    </a:solidFill>
                  </a:defRPr>
                </a:lvl7pPr>
                <a:lvl8pPr>
                  <a:defRPr>
                    <a:solidFill>
                      <a:schemeClr val="tx1"/>
                    </a:solidFill>
                  </a:defRPr>
                </a:lvl8pPr>
                <a:lvl9pPr>
                  <a:defRPr>
                    <a:solidFill>
                      <a:schemeClr val="tx1"/>
                    </a:solidFill>
                  </a:defRPr>
                </a:lvl9pPr>
              </a:lstStyle>
              <a:p>
                <a:pPr algn="l"/>
                <a:r>
                  <a:rPr lang="en-US" b="1" dirty="0"/>
                  <a:t>Axiom 6: </a:t>
                </a:r>
                <a14:m>
                  <m:oMath xmlns:m="http://schemas.openxmlformats.org/officeDocument/2006/math">
                    <m:r>
                      <a:rPr lang="en-US" b="1" i="0" dirty="0" smtClean="0">
                        <a:latin typeface="Cambria Math" panose="02040503050406030204" pitchFamily="18" charset="0"/>
                      </a:rPr>
                      <m:t>𝐤</m:t>
                    </m:r>
                    <m:r>
                      <a:rPr lang="en-US" dirty="0" smtClean="0">
                        <a:solidFill>
                          <a:srgbClr val="EEEEEE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US" b="1" i="0" dirty="0" smtClean="0">
                        <a:latin typeface="Cambria Math" panose="02040503050406030204" pitchFamily="18" charset="0"/>
                      </a:rPr>
                      <m:t>𝐮</m:t>
                    </m:r>
                    <m:r>
                      <a:rPr lang="en-US" b="1" i="0" dirty="0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b="1" i="0" dirty="0" smtClean="0">
                        <a:latin typeface="Cambria Math" panose="02040503050406030204" pitchFamily="18" charset="0"/>
                      </a:rPr>
                      <m:t>𝐕</m:t>
                    </m:r>
                  </m:oMath>
                </a14:m>
                <a:endParaRPr lang="en-US" b="1" dirty="0"/>
              </a:p>
            </p:txBody>
          </p:sp>
        </mc:Choice>
        <mc:Fallback xmlns="">
          <p:sp>
            <p:nvSpPr>
              <p:cNvPr id="21" name="Content Placeholder 4">
                <a:extLst>
                  <a:ext uri="{FF2B5EF4-FFF2-40B4-BE49-F238E27FC236}">
                    <a16:creationId xmlns:a16="http://schemas.microsoft.com/office/drawing/2014/main" id="{C2E3A768-B2DD-49B5-A909-9453EEB041E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-1" y="865206"/>
                <a:ext cx="5499100" cy="540000"/>
              </a:xfrm>
              <a:prstGeom prst="rect">
                <a:avLst/>
              </a:prstGeom>
              <a:blipFill>
                <a:blip r:embed="rId2"/>
                <a:stretch>
                  <a:fillRect l="-2217" t="-10112" b="-29213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FDFDD70C-3AAE-183B-5AED-36C59E3E9B77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IN" dirty="0"/>
                  <a:t>Method:1 </a:t>
                </a:r>
                <a14:m>
                  <m:oMath xmlns:m="http://schemas.openxmlformats.org/officeDocument/2006/math">
                    <m:r>
                      <a:rPr lang="en-I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⇝</m:t>
                    </m:r>
                  </m:oMath>
                </a14:m>
                <a:r>
                  <a:rPr lang="en-IN" dirty="0"/>
                  <a:t> Example:5(continue)</a:t>
                </a:r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FDFDD70C-3AAE-183B-5AED-36C59E3E9B7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3"/>
                <a:stretch>
                  <a:fillRect l="-400" t="-8547" b="-1965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Right Arrow 3">
            <a:extLst>
              <a:ext uri="{FF2B5EF4-FFF2-40B4-BE49-F238E27FC236}">
                <a16:creationId xmlns:a16="http://schemas.microsoft.com/office/drawing/2014/main" id="{3FE11F38-A8D0-406B-A77F-9DE69C4F1B02}"/>
              </a:ext>
            </a:extLst>
          </p:cNvPr>
          <p:cNvSpPr/>
          <p:nvPr/>
        </p:nvSpPr>
        <p:spPr>
          <a:xfrm flipV="1">
            <a:off x="7091357" y="1733616"/>
            <a:ext cx="144000" cy="180000"/>
          </a:xfrm>
          <a:prstGeom prst="rightArrow">
            <a:avLst/>
          </a:prstGeom>
          <a:gradFill>
            <a:gsLst>
              <a:gs pos="10000">
                <a:srgbClr val="0E47A1"/>
              </a:gs>
              <a:gs pos="100000">
                <a:srgbClr val="03A9F5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Wingdings 3" panose="05040102010807070707" pitchFamily="18" charset="2"/>
              <a:buNone/>
            </a:pPr>
            <a:endParaRPr lang="en-IN" sz="2800" dirty="0">
              <a:solidFill>
                <a:schemeClr val="bg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Content Placeholder 4">
                <a:extLst>
                  <a:ext uri="{FF2B5EF4-FFF2-40B4-BE49-F238E27FC236}">
                    <a16:creationId xmlns:a16="http://schemas.microsoft.com/office/drawing/2014/main" id="{E2369E14-FB7F-439F-B8BC-3D00ED9ED33E}"/>
                  </a:ext>
                </a:extLst>
              </p:cNvPr>
              <p:cNvSpPr txBox="1">
                <a:spLocks/>
              </p:cNvSpPr>
              <p:nvPr/>
            </p:nvSpPr>
            <p:spPr>
              <a:xfrm flipH="1">
                <a:off x="132607" y="1548055"/>
                <a:ext cx="4067252" cy="540000"/>
              </a:xfrm>
              <a:prstGeom prst="rect">
                <a:avLst/>
              </a:prstGeom>
              <a:noFill/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vert="horz" lIns="91440" tIns="45720" rIns="91440" bIns="45720" rtlCol="0" anchor="ctr">
                <a:noAutofit/>
              </a:bodyPr>
              <a:lstStyle>
                <a:lvl1pPr marL="265113" indent="-265113" algn="just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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809625" indent="-352425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 algn="l">
                  <a:lnSpc>
                    <a:spcPct val="115000"/>
                  </a:lnSpc>
                  <a:spcAft>
                    <a:spcPts val="800"/>
                  </a:spcAft>
                  <a:buNone/>
                </a:pPr>
                <a:r>
                  <a:rPr lang="en-US" sz="2800" dirty="0">
                    <a:solidFill>
                      <a:srgbClr val="002060"/>
                    </a:solidFill>
                  </a:rPr>
                  <a:t>Now,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800" b="0" i="0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k</m:t>
                    </m:r>
                    <m:r>
                      <a:rPr lang="en-US" sz="2800" dirty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m:rPr>
                        <m:sty m:val="p"/>
                      </m:rPr>
                      <a:rPr lang="en-US" sz="2800" dirty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u</m:t>
                    </m:r>
                    <m:r>
                      <a:rPr lang="en-US" sz="2800" dirty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sz="2800" b="0" i="0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k</m:t>
                    </m:r>
                    <m:r>
                      <a:rPr lang="en-US" sz="2800" dirty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⋅</m:t>
                    </m:r>
                    <m:d>
                      <m:dPr>
                        <m:ctrlPr>
                          <a:rPr lang="en-US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80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sz="280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a</m:t>
                            </m:r>
                          </m:e>
                          <m:sub>
                            <m:r>
                              <a:rPr lang="en-US" sz="280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sz="280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sz="280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b</m:t>
                            </m:r>
                          </m:e>
                          <m:sub>
                            <m:r>
                              <a:rPr lang="en-US" sz="280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</m:oMath>
                </a14:m>
                <a:endParaRPr lang="en-US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19" name="Content Placeholder 4">
                <a:extLst>
                  <a:ext uri="{FF2B5EF4-FFF2-40B4-BE49-F238E27FC236}">
                    <a16:creationId xmlns:a16="http://schemas.microsoft.com/office/drawing/2014/main" id="{E2369E14-FB7F-439F-B8BC-3D00ED9ED33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132607" y="1548055"/>
                <a:ext cx="4067252" cy="540000"/>
              </a:xfrm>
              <a:prstGeom prst="rect">
                <a:avLst/>
              </a:prstGeom>
              <a:blipFill>
                <a:blip r:embed="rId5"/>
                <a:stretch>
                  <a:fillRect l="-3148" t="-6742" b="-31461"/>
                </a:stretch>
              </a:blipFill>
              <a:ln w="12700" cap="flat" cmpd="sng" algn="ctr">
                <a:noFill/>
                <a:prstDash val="solid"/>
                <a:miter lim="800000"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Content Placeholder 4">
                <a:extLst>
                  <a:ext uri="{FF2B5EF4-FFF2-40B4-BE49-F238E27FC236}">
                    <a16:creationId xmlns:a16="http://schemas.microsoft.com/office/drawing/2014/main" id="{E2369E14-FB7F-439F-B8BC-3D00ED9ED33E}"/>
                  </a:ext>
                </a:extLst>
              </p:cNvPr>
              <p:cNvSpPr txBox="1">
                <a:spLocks/>
              </p:cNvSpPr>
              <p:nvPr/>
            </p:nvSpPr>
            <p:spPr>
              <a:xfrm flipH="1">
                <a:off x="3698576" y="1599810"/>
                <a:ext cx="2102590" cy="540000"/>
              </a:xfrm>
              <a:prstGeom prst="rect">
                <a:avLst/>
              </a:prstGeom>
              <a:noFill/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vert="horz" lIns="91440" tIns="45720" rIns="91440" bIns="45720" rtlCol="0" anchor="ctr">
                <a:noAutofit/>
              </a:bodyPr>
              <a:lstStyle>
                <a:lvl1pPr marL="265113" indent="-265113" algn="just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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809625" indent="-352425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lnSpc>
                    <a:spcPct val="115000"/>
                  </a:lnSpc>
                  <a:spcAft>
                    <a:spcPts val="8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800" dirty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sz="2800" i="1" dirty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sz="2800" dirty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k</m:t>
                          </m:r>
                          <m:sSub>
                            <m:sSubPr>
                              <m:ctrlPr>
                                <a:rPr lang="en-US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a</m:t>
                              </m:r>
                            </m:e>
                            <m:sub>
                              <m: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m:rPr>
                              <m:sty m:val="p"/>
                            </m:rPr>
                            <a:rPr lang="en-US" sz="2800" dirty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k</m:t>
                          </m:r>
                          <m:sSub>
                            <m:sSubPr>
                              <m:ctrlPr>
                                <a:rPr lang="en-US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b</m:t>
                              </m:r>
                            </m:e>
                            <m:sub>
                              <m: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sz="2800" dirty="0">
                  <a:solidFill>
                    <a:srgbClr val="002060"/>
                  </a:solidFill>
                  <a:latin typeface="+mj-lt"/>
                </a:endParaRPr>
              </a:p>
            </p:txBody>
          </p:sp>
        </mc:Choice>
        <mc:Fallback xmlns="">
          <p:sp>
            <p:nvSpPr>
              <p:cNvPr id="20" name="Content Placeholder 4">
                <a:extLst>
                  <a:ext uri="{FF2B5EF4-FFF2-40B4-BE49-F238E27FC236}">
                    <a16:creationId xmlns:a16="http://schemas.microsoft.com/office/drawing/2014/main" id="{E2369E14-FB7F-439F-B8BC-3D00ED9ED33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3698576" y="1599810"/>
                <a:ext cx="2102590" cy="54000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ln w="12700" cap="flat" cmpd="sng" algn="ctr">
                <a:noFill/>
                <a:prstDash val="solid"/>
                <a:miter lim="800000"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Content Placeholder 4">
                <a:extLst>
                  <a:ext uri="{FF2B5EF4-FFF2-40B4-BE49-F238E27FC236}">
                    <a16:creationId xmlns:a16="http://schemas.microsoft.com/office/drawing/2014/main" id="{E2369E14-FB7F-439F-B8BC-3D00ED9ED33E}"/>
                  </a:ext>
                </a:extLst>
              </p:cNvPr>
              <p:cNvSpPr txBox="1">
                <a:spLocks/>
              </p:cNvSpPr>
              <p:nvPr/>
            </p:nvSpPr>
            <p:spPr>
              <a:xfrm flipH="1">
                <a:off x="107210" y="2912927"/>
                <a:ext cx="2432790" cy="540000"/>
              </a:xfrm>
              <a:prstGeom prst="rect">
                <a:avLst/>
              </a:prstGeom>
              <a:noFill/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vert="horz" lIns="91440" tIns="45720" rIns="91440" bIns="45720" rtlCol="0" anchor="ctr">
                <a:noAutofit/>
              </a:bodyPr>
              <a:lstStyle>
                <a:lvl1pPr marL="265113" indent="-265113" algn="just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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809625" indent="-352425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lnSpc>
                    <a:spcPct val="115000"/>
                  </a:lnSpc>
                  <a:spcAft>
                    <a:spcPts val="8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800" dirty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⇒</m:t>
                      </m:r>
                      <m:sSub>
                        <m:sSubPr>
                          <m:ctrlP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a</m:t>
                          </m:r>
                        </m:e>
                        <m:sub>
                          <m: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b</m:t>
                          </m:r>
                        </m:e>
                        <m:sub>
                          <m: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2800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m:rPr>
                          <m:sty m:val="p"/>
                        </m:rPr>
                        <a:rPr lang="en-US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k</m:t>
                      </m:r>
                      <m:r>
                        <a:rPr lang="en-US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∈</m:t>
                      </m:r>
                      <m:r>
                        <a:rPr lang="en-US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ℝ</m:t>
                      </m:r>
                    </m:oMath>
                  </m:oMathPara>
                </a14:m>
                <a:endParaRPr lang="en-US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23" name="Content Placeholder 4">
                <a:extLst>
                  <a:ext uri="{FF2B5EF4-FFF2-40B4-BE49-F238E27FC236}">
                    <a16:creationId xmlns:a16="http://schemas.microsoft.com/office/drawing/2014/main" id="{E2369E14-FB7F-439F-B8BC-3D00ED9ED33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107210" y="2912927"/>
                <a:ext cx="2432790" cy="54000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  <a:ln w="12700" cap="flat" cmpd="sng" algn="ctr">
                <a:noFill/>
                <a:prstDash val="solid"/>
                <a:miter lim="800000"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Content Placeholder 4">
                <a:extLst>
                  <a:ext uri="{FF2B5EF4-FFF2-40B4-BE49-F238E27FC236}">
                    <a16:creationId xmlns:a16="http://schemas.microsoft.com/office/drawing/2014/main" id="{E2369E14-FB7F-439F-B8BC-3D00ED9ED33E}"/>
                  </a:ext>
                </a:extLst>
              </p:cNvPr>
              <p:cNvSpPr txBox="1">
                <a:spLocks/>
              </p:cNvSpPr>
              <p:nvPr/>
            </p:nvSpPr>
            <p:spPr>
              <a:xfrm flipH="1">
                <a:off x="56410" y="3595363"/>
                <a:ext cx="2547090" cy="540000"/>
              </a:xfrm>
              <a:prstGeom prst="rect">
                <a:avLst/>
              </a:prstGeom>
              <a:noFill/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vert="horz" lIns="91440" tIns="45720" rIns="91440" bIns="45720" rtlCol="0" anchor="ctr">
                <a:noAutofit/>
              </a:bodyPr>
              <a:lstStyle>
                <a:lvl1pPr marL="265113" indent="-265113" algn="just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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809625" indent="-352425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lnSpc>
                    <a:spcPct val="115000"/>
                  </a:lnSpc>
                  <a:spcAft>
                    <a:spcPts val="8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800" dirty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⇒</m:t>
                      </m:r>
                      <m:r>
                        <m:rPr>
                          <m:sty m:val="p"/>
                        </m:rPr>
                        <a:rPr lang="en-US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k</m:t>
                      </m:r>
                      <m:sSub>
                        <m:sSubPr>
                          <m:ctrlP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a</m:t>
                          </m:r>
                        </m:e>
                        <m:sub>
                          <m: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m:rPr>
                          <m:sty m:val="p"/>
                        </m:rPr>
                        <a:rPr lang="en-US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k</m:t>
                      </m:r>
                      <m:sSub>
                        <m:sSubPr>
                          <m:ctrlP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b</m:t>
                          </m:r>
                        </m:e>
                        <m:sub>
                          <m: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∈</m:t>
                      </m:r>
                      <m:r>
                        <a:rPr lang="en-US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ℝ</m:t>
                      </m:r>
                    </m:oMath>
                  </m:oMathPara>
                </a14:m>
                <a:endParaRPr lang="en-US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25" name="Content Placeholder 4">
                <a:extLst>
                  <a:ext uri="{FF2B5EF4-FFF2-40B4-BE49-F238E27FC236}">
                    <a16:creationId xmlns:a16="http://schemas.microsoft.com/office/drawing/2014/main" id="{E2369E14-FB7F-439F-B8BC-3D00ED9ED33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56410" y="3595363"/>
                <a:ext cx="2547090" cy="54000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  <a:ln w="12700" cap="flat" cmpd="sng" algn="ctr">
                <a:noFill/>
                <a:prstDash val="solid"/>
                <a:miter lim="800000"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Content Placeholder 4">
                <a:extLst>
                  <a:ext uri="{FF2B5EF4-FFF2-40B4-BE49-F238E27FC236}">
                    <a16:creationId xmlns:a16="http://schemas.microsoft.com/office/drawing/2014/main" id="{E2369E14-FB7F-439F-B8BC-3D00ED9ED33E}"/>
                  </a:ext>
                </a:extLst>
              </p:cNvPr>
              <p:cNvSpPr txBox="1">
                <a:spLocks/>
              </p:cNvSpPr>
              <p:nvPr/>
            </p:nvSpPr>
            <p:spPr>
              <a:xfrm flipH="1">
                <a:off x="56410" y="4277799"/>
                <a:ext cx="4898362" cy="540000"/>
              </a:xfrm>
              <a:prstGeom prst="rect">
                <a:avLst/>
              </a:prstGeom>
              <a:noFill/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vert="horz" lIns="91440" tIns="45720" rIns="91440" bIns="45720" rtlCol="0" anchor="ctr">
                <a:noAutofit/>
              </a:bodyPr>
              <a:lstStyle>
                <a:lvl1pPr marL="265113" indent="-265113" algn="just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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809625" indent="-352425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lnSpc>
                    <a:spcPct val="115000"/>
                  </a:lnSpc>
                  <a:spcAft>
                    <a:spcPts val="8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sz="2800" i="0" dirty="0" smtClean="0">
                          <a:solidFill>
                            <a:srgbClr val="002060"/>
                          </a:solidFill>
                        </a:rPr>
                        <m:t>So</m:t>
                      </m:r>
                      <m:r>
                        <m:rPr>
                          <m:nor/>
                        </m:rPr>
                        <a:rPr lang="en-US" sz="2800" i="0" dirty="0" smtClean="0">
                          <a:solidFill>
                            <a:srgbClr val="002060"/>
                          </a:solidFill>
                        </a:rPr>
                        <m:t>, </m:t>
                      </m:r>
                      <m:r>
                        <m:rPr>
                          <m:sty m:val="p"/>
                        </m:rPr>
                        <a:rPr lang="en-US" sz="2800" b="0" i="0" dirty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k</m:t>
                      </m:r>
                      <m:r>
                        <a:rPr lang="en-US" sz="2800" dirty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⋅</m:t>
                      </m:r>
                      <m:r>
                        <m:rPr>
                          <m:sty m:val="p"/>
                        </m:rPr>
                        <a:rPr lang="en-US" sz="2800" dirty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u</m:t>
                      </m:r>
                      <m:r>
                        <a:rPr lang="en-US" sz="2800" dirty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sz="2800" i="1" dirty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sz="2800" dirty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k</m:t>
                          </m:r>
                          <m:sSub>
                            <m:sSubPr>
                              <m:ctrlPr>
                                <a:rPr lang="en-US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a</m:t>
                              </m:r>
                            </m:e>
                            <m:sub>
                              <m: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m:rPr>
                              <m:sty m:val="p"/>
                            </m:rPr>
                            <a:rPr lang="en-US" sz="2800" dirty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k</m:t>
                          </m:r>
                          <m:sSub>
                            <m:sSubPr>
                              <m:ctrlPr>
                                <a:rPr lang="en-US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b</m:t>
                              </m:r>
                            </m:e>
                            <m:sub>
                              <m: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r>
                        <a:rPr lang="en-US" sz="2800" i="1" dirty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∈</m:t>
                      </m:r>
                      <m:r>
                        <m:rPr>
                          <m:sty m:val="p"/>
                        </m:rPr>
                        <a:rPr lang="en-US" sz="2800" dirty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V</m:t>
                      </m:r>
                    </m:oMath>
                  </m:oMathPara>
                </a14:m>
                <a:endParaRPr lang="en-US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27" name="Content Placeholder 4">
                <a:extLst>
                  <a:ext uri="{FF2B5EF4-FFF2-40B4-BE49-F238E27FC236}">
                    <a16:creationId xmlns:a16="http://schemas.microsoft.com/office/drawing/2014/main" id="{E2369E14-FB7F-439F-B8BC-3D00ED9ED33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56410" y="4277799"/>
                <a:ext cx="4898362" cy="540000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  <a:ln w="12700" cap="flat" cmpd="sng" algn="ctr">
                <a:noFill/>
                <a:prstDash val="solid"/>
                <a:miter lim="800000"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6" name="Picture 15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084015" y="850686"/>
            <a:ext cx="5040000" cy="1208314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33" name="Content Placeholder 4">
                <a:extLst>
                  <a:ext uri="{FF2B5EF4-FFF2-40B4-BE49-F238E27FC236}">
                    <a16:creationId xmlns:a16="http://schemas.microsoft.com/office/drawing/2014/main" id="{E2369E14-FB7F-439F-B8BC-3D00ED9ED33E}"/>
                  </a:ext>
                </a:extLst>
              </p:cNvPr>
              <p:cNvSpPr txBox="1">
                <a:spLocks/>
              </p:cNvSpPr>
              <p:nvPr/>
            </p:nvSpPr>
            <p:spPr>
              <a:xfrm flipH="1">
                <a:off x="132608" y="2195993"/>
                <a:ext cx="4993182" cy="540000"/>
              </a:xfrm>
              <a:prstGeom prst="rect">
                <a:avLst/>
              </a:prstGeom>
              <a:noFill/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vert="horz" lIns="91440" tIns="45720" rIns="91440" bIns="45720" rtlCol="0" anchor="ctr">
                <a:noAutofit/>
              </a:bodyPr>
              <a:lstStyle>
                <a:lvl1pPr marL="265113" indent="-265113" algn="just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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809625" indent="-352425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 algn="l">
                  <a:lnSpc>
                    <a:spcPct val="115000"/>
                  </a:lnSpc>
                  <a:spcAft>
                    <a:spcPts val="800"/>
                  </a:spcAft>
                  <a:buNone/>
                </a:pPr>
                <a:r>
                  <a:rPr lang="en-US" sz="2800" dirty="0">
                    <a:solidFill>
                      <a:srgbClr val="002060"/>
                    </a:solidFill>
                  </a:rPr>
                  <a:t>Since,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80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sz="280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a</m:t>
                            </m:r>
                          </m:e>
                          <m:sub>
                            <m:r>
                              <a:rPr lang="en-US" sz="280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sz="280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sz="280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b</m:t>
                            </m:r>
                          </m:e>
                          <m:sub>
                            <m:r>
                              <a:rPr lang="en-US" sz="280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  <m:r>
                      <m:rPr>
                        <m:nor/>
                      </m:rPr>
                      <a:rPr lang="en-US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en-US" sz="2800" i="0" dirty="0">
                        <a:solidFill>
                          <a:srgbClr val="002060"/>
                        </a:solidFill>
                      </a:rPr>
                      <m:t>∈ </m:t>
                    </m:r>
                    <m:r>
                      <m:rPr>
                        <m:sty m:val="p"/>
                      </m:rPr>
                      <a:rPr lang="en-US" sz="2800" dirty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V</m:t>
                    </m:r>
                  </m:oMath>
                </a14:m>
                <a:r>
                  <a:rPr lang="en-US" sz="2800" dirty="0">
                    <a:solidFill>
                      <a:srgbClr val="002060"/>
                    </a:solidFill>
                  </a:rPr>
                  <a:t> 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k</m:t>
                    </m:r>
                    <m:r>
                      <a:rPr lang="en-US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ℝ</m:t>
                    </m:r>
                  </m:oMath>
                </a14:m>
                <a:r>
                  <a:rPr lang="en-US" sz="2800" dirty="0">
                    <a:solidFill>
                      <a:srgbClr val="002060"/>
                    </a:solidFill>
                  </a:rPr>
                  <a:t>  </a:t>
                </a:r>
              </a:p>
            </p:txBody>
          </p:sp>
        </mc:Choice>
        <mc:Fallback xmlns="">
          <p:sp>
            <p:nvSpPr>
              <p:cNvPr id="33" name="Content Placeholder 4">
                <a:extLst>
                  <a:ext uri="{FF2B5EF4-FFF2-40B4-BE49-F238E27FC236}">
                    <a16:creationId xmlns:a16="http://schemas.microsoft.com/office/drawing/2014/main" id="{E2369E14-FB7F-439F-B8BC-3D00ED9ED33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132608" y="2195993"/>
                <a:ext cx="4993182" cy="540000"/>
              </a:xfrm>
              <a:prstGeom prst="rect">
                <a:avLst/>
              </a:prstGeom>
              <a:blipFill>
                <a:blip r:embed="rId11"/>
                <a:stretch>
                  <a:fillRect l="-2564" t="-6742" b="-32584"/>
                </a:stretch>
              </a:blipFill>
              <a:ln w="12700" cap="flat" cmpd="sng" algn="ctr">
                <a:noFill/>
                <a:prstDash val="solid"/>
                <a:miter lim="800000"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373212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9" grpId="0"/>
      <p:bldP spid="20" grpId="0"/>
      <p:bldP spid="23" grpId="0"/>
      <p:bldP spid="25" grpId="0"/>
      <p:bldP spid="27" grpId="0"/>
      <p:bldP spid="33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ECFC8A-BC0D-5D72-FE99-20313653BC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1" name="Content Placeholder 4">
                <a:extLst>
                  <a:ext uri="{FF2B5EF4-FFF2-40B4-BE49-F238E27FC236}">
                    <a16:creationId xmlns:a16="http://schemas.microsoft.com/office/drawing/2014/main" id="{C2E3A768-B2DD-49B5-A909-9453EEB041E3}"/>
                  </a:ext>
                </a:extLst>
              </p:cNvPr>
              <p:cNvSpPr txBox="1">
                <a:spLocks/>
              </p:cNvSpPr>
              <p:nvPr/>
            </p:nvSpPr>
            <p:spPr>
              <a:xfrm flipH="1">
                <a:off x="-1" y="865206"/>
                <a:ext cx="5499100" cy="540000"/>
              </a:xfrm>
              <a:prstGeom prst="rect">
                <a:avLst/>
              </a:prstGeom>
              <a:gradFill>
                <a:gsLst>
                  <a:gs pos="10000">
                    <a:srgbClr val="0E47A1"/>
                  </a:gs>
                  <a:gs pos="100000">
                    <a:srgbClr val="03A9F5"/>
                  </a:gs>
                </a:gsLst>
                <a:lin ang="10800000" scaled="1"/>
              </a:gradFill>
              <a:ln>
                <a:noFill/>
              </a:ln>
            </p:spPr>
            <p:txBody>
              <a:bodyPr vert="horz" wrap="square" lIns="91440" tIns="45720" rIns="91440" bIns="45720" numCol="1" anchor="ctr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algn="ctr">
                  <a:defRPr sz="2800">
                    <a:solidFill>
                      <a:schemeClr val="bg1"/>
                    </a:solidFill>
                  </a:defRPr>
                </a:lvl1pPr>
                <a:lvl2pPr>
                  <a:defRPr>
                    <a:solidFill>
                      <a:schemeClr val="tx1"/>
                    </a:solidFill>
                  </a:defRPr>
                </a:lvl2pPr>
                <a:lvl3pPr>
                  <a:defRPr>
                    <a:solidFill>
                      <a:schemeClr val="tx1"/>
                    </a:solidFill>
                  </a:defRPr>
                </a:lvl3pPr>
                <a:lvl4pPr>
                  <a:defRPr>
                    <a:solidFill>
                      <a:schemeClr val="tx1"/>
                    </a:solidFill>
                  </a:defRPr>
                </a:lvl4pPr>
                <a:lvl5pPr>
                  <a:defRPr>
                    <a:solidFill>
                      <a:schemeClr val="tx1"/>
                    </a:solidFill>
                  </a:defRPr>
                </a:lvl5pPr>
                <a:lvl6pPr>
                  <a:defRPr>
                    <a:solidFill>
                      <a:schemeClr val="tx1"/>
                    </a:solidFill>
                  </a:defRPr>
                </a:lvl6pPr>
                <a:lvl7pPr>
                  <a:defRPr>
                    <a:solidFill>
                      <a:schemeClr val="tx1"/>
                    </a:solidFill>
                  </a:defRPr>
                </a:lvl7pPr>
                <a:lvl8pPr>
                  <a:defRPr>
                    <a:solidFill>
                      <a:schemeClr val="tx1"/>
                    </a:solidFill>
                  </a:defRPr>
                </a:lvl8pPr>
                <a:lvl9pPr>
                  <a:defRPr>
                    <a:solidFill>
                      <a:schemeClr val="tx1"/>
                    </a:solidFill>
                  </a:defRPr>
                </a:lvl9pPr>
              </a:lstStyle>
              <a:p>
                <a:pPr algn="l"/>
                <a:r>
                  <a:rPr lang="en-US" b="1" dirty="0"/>
                  <a:t>Axiom 7: </a:t>
                </a:r>
                <a14:m>
                  <m:oMath xmlns:m="http://schemas.openxmlformats.org/officeDocument/2006/math">
                    <m:r>
                      <a:rPr lang="en-US" b="1" i="0" dirty="0" smtClean="0">
                        <a:latin typeface="Cambria Math" panose="02040503050406030204" pitchFamily="18" charset="0"/>
                      </a:rPr>
                      <m:t>𝐤</m:t>
                    </m:r>
                    <m:r>
                      <a:rPr lang="en-US" b="1" i="1" dirty="0" smtClean="0">
                        <a:latin typeface="Cambria Math" panose="02040503050406030204" pitchFamily="18" charset="0"/>
                      </a:rPr>
                      <m:t>⋅</m:t>
                    </m:r>
                    <m:d>
                      <m:dPr>
                        <m:ctrlPr>
                          <a:rPr lang="en-US" b="1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 i="0" dirty="0" smtClean="0">
                            <a:latin typeface="Cambria Math" panose="02040503050406030204" pitchFamily="18" charset="0"/>
                          </a:rPr>
                          <m:t>𝐮</m:t>
                        </m:r>
                        <m:r>
                          <a:rPr lang="en-US" b="1" i="0" dirty="0" err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b="1" i="0" dirty="0" smtClean="0">
                            <a:latin typeface="Cambria Math" panose="02040503050406030204" pitchFamily="18" charset="0"/>
                          </a:rPr>
                          <m:t>𝐯</m:t>
                        </m:r>
                      </m:e>
                    </m:d>
                    <m:r>
                      <a:rPr lang="en-US" b="1" i="0" dirty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1" i="0" dirty="0">
                        <a:latin typeface="Cambria Math" panose="02040503050406030204" pitchFamily="18" charset="0"/>
                      </a:rPr>
                      <m:t>𝐤</m:t>
                    </m:r>
                    <m:r>
                      <a:rPr lang="en-US" b="1" i="0" dirty="0" smtClean="0">
                        <a:latin typeface="Cambria Math" panose="02040503050406030204" pitchFamily="18" charset="0"/>
                      </a:rPr>
                      <m:t>⋅</m:t>
                    </m:r>
                    <m:r>
                      <a:rPr lang="en-US" b="1" i="0" dirty="0" smtClean="0">
                        <a:latin typeface="Cambria Math" panose="02040503050406030204" pitchFamily="18" charset="0"/>
                      </a:rPr>
                      <m:t>𝐮</m:t>
                    </m:r>
                    <m:r>
                      <a:rPr lang="en-US" b="1" i="0" dirty="0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1" dirty="0">
                        <a:latin typeface="Cambria Math" panose="02040503050406030204" pitchFamily="18" charset="0"/>
                      </a:rPr>
                      <m:t>𝐤</m:t>
                    </m:r>
                    <m:r>
                      <a:rPr lang="en-US" b="1" dirty="0">
                        <a:latin typeface="Cambria Math" panose="02040503050406030204" pitchFamily="18" charset="0"/>
                      </a:rPr>
                      <m:t>⋅</m:t>
                    </m:r>
                    <m:r>
                      <a:rPr lang="en-US" b="1" i="0" dirty="0" smtClean="0">
                        <a:latin typeface="Cambria Math" panose="02040503050406030204" pitchFamily="18" charset="0"/>
                      </a:rPr>
                      <m:t>𝐯</m:t>
                    </m:r>
                  </m:oMath>
                </a14:m>
                <a:endParaRPr lang="en-US" b="1" dirty="0"/>
              </a:p>
            </p:txBody>
          </p:sp>
        </mc:Choice>
        <mc:Fallback xmlns="">
          <p:sp>
            <p:nvSpPr>
              <p:cNvPr id="21" name="Content Placeholder 4">
                <a:extLst>
                  <a:ext uri="{FF2B5EF4-FFF2-40B4-BE49-F238E27FC236}">
                    <a16:creationId xmlns:a16="http://schemas.microsoft.com/office/drawing/2014/main" id="{C2E3A768-B2DD-49B5-A909-9453EEB041E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-1" y="865206"/>
                <a:ext cx="5499100" cy="540000"/>
              </a:xfrm>
              <a:prstGeom prst="rect">
                <a:avLst/>
              </a:prstGeom>
              <a:blipFill>
                <a:blip r:embed="rId2"/>
                <a:stretch>
                  <a:fillRect l="-2217" t="-10112" b="-29213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FDFDD70C-3AAE-183B-5AED-36C59E3E9B77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IN" dirty="0"/>
                  <a:t>Method:1 </a:t>
                </a:r>
                <a14:m>
                  <m:oMath xmlns:m="http://schemas.openxmlformats.org/officeDocument/2006/math">
                    <m:r>
                      <a:rPr lang="en-I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⇝</m:t>
                    </m:r>
                  </m:oMath>
                </a14:m>
                <a:r>
                  <a:rPr lang="en-IN" dirty="0"/>
                  <a:t> Example:5(continue)</a:t>
                </a:r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FDFDD70C-3AAE-183B-5AED-36C59E3E9B7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3"/>
                <a:stretch>
                  <a:fillRect l="-400" t="-8547" b="-1965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Right Arrow 3">
            <a:extLst>
              <a:ext uri="{FF2B5EF4-FFF2-40B4-BE49-F238E27FC236}">
                <a16:creationId xmlns:a16="http://schemas.microsoft.com/office/drawing/2014/main" id="{3FE11F38-A8D0-406B-A77F-9DE69C4F1B02}"/>
              </a:ext>
            </a:extLst>
          </p:cNvPr>
          <p:cNvSpPr/>
          <p:nvPr/>
        </p:nvSpPr>
        <p:spPr>
          <a:xfrm flipV="1">
            <a:off x="7091357" y="1733616"/>
            <a:ext cx="144000" cy="180000"/>
          </a:xfrm>
          <a:prstGeom prst="rightArrow">
            <a:avLst/>
          </a:prstGeom>
          <a:gradFill>
            <a:gsLst>
              <a:gs pos="10000">
                <a:srgbClr val="0E47A1"/>
              </a:gs>
              <a:gs pos="100000">
                <a:srgbClr val="03A9F5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Wingdings 3" panose="05040102010807070707" pitchFamily="18" charset="2"/>
              <a:buNone/>
            </a:pPr>
            <a:endParaRPr lang="en-IN" sz="2800" dirty="0">
              <a:solidFill>
                <a:schemeClr val="bg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Content Placeholder 4">
                <a:extLst>
                  <a:ext uri="{FF2B5EF4-FFF2-40B4-BE49-F238E27FC236}">
                    <a16:creationId xmlns:a16="http://schemas.microsoft.com/office/drawing/2014/main" id="{E2369E14-FB7F-439F-B8BC-3D00ED9ED33E}"/>
                  </a:ext>
                </a:extLst>
              </p:cNvPr>
              <p:cNvSpPr txBox="1">
                <a:spLocks/>
              </p:cNvSpPr>
              <p:nvPr/>
            </p:nvSpPr>
            <p:spPr>
              <a:xfrm flipH="1">
                <a:off x="132610" y="1548055"/>
                <a:ext cx="3258290" cy="540000"/>
              </a:xfrm>
              <a:prstGeom prst="rect">
                <a:avLst/>
              </a:prstGeom>
              <a:noFill/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vert="horz" lIns="91440" tIns="45720" rIns="91440" bIns="45720" rtlCol="0" anchor="ctr">
                <a:noAutofit/>
              </a:bodyPr>
              <a:lstStyle>
                <a:lvl1pPr marL="265113" indent="-265113" algn="just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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809625" indent="-352425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lnSpc>
                    <a:spcPct val="115000"/>
                  </a:lnSpc>
                  <a:spcAft>
                    <a:spcPts val="800"/>
                  </a:spcAft>
                  <a:buNone/>
                </a:pPr>
                <a:r>
                  <a:rPr lang="en-US" sz="2800" dirty="0">
                    <a:solidFill>
                      <a:srgbClr val="002060"/>
                    </a:solidFill>
                  </a:rPr>
                  <a:t>Now,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800" i="0" dirty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k</m:t>
                    </m:r>
                    <m:r>
                      <a:rPr lang="en-US" sz="2800" b="0" i="0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⋅</m:t>
                    </m:r>
                    <m:d>
                      <m:dPr>
                        <m:ctrlPr>
                          <a:rPr lang="en-US" sz="2800" b="0" i="1" dirty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sz="2800" b="0" i="0" dirty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u</m:t>
                        </m:r>
                        <m:r>
                          <a:rPr lang="en-US" sz="2800" b="0" i="0" dirty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US" sz="2800" b="0" i="0" dirty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v</m:t>
                        </m:r>
                      </m:e>
                    </m:d>
                  </m:oMath>
                </a14:m>
                <a:endParaRPr lang="en-US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19" name="Content Placeholder 4">
                <a:extLst>
                  <a:ext uri="{FF2B5EF4-FFF2-40B4-BE49-F238E27FC236}">
                    <a16:creationId xmlns:a16="http://schemas.microsoft.com/office/drawing/2014/main" id="{E2369E14-FB7F-439F-B8BC-3D00ED9ED33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132610" y="1548055"/>
                <a:ext cx="3258290" cy="540000"/>
              </a:xfrm>
              <a:prstGeom prst="rect">
                <a:avLst/>
              </a:prstGeom>
              <a:blipFill>
                <a:blip r:embed="rId5"/>
                <a:stretch>
                  <a:fillRect l="-3933" t="-10112" b="-28090"/>
                </a:stretch>
              </a:blipFill>
              <a:ln w="12700" cap="flat" cmpd="sng" algn="ctr">
                <a:noFill/>
                <a:prstDash val="solid"/>
                <a:miter lim="800000"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Content Placeholder 4">
                <a:extLst>
                  <a:ext uri="{FF2B5EF4-FFF2-40B4-BE49-F238E27FC236}">
                    <a16:creationId xmlns:a16="http://schemas.microsoft.com/office/drawing/2014/main" id="{E2369E14-FB7F-439F-B8BC-3D00ED9ED33E}"/>
                  </a:ext>
                </a:extLst>
              </p:cNvPr>
              <p:cNvSpPr txBox="1">
                <a:spLocks/>
              </p:cNvSpPr>
              <p:nvPr/>
            </p:nvSpPr>
            <p:spPr>
              <a:xfrm flipH="1">
                <a:off x="2488067" y="1592119"/>
                <a:ext cx="3719550" cy="540000"/>
              </a:xfrm>
              <a:prstGeom prst="rect">
                <a:avLst/>
              </a:prstGeom>
              <a:noFill/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vert="horz" lIns="91440" tIns="45720" rIns="91440" bIns="45720" rtlCol="0" anchor="ctr">
                <a:noAutofit/>
              </a:bodyPr>
              <a:lstStyle>
                <a:lvl1pPr marL="265113" indent="-265113" algn="just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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809625" indent="-352425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 algn="l">
                  <a:lnSpc>
                    <a:spcPct val="115000"/>
                  </a:lnSpc>
                  <a:spcAft>
                    <a:spcPts val="8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800" b="0" i="0" dirty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sz="2800" i="0" dirty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k</m:t>
                      </m:r>
                      <m:r>
                        <a:rPr lang="en-US" sz="2800" i="0" dirty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⋅</m:t>
                      </m:r>
                      <m:d>
                        <m:dPr>
                          <m:ctrlP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280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a</m:t>
                              </m:r>
                            </m:e>
                            <m:sub>
                              <m:r>
                                <a:rPr lang="en-US" sz="280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280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280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a</m:t>
                              </m:r>
                            </m:e>
                            <m:sub>
                              <m:r>
                                <a:rPr lang="en-US" sz="280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sz="280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280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b</m:t>
                              </m:r>
                            </m:e>
                            <m:sub>
                              <m:r>
                                <a:rPr lang="en-US" sz="280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280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280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b</m:t>
                              </m:r>
                            </m:e>
                            <m:sub>
                              <m:r>
                                <a:rPr lang="en-US" sz="280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sz="2800" dirty="0">
                  <a:solidFill>
                    <a:srgbClr val="002060"/>
                  </a:solidFill>
                  <a:latin typeface="+mj-lt"/>
                </a:endParaRPr>
              </a:p>
            </p:txBody>
          </p:sp>
        </mc:Choice>
        <mc:Fallback xmlns="">
          <p:sp>
            <p:nvSpPr>
              <p:cNvPr id="20" name="Content Placeholder 4">
                <a:extLst>
                  <a:ext uri="{FF2B5EF4-FFF2-40B4-BE49-F238E27FC236}">
                    <a16:creationId xmlns:a16="http://schemas.microsoft.com/office/drawing/2014/main" id="{E2369E14-FB7F-439F-B8BC-3D00ED9ED33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2488067" y="1592119"/>
                <a:ext cx="3719550" cy="54000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ln w="12700" cap="flat" cmpd="sng" algn="ctr">
                <a:noFill/>
                <a:prstDash val="solid"/>
                <a:miter lim="800000"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Content Placeholder 4">
                <a:extLst>
                  <a:ext uri="{FF2B5EF4-FFF2-40B4-BE49-F238E27FC236}">
                    <a16:creationId xmlns:a16="http://schemas.microsoft.com/office/drawing/2014/main" id="{E2369E14-FB7F-439F-B8BC-3D00ED9ED33E}"/>
                  </a:ext>
                </a:extLst>
              </p:cNvPr>
              <p:cNvSpPr txBox="1">
                <a:spLocks/>
              </p:cNvSpPr>
              <p:nvPr/>
            </p:nvSpPr>
            <p:spPr>
              <a:xfrm flipH="1">
                <a:off x="2488065" y="2217135"/>
                <a:ext cx="4747291" cy="540000"/>
              </a:xfrm>
              <a:prstGeom prst="rect">
                <a:avLst/>
              </a:prstGeom>
              <a:noFill/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vert="horz" lIns="91440" tIns="45720" rIns="91440" bIns="45720" rtlCol="0" anchor="ctr">
                <a:noAutofit/>
              </a:bodyPr>
              <a:lstStyle>
                <a:lvl1pPr marL="265113" indent="-265113" algn="just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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809625" indent="-352425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 algn="l">
                  <a:lnSpc>
                    <a:spcPct val="115000"/>
                  </a:lnSpc>
                  <a:spcAft>
                    <a:spcPts val="8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800" i="0" dirty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sz="2800" i="1" dirty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sz="2800" i="0" dirty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k</m:t>
                          </m:r>
                          <m:d>
                            <m:dPr>
                              <m:ctrlPr>
                                <a:rPr lang="en-US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2800" i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sz="2800" i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a</m:t>
                                  </m:r>
                                </m:e>
                                <m:sub>
                                  <m:r>
                                    <a:rPr lang="en-US" sz="2800" i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sz="280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US" sz="2800" i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sz="2800" i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a</m:t>
                                  </m:r>
                                </m:e>
                                <m:sub>
                                  <m:r>
                                    <a:rPr lang="en-US" sz="2800" i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d>
                          <m:r>
                            <a:rPr lang="en-US" sz="280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m:rPr>
                              <m:sty m:val="p"/>
                            </m:rPr>
                            <a:rPr lang="en-US" sz="2800" i="0" dirty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k</m:t>
                          </m:r>
                          <m:d>
                            <m:dPr>
                              <m:ctrlPr>
                                <a:rPr lang="en-US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2800" i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sz="2800" i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b</m:t>
                                  </m:r>
                                </m:e>
                                <m:sub>
                                  <m:r>
                                    <a:rPr lang="en-US" sz="2800" i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sz="280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US" sz="2800" i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sz="2800" i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b</m:t>
                                  </m:r>
                                </m:e>
                                <m:sub>
                                  <m:r>
                                    <a:rPr lang="en-US" sz="2800" i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d>
                        </m:e>
                      </m:d>
                    </m:oMath>
                  </m:oMathPara>
                </a14:m>
                <a:endParaRPr lang="en-US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23" name="Content Placeholder 4">
                <a:extLst>
                  <a:ext uri="{FF2B5EF4-FFF2-40B4-BE49-F238E27FC236}">
                    <a16:creationId xmlns:a16="http://schemas.microsoft.com/office/drawing/2014/main" id="{E2369E14-FB7F-439F-B8BC-3D00ED9ED33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2488065" y="2217135"/>
                <a:ext cx="4747291" cy="54000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  <a:ln w="12700" cap="flat" cmpd="sng" algn="ctr">
                <a:noFill/>
                <a:prstDash val="solid"/>
                <a:miter lim="800000"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Content Placeholder 4">
                <a:extLst>
                  <a:ext uri="{FF2B5EF4-FFF2-40B4-BE49-F238E27FC236}">
                    <a16:creationId xmlns:a16="http://schemas.microsoft.com/office/drawing/2014/main" id="{E2369E14-FB7F-439F-B8BC-3D00ED9ED33E}"/>
                  </a:ext>
                </a:extLst>
              </p:cNvPr>
              <p:cNvSpPr txBox="1">
                <a:spLocks/>
              </p:cNvSpPr>
              <p:nvPr/>
            </p:nvSpPr>
            <p:spPr>
              <a:xfrm flipH="1">
                <a:off x="2488065" y="2842151"/>
                <a:ext cx="5284334" cy="462537"/>
              </a:xfrm>
              <a:prstGeom prst="rect">
                <a:avLst/>
              </a:prstGeom>
              <a:noFill/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vert="horz" lIns="91440" tIns="45720" rIns="91440" bIns="45720" rtlCol="0" anchor="ctr">
                <a:noAutofit/>
              </a:bodyPr>
              <a:lstStyle>
                <a:lvl1pPr marL="265113" indent="-265113" algn="just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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809625" indent="-352425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 algn="l">
                  <a:lnSpc>
                    <a:spcPct val="115000"/>
                  </a:lnSpc>
                  <a:spcAft>
                    <a:spcPts val="800"/>
                  </a:spcAft>
                  <a:buNone/>
                </a:pPr>
                <a14:m>
                  <m:oMath xmlns:m="http://schemas.openxmlformats.org/officeDocument/2006/math">
                    <m:r>
                      <a:rPr lang="en-US" sz="2800" i="0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sz="28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b="0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en-US" sz="2800" i="0" dirty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k</m:t>
                        </m:r>
                        <m:sSub>
                          <m:sSubPr>
                            <m:ctrlPr>
                              <a:rPr lang="en-US" sz="280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sz="2800" i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a</m:t>
                            </m:r>
                          </m:e>
                          <m:sub>
                            <m:r>
                              <a:rPr lang="en-US" sz="2800" i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sz="2800" i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US" sz="2800" i="0" dirty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k</m:t>
                        </m:r>
                        <m:sSub>
                          <m:sSubPr>
                            <m:ctrlPr>
                              <a:rPr lang="en-US" sz="280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sz="2800" i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a</m:t>
                            </m:r>
                          </m:e>
                          <m:sub>
                            <m:r>
                              <a:rPr lang="en-US" sz="2800" i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sz="2800" b="0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2800" i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800" b="0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en-US" sz="2800" i="0" dirty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k</m:t>
                        </m:r>
                        <m:sSub>
                          <m:sSubPr>
                            <m:ctrlPr>
                              <a:rPr lang="en-US" sz="280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sz="2800" i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b</m:t>
                            </m:r>
                          </m:e>
                          <m:sub>
                            <m:r>
                              <a:rPr lang="en-US" sz="2800" i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sz="2800" i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US" sz="2800" i="0" dirty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k</m:t>
                        </m:r>
                        <m:sSub>
                          <m:sSubPr>
                            <m:ctrlPr>
                              <a:rPr lang="en-US" sz="280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sz="2800" i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b</m:t>
                            </m:r>
                          </m:e>
                          <m:sub>
                            <m:r>
                              <a:rPr lang="en-US" sz="2800" i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sz="2800" b="0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</m:e>
                    </m:d>
                  </m:oMath>
                </a14:m>
                <a:r>
                  <a:rPr lang="en-US" sz="2800" dirty="0">
                    <a:solidFill>
                      <a:srgbClr val="002060"/>
                    </a:solidFill>
                  </a:rPr>
                  <a:t> </a:t>
                </a:r>
              </a:p>
            </p:txBody>
          </p:sp>
        </mc:Choice>
        <mc:Fallback xmlns="">
          <p:sp>
            <p:nvSpPr>
              <p:cNvPr id="24" name="Content Placeholder 4">
                <a:extLst>
                  <a:ext uri="{FF2B5EF4-FFF2-40B4-BE49-F238E27FC236}">
                    <a16:creationId xmlns:a16="http://schemas.microsoft.com/office/drawing/2014/main" id="{E2369E14-FB7F-439F-B8BC-3D00ED9ED33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2488065" y="2842151"/>
                <a:ext cx="5284334" cy="462537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  <a:ln w="12700" cap="flat" cmpd="sng" algn="ctr">
                <a:noFill/>
                <a:prstDash val="solid"/>
                <a:miter lim="800000"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7" name="Picture 26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084015" y="850686"/>
            <a:ext cx="5040000" cy="1208314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30" name="Content Placeholder 4">
                <a:extLst>
                  <a:ext uri="{FF2B5EF4-FFF2-40B4-BE49-F238E27FC236}">
                    <a16:creationId xmlns:a16="http://schemas.microsoft.com/office/drawing/2014/main" id="{E2369E14-FB7F-439F-B8BC-3D00ED9ED33E}"/>
                  </a:ext>
                </a:extLst>
              </p:cNvPr>
              <p:cNvSpPr txBox="1">
                <a:spLocks/>
              </p:cNvSpPr>
              <p:nvPr/>
            </p:nvSpPr>
            <p:spPr>
              <a:xfrm flipH="1">
                <a:off x="132610" y="3540286"/>
                <a:ext cx="3258290" cy="540000"/>
              </a:xfrm>
              <a:prstGeom prst="rect">
                <a:avLst/>
              </a:prstGeom>
              <a:noFill/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vert="horz" lIns="91440" tIns="45720" rIns="91440" bIns="45720" rtlCol="0" anchor="ctr">
                <a:noAutofit/>
              </a:bodyPr>
              <a:lstStyle>
                <a:lvl1pPr marL="265113" indent="-265113" algn="just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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809625" indent="-352425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lnSpc>
                    <a:spcPct val="115000"/>
                  </a:lnSpc>
                  <a:spcAft>
                    <a:spcPts val="800"/>
                  </a:spcAft>
                  <a:buNone/>
                </a:pPr>
                <a:r>
                  <a:rPr lang="en-US" sz="2800" dirty="0">
                    <a:solidFill>
                      <a:srgbClr val="002060"/>
                    </a:solidFill>
                  </a:rPr>
                  <a:t>Now,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800" i="0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k</m:t>
                    </m:r>
                    <m:r>
                      <a:rPr lang="en-US" sz="2800" b="0" i="0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m:rPr>
                        <m:sty m:val="p"/>
                      </m:rPr>
                      <a:rPr lang="en-US" sz="2800" b="0" i="0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u</m:t>
                    </m:r>
                    <m:r>
                      <a:rPr lang="en-US" sz="2800" b="0" i="0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US" sz="2800" i="0" dirty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k</m:t>
                    </m:r>
                    <m:r>
                      <a:rPr lang="en-US" sz="2800" i="0" dirty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m:rPr>
                        <m:sty m:val="p"/>
                      </m:rPr>
                      <a:rPr lang="en-US" sz="2800" b="0" i="0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v</m:t>
                    </m:r>
                  </m:oMath>
                </a14:m>
                <a:endParaRPr lang="en-US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30" name="Content Placeholder 4">
                <a:extLst>
                  <a:ext uri="{FF2B5EF4-FFF2-40B4-BE49-F238E27FC236}">
                    <a16:creationId xmlns:a16="http://schemas.microsoft.com/office/drawing/2014/main" id="{E2369E14-FB7F-439F-B8BC-3D00ED9ED33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132610" y="3540286"/>
                <a:ext cx="3258290" cy="540000"/>
              </a:xfrm>
              <a:prstGeom prst="rect">
                <a:avLst/>
              </a:prstGeom>
              <a:blipFill>
                <a:blip r:embed="rId10"/>
                <a:stretch>
                  <a:fillRect l="-3933" t="-10227" b="-29545"/>
                </a:stretch>
              </a:blipFill>
              <a:ln w="12700" cap="flat" cmpd="sng" algn="ctr">
                <a:noFill/>
                <a:prstDash val="solid"/>
                <a:miter lim="800000"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Content Placeholder 4">
                <a:extLst>
                  <a:ext uri="{FF2B5EF4-FFF2-40B4-BE49-F238E27FC236}">
                    <a16:creationId xmlns:a16="http://schemas.microsoft.com/office/drawing/2014/main" id="{E2369E14-FB7F-439F-B8BC-3D00ED9ED33E}"/>
                  </a:ext>
                </a:extLst>
              </p:cNvPr>
              <p:cNvSpPr txBox="1">
                <a:spLocks/>
              </p:cNvSpPr>
              <p:nvPr/>
            </p:nvSpPr>
            <p:spPr>
              <a:xfrm flipH="1">
                <a:off x="2764291" y="3584350"/>
                <a:ext cx="4122284" cy="540000"/>
              </a:xfrm>
              <a:prstGeom prst="rect">
                <a:avLst/>
              </a:prstGeom>
              <a:noFill/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vert="horz" lIns="91440" tIns="45720" rIns="91440" bIns="45720" rtlCol="0" anchor="ctr">
                <a:noAutofit/>
              </a:bodyPr>
              <a:lstStyle>
                <a:lvl1pPr marL="265113" indent="-265113" algn="just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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809625" indent="-352425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lnSpc>
                    <a:spcPct val="115000"/>
                  </a:lnSpc>
                  <a:spcAft>
                    <a:spcPts val="8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800" b="0" i="0" dirty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sz="2800" i="0" dirty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k</m:t>
                      </m:r>
                      <m:r>
                        <a:rPr lang="en-US" sz="2800" i="0" dirty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⋅</m:t>
                      </m:r>
                      <m:d>
                        <m:dPr>
                          <m:ctrlP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280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a</m:t>
                              </m:r>
                            </m:e>
                            <m:sub>
                              <m:r>
                                <a:rPr lang="en-US" sz="280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280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280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b</m:t>
                              </m:r>
                            </m:e>
                            <m:sub>
                              <m:r>
                                <a:rPr lang="en-US" sz="280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r>
                        <a:rPr lang="en-US" sz="2800" i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m:rPr>
                          <m:sty m:val="p"/>
                        </m:rPr>
                        <a:rPr lang="en-US" sz="2800" i="0" dirty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k</m:t>
                      </m:r>
                      <m:r>
                        <a:rPr lang="en-US" sz="2800" i="0" dirty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⋅</m:t>
                      </m:r>
                      <m:d>
                        <m:dPr>
                          <m:ctrlP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280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a</m:t>
                              </m:r>
                            </m:e>
                            <m:sub>
                              <m:r>
                                <a:rPr lang="en-US" sz="280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sz="280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280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b</m:t>
                              </m:r>
                            </m:e>
                            <m:sub>
                              <m:r>
                                <a:rPr lang="en-US" sz="280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31" name="Content Placeholder 4">
                <a:extLst>
                  <a:ext uri="{FF2B5EF4-FFF2-40B4-BE49-F238E27FC236}">
                    <a16:creationId xmlns:a16="http://schemas.microsoft.com/office/drawing/2014/main" id="{E2369E14-FB7F-439F-B8BC-3D00ED9ED33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2764291" y="3584350"/>
                <a:ext cx="4122284" cy="540000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  <a:ln w="12700" cap="flat" cmpd="sng" algn="ctr">
                <a:noFill/>
                <a:prstDash val="solid"/>
                <a:miter lim="800000"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Content Placeholder 4">
                <a:extLst>
                  <a:ext uri="{FF2B5EF4-FFF2-40B4-BE49-F238E27FC236}">
                    <a16:creationId xmlns:a16="http://schemas.microsoft.com/office/drawing/2014/main" id="{E2369E14-FB7F-439F-B8BC-3D00ED9ED33E}"/>
                  </a:ext>
                </a:extLst>
              </p:cNvPr>
              <p:cNvSpPr txBox="1">
                <a:spLocks/>
              </p:cNvSpPr>
              <p:nvPr/>
            </p:nvSpPr>
            <p:spPr>
              <a:xfrm flipH="1">
                <a:off x="2745239" y="4209366"/>
                <a:ext cx="5027160" cy="540000"/>
              </a:xfrm>
              <a:prstGeom prst="rect">
                <a:avLst/>
              </a:prstGeom>
              <a:noFill/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vert="horz" lIns="91440" tIns="45720" rIns="91440" bIns="45720" rtlCol="0" anchor="ctr">
                <a:noAutofit/>
              </a:bodyPr>
              <a:lstStyle>
                <a:lvl1pPr marL="265113" indent="-265113" algn="just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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809625" indent="-352425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lnSpc>
                    <a:spcPct val="115000"/>
                  </a:lnSpc>
                  <a:spcAft>
                    <a:spcPts val="8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800" b="0" i="0" dirty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sz="2800" b="0" i="1" dirty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sz="2800" b="0" i="0" dirty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k</m:t>
                          </m:r>
                          <m:sSub>
                            <m:sSubPr>
                              <m:ctrlPr>
                                <a:rPr lang="en-US" sz="2800" b="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2800" b="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a</m:t>
                              </m:r>
                            </m:e>
                            <m:sub>
                              <m:r>
                                <a:rPr lang="en-US" sz="2800" b="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2800" b="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m:rPr>
                              <m:sty m:val="p"/>
                            </m:rPr>
                            <a:rPr lang="en-US" sz="2800" b="0" i="0" dirty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k</m:t>
                          </m:r>
                          <m:sSub>
                            <m:sSubPr>
                              <m:ctrlPr>
                                <a:rPr lang="en-US" sz="2800" b="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2800" b="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b</m:t>
                              </m:r>
                            </m:e>
                            <m:sub>
                              <m:r>
                                <a:rPr lang="en-US" sz="2800" b="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r>
                        <a:rPr lang="en-US" sz="2800" b="0" i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d>
                        <m:dPr>
                          <m:ctrlPr>
                            <a:rPr lang="en-US" sz="2800" b="0" i="1" dirty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sz="2800" b="0" i="0" dirty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k</m:t>
                          </m:r>
                          <m:sSub>
                            <m:sSubPr>
                              <m:ctrlPr>
                                <a:rPr lang="en-US" sz="2800" b="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2800" b="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a</m:t>
                              </m:r>
                            </m:e>
                            <m:sub>
                              <m:r>
                                <a:rPr lang="en-US" sz="2800" b="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sz="2800" b="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m:rPr>
                              <m:sty m:val="p"/>
                            </m:rPr>
                            <a:rPr lang="en-US" sz="2800" b="0" i="0" dirty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k</m:t>
                          </m:r>
                          <m:sSub>
                            <m:sSubPr>
                              <m:ctrlPr>
                                <a:rPr lang="en-US" sz="2800" b="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2800" b="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b</m:t>
                              </m:r>
                            </m:e>
                            <m:sub>
                              <m:r>
                                <a:rPr lang="en-US" sz="2800" b="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32" name="Content Placeholder 4">
                <a:extLst>
                  <a:ext uri="{FF2B5EF4-FFF2-40B4-BE49-F238E27FC236}">
                    <a16:creationId xmlns:a16="http://schemas.microsoft.com/office/drawing/2014/main" id="{E2369E14-FB7F-439F-B8BC-3D00ED9ED33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2745239" y="4209366"/>
                <a:ext cx="5027160" cy="540000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  <a:ln w="12700" cap="flat" cmpd="sng" algn="ctr">
                <a:noFill/>
                <a:prstDash val="solid"/>
                <a:miter lim="800000"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" name="Content Placeholder 4">
                <a:extLst>
                  <a:ext uri="{FF2B5EF4-FFF2-40B4-BE49-F238E27FC236}">
                    <a16:creationId xmlns:a16="http://schemas.microsoft.com/office/drawing/2014/main" id="{E2369E14-FB7F-439F-B8BC-3D00ED9ED33E}"/>
                  </a:ext>
                </a:extLst>
              </p:cNvPr>
              <p:cNvSpPr txBox="1">
                <a:spLocks/>
              </p:cNvSpPr>
              <p:nvPr/>
            </p:nvSpPr>
            <p:spPr>
              <a:xfrm flipH="1">
                <a:off x="2745240" y="4834382"/>
                <a:ext cx="5278298" cy="462537"/>
              </a:xfrm>
              <a:prstGeom prst="rect">
                <a:avLst/>
              </a:prstGeom>
              <a:noFill/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vert="horz" lIns="91440" tIns="45720" rIns="91440" bIns="45720" rtlCol="0" anchor="ctr">
                <a:noAutofit/>
              </a:bodyPr>
              <a:lstStyle>
                <a:lvl1pPr marL="265113" indent="-265113" algn="just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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809625" indent="-352425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 algn="l">
                  <a:lnSpc>
                    <a:spcPct val="115000"/>
                  </a:lnSpc>
                  <a:spcAft>
                    <a:spcPts val="800"/>
                  </a:spcAft>
                  <a:buNone/>
                </a:pPr>
                <a14:m>
                  <m:oMath xmlns:m="http://schemas.openxmlformats.org/officeDocument/2006/math">
                    <m:r>
                      <a:rPr lang="en-US" sz="2800" i="0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sz="28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b="0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en-US" sz="2800" i="0" dirty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k</m:t>
                        </m:r>
                        <m:sSub>
                          <m:sSubPr>
                            <m:ctrlPr>
                              <a:rPr lang="en-US" sz="280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sz="2800" i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a</m:t>
                            </m:r>
                          </m:e>
                          <m:sub>
                            <m:r>
                              <a:rPr lang="en-US" sz="2800" i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sz="2800" i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US" sz="2800" i="0" dirty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k</m:t>
                        </m:r>
                        <m:sSub>
                          <m:sSubPr>
                            <m:ctrlPr>
                              <a:rPr lang="en-US" sz="280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sz="2800" i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a</m:t>
                            </m:r>
                          </m:e>
                          <m:sub>
                            <m:r>
                              <a:rPr lang="en-US" sz="2800" i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sz="2800" b="0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2800" i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800" b="0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en-US" sz="2800" i="0" dirty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k</m:t>
                        </m:r>
                        <m:sSub>
                          <m:sSubPr>
                            <m:ctrlPr>
                              <a:rPr lang="en-US" sz="280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sz="2800" i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b</m:t>
                            </m:r>
                          </m:e>
                          <m:sub>
                            <m:r>
                              <a:rPr lang="en-US" sz="2800" i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sz="2800" i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US" sz="2800" i="0" dirty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k</m:t>
                        </m:r>
                        <m:sSub>
                          <m:sSubPr>
                            <m:ctrlPr>
                              <a:rPr lang="en-US" sz="280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sz="2800" i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b</m:t>
                            </m:r>
                          </m:e>
                          <m:sub>
                            <m:r>
                              <a:rPr lang="en-US" sz="2800" i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sz="2800" b="0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</m:e>
                    </m:d>
                  </m:oMath>
                </a14:m>
                <a:r>
                  <a:rPr lang="en-US" sz="2800" dirty="0">
                    <a:solidFill>
                      <a:srgbClr val="002060"/>
                    </a:solidFill>
                  </a:rPr>
                  <a:t> </a:t>
                </a:r>
              </a:p>
            </p:txBody>
          </p:sp>
        </mc:Choice>
        <mc:Fallback xmlns="">
          <p:sp>
            <p:nvSpPr>
              <p:cNvPr id="33" name="Content Placeholder 4">
                <a:extLst>
                  <a:ext uri="{FF2B5EF4-FFF2-40B4-BE49-F238E27FC236}">
                    <a16:creationId xmlns:a16="http://schemas.microsoft.com/office/drawing/2014/main" id="{E2369E14-FB7F-439F-B8BC-3D00ED9ED33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2745240" y="4834382"/>
                <a:ext cx="5278298" cy="462537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  <a:ln w="12700" cap="flat" cmpd="sng" algn="ctr">
                <a:noFill/>
                <a:prstDash val="solid"/>
                <a:miter lim="800000"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" name="Content Placeholder 4">
                <a:extLst>
                  <a:ext uri="{FF2B5EF4-FFF2-40B4-BE49-F238E27FC236}">
                    <a16:creationId xmlns:a16="http://schemas.microsoft.com/office/drawing/2014/main" id="{E2369E14-FB7F-439F-B8BC-3D00ED9ED33E}"/>
                  </a:ext>
                </a:extLst>
              </p:cNvPr>
              <p:cNvSpPr txBox="1">
                <a:spLocks/>
              </p:cNvSpPr>
              <p:nvPr/>
            </p:nvSpPr>
            <p:spPr>
              <a:xfrm flipH="1">
                <a:off x="132610" y="5488453"/>
                <a:ext cx="4439391" cy="540000"/>
              </a:xfrm>
              <a:prstGeom prst="rect">
                <a:avLst/>
              </a:prstGeom>
              <a:noFill/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vert="horz" lIns="91440" tIns="45720" rIns="91440" bIns="45720" rtlCol="0" anchor="ctr">
                <a:noAutofit/>
              </a:bodyPr>
              <a:lstStyle>
                <a:lvl1pPr marL="265113" indent="-265113" algn="just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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809625" indent="-352425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lnSpc>
                    <a:spcPct val="115000"/>
                  </a:lnSpc>
                  <a:spcAft>
                    <a:spcPts val="8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sz="2800" i="0" dirty="0" smtClean="0">
                          <a:solidFill>
                            <a:srgbClr val="002060"/>
                          </a:solidFill>
                        </a:rPr>
                        <m:t>So</m:t>
                      </m:r>
                      <m:r>
                        <m:rPr>
                          <m:nor/>
                        </m:rPr>
                        <a:rPr lang="en-US" sz="2800" i="0" dirty="0" smtClean="0">
                          <a:solidFill>
                            <a:srgbClr val="002060"/>
                          </a:solidFill>
                        </a:rPr>
                        <m:t>,</m:t>
                      </m:r>
                      <m:r>
                        <a:rPr lang="en-US" sz="2800" b="0" i="0" dirty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   </m:t>
                      </m:r>
                      <m:r>
                        <m:rPr>
                          <m:sty m:val="p"/>
                        </m:rPr>
                        <a:rPr lang="en-US" sz="2800" dirty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k</m:t>
                      </m:r>
                      <m:r>
                        <a:rPr lang="en-US" sz="2800" dirty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⋅</m:t>
                      </m:r>
                      <m:d>
                        <m:dPr>
                          <m:ctrlPr>
                            <a:rPr lang="en-US" sz="2800" i="1" dirty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sz="2800" dirty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u</m:t>
                          </m:r>
                          <m:r>
                            <a:rPr lang="en-US" sz="2800" dirty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m:rPr>
                              <m:sty m:val="p"/>
                            </m:rPr>
                            <a:rPr lang="en-US" sz="2800" dirty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v</m:t>
                          </m:r>
                        </m:e>
                      </m:d>
                      <m:r>
                        <a:rPr lang="en-US" sz="2800" b="0" i="1" dirty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sz="2800" dirty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k</m:t>
                      </m:r>
                      <m:r>
                        <a:rPr lang="en-US" sz="2800" dirty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⋅</m:t>
                      </m:r>
                      <m:r>
                        <m:rPr>
                          <m:sty m:val="p"/>
                        </m:rPr>
                        <a:rPr lang="en-US" sz="2800" dirty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u</m:t>
                      </m:r>
                      <m:r>
                        <a:rPr lang="en-US" sz="2800" dirty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m:rPr>
                          <m:sty m:val="p"/>
                        </m:rPr>
                        <a:rPr lang="en-US" sz="2800" dirty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k</m:t>
                      </m:r>
                      <m:r>
                        <a:rPr lang="en-US" sz="2800" dirty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⋅</m:t>
                      </m:r>
                      <m:r>
                        <m:rPr>
                          <m:sty m:val="p"/>
                        </m:rPr>
                        <a:rPr lang="en-US" sz="2800" dirty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v</m:t>
                      </m:r>
                    </m:oMath>
                  </m:oMathPara>
                </a14:m>
                <a:endParaRPr lang="en-US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34" name="Content Placeholder 4">
                <a:extLst>
                  <a:ext uri="{FF2B5EF4-FFF2-40B4-BE49-F238E27FC236}">
                    <a16:creationId xmlns:a16="http://schemas.microsoft.com/office/drawing/2014/main" id="{E2369E14-FB7F-439F-B8BC-3D00ED9ED33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132610" y="5488453"/>
                <a:ext cx="4439391" cy="540000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  <a:ln w="12700" cap="flat" cmpd="sng" algn="ctr">
                <a:noFill/>
                <a:prstDash val="solid"/>
                <a:miter lim="800000"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032046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23" grpId="0"/>
      <p:bldP spid="24" grpId="0"/>
      <p:bldP spid="30" grpId="0"/>
      <p:bldP spid="31" grpId="0"/>
      <p:bldP spid="32" grpId="0"/>
      <p:bldP spid="33" grpId="0"/>
      <p:bldP spid="34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ECFC8A-BC0D-5D72-FE99-20313653BC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1" name="Content Placeholder 4">
                <a:extLst>
                  <a:ext uri="{FF2B5EF4-FFF2-40B4-BE49-F238E27FC236}">
                    <a16:creationId xmlns:a16="http://schemas.microsoft.com/office/drawing/2014/main" id="{C2E3A768-B2DD-49B5-A909-9453EEB041E3}"/>
                  </a:ext>
                </a:extLst>
              </p:cNvPr>
              <p:cNvSpPr txBox="1">
                <a:spLocks/>
              </p:cNvSpPr>
              <p:nvPr/>
            </p:nvSpPr>
            <p:spPr>
              <a:xfrm flipH="1">
                <a:off x="-2" y="865206"/>
                <a:ext cx="5756857" cy="540000"/>
              </a:xfrm>
              <a:prstGeom prst="rect">
                <a:avLst/>
              </a:prstGeom>
              <a:gradFill>
                <a:gsLst>
                  <a:gs pos="10000">
                    <a:srgbClr val="0E47A1"/>
                  </a:gs>
                  <a:gs pos="100000">
                    <a:srgbClr val="03A9F5"/>
                  </a:gs>
                </a:gsLst>
                <a:lin ang="10800000" scaled="1"/>
              </a:gradFill>
              <a:ln>
                <a:noFill/>
              </a:ln>
            </p:spPr>
            <p:txBody>
              <a:bodyPr vert="horz" wrap="square" lIns="91440" tIns="45720" rIns="91440" bIns="45720" numCol="1" anchor="ctr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algn="ctr">
                  <a:defRPr sz="2800">
                    <a:solidFill>
                      <a:schemeClr val="bg1"/>
                    </a:solidFill>
                  </a:defRPr>
                </a:lvl1pPr>
                <a:lvl2pPr>
                  <a:defRPr>
                    <a:solidFill>
                      <a:schemeClr val="tx1"/>
                    </a:solidFill>
                  </a:defRPr>
                </a:lvl2pPr>
                <a:lvl3pPr>
                  <a:defRPr>
                    <a:solidFill>
                      <a:schemeClr val="tx1"/>
                    </a:solidFill>
                  </a:defRPr>
                </a:lvl3pPr>
                <a:lvl4pPr>
                  <a:defRPr>
                    <a:solidFill>
                      <a:schemeClr val="tx1"/>
                    </a:solidFill>
                  </a:defRPr>
                </a:lvl4pPr>
                <a:lvl5pPr>
                  <a:defRPr>
                    <a:solidFill>
                      <a:schemeClr val="tx1"/>
                    </a:solidFill>
                  </a:defRPr>
                </a:lvl5pPr>
                <a:lvl6pPr>
                  <a:defRPr>
                    <a:solidFill>
                      <a:schemeClr val="tx1"/>
                    </a:solidFill>
                  </a:defRPr>
                </a:lvl6pPr>
                <a:lvl7pPr>
                  <a:defRPr>
                    <a:solidFill>
                      <a:schemeClr val="tx1"/>
                    </a:solidFill>
                  </a:defRPr>
                </a:lvl7pPr>
                <a:lvl8pPr>
                  <a:defRPr>
                    <a:solidFill>
                      <a:schemeClr val="tx1"/>
                    </a:solidFill>
                  </a:defRPr>
                </a:lvl8pPr>
                <a:lvl9pPr>
                  <a:defRPr>
                    <a:solidFill>
                      <a:schemeClr val="tx1"/>
                    </a:solidFill>
                  </a:defRPr>
                </a:lvl9pPr>
              </a:lstStyle>
              <a:p>
                <a:pPr algn="l"/>
                <a:r>
                  <a:rPr lang="en-US" b="1" dirty="0"/>
                  <a:t>Axiom 8: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b="1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 i="0" dirty="0" smtClean="0">
                            <a:latin typeface="Cambria Math" panose="02040503050406030204" pitchFamily="18" charset="0"/>
                          </a:rPr>
                          <m:t>𝐤</m:t>
                        </m:r>
                        <m:r>
                          <a:rPr lang="en-US" b="1" i="0" dirty="0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b="1" i="0" dirty="0" smtClean="0">
                            <a:latin typeface="Cambria Math" panose="02040503050406030204" pitchFamily="18" charset="0"/>
                          </a:rPr>
                          <m:t>𝐦</m:t>
                        </m:r>
                      </m:e>
                    </m:d>
                    <m:r>
                      <a:rPr lang="en-US" b="1" i="1" dirty="0" smtClean="0">
                        <a:latin typeface="Cambria Math" panose="02040503050406030204" pitchFamily="18" charset="0"/>
                      </a:rPr>
                      <m:t>⋅</m:t>
                    </m:r>
                    <m:r>
                      <a:rPr lang="en-US" b="1" i="0" dirty="0" smtClean="0">
                        <a:latin typeface="Cambria Math" panose="02040503050406030204" pitchFamily="18" charset="0"/>
                      </a:rPr>
                      <m:t>𝐮</m:t>
                    </m:r>
                    <m:r>
                      <a:rPr lang="en-US" b="1" i="0" dirty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1" i="0" dirty="0">
                        <a:latin typeface="Cambria Math" panose="02040503050406030204" pitchFamily="18" charset="0"/>
                      </a:rPr>
                      <m:t>𝐤</m:t>
                    </m:r>
                    <m:r>
                      <a:rPr lang="en-US" b="1" i="0" dirty="0" smtClean="0">
                        <a:latin typeface="Cambria Math" panose="02040503050406030204" pitchFamily="18" charset="0"/>
                      </a:rPr>
                      <m:t>⋅</m:t>
                    </m:r>
                    <m:r>
                      <a:rPr lang="en-US" b="1" i="0" dirty="0" smtClean="0">
                        <a:latin typeface="Cambria Math" panose="02040503050406030204" pitchFamily="18" charset="0"/>
                      </a:rPr>
                      <m:t>𝐮</m:t>
                    </m:r>
                    <m:r>
                      <a:rPr lang="en-US" b="1" i="0" dirty="0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1" i="0" dirty="0" smtClean="0">
                        <a:latin typeface="Cambria Math" panose="02040503050406030204" pitchFamily="18" charset="0"/>
                      </a:rPr>
                      <m:t>𝐦</m:t>
                    </m:r>
                    <m:r>
                      <a:rPr lang="en-US" b="1" dirty="0">
                        <a:latin typeface="Cambria Math" panose="02040503050406030204" pitchFamily="18" charset="0"/>
                      </a:rPr>
                      <m:t>⋅</m:t>
                    </m:r>
                    <m:r>
                      <a:rPr lang="en-US" b="1" i="0" dirty="0" smtClean="0">
                        <a:latin typeface="Cambria Math" panose="02040503050406030204" pitchFamily="18" charset="0"/>
                      </a:rPr>
                      <m:t>𝐮</m:t>
                    </m:r>
                  </m:oMath>
                </a14:m>
                <a:endParaRPr lang="en-US" b="1" dirty="0"/>
              </a:p>
            </p:txBody>
          </p:sp>
        </mc:Choice>
        <mc:Fallback xmlns="">
          <p:sp>
            <p:nvSpPr>
              <p:cNvPr id="21" name="Content Placeholder 4">
                <a:extLst>
                  <a:ext uri="{FF2B5EF4-FFF2-40B4-BE49-F238E27FC236}">
                    <a16:creationId xmlns:a16="http://schemas.microsoft.com/office/drawing/2014/main" id="{C2E3A768-B2DD-49B5-A909-9453EEB041E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-2" y="865206"/>
                <a:ext cx="5756857" cy="540000"/>
              </a:xfrm>
              <a:prstGeom prst="rect">
                <a:avLst/>
              </a:prstGeom>
              <a:blipFill>
                <a:blip r:embed="rId2"/>
                <a:stretch>
                  <a:fillRect l="-2119" t="-10112" b="-29213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FDFDD70C-3AAE-183B-5AED-36C59E3E9B77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IN" dirty="0"/>
                  <a:t>Method:1 </a:t>
                </a:r>
                <a14:m>
                  <m:oMath xmlns:m="http://schemas.openxmlformats.org/officeDocument/2006/math">
                    <m:r>
                      <a:rPr lang="en-I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⇝</m:t>
                    </m:r>
                  </m:oMath>
                </a14:m>
                <a:r>
                  <a:rPr lang="en-IN" dirty="0"/>
                  <a:t> Example:5(continue)</a:t>
                </a:r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FDFDD70C-3AAE-183B-5AED-36C59E3E9B7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3"/>
                <a:stretch>
                  <a:fillRect l="-400" t="-8547" b="-1965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Right Arrow 3">
            <a:extLst>
              <a:ext uri="{FF2B5EF4-FFF2-40B4-BE49-F238E27FC236}">
                <a16:creationId xmlns:a16="http://schemas.microsoft.com/office/drawing/2014/main" id="{3FE11F38-A8D0-406B-A77F-9DE69C4F1B02}"/>
              </a:ext>
            </a:extLst>
          </p:cNvPr>
          <p:cNvSpPr/>
          <p:nvPr/>
        </p:nvSpPr>
        <p:spPr>
          <a:xfrm flipV="1">
            <a:off x="7091357" y="1733616"/>
            <a:ext cx="144000" cy="180000"/>
          </a:xfrm>
          <a:prstGeom prst="rightArrow">
            <a:avLst/>
          </a:prstGeom>
          <a:gradFill>
            <a:gsLst>
              <a:gs pos="10000">
                <a:srgbClr val="0E47A1"/>
              </a:gs>
              <a:gs pos="100000">
                <a:srgbClr val="03A9F5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Wingdings 3" panose="05040102010807070707" pitchFamily="18" charset="2"/>
              <a:buNone/>
            </a:pPr>
            <a:endParaRPr lang="en-IN" sz="2800" dirty="0">
              <a:solidFill>
                <a:schemeClr val="bg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Content Placeholder 4">
                <a:extLst>
                  <a:ext uri="{FF2B5EF4-FFF2-40B4-BE49-F238E27FC236}">
                    <a16:creationId xmlns:a16="http://schemas.microsoft.com/office/drawing/2014/main" id="{E2369E14-FB7F-439F-B8BC-3D00ED9ED33E}"/>
                  </a:ext>
                </a:extLst>
              </p:cNvPr>
              <p:cNvSpPr txBox="1">
                <a:spLocks/>
              </p:cNvSpPr>
              <p:nvPr/>
            </p:nvSpPr>
            <p:spPr>
              <a:xfrm flipH="1">
                <a:off x="132610" y="1548055"/>
                <a:ext cx="3258290" cy="540000"/>
              </a:xfrm>
              <a:prstGeom prst="rect">
                <a:avLst/>
              </a:prstGeom>
              <a:noFill/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vert="horz" lIns="91440" tIns="45720" rIns="91440" bIns="45720" rtlCol="0" anchor="ctr">
                <a:noAutofit/>
              </a:bodyPr>
              <a:lstStyle>
                <a:lvl1pPr marL="265113" indent="-265113" algn="just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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809625" indent="-352425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lnSpc>
                    <a:spcPct val="115000"/>
                  </a:lnSpc>
                  <a:spcAft>
                    <a:spcPts val="800"/>
                  </a:spcAft>
                  <a:buNone/>
                </a:pPr>
                <a:r>
                  <a:rPr lang="en-US" sz="2800" dirty="0">
                    <a:solidFill>
                      <a:srgbClr val="002060"/>
                    </a:solidFill>
                  </a:rPr>
                  <a:t>Now,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2800" b="0" i="1" dirty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sz="2800" b="0" i="0" dirty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k</m:t>
                        </m:r>
                        <m:r>
                          <a:rPr lang="en-US" sz="2800" dirty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US" sz="2800" b="0" i="0" dirty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m</m:t>
                        </m:r>
                      </m:e>
                    </m:d>
                    <m:r>
                      <a:rPr lang="en-US" sz="2800" b="0" i="0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m:rPr>
                        <m:sty m:val="p"/>
                      </m:rPr>
                      <a:rPr lang="en-US" sz="2800" b="0" i="0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u</m:t>
                    </m:r>
                  </m:oMath>
                </a14:m>
                <a:endParaRPr lang="en-US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19" name="Content Placeholder 4">
                <a:extLst>
                  <a:ext uri="{FF2B5EF4-FFF2-40B4-BE49-F238E27FC236}">
                    <a16:creationId xmlns:a16="http://schemas.microsoft.com/office/drawing/2014/main" id="{E2369E14-FB7F-439F-B8BC-3D00ED9ED33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132610" y="1548055"/>
                <a:ext cx="3258290" cy="540000"/>
              </a:xfrm>
              <a:prstGeom prst="rect">
                <a:avLst/>
              </a:prstGeom>
              <a:blipFill>
                <a:blip r:embed="rId5"/>
                <a:stretch>
                  <a:fillRect l="-3933" t="-10112" b="-28090"/>
                </a:stretch>
              </a:blipFill>
              <a:ln w="12700" cap="flat" cmpd="sng" algn="ctr">
                <a:noFill/>
                <a:prstDash val="solid"/>
                <a:miter lim="800000"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Content Placeholder 4">
                <a:extLst>
                  <a:ext uri="{FF2B5EF4-FFF2-40B4-BE49-F238E27FC236}">
                    <a16:creationId xmlns:a16="http://schemas.microsoft.com/office/drawing/2014/main" id="{E2369E14-FB7F-439F-B8BC-3D00ED9ED33E}"/>
                  </a:ext>
                </a:extLst>
              </p:cNvPr>
              <p:cNvSpPr txBox="1">
                <a:spLocks/>
              </p:cNvSpPr>
              <p:nvPr/>
            </p:nvSpPr>
            <p:spPr>
              <a:xfrm flipH="1">
                <a:off x="2544988" y="1603291"/>
                <a:ext cx="3289136" cy="540000"/>
              </a:xfrm>
              <a:prstGeom prst="rect">
                <a:avLst/>
              </a:prstGeom>
              <a:noFill/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vert="horz" lIns="91440" tIns="45720" rIns="91440" bIns="45720" rtlCol="0" anchor="ctr">
                <a:noAutofit/>
              </a:bodyPr>
              <a:lstStyle>
                <a:lvl1pPr marL="265113" indent="-265113" algn="just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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809625" indent="-352425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lnSpc>
                    <a:spcPct val="115000"/>
                  </a:lnSpc>
                  <a:spcAft>
                    <a:spcPts val="8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dirty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sz="2800" i="1" dirty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sz="2800" dirty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k</m:t>
                          </m:r>
                          <m:r>
                            <a:rPr lang="en-US" sz="2800" dirty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m:rPr>
                              <m:sty m:val="p"/>
                            </m:rPr>
                            <a:rPr lang="en-US" sz="2800" dirty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m</m:t>
                          </m:r>
                        </m:e>
                      </m:d>
                      <m:r>
                        <a:rPr lang="en-US" sz="2800" dirty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⋅</m:t>
                      </m:r>
                      <m:d>
                        <m:dPr>
                          <m:ctrlP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a</m:t>
                              </m:r>
                            </m:e>
                            <m:sub>
                              <m: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b</m:t>
                              </m:r>
                            </m:e>
                            <m:sub>
                              <m: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20" name="Content Placeholder 4">
                <a:extLst>
                  <a:ext uri="{FF2B5EF4-FFF2-40B4-BE49-F238E27FC236}">
                    <a16:creationId xmlns:a16="http://schemas.microsoft.com/office/drawing/2014/main" id="{E2369E14-FB7F-439F-B8BC-3D00ED9ED33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2544988" y="1603291"/>
                <a:ext cx="3289136" cy="54000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ln w="12700" cap="flat" cmpd="sng" algn="ctr">
                <a:noFill/>
                <a:prstDash val="solid"/>
                <a:miter lim="800000"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Content Placeholder 4">
                <a:extLst>
                  <a:ext uri="{FF2B5EF4-FFF2-40B4-BE49-F238E27FC236}">
                    <a16:creationId xmlns:a16="http://schemas.microsoft.com/office/drawing/2014/main" id="{E2369E14-FB7F-439F-B8BC-3D00ED9ED33E}"/>
                  </a:ext>
                </a:extLst>
              </p:cNvPr>
              <p:cNvSpPr txBox="1">
                <a:spLocks/>
              </p:cNvSpPr>
              <p:nvPr/>
            </p:nvSpPr>
            <p:spPr>
              <a:xfrm flipH="1">
                <a:off x="2646241" y="2215070"/>
                <a:ext cx="4678713" cy="540000"/>
              </a:xfrm>
              <a:prstGeom prst="rect">
                <a:avLst/>
              </a:prstGeom>
              <a:noFill/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vert="horz" lIns="91440" tIns="45720" rIns="91440" bIns="45720" rtlCol="0" anchor="ctr">
                <a:noAutofit/>
              </a:bodyPr>
              <a:lstStyle>
                <a:lvl1pPr marL="265113" indent="-265113" algn="just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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809625" indent="-352425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lnSpc>
                    <a:spcPct val="115000"/>
                  </a:lnSpc>
                  <a:spcAft>
                    <a:spcPts val="8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800" dirty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sz="2800" i="1" dirty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ctrlPr>
                                <a:rPr lang="en-US" sz="2800" i="1" dirty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m:rPr>
                                  <m:sty m:val="p"/>
                                </m:rPr>
                                <a:rPr lang="en-US" sz="2800" dirty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k</m:t>
                              </m:r>
                              <m:r>
                                <a:rPr lang="en-US" sz="2800" dirty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m:rPr>
                                  <m:sty m:val="p"/>
                                </m:rPr>
                                <a:rPr lang="en-US" sz="2800" dirty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m</m:t>
                              </m:r>
                            </m:e>
                          </m:d>
                          <m:sSub>
                            <m:sSubPr>
                              <m:ctrlPr>
                                <a:rPr lang="en-US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a</m:t>
                              </m:r>
                            </m:e>
                            <m:sub>
                              <m: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d>
                            <m:dPr>
                              <m:ctrlPr>
                                <a:rPr lang="en-US" sz="2800" i="1" dirty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m:rPr>
                                  <m:sty m:val="p"/>
                                </m:rPr>
                                <a:rPr lang="en-US" sz="2800" dirty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k</m:t>
                              </m:r>
                              <m:r>
                                <a:rPr lang="en-US" sz="2800" dirty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m:rPr>
                                  <m:sty m:val="p"/>
                                </m:rPr>
                                <a:rPr lang="en-US" sz="2800" dirty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m</m:t>
                              </m:r>
                            </m:e>
                          </m:d>
                          <m:sSub>
                            <m:sSubPr>
                              <m:ctrlPr>
                                <a:rPr lang="en-US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b</m:t>
                              </m:r>
                            </m:e>
                            <m:sub>
                              <m: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sz="2800" dirty="0">
                  <a:solidFill>
                    <a:srgbClr val="002060"/>
                  </a:solidFill>
                  <a:latin typeface="+mj-lt"/>
                </a:endParaRPr>
              </a:p>
            </p:txBody>
          </p:sp>
        </mc:Choice>
        <mc:Fallback xmlns="">
          <p:sp>
            <p:nvSpPr>
              <p:cNvPr id="23" name="Content Placeholder 4">
                <a:extLst>
                  <a:ext uri="{FF2B5EF4-FFF2-40B4-BE49-F238E27FC236}">
                    <a16:creationId xmlns:a16="http://schemas.microsoft.com/office/drawing/2014/main" id="{E2369E14-FB7F-439F-B8BC-3D00ED9ED33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2646241" y="2215070"/>
                <a:ext cx="4678713" cy="54000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  <a:ln w="12700" cap="flat" cmpd="sng" algn="ctr">
                <a:noFill/>
                <a:prstDash val="solid"/>
                <a:miter lim="800000"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Content Placeholder 4">
                <a:extLst>
                  <a:ext uri="{FF2B5EF4-FFF2-40B4-BE49-F238E27FC236}">
                    <a16:creationId xmlns:a16="http://schemas.microsoft.com/office/drawing/2014/main" id="{E2369E14-FB7F-439F-B8BC-3D00ED9ED33E}"/>
                  </a:ext>
                </a:extLst>
              </p:cNvPr>
              <p:cNvSpPr txBox="1">
                <a:spLocks/>
              </p:cNvSpPr>
              <p:nvPr/>
            </p:nvSpPr>
            <p:spPr>
              <a:xfrm flipH="1">
                <a:off x="2646241" y="2898747"/>
                <a:ext cx="5359126" cy="462537"/>
              </a:xfrm>
              <a:prstGeom prst="rect">
                <a:avLst/>
              </a:prstGeom>
              <a:noFill/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vert="horz" lIns="91440" tIns="45720" rIns="91440" bIns="45720" rtlCol="0" anchor="ctr">
                <a:noAutofit/>
              </a:bodyPr>
              <a:lstStyle>
                <a:lvl1pPr marL="265113" indent="-265113" algn="just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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809625" indent="-352425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lnSpc>
                    <a:spcPct val="115000"/>
                  </a:lnSpc>
                  <a:spcAft>
                    <a:spcPts val="8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800" dirty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sz="2800" i="1" dirty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sz="2800" dirty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k</m:t>
                          </m:r>
                          <m:sSub>
                            <m:sSubPr>
                              <m:ctrlPr>
                                <a:rPr lang="en-US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a</m:t>
                              </m:r>
                            </m:e>
                            <m:sub>
                              <m: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2800" dirty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m:rPr>
                              <m:sty m:val="p"/>
                            </m:rPr>
                            <a:rPr lang="en-US" sz="2800" dirty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m</m:t>
                          </m:r>
                          <m:sSub>
                            <m:sSubPr>
                              <m:ctrlPr>
                                <a:rPr lang="en-US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a</m:t>
                              </m:r>
                            </m:e>
                            <m:sub>
                              <m: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m:rPr>
                              <m:sty m:val="p"/>
                            </m:rPr>
                            <a:rPr lang="en-US" sz="2800" dirty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k</m:t>
                          </m:r>
                          <m:sSub>
                            <m:sSubPr>
                              <m:ctrlPr>
                                <a:rPr lang="en-US" sz="2800" b="0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2800" b="0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b</m:t>
                              </m:r>
                            </m:e>
                            <m:sub>
                              <m: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2800" dirty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m:rPr>
                              <m:sty m:val="p"/>
                            </m:rPr>
                            <a:rPr lang="en-US" sz="2800" dirty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m</m:t>
                          </m:r>
                          <m:sSub>
                            <m:sSubPr>
                              <m:ctrlPr>
                                <a:rPr lang="en-US" sz="2800" b="0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2800" b="0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b</m:t>
                              </m:r>
                            </m:e>
                            <m:sub>
                              <m: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r>
                        <a:rPr lang="en-US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24" name="Content Placeholder 4">
                <a:extLst>
                  <a:ext uri="{FF2B5EF4-FFF2-40B4-BE49-F238E27FC236}">
                    <a16:creationId xmlns:a16="http://schemas.microsoft.com/office/drawing/2014/main" id="{E2369E14-FB7F-439F-B8BC-3D00ED9ED33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2646241" y="2898747"/>
                <a:ext cx="5359126" cy="462537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  <a:ln w="12700" cap="flat" cmpd="sng" algn="ctr">
                <a:noFill/>
                <a:prstDash val="solid"/>
                <a:miter lim="800000"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3" name="Picture 12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084015" y="850686"/>
            <a:ext cx="5040000" cy="1208314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6" name="Content Placeholder 4">
                <a:extLst>
                  <a:ext uri="{FF2B5EF4-FFF2-40B4-BE49-F238E27FC236}">
                    <a16:creationId xmlns:a16="http://schemas.microsoft.com/office/drawing/2014/main" id="{E2369E14-FB7F-439F-B8BC-3D00ED9ED33E}"/>
                  </a:ext>
                </a:extLst>
              </p:cNvPr>
              <p:cNvSpPr txBox="1">
                <a:spLocks/>
              </p:cNvSpPr>
              <p:nvPr/>
            </p:nvSpPr>
            <p:spPr>
              <a:xfrm flipH="1">
                <a:off x="132610" y="3564934"/>
                <a:ext cx="3258290" cy="540000"/>
              </a:xfrm>
              <a:prstGeom prst="rect">
                <a:avLst/>
              </a:prstGeom>
              <a:noFill/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vert="horz" lIns="91440" tIns="45720" rIns="91440" bIns="45720" rtlCol="0" anchor="ctr">
                <a:noAutofit/>
              </a:bodyPr>
              <a:lstStyle>
                <a:lvl1pPr marL="265113" indent="-265113" algn="just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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809625" indent="-352425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lnSpc>
                    <a:spcPct val="115000"/>
                  </a:lnSpc>
                  <a:spcAft>
                    <a:spcPts val="800"/>
                  </a:spcAft>
                  <a:buNone/>
                </a:pPr>
                <a:r>
                  <a:rPr lang="en-US" sz="2800" dirty="0">
                    <a:solidFill>
                      <a:srgbClr val="002060"/>
                    </a:solidFill>
                  </a:rPr>
                  <a:t>Now,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800" i="0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k</m:t>
                    </m:r>
                    <m:r>
                      <a:rPr lang="en-US" sz="2800" b="0" i="0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m:rPr>
                        <m:sty m:val="p"/>
                      </m:rPr>
                      <a:rPr lang="en-US" sz="2800" b="0" i="0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u</m:t>
                    </m:r>
                    <m:r>
                      <a:rPr lang="en-US" sz="2800" b="0" i="0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US" sz="2800" b="0" i="0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m</m:t>
                    </m:r>
                    <m:r>
                      <a:rPr lang="en-US" sz="2800" dirty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m:rPr>
                        <m:sty m:val="p"/>
                      </m:rPr>
                      <a:rPr lang="en-US" sz="2800" dirty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u</m:t>
                    </m:r>
                  </m:oMath>
                </a14:m>
                <a:endParaRPr lang="en-US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16" name="Content Placeholder 4">
                <a:extLst>
                  <a:ext uri="{FF2B5EF4-FFF2-40B4-BE49-F238E27FC236}">
                    <a16:creationId xmlns:a16="http://schemas.microsoft.com/office/drawing/2014/main" id="{E2369E14-FB7F-439F-B8BC-3D00ED9ED33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132610" y="3564934"/>
                <a:ext cx="3258290" cy="540000"/>
              </a:xfrm>
              <a:prstGeom prst="rect">
                <a:avLst/>
              </a:prstGeom>
              <a:blipFill>
                <a:blip r:embed="rId10"/>
                <a:stretch>
                  <a:fillRect l="-3933" t="-10227" b="-29545"/>
                </a:stretch>
              </a:blipFill>
              <a:ln w="12700" cap="flat" cmpd="sng" algn="ctr">
                <a:noFill/>
                <a:prstDash val="solid"/>
                <a:miter lim="800000"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Content Placeholder 4">
                <a:extLst>
                  <a:ext uri="{FF2B5EF4-FFF2-40B4-BE49-F238E27FC236}">
                    <a16:creationId xmlns:a16="http://schemas.microsoft.com/office/drawing/2014/main" id="{E2369E14-FB7F-439F-B8BC-3D00ED9ED33E}"/>
                  </a:ext>
                </a:extLst>
              </p:cNvPr>
              <p:cNvSpPr txBox="1">
                <a:spLocks/>
              </p:cNvSpPr>
              <p:nvPr/>
            </p:nvSpPr>
            <p:spPr>
              <a:xfrm flipH="1">
                <a:off x="2828325" y="3620170"/>
                <a:ext cx="4314547" cy="540000"/>
              </a:xfrm>
              <a:prstGeom prst="rect">
                <a:avLst/>
              </a:prstGeom>
              <a:noFill/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vert="horz" lIns="91440" tIns="45720" rIns="91440" bIns="45720" rtlCol="0" anchor="ctr">
                <a:noAutofit/>
              </a:bodyPr>
              <a:lstStyle>
                <a:lvl1pPr marL="265113" indent="-265113" algn="just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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809625" indent="-352425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lnSpc>
                    <a:spcPct val="115000"/>
                  </a:lnSpc>
                  <a:spcAft>
                    <a:spcPts val="8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dirty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sz="2800" b="0" i="0" dirty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k</m:t>
                      </m:r>
                      <m:r>
                        <a:rPr lang="en-US" sz="2800" dirty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⋅</m:t>
                      </m:r>
                      <m:d>
                        <m:dPr>
                          <m:ctrlP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a</m:t>
                              </m:r>
                            </m:e>
                            <m:sub>
                              <m: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b</m:t>
                              </m:r>
                            </m:e>
                            <m:sub>
                              <m: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r>
                        <a:rPr lang="en-US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m:rPr>
                          <m:sty m:val="p"/>
                        </m:rPr>
                        <a:rPr lang="en-US" sz="2800" b="0" i="0" dirty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m</m:t>
                      </m:r>
                      <m:r>
                        <a:rPr lang="en-US" sz="2800" dirty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⋅</m:t>
                      </m:r>
                      <m:d>
                        <m:dPr>
                          <m:ctrlP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a</m:t>
                              </m:r>
                            </m:e>
                            <m:sub>
                              <m: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b</m:t>
                              </m:r>
                            </m:e>
                            <m:sub>
                              <m: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18" name="Content Placeholder 4">
                <a:extLst>
                  <a:ext uri="{FF2B5EF4-FFF2-40B4-BE49-F238E27FC236}">
                    <a16:creationId xmlns:a16="http://schemas.microsoft.com/office/drawing/2014/main" id="{E2369E14-FB7F-439F-B8BC-3D00ED9ED33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2828325" y="3620170"/>
                <a:ext cx="4314547" cy="540000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  <a:ln w="12700" cap="flat" cmpd="sng" algn="ctr">
                <a:noFill/>
                <a:prstDash val="solid"/>
                <a:miter lim="800000"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Content Placeholder 4">
                <a:extLst>
                  <a:ext uri="{FF2B5EF4-FFF2-40B4-BE49-F238E27FC236}">
                    <a16:creationId xmlns:a16="http://schemas.microsoft.com/office/drawing/2014/main" id="{E2369E14-FB7F-439F-B8BC-3D00ED9ED33E}"/>
                  </a:ext>
                </a:extLst>
              </p:cNvPr>
              <p:cNvSpPr txBox="1">
                <a:spLocks/>
              </p:cNvSpPr>
              <p:nvPr/>
            </p:nvSpPr>
            <p:spPr>
              <a:xfrm flipH="1">
                <a:off x="2878426" y="4231949"/>
                <a:ext cx="5255083" cy="540000"/>
              </a:xfrm>
              <a:prstGeom prst="rect">
                <a:avLst/>
              </a:prstGeom>
              <a:noFill/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vert="horz" lIns="91440" tIns="45720" rIns="91440" bIns="45720" rtlCol="0" anchor="ctr">
                <a:noAutofit/>
              </a:bodyPr>
              <a:lstStyle>
                <a:lvl1pPr marL="265113" indent="-265113" algn="just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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809625" indent="-352425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lnSpc>
                    <a:spcPct val="115000"/>
                  </a:lnSpc>
                  <a:spcAft>
                    <a:spcPts val="8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800" dirty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sz="2800" i="1" dirty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sz="2800" dirty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k</m:t>
                          </m:r>
                          <m:sSub>
                            <m:sSubPr>
                              <m:ctrlPr>
                                <a:rPr lang="en-US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a</m:t>
                              </m:r>
                            </m:e>
                            <m:sub>
                              <m: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m:rPr>
                              <m:sty m:val="p"/>
                            </m:rPr>
                            <a:rPr lang="en-US" sz="2800" dirty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k</m:t>
                          </m:r>
                          <m:sSub>
                            <m:sSubPr>
                              <m:ctrlPr>
                                <a:rPr lang="en-US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b</m:t>
                              </m:r>
                            </m:e>
                            <m:sub>
                              <m: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r>
                        <a:rPr lang="en-US" sz="2800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d>
                        <m:dPr>
                          <m:ctrlPr>
                            <a:rPr lang="en-US" sz="2800" i="1" dirty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sz="2800" dirty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m</m:t>
                          </m:r>
                          <m:sSub>
                            <m:sSubPr>
                              <m:ctrlPr>
                                <a:rPr lang="en-US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a</m:t>
                              </m:r>
                            </m:e>
                            <m:sub>
                              <m: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m:rPr>
                              <m:sty m:val="p"/>
                            </m:rPr>
                            <a:rPr lang="en-US" sz="2800" dirty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m</m:t>
                          </m:r>
                          <m:sSub>
                            <m:sSubPr>
                              <m:ctrlPr>
                                <a:rPr lang="en-US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b</m:t>
                              </m:r>
                            </m:e>
                            <m:sub>
                              <m: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22" name="Content Placeholder 4">
                <a:extLst>
                  <a:ext uri="{FF2B5EF4-FFF2-40B4-BE49-F238E27FC236}">
                    <a16:creationId xmlns:a16="http://schemas.microsoft.com/office/drawing/2014/main" id="{E2369E14-FB7F-439F-B8BC-3D00ED9ED33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2878426" y="4231949"/>
                <a:ext cx="5255083" cy="540000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  <a:ln w="12700" cap="flat" cmpd="sng" algn="ctr">
                <a:noFill/>
                <a:prstDash val="solid"/>
                <a:miter lim="800000"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Content Placeholder 4">
                <a:extLst>
                  <a:ext uri="{FF2B5EF4-FFF2-40B4-BE49-F238E27FC236}">
                    <a16:creationId xmlns:a16="http://schemas.microsoft.com/office/drawing/2014/main" id="{E2369E14-FB7F-439F-B8BC-3D00ED9ED33E}"/>
                  </a:ext>
                </a:extLst>
              </p:cNvPr>
              <p:cNvSpPr txBox="1">
                <a:spLocks/>
              </p:cNvSpPr>
              <p:nvPr/>
            </p:nvSpPr>
            <p:spPr>
              <a:xfrm flipH="1">
                <a:off x="2878426" y="4838163"/>
                <a:ext cx="5359126" cy="462537"/>
              </a:xfrm>
              <a:prstGeom prst="rect">
                <a:avLst/>
              </a:prstGeom>
              <a:noFill/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vert="horz" lIns="91440" tIns="45720" rIns="91440" bIns="45720" rtlCol="0" anchor="ctr">
                <a:noAutofit/>
              </a:bodyPr>
              <a:lstStyle>
                <a:lvl1pPr marL="265113" indent="-265113" algn="just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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809625" indent="-352425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lnSpc>
                    <a:spcPct val="115000"/>
                  </a:lnSpc>
                  <a:spcAft>
                    <a:spcPts val="8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800" dirty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sz="2800" i="1" dirty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sz="2800" dirty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k</m:t>
                          </m:r>
                          <m:sSub>
                            <m:sSubPr>
                              <m:ctrlPr>
                                <a:rPr lang="en-US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a</m:t>
                              </m:r>
                            </m:e>
                            <m:sub>
                              <m: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2800" dirty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m:rPr>
                              <m:sty m:val="p"/>
                            </m:rPr>
                            <a:rPr lang="en-US" sz="2800" dirty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m</m:t>
                          </m:r>
                          <m:sSub>
                            <m:sSubPr>
                              <m:ctrlPr>
                                <a:rPr lang="en-US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a</m:t>
                              </m:r>
                            </m:e>
                            <m:sub>
                              <m: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m:rPr>
                              <m:sty m:val="p"/>
                            </m:rPr>
                            <a:rPr lang="en-US" sz="2800" dirty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k</m:t>
                          </m:r>
                          <m:sSub>
                            <m:sSubPr>
                              <m:ctrlPr>
                                <a:rPr lang="en-US" sz="2800" b="0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2800" b="0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b</m:t>
                              </m:r>
                            </m:e>
                            <m:sub>
                              <m: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2800" dirty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m:rPr>
                              <m:sty m:val="p"/>
                            </m:rPr>
                            <a:rPr lang="en-US" sz="2800" dirty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m</m:t>
                          </m:r>
                          <m:sSub>
                            <m:sSubPr>
                              <m:ctrlPr>
                                <a:rPr lang="en-US" sz="2800" b="0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2800" b="0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b</m:t>
                              </m:r>
                            </m:e>
                            <m:sub>
                              <m: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r>
                        <a:rPr lang="en-US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25" name="Content Placeholder 4">
                <a:extLst>
                  <a:ext uri="{FF2B5EF4-FFF2-40B4-BE49-F238E27FC236}">
                    <a16:creationId xmlns:a16="http://schemas.microsoft.com/office/drawing/2014/main" id="{E2369E14-FB7F-439F-B8BC-3D00ED9ED33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2878426" y="4838163"/>
                <a:ext cx="5359126" cy="462537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  <a:ln w="12700" cap="flat" cmpd="sng" algn="ctr">
                <a:noFill/>
                <a:prstDash val="solid"/>
                <a:miter lim="800000"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Content Placeholder 4">
                <a:extLst>
                  <a:ext uri="{FF2B5EF4-FFF2-40B4-BE49-F238E27FC236}">
                    <a16:creationId xmlns:a16="http://schemas.microsoft.com/office/drawing/2014/main" id="{E2369E14-FB7F-439F-B8BC-3D00ED9ED33E}"/>
                  </a:ext>
                </a:extLst>
              </p:cNvPr>
              <p:cNvSpPr txBox="1">
                <a:spLocks/>
              </p:cNvSpPr>
              <p:nvPr/>
            </p:nvSpPr>
            <p:spPr>
              <a:xfrm flipH="1">
                <a:off x="132608" y="5552848"/>
                <a:ext cx="4684090" cy="540000"/>
              </a:xfrm>
              <a:prstGeom prst="rect">
                <a:avLst/>
              </a:prstGeom>
              <a:noFill/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vert="horz" lIns="91440" tIns="45720" rIns="91440" bIns="45720" rtlCol="0" anchor="ctr">
                <a:noAutofit/>
              </a:bodyPr>
              <a:lstStyle>
                <a:lvl1pPr marL="265113" indent="-265113" algn="just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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809625" indent="-352425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lnSpc>
                    <a:spcPct val="115000"/>
                  </a:lnSpc>
                  <a:spcAft>
                    <a:spcPts val="8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sz="2800" i="0" dirty="0" smtClean="0">
                          <a:solidFill>
                            <a:srgbClr val="002060"/>
                          </a:solidFill>
                        </a:rPr>
                        <m:t>So</m:t>
                      </m:r>
                      <m:r>
                        <m:rPr>
                          <m:nor/>
                        </m:rPr>
                        <a:rPr lang="en-US" sz="2800" i="0" dirty="0" smtClean="0">
                          <a:solidFill>
                            <a:srgbClr val="002060"/>
                          </a:solidFill>
                        </a:rPr>
                        <m:t>, </m:t>
                      </m:r>
                      <m:d>
                        <m:dPr>
                          <m:ctrlPr>
                            <a:rPr lang="en-US" sz="2800" i="1" dirty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sz="2800" dirty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k</m:t>
                          </m:r>
                          <m:r>
                            <a:rPr lang="en-US" sz="2800" dirty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m:rPr>
                              <m:sty m:val="p"/>
                            </m:rPr>
                            <a:rPr lang="en-US" sz="2800" dirty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m</m:t>
                          </m:r>
                        </m:e>
                      </m:d>
                      <m:r>
                        <a:rPr lang="en-US" sz="2800" dirty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⋅</m:t>
                      </m:r>
                      <m:r>
                        <m:rPr>
                          <m:sty m:val="p"/>
                        </m:rPr>
                        <a:rPr lang="en-US" sz="2800" b="0" i="0" dirty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u</m:t>
                      </m:r>
                      <m:r>
                        <a:rPr lang="en-US" sz="2800" dirty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sz="2800" dirty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k</m:t>
                      </m:r>
                      <m:r>
                        <a:rPr lang="en-US" sz="2800" i="1" dirty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⋅</m:t>
                      </m:r>
                      <m:r>
                        <m:rPr>
                          <m:sty m:val="p"/>
                        </m:rPr>
                        <a:rPr lang="en-US" sz="2800" b="0" i="0" dirty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u</m:t>
                      </m:r>
                      <m:r>
                        <a:rPr lang="en-US" sz="2800" i="1" dirty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m:rPr>
                          <m:sty m:val="p"/>
                        </m:rPr>
                        <a:rPr lang="en-US" sz="2800" dirty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m</m:t>
                      </m:r>
                      <m:r>
                        <a:rPr lang="en-US" sz="2800" i="1" dirty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⋅</m:t>
                      </m:r>
                      <m:r>
                        <m:rPr>
                          <m:sty m:val="p"/>
                        </m:rPr>
                        <a:rPr lang="en-US" sz="2800" b="0" i="0" dirty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u</m:t>
                      </m:r>
                    </m:oMath>
                  </m:oMathPara>
                </a14:m>
                <a:endParaRPr lang="en-US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26" name="Content Placeholder 4">
                <a:extLst>
                  <a:ext uri="{FF2B5EF4-FFF2-40B4-BE49-F238E27FC236}">
                    <a16:creationId xmlns:a16="http://schemas.microsoft.com/office/drawing/2014/main" id="{E2369E14-FB7F-439F-B8BC-3D00ED9ED33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132608" y="5552848"/>
                <a:ext cx="4684090" cy="540000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  <a:ln w="12700" cap="flat" cmpd="sng" algn="ctr">
                <a:noFill/>
                <a:prstDash val="solid"/>
                <a:miter lim="800000"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111048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23" grpId="0"/>
      <p:bldP spid="24" grpId="0"/>
      <p:bldP spid="16" grpId="0"/>
      <p:bldP spid="18" grpId="0"/>
      <p:bldP spid="22" grpId="0"/>
      <p:bldP spid="25" grpId="0"/>
      <p:bldP spid="26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ECFC8A-BC0D-5D72-FE99-20313653BC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1" name="Content Placeholder 4">
                <a:extLst>
                  <a:ext uri="{FF2B5EF4-FFF2-40B4-BE49-F238E27FC236}">
                    <a16:creationId xmlns:a16="http://schemas.microsoft.com/office/drawing/2014/main" id="{C2E3A768-B2DD-49B5-A909-9453EEB041E3}"/>
                  </a:ext>
                </a:extLst>
              </p:cNvPr>
              <p:cNvSpPr txBox="1">
                <a:spLocks/>
              </p:cNvSpPr>
              <p:nvPr/>
            </p:nvSpPr>
            <p:spPr>
              <a:xfrm flipH="1">
                <a:off x="-1" y="865206"/>
                <a:ext cx="5615190" cy="540000"/>
              </a:xfrm>
              <a:prstGeom prst="rect">
                <a:avLst/>
              </a:prstGeom>
              <a:gradFill>
                <a:gsLst>
                  <a:gs pos="10000">
                    <a:srgbClr val="0E47A1"/>
                  </a:gs>
                  <a:gs pos="100000">
                    <a:srgbClr val="03A9F5"/>
                  </a:gs>
                </a:gsLst>
                <a:lin ang="10800000" scaled="1"/>
              </a:gradFill>
              <a:ln>
                <a:noFill/>
              </a:ln>
            </p:spPr>
            <p:txBody>
              <a:bodyPr vert="horz" wrap="square" lIns="91440" tIns="45720" rIns="91440" bIns="45720" numCol="1" anchor="ctr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algn="ctr">
                  <a:defRPr sz="2800">
                    <a:solidFill>
                      <a:schemeClr val="bg1"/>
                    </a:solidFill>
                  </a:defRPr>
                </a:lvl1pPr>
                <a:lvl2pPr>
                  <a:defRPr>
                    <a:solidFill>
                      <a:schemeClr val="tx1"/>
                    </a:solidFill>
                  </a:defRPr>
                </a:lvl2pPr>
                <a:lvl3pPr>
                  <a:defRPr>
                    <a:solidFill>
                      <a:schemeClr val="tx1"/>
                    </a:solidFill>
                  </a:defRPr>
                </a:lvl3pPr>
                <a:lvl4pPr>
                  <a:defRPr>
                    <a:solidFill>
                      <a:schemeClr val="tx1"/>
                    </a:solidFill>
                  </a:defRPr>
                </a:lvl4pPr>
                <a:lvl5pPr>
                  <a:defRPr>
                    <a:solidFill>
                      <a:schemeClr val="tx1"/>
                    </a:solidFill>
                  </a:defRPr>
                </a:lvl5pPr>
                <a:lvl6pPr>
                  <a:defRPr>
                    <a:solidFill>
                      <a:schemeClr val="tx1"/>
                    </a:solidFill>
                  </a:defRPr>
                </a:lvl6pPr>
                <a:lvl7pPr>
                  <a:defRPr>
                    <a:solidFill>
                      <a:schemeClr val="tx1"/>
                    </a:solidFill>
                  </a:defRPr>
                </a:lvl7pPr>
                <a:lvl8pPr>
                  <a:defRPr>
                    <a:solidFill>
                      <a:schemeClr val="tx1"/>
                    </a:solidFill>
                  </a:defRPr>
                </a:lvl8pPr>
                <a:lvl9pPr>
                  <a:defRPr>
                    <a:solidFill>
                      <a:schemeClr val="tx1"/>
                    </a:solidFill>
                  </a:defRPr>
                </a:lvl9pPr>
              </a:lstStyle>
              <a:p>
                <a:pPr algn="l"/>
                <a:r>
                  <a:rPr lang="en-US" b="1" dirty="0"/>
                  <a:t>Axiom 9: </a:t>
                </a:r>
                <a14:m>
                  <m:oMath xmlns:m="http://schemas.openxmlformats.org/officeDocument/2006/math">
                    <m:r>
                      <a:rPr lang="en-US" b="1" i="0" dirty="0" smtClean="0">
                        <a:latin typeface="Cambria Math" panose="02040503050406030204" pitchFamily="18" charset="0"/>
                      </a:rPr>
                      <m:t>𝐤</m:t>
                    </m:r>
                    <m:r>
                      <a:rPr lang="en-US" b="1" i="0" dirty="0" smtClean="0">
                        <a:latin typeface="Cambria Math" panose="02040503050406030204" pitchFamily="18" charset="0"/>
                      </a:rPr>
                      <m:t>⋅</m:t>
                    </m:r>
                    <m:d>
                      <m:dPr>
                        <m:ctrlPr>
                          <a:rPr lang="en-US" b="1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 i="0" dirty="0">
                            <a:latin typeface="Cambria Math" panose="02040503050406030204" pitchFamily="18" charset="0"/>
                          </a:rPr>
                          <m:t>𝐦</m:t>
                        </m:r>
                        <m:r>
                          <a:rPr lang="en-US" b="1" i="0" dirty="0">
                            <a:latin typeface="Cambria Math" panose="02040503050406030204" pitchFamily="18" charset="0"/>
                          </a:rPr>
                          <m:t>⋅</m:t>
                        </m:r>
                        <m:r>
                          <a:rPr lang="en-US" b="1" i="0" dirty="0" smtClean="0">
                            <a:latin typeface="Cambria Math" panose="02040503050406030204" pitchFamily="18" charset="0"/>
                          </a:rPr>
                          <m:t>𝐮</m:t>
                        </m:r>
                      </m:e>
                    </m:d>
                    <m:r>
                      <a:rPr lang="en-US" b="1" i="0" dirty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b="1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 i="0" dirty="0">
                            <a:latin typeface="Cambria Math" panose="02040503050406030204" pitchFamily="18" charset="0"/>
                          </a:rPr>
                          <m:t>𝐤</m:t>
                        </m:r>
                        <m:r>
                          <a:rPr lang="en-US" b="1" i="0" dirty="0" smtClean="0">
                            <a:latin typeface="Cambria Math" panose="02040503050406030204" pitchFamily="18" charset="0"/>
                          </a:rPr>
                          <m:t>𝐦</m:t>
                        </m:r>
                      </m:e>
                    </m:d>
                    <m:r>
                      <a:rPr lang="en-US" b="1" dirty="0">
                        <a:latin typeface="Cambria Math" panose="02040503050406030204" pitchFamily="18" charset="0"/>
                      </a:rPr>
                      <m:t>⋅</m:t>
                    </m:r>
                    <m:r>
                      <a:rPr lang="en-US" b="1" i="0" dirty="0" smtClean="0">
                        <a:latin typeface="Cambria Math" panose="02040503050406030204" pitchFamily="18" charset="0"/>
                      </a:rPr>
                      <m:t>𝐮</m:t>
                    </m:r>
                  </m:oMath>
                </a14:m>
                <a:endParaRPr lang="en-US" b="1" dirty="0"/>
              </a:p>
            </p:txBody>
          </p:sp>
        </mc:Choice>
        <mc:Fallback xmlns="">
          <p:sp>
            <p:nvSpPr>
              <p:cNvPr id="21" name="Content Placeholder 4">
                <a:extLst>
                  <a:ext uri="{FF2B5EF4-FFF2-40B4-BE49-F238E27FC236}">
                    <a16:creationId xmlns:a16="http://schemas.microsoft.com/office/drawing/2014/main" id="{C2E3A768-B2DD-49B5-A909-9453EEB041E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-1" y="865206"/>
                <a:ext cx="5615190" cy="540000"/>
              </a:xfrm>
              <a:prstGeom prst="rect">
                <a:avLst/>
              </a:prstGeom>
              <a:blipFill>
                <a:blip r:embed="rId2"/>
                <a:stretch>
                  <a:fillRect l="-2172" t="-10112" b="-29213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FDFDD70C-3AAE-183B-5AED-36C59E3E9B77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IN" dirty="0"/>
                  <a:t>Method:1 </a:t>
                </a:r>
                <a14:m>
                  <m:oMath xmlns:m="http://schemas.openxmlformats.org/officeDocument/2006/math">
                    <m:r>
                      <a:rPr lang="en-I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⇝</m:t>
                    </m:r>
                  </m:oMath>
                </a14:m>
                <a:r>
                  <a:rPr lang="en-IN" dirty="0"/>
                  <a:t> Example:5(continue)</a:t>
                </a:r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FDFDD70C-3AAE-183B-5AED-36C59E3E9B7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3"/>
                <a:stretch>
                  <a:fillRect l="-400" t="-8547" b="-1965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Right Arrow 3">
            <a:extLst>
              <a:ext uri="{FF2B5EF4-FFF2-40B4-BE49-F238E27FC236}">
                <a16:creationId xmlns:a16="http://schemas.microsoft.com/office/drawing/2014/main" id="{3FE11F38-A8D0-406B-A77F-9DE69C4F1B02}"/>
              </a:ext>
            </a:extLst>
          </p:cNvPr>
          <p:cNvSpPr/>
          <p:nvPr/>
        </p:nvSpPr>
        <p:spPr>
          <a:xfrm flipV="1">
            <a:off x="7091357" y="1733616"/>
            <a:ext cx="144000" cy="180000"/>
          </a:xfrm>
          <a:prstGeom prst="rightArrow">
            <a:avLst/>
          </a:prstGeom>
          <a:gradFill>
            <a:gsLst>
              <a:gs pos="10000">
                <a:srgbClr val="0E47A1"/>
              </a:gs>
              <a:gs pos="100000">
                <a:srgbClr val="03A9F5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Wingdings 3" panose="05040102010807070707" pitchFamily="18" charset="2"/>
              <a:buNone/>
            </a:pPr>
            <a:endParaRPr lang="en-IN" sz="2800" dirty="0">
              <a:solidFill>
                <a:schemeClr val="bg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Content Placeholder 4">
                <a:extLst>
                  <a:ext uri="{FF2B5EF4-FFF2-40B4-BE49-F238E27FC236}">
                    <a16:creationId xmlns:a16="http://schemas.microsoft.com/office/drawing/2014/main" id="{E2369E14-FB7F-439F-B8BC-3D00ED9ED33E}"/>
                  </a:ext>
                </a:extLst>
              </p:cNvPr>
              <p:cNvSpPr txBox="1">
                <a:spLocks/>
              </p:cNvSpPr>
              <p:nvPr/>
            </p:nvSpPr>
            <p:spPr>
              <a:xfrm flipH="1">
                <a:off x="132610" y="1548055"/>
                <a:ext cx="2353013" cy="540000"/>
              </a:xfrm>
              <a:prstGeom prst="rect">
                <a:avLst/>
              </a:prstGeom>
              <a:noFill/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vert="horz" lIns="91440" tIns="45720" rIns="91440" bIns="45720" rtlCol="0" anchor="ctr">
                <a:noAutofit/>
              </a:bodyPr>
              <a:lstStyle>
                <a:lvl1pPr marL="265113" indent="-265113" algn="just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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809625" indent="-352425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lnSpc>
                    <a:spcPct val="115000"/>
                  </a:lnSpc>
                  <a:spcAft>
                    <a:spcPts val="800"/>
                  </a:spcAft>
                  <a:buNone/>
                </a:pPr>
                <a:r>
                  <a:rPr lang="en-US" sz="2800" dirty="0">
                    <a:solidFill>
                      <a:srgbClr val="002060"/>
                    </a:solidFill>
                  </a:rPr>
                  <a:t>Now,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800" i="0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k</m:t>
                    </m:r>
                    <m:r>
                      <m:rPr>
                        <m:nor/>
                      </m:rPr>
                      <a:rPr lang="en-US" sz="2800" i="0" dirty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⋅</m:t>
                    </m:r>
                    <m:d>
                      <m:dPr>
                        <m:ctrlPr>
                          <a:rPr lang="en-US" sz="2800" b="0" i="1" dirty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sz="2800" b="0" i="0" dirty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m</m:t>
                        </m:r>
                        <m:r>
                          <a:rPr lang="en-US" sz="2800" b="0" i="0" dirty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r>
                          <m:rPr>
                            <m:sty m:val="p"/>
                          </m:rPr>
                          <a:rPr lang="en-US" sz="2800" b="0" i="0" dirty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u</m:t>
                        </m:r>
                      </m:e>
                    </m:d>
                  </m:oMath>
                </a14:m>
                <a:endParaRPr lang="en-US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19" name="Content Placeholder 4">
                <a:extLst>
                  <a:ext uri="{FF2B5EF4-FFF2-40B4-BE49-F238E27FC236}">
                    <a16:creationId xmlns:a16="http://schemas.microsoft.com/office/drawing/2014/main" id="{E2369E14-FB7F-439F-B8BC-3D00ED9ED33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132610" y="1548055"/>
                <a:ext cx="2353013" cy="540000"/>
              </a:xfrm>
              <a:prstGeom prst="rect">
                <a:avLst/>
              </a:prstGeom>
              <a:blipFill>
                <a:blip r:embed="rId5"/>
                <a:stretch>
                  <a:fillRect l="-5440" t="-10112" b="-28090"/>
                </a:stretch>
              </a:blipFill>
              <a:ln w="12700" cap="flat" cmpd="sng" algn="ctr">
                <a:noFill/>
                <a:prstDash val="solid"/>
                <a:miter lim="800000"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Content Placeholder 4">
                <a:extLst>
                  <a:ext uri="{FF2B5EF4-FFF2-40B4-BE49-F238E27FC236}">
                    <a16:creationId xmlns:a16="http://schemas.microsoft.com/office/drawing/2014/main" id="{E2369E14-FB7F-439F-B8BC-3D00ED9ED33E}"/>
                  </a:ext>
                </a:extLst>
              </p:cNvPr>
              <p:cNvSpPr txBox="1">
                <a:spLocks/>
              </p:cNvSpPr>
              <p:nvPr/>
            </p:nvSpPr>
            <p:spPr>
              <a:xfrm flipH="1">
                <a:off x="2340899" y="1548055"/>
                <a:ext cx="2862166" cy="540000"/>
              </a:xfrm>
              <a:prstGeom prst="rect">
                <a:avLst/>
              </a:prstGeom>
              <a:noFill/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vert="horz" lIns="91440" tIns="45720" rIns="91440" bIns="45720" rtlCol="0" anchor="ctr">
                <a:noAutofit/>
              </a:bodyPr>
              <a:lstStyle>
                <a:lvl1pPr marL="265113" indent="-265113" algn="just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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809625" indent="-352425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lnSpc>
                    <a:spcPct val="115000"/>
                  </a:lnSpc>
                  <a:spcAft>
                    <a:spcPts val="800"/>
                  </a:spcAft>
                  <a:buNone/>
                </a:pPr>
                <a14:m>
                  <m:oMath xmlns:m="http://schemas.openxmlformats.org/officeDocument/2006/math">
                    <m:r>
                      <a:rPr lang="en-US" sz="2800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sz="2800" dirty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k</m:t>
                    </m:r>
                    <m:r>
                      <m:rPr>
                        <m:nor/>
                      </m:rPr>
                      <a:rPr lang="en-US" sz="2800" i="0" dirty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⋅</m:t>
                    </m:r>
                    <m:d>
                      <m:dPr>
                        <m:ctrlPr>
                          <a:rPr lang="en-US" sz="2800" i="1" dirty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sz="2800" dirty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m</m:t>
                        </m:r>
                        <m:r>
                          <a:rPr lang="en-US" sz="2800" b="0" i="1" dirty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d>
                          <m:dPr>
                            <m:ctrlPr>
                              <a:rPr lang="en-US" sz="280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sz="2800" i="1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n-US" sz="280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a</m:t>
                                </m:r>
                              </m:e>
                              <m:sub>
                                <m:r>
                                  <a:rPr lang="en-US" sz="280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en-US" sz="280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en-US" sz="2800" i="1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n-US" sz="280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b</m:t>
                                </m:r>
                              </m:e>
                              <m:sub>
                                <m:r>
                                  <a:rPr lang="en-US" sz="280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e>
                        </m:d>
                      </m:e>
                    </m:d>
                  </m:oMath>
                </a14:m>
                <a:r>
                  <a:rPr lang="en-US" sz="2800" dirty="0">
                    <a:solidFill>
                      <a:srgbClr val="002060"/>
                    </a:solidFill>
                  </a:rPr>
                  <a:t> </a:t>
                </a:r>
              </a:p>
            </p:txBody>
          </p:sp>
        </mc:Choice>
        <mc:Fallback xmlns="">
          <p:sp>
            <p:nvSpPr>
              <p:cNvPr id="20" name="Content Placeholder 4">
                <a:extLst>
                  <a:ext uri="{FF2B5EF4-FFF2-40B4-BE49-F238E27FC236}">
                    <a16:creationId xmlns:a16="http://schemas.microsoft.com/office/drawing/2014/main" id="{E2369E14-FB7F-439F-B8BC-3D00ED9ED33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2340899" y="1548055"/>
                <a:ext cx="2862166" cy="54000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ln w="12700" cap="flat" cmpd="sng" algn="ctr">
                <a:noFill/>
                <a:prstDash val="solid"/>
                <a:miter lim="800000"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Content Placeholder 4">
                <a:extLst>
                  <a:ext uri="{FF2B5EF4-FFF2-40B4-BE49-F238E27FC236}">
                    <a16:creationId xmlns:a16="http://schemas.microsoft.com/office/drawing/2014/main" id="{E2369E14-FB7F-439F-B8BC-3D00ED9ED33E}"/>
                  </a:ext>
                </a:extLst>
              </p:cNvPr>
              <p:cNvSpPr txBox="1">
                <a:spLocks/>
              </p:cNvSpPr>
              <p:nvPr/>
            </p:nvSpPr>
            <p:spPr>
              <a:xfrm flipH="1">
                <a:off x="2334460" y="2230904"/>
                <a:ext cx="2572391" cy="540000"/>
              </a:xfrm>
              <a:prstGeom prst="rect">
                <a:avLst/>
              </a:prstGeom>
              <a:noFill/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vert="horz" lIns="91440" tIns="45720" rIns="91440" bIns="45720" rtlCol="0" anchor="ctr">
                <a:noAutofit/>
              </a:bodyPr>
              <a:lstStyle>
                <a:lvl1pPr marL="265113" indent="-265113" algn="just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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809625" indent="-352425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lnSpc>
                    <a:spcPct val="115000"/>
                  </a:lnSpc>
                  <a:spcAft>
                    <a:spcPts val="8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dirty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sz="2800" dirty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k</m:t>
                      </m:r>
                      <m:r>
                        <m:rPr>
                          <m:nor/>
                        </m:rPr>
                        <a:rPr lang="en-US" sz="2800" i="0" dirty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⋅</m:t>
                      </m:r>
                      <m:d>
                        <m:dPr>
                          <m:ctrlPr>
                            <a:rPr lang="en-US" sz="2800" i="1" dirty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sz="2800" dirty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m</m:t>
                          </m:r>
                          <m:sSub>
                            <m:sSubPr>
                              <m:ctrlPr>
                                <a:rPr lang="en-US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a</m:t>
                              </m:r>
                            </m:e>
                            <m:sub>
                              <m: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m:rPr>
                              <m:sty m:val="p"/>
                            </m:rPr>
                            <a:rPr lang="en-US" sz="2800" dirty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m</m:t>
                          </m:r>
                          <m:sSub>
                            <m:sSubPr>
                              <m:ctrlPr>
                                <a:rPr lang="en-US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b</m:t>
                              </m:r>
                            </m:e>
                            <m:sub>
                              <m: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r>
                        <m:rPr>
                          <m:nor/>
                        </m:rPr>
                        <a:rPr lang="en-US" sz="2800" i="0" dirty="0">
                          <a:solidFill>
                            <a:srgbClr val="002060"/>
                          </a:solidFill>
                        </a:rPr>
                        <m:t> </m:t>
                      </m:r>
                    </m:oMath>
                  </m:oMathPara>
                </a14:m>
                <a:endParaRPr lang="en-US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23" name="Content Placeholder 4">
                <a:extLst>
                  <a:ext uri="{FF2B5EF4-FFF2-40B4-BE49-F238E27FC236}">
                    <a16:creationId xmlns:a16="http://schemas.microsoft.com/office/drawing/2014/main" id="{E2369E14-FB7F-439F-B8BC-3D00ED9ED33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2334460" y="2230904"/>
                <a:ext cx="2572391" cy="54000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  <a:ln w="12700" cap="flat" cmpd="sng" algn="ctr">
                <a:noFill/>
                <a:prstDash val="solid"/>
                <a:miter lim="800000"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Content Placeholder 4">
                <a:extLst>
                  <a:ext uri="{FF2B5EF4-FFF2-40B4-BE49-F238E27FC236}">
                    <a16:creationId xmlns:a16="http://schemas.microsoft.com/office/drawing/2014/main" id="{E2369E14-FB7F-439F-B8BC-3D00ED9ED33E}"/>
                  </a:ext>
                </a:extLst>
              </p:cNvPr>
              <p:cNvSpPr txBox="1">
                <a:spLocks/>
              </p:cNvSpPr>
              <p:nvPr/>
            </p:nvSpPr>
            <p:spPr>
              <a:xfrm flipH="1">
                <a:off x="2340898" y="2858696"/>
                <a:ext cx="2578831" cy="462537"/>
              </a:xfrm>
              <a:prstGeom prst="rect">
                <a:avLst/>
              </a:prstGeom>
              <a:noFill/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vert="horz" lIns="91440" tIns="45720" rIns="91440" bIns="45720" rtlCol="0" anchor="ctr">
                <a:noAutofit/>
              </a:bodyPr>
              <a:lstStyle>
                <a:lvl1pPr marL="265113" indent="-265113" algn="just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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809625" indent="-352425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lnSpc>
                    <a:spcPct val="115000"/>
                  </a:lnSpc>
                  <a:spcAft>
                    <a:spcPts val="8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dirty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sz="2800" b="0" i="1" dirty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sz="2800" b="0" i="0" dirty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k</m:t>
                          </m:r>
                          <m:r>
                            <m:rPr>
                              <m:sty m:val="p"/>
                            </m:rPr>
                            <a:rPr lang="en-US" sz="2800" dirty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m</m:t>
                          </m:r>
                          <m:sSub>
                            <m:sSubPr>
                              <m:ctrlPr>
                                <a:rPr lang="en-US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a</m:t>
                              </m:r>
                            </m:e>
                            <m:sub>
                              <m: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m:rPr>
                              <m:sty m:val="p"/>
                            </m:rPr>
                            <a:rPr lang="en-US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k</m:t>
                          </m:r>
                          <m:r>
                            <m:rPr>
                              <m:sty m:val="p"/>
                            </m:rPr>
                            <a:rPr lang="en-US" sz="2800" dirty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m</m:t>
                          </m:r>
                          <m:sSub>
                            <m:sSubPr>
                              <m:ctrlPr>
                                <a:rPr lang="en-US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b</m:t>
                              </m:r>
                            </m:e>
                            <m:sub>
                              <m: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r>
                        <m:rPr>
                          <m:nor/>
                        </m:rPr>
                        <a:rPr lang="en-US" sz="2800" i="0" dirty="0">
                          <a:solidFill>
                            <a:srgbClr val="002060"/>
                          </a:solidFill>
                        </a:rPr>
                        <m:t> </m:t>
                      </m:r>
                    </m:oMath>
                  </m:oMathPara>
                </a14:m>
                <a:endParaRPr lang="en-US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24" name="Content Placeholder 4">
                <a:extLst>
                  <a:ext uri="{FF2B5EF4-FFF2-40B4-BE49-F238E27FC236}">
                    <a16:creationId xmlns:a16="http://schemas.microsoft.com/office/drawing/2014/main" id="{E2369E14-FB7F-439F-B8BC-3D00ED9ED33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2340898" y="2858696"/>
                <a:ext cx="2578831" cy="462537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  <a:ln w="12700" cap="flat" cmpd="sng" algn="ctr">
                <a:noFill/>
                <a:prstDash val="solid"/>
                <a:miter lim="800000"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Content Placeholder 4">
                <a:extLst>
                  <a:ext uri="{FF2B5EF4-FFF2-40B4-BE49-F238E27FC236}">
                    <a16:creationId xmlns:a16="http://schemas.microsoft.com/office/drawing/2014/main" id="{E2369E14-FB7F-439F-B8BC-3D00ED9ED33E}"/>
                  </a:ext>
                </a:extLst>
              </p:cNvPr>
              <p:cNvSpPr txBox="1">
                <a:spLocks/>
              </p:cNvSpPr>
              <p:nvPr/>
            </p:nvSpPr>
            <p:spPr>
              <a:xfrm flipH="1">
                <a:off x="132610" y="4629055"/>
                <a:ext cx="3912338" cy="540000"/>
              </a:xfrm>
              <a:prstGeom prst="rect">
                <a:avLst/>
              </a:prstGeom>
              <a:noFill/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vert="horz" lIns="91440" tIns="45720" rIns="91440" bIns="45720" rtlCol="0" anchor="ctr">
                <a:noAutofit/>
              </a:bodyPr>
              <a:lstStyle>
                <a:lvl1pPr marL="265113" indent="-265113" algn="just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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809625" indent="-352425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lnSpc>
                    <a:spcPct val="115000"/>
                  </a:lnSpc>
                  <a:spcAft>
                    <a:spcPts val="800"/>
                  </a:spcAft>
                  <a:buNone/>
                </a:pPr>
                <a:r>
                  <a:rPr lang="en-US" sz="2800" dirty="0">
                    <a:solidFill>
                      <a:srgbClr val="002060"/>
                    </a:solidFill>
                    <a:latin typeface="+mj-lt"/>
                  </a:rPr>
                  <a:t>So,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800" dirty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k</m:t>
                    </m:r>
                    <m:r>
                      <m:rPr>
                        <m:nor/>
                      </m:rPr>
                      <a:rPr lang="en-US" sz="2800" i="0" dirty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⋅</m:t>
                    </m:r>
                    <m:d>
                      <m:dPr>
                        <m:ctrlPr>
                          <a:rPr lang="en-US" sz="2800" i="1" dirty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sz="2800" dirty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m</m:t>
                        </m:r>
                        <m:r>
                          <a:rPr lang="en-US" sz="2800" dirty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r>
                          <m:rPr>
                            <m:sty m:val="p"/>
                          </m:rPr>
                          <a:rPr lang="en-US" sz="2800" b="0" i="0" dirty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u</m:t>
                        </m:r>
                      </m:e>
                    </m:d>
                    <m:r>
                      <a:rPr lang="en-US" sz="2800" dirty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=(</m:t>
                    </m:r>
                    <m:r>
                      <m:rPr>
                        <m:sty m:val="p"/>
                      </m:rPr>
                      <a:rPr lang="en-US" sz="2800" dirty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k</m:t>
                    </m:r>
                    <m:r>
                      <m:rPr>
                        <m:nor/>
                      </m:rPr>
                      <a:rPr lang="en-US" sz="2800" i="0" dirty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m</m:t>
                    </m:r>
                    <m:r>
                      <m:rPr>
                        <m:nor/>
                      </m:rPr>
                      <a:rPr lang="en-US" sz="2800" i="0" dirty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)⋅</m:t>
                    </m:r>
                    <m:r>
                      <m:rPr>
                        <m:sty m:val="p"/>
                      </m:rPr>
                      <a:rPr lang="en-US" sz="2800" b="0" i="0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u</m:t>
                    </m:r>
                  </m:oMath>
                </a14:m>
                <a:endParaRPr lang="en-US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28" name="Content Placeholder 4">
                <a:extLst>
                  <a:ext uri="{FF2B5EF4-FFF2-40B4-BE49-F238E27FC236}">
                    <a16:creationId xmlns:a16="http://schemas.microsoft.com/office/drawing/2014/main" id="{E2369E14-FB7F-439F-B8BC-3D00ED9ED33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132610" y="4629055"/>
                <a:ext cx="3912338" cy="540000"/>
              </a:xfrm>
              <a:prstGeom prst="rect">
                <a:avLst/>
              </a:prstGeom>
              <a:blipFill>
                <a:blip r:embed="rId9"/>
                <a:stretch>
                  <a:fillRect l="-3271" t="-6742" b="-32584"/>
                </a:stretch>
              </a:blipFill>
              <a:ln w="12700" cap="flat" cmpd="sng" algn="ctr">
                <a:noFill/>
                <a:prstDash val="solid"/>
                <a:miter lim="800000"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Content Placeholder 4">
                <a:extLst>
                  <a:ext uri="{FF2B5EF4-FFF2-40B4-BE49-F238E27FC236}">
                    <a16:creationId xmlns:a16="http://schemas.microsoft.com/office/drawing/2014/main" id="{E2369E14-FB7F-439F-B8BC-3D00ED9ED33E}"/>
                  </a:ext>
                </a:extLst>
              </p:cNvPr>
              <p:cNvSpPr txBox="1">
                <a:spLocks/>
              </p:cNvSpPr>
              <p:nvPr/>
            </p:nvSpPr>
            <p:spPr>
              <a:xfrm flipH="1">
                <a:off x="2334460" y="3452932"/>
                <a:ext cx="2494852" cy="493274"/>
              </a:xfrm>
              <a:prstGeom prst="rect">
                <a:avLst/>
              </a:prstGeom>
              <a:noFill/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vert="horz" lIns="91440" tIns="45720" rIns="91440" bIns="45720" rtlCol="0" anchor="ctr">
                <a:noAutofit/>
              </a:bodyPr>
              <a:lstStyle>
                <a:lvl1pPr marL="265113" indent="-265113" algn="just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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809625" indent="-352425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lnSpc>
                    <a:spcPct val="115000"/>
                  </a:lnSpc>
                  <a:spcAft>
                    <a:spcPts val="8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i="0" dirty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800" b="0" i="0" dirty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m:rPr>
                          <m:sty m:val="p"/>
                        </m:rPr>
                        <a:rPr lang="en-US" sz="2800" i="0" dirty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k</m:t>
                      </m:r>
                      <m:r>
                        <m:rPr>
                          <m:nor/>
                        </m:rPr>
                        <a:rPr lang="en-US" sz="2800" b="0" i="0" dirty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m</m:t>
                      </m:r>
                      <m:r>
                        <m:rPr>
                          <m:nor/>
                        </m:rPr>
                        <a:rPr lang="en-US" sz="2800" b="0" i="0" dirty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)⋅</m:t>
                      </m:r>
                      <m:d>
                        <m:dPr>
                          <m:ctrlP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a</m:t>
                              </m:r>
                            </m:e>
                            <m:sub>
                              <m: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b</m:t>
                              </m:r>
                            </m:e>
                            <m:sub>
                              <m: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16" name="Content Placeholder 4">
                <a:extLst>
                  <a:ext uri="{FF2B5EF4-FFF2-40B4-BE49-F238E27FC236}">
                    <a16:creationId xmlns:a16="http://schemas.microsoft.com/office/drawing/2014/main" id="{E2369E14-FB7F-439F-B8BC-3D00ED9ED33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2334460" y="3452932"/>
                <a:ext cx="2494852" cy="493274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  <a:ln w="12700" cap="flat" cmpd="sng" algn="ctr">
                <a:noFill/>
                <a:prstDash val="solid"/>
                <a:miter lim="800000"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8" name="Picture 17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084015" y="850686"/>
            <a:ext cx="5040000" cy="1208314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2" name="Content Placeholder 4">
                <a:extLst>
                  <a:ext uri="{FF2B5EF4-FFF2-40B4-BE49-F238E27FC236}">
                    <a16:creationId xmlns:a16="http://schemas.microsoft.com/office/drawing/2014/main" id="{E2369E14-FB7F-439F-B8BC-3D00ED9ED33E}"/>
                  </a:ext>
                </a:extLst>
              </p:cNvPr>
              <p:cNvSpPr txBox="1">
                <a:spLocks/>
              </p:cNvSpPr>
              <p:nvPr/>
            </p:nvSpPr>
            <p:spPr>
              <a:xfrm flipH="1">
                <a:off x="2334460" y="4077905"/>
                <a:ext cx="1580717" cy="493274"/>
              </a:xfrm>
              <a:prstGeom prst="rect">
                <a:avLst/>
              </a:prstGeom>
              <a:noFill/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vert="horz" lIns="91440" tIns="45720" rIns="91440" bIns="45720" rtlCol="0" anchor="ctr">
                <a:noAutofit/>
              </a:bodyPr>
              <a:lstStyle>
                <a:lvl1pPr marL="265113" indent="-265113" algn="just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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809625" indent="-352425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lnSpc>
                    <a:spcPct val="115000"/>
                  </a:lnSpc>
                  <a:spcAft>
                    <a:spcPts val="8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i="0" dirty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800" b="0" i="0" dirty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m:rPr>
                          <m:sty m:val="p"/>
                        </m:rPr>
                        <a:rPr lang="en-US" sz="2800" i="0" dirty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k</m:t>
                      </m:r>
                      <m:r>
                        <m:rPr>
                          <m:nor/>
                        </m:rPr>
                        <a:rPr lang="en-US" sz="2800" b="0" i="0" dirty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m</m:t>
                      </m:r>
                      <m:r>
                        <m:rPr>
                          <m:nor/>
                        </m:rPr>
                        <a:rPr lang="en-US" sz="2800" b="0" i="0" dirty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)⋅</m:t>
                      </m:r>
                      <m:r>
                        <m:rPr>
                          <m:sty m:val="p"/>
                        </m:rPr>
                        <a:rPr lang="en-US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u</m:t>
                      </m:r>
                    </m:oMath>
                  </m:oMathPara>
                </a14:m>
                <a:endParaRPr lang="en-US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22" name="Content Placeholder 4">
                <a:extLst>
                  <a:ext uri="{FF2B5EF4-FFF2-40B4-BE49-F238E27FC236}">
                    <a16:creationId xmlns:a16="http://schemas.microsoft.com/office/drawing/2014/main" id="{E2369E14-FB7F-439F-B8BC-3D00ED9ED33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2334460" y="4077905"/>
                <a:ext cx="1580717" cy="493274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  <a:ln w="12700" cap="flat" cmpd="sng" algn="ctr">
                <a:noFill/>
                <a:prstDash val="solid"/>
                <a:miter lim="800000"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33901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23" grpId="0"/>
      <p:bldP spid="24" grpId="0"/>
      <p:bldP spid="28" grpId="0"/>
      <p:bldP spid="16" grpId="0"/>
      <p:bldP spid="22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ECFC8A-BC0D-5D72-FE99-20313653BC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1" name="Content Placeholder 4">
                <a:extLst>
                  <a:ext uri="{FF2B5EF4-FFF2-40B4-BE49-F238E27FC236}">
                    <a16:creationId xmlns:a16="http://schemas.microsoft.com/office/drawing/2014/main" id="{C2E3A768-B2DD-49B5-A909-9453EEB041E3}"/>
                  </a:ext>
                </a:extLst>
              </p:cNvPr>
              <p:cNvSpPr txBox="1">
                <a:spLocks/>
              </p:cNvSpPr>
              <p:nvPr/>
            </p:nvSpPr>
            <p:spPr>
              <a:xfrm flipH="1">
                <a:off x="-1" y="865206"/>
                <a:ext cx="5615190" cy="540000"/>
              </a:xfrm>
              <a:prstGeom prst="rect">
                <a:avLst/>
              </a:prstGeom>
              <a:gradFill>
                <a:gsLst>
                  <a:gs pos="10000">
                    <a:srgbClr val="0E47A1"/>
                  </a:gs>
                  <a:gs pos="100000">
                    <a:srgbClr val="03A9F5"/>
                  </a:gs>
                </a:gsLst>
                <a:lin ang="10800000" scaled="1"/>
              </a:gradFill>
              <a:ln>
                <a:noFill/>
              </a:ln>
            </p:spPr>
            <p:txBody>
              <a:bodyPr vert="horz" wrap="square" lIns="91440" tIns="45720" rIns="91440" bIns="45720" numCol="1" anchor="ctr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algn="ctr">
                  <a:defRPr sz="2800">
                    <a:solidFill>
                      <a:schemeClr val="bg1"/>
                    </a:solidFill>
                  </a:defRPr>
                </a:lvl1pPr>
                <a:lvl2pPr>
                  <a:defRPr>
                    <a:solidFill>
                      <a:schemeClr val="tx1"/>
                    </a:solidFill>
                  </a:defRPr>
                </a:lvl2pPr>
                <a:lvl3pPr>
                  <a:defRPr>
                    <a:solidFill>
                      <a:schemeClr val="tx1"/>
                    </a:solidFill>
                  </a:defRPr>
                </a:lvl3pPr>
                <a:lvl4pPr>
                  <a:defRPr>
                    <a:solidFill>
                      <a:schemeClr val="tx1"/>
                    </a:solidFill>
                  </a:defRPr>
                </a:lvl4pPr>
                <a:lvl5pPr>
                  <a:defRPr>
                    <a:solidFill>
                      <a:schemeClr val="tx1"/>
                    </a:solidFill>
                  </a:defRPr>
                </a:lvl5pPr>
                <a:lvl6pPr>
                  <a:defRPr>
                    <a:solidFill>
                      <a:schemeClr val="tx1"/>
                    </a:solidFill>
                  </a:defRPr>
                </a:lvl6pPr>
                <a:lvl7pPr>
                  <a:defRPr>
                    <a:solidFill>
                      <a:schemeClr val="tx1"/>
                    </a:solidFill>
                  </a:defRPr>
                </a:lvl7pPr>
                <a:lvl8pPr>
                  <a:defRPr>
                    <a:solidFill>
                      <a:schemeClr val="tx1"/>
                    </a:solidFill>
                  </a:defRPr>
                </a:lvl8pPr>
                <a:lvl9pPr>
                  <a:defRPr>
                    <a:solidFill>
                      <a:schemeClr val="tx1"/>
                    </a:solidFill>
                  </a:defRPr>
                </a:lvl9pPr>
              </a:lstStyle>
              <a:p>
                <a:pPr algn="l"/>
                <a:r>
                  <a:rPr lang="en-US" b="1" dirty="0"/>
                  <a:t>Axiom 10: </a:t>
                </a:r>
                <a14:m>
                  <m:oMath xmlns:m="http://schemas.openxmlformats.org/officeDocument/2006/math">
                    <m:r>
                      <a:rPr lang="en-US" b="1" i="0" dirty="0" smtClean="0">
                        <a:latin typeface="Cambria Math" panose="02040503050406030204" pitchFamily="18" charset="0"/>
                      </a:rPr>
                      <m:t>𝟏</m:t>
                    </m:r>
                    <m:r>
                      <a:rPr lang="en-US" b="1" i="0" dirty="0" smtClean="0">
                        <a:latin typeface="Cambria Math" panose="02040503050406030204" pitchFamily="18" charset="0"/>
                      </a:rPr>
                      <m:t>⋅</m:t>
                    </m:r>
                    <m:r>
                      <a:rPr lang="en-US" b="1" i="0" dirty="0" smtClean="0">
                        <a:latin typeface="Cambria Math" panose="02040503050406030204" pitchFamily="18" charset="0"/>
                      </a:rPr>
                      <m:t>𝐮</m:t>
                    </m:r>
                    <m:r>
                      <a:rPr lang="en-US" b="1" i="0" dirty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1" i="0" dirty="0" smtClean="0">
                        <a:latin typeface="Cambria Math" panose="02040503050406030204" pitchFamily="18" charset="0"/>
                      </a:rPr>
                      <m:t>𝐮</m:t>
                    </m:r>
                  </m:oMath>
                </a14:m>
                <a:endParaRPr lang="en-US" b="1" dirty="0"/>
              </a:p>
            </p:txBody>
          </p:sp>
        </mc:Choice>
        <mc:Fallback xmlns="">
          <p:sp>
            <p:nvSpPr>
              <p:cNvPr id="21" name="Content Placeholder 4">
                <a:extLst>
                  <a:ext uri="{FF2B5EF4-FFF2-40B4-BE49-F238E27FC236}">
                    <a16:creationId xmlns:a16="http://schemas.microsoft.com/office/drawing/2014/main" id="{C2E3A768-B2DD-49B5-A909-9453EEB041E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-1" y="865206"/>
                <a:ext cx="5615190" cy="540000"/>
              </a:xfrm>
              <a:prstGeom prst="rect">
                <a:avLst/>
              </a:prstGeom>
              <a:blipFill>
                <a:blip r:embed="rId2"/>
                <a:stretch>
                  <a:fillRect l="-2172" t="-10112" b="-29213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FDFDD70C-3AAE-183B-5AED-36C59E3E9B77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IN" dirty="0"/>
                  <a:t>Method:1 </a:t>
                </a:r>
                <a14:m>
                  <m:oMath xmlns:m="http://schemas.openxmlformats.org/officeDocument/2006/math">
                    <m:r>
                      <a:rPr lang="en-I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⇝</m:t>
                    </m:r>
                  </m:oMath>
                </a14:m>
                <a:r>
                  <a:rPr lang="en-IN" dirty="0"/>
                  <a:t> Example:5(continue)</a:t>
                </a:r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FDFDD70C-3AAE-183B-5AED-36C59E3E9B7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3"/>
                <a:stretch>
                  <a:fillRect l="-400" t="-8547" b="-1965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Right Arrow 3">
            <a:extLst>
              <a:ext uri="{FF2B5EF4-FFF2-40B4-BE49-F238E27FC236}">
                <a16:creationId xmlns:a16="http://schemas.microsoft.com/office/drawing/2014/main" id="{3FE11F38-A8D0-406B-A77F-9DE69C4F1B02}"/>
              </a:ext>
            </a:extLst>
          </p:cNvPr>
          <p:cNvSpPr/>
          <p:nvPr/>
        </p:nvSpPr>
        <p:spPr>
          <a:xfrm flipV="1">
            <a:off x="7091357" y="1733616"/>
            <a:ext cx="144000" cy="180000"/>
          </a:xfrm>
          <a:prstGeom prst="rightArrow">
            <a:avLst/>
          </a:prstGeom>
          <a:gradFill>
            <a:gsLst>
              <a:gs pos="10000">
                <a:srgbClr val="0E47A1"/>
              </a:gs>
              <a:gs pos="100000">
                <a:srgbClr val="03A9F5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Wingdings 3" panose="05040102010807070707" pitchFamily="18" charset="2"/>
              <a:buNone/>
            </a:pPr>
            <a:endParaRPr lang="en-IN" sz="2800" dirty="0">
              <a:solidFill>
                <a:schemeClr val="bg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Content Placeholder 4">
                <a:extLst>
                  <a:ext uri="{FF2B5EF4-FFF2-40B4-BE49-F238E27FC236}">
                    <a16:creationId xmlns:a16="http://schemas.microsoft.com/office/drawing/2014/main" id="{E2369E14-FB7F-439F-B8BC-3D00ED9ED33E}"/>
                  </a:ext>
                </a:extLst>
              </p:cNvPr>
              <p:cNvSpPr txBox="1">
                <a:spLocks/>
              </p:cNvSpPr>
              <p:nvPr/>
            </p:nvSpPr>
            <p:spPr>
              <a:xfrm flipH="1">
                <a:off x="132610" y="1548055"/>
                <a:ext cx="1645390" cy="540000"/>
              </a:xfrm>
              <a:prstGeom prst="rect">
                <a:avLst/>
              </a:prstGeom>
              <a:noFill/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vert="horz" lIns="91440" tIns="45720" rIns="91440" bIns="45720" rtlCol="0" anchor="ctr">
                <a:noAutofit/>
              </a:bodyPr>
              <a:lstStyle>
                <a:lvl1pPr marL="265113" indent="-265113" algn="just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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809625" indent="-352425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lnSpc>
                    <a:spcPct val="115000"/>
                  </a:lnSpc>
                  <a:spcAft>
                    <a:spcPts val="800"/>
                  </a:spcAft>
                  <a:buNone/>
                </a:pPr>
                <a:r>
                  <a:rPr lang="en-US" sz="2800" dirty="0">
                    <a:solidFill>
                      <a:srgbClr val="002060"/>
                    </a:solidFill>
                  </a:rPr>
                  <a:t>Now, </a:t>
                </a:r>
                <a14:m>
                  <m:oMath xmlns:m="http://schemas.openxmlformats.org/officeDocument/2006/math">
                    <m:r>
                      <a:rPr lang="en-US" sz="2800" b="0" i="0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nor/>
                      </m:rPr>
                      <a:rPr lang="en-US" sz="2800" i="0" dirty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US" sz="2800" b="0" i="0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sz="2800" b="0" i="0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u</m:t>
                    </m:r>
                  </m:oMath>
                </a14:m>
                <a:endParaRPr lang="en-US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19" name="Content Placeholder 4">
                <a:extLst>
                  <a:ext uri="{FF2B5EF4-FFF2-40B4-BE49-F238E27FC236}">
                    <a16:creationId xmlns:a16="http://schemas.microsoft.com/office/drawing/2014/main" id="{E2369E14-FB7F-439F-B8BC-3D00ED9ED33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132610" y="1548055"/>
                <a:ext cx="1645390" cy="540000"/>
              </a:xfrm>
              <a:prstGeom prst="rect">
                <a:avLst/>
              </a:prstGeom>
              <a:blipFill>
                <a:blip r:embed="rId5"/>
                <a:stretch>
                  <a:fillRect l="-7778" t="-10112" b="-28090"/>
                </a:stretch>
              </a:blipFill>
              <a:ln w="12700" cap="flat" cmpd="sng" algn="ctr">
                <a:noFill/>
                <a:prstDash val="solid"/>
                <a:miter lim="800000"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Content Placeholder 4">
                <a:extLst>
                  <a:ext uri="{FF2B5EF4-FFF2-40B4-BE49-F238E27FC236}">
                    <a16:creationId xmlns:a16="http://schemas.microsoft.com/office/drawing/2014/main" id="{E2369E14-FB7F-439F-B8BC-3D00ED9ED33E}"/>
                  </a:ext>
                </a:extLst>
              </p:cNvPr>
              <p:cNvSpPr txBox="1">
                <a:spLocks/>
              </p:cNvSpPr>
              <p:nvPr/>
            </p:nvSpPr>
            <p:spPr>
              <a:xfrm flipH="1">
                <a:off x="1566019" y="1597115"/>
                <a:ext cx="1515319" cy="540000"/>
              </a:xfrm>
              <a:prstGeom prst="rect">
                <a:avLst/>
              </a:prstGeom>
              <a:noFill/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vert="horz" lIns="91440" tIns="45720" rIns="91440" bIns="45720" rtlCol="0" anchor="ctr">
                <a:noAutofit/>
              </a:bodyPr>
              <a:lstStyle>
                <a:lvl1pPr marL="265113" indent="-265113" algn="just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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809625" indent="-352425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lnSpc>
                    <a:spcPct val="115000"/>
                  </a:lnSpc>
                  <a:spcAft>
                    <a:spcPts val="8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dirty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800" dirty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  <m:r>
                        <m:rPr>
                          <m:nor/>
                        </m:rPr>
                        <a:rPr lang="en-US" sz="2800" i="0" dirty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⋅</m:t>
                      </m:r>
                      <m:d>
                        <m:dPr>
                          <m:ctrlP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a</m:t>
                              </m:r>
                            </m:e>
                            <m:sub>
                              <m: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b</m:t>
                              </m:r>
                            </m:e>
                            <m:sub>
                              <m: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20" name="Content Placeholder 4">
                <a:extLst>
                  <a:ext uri="{FF2B5EF4-FFF2-40B4-BE49-F238E27FC236}">
                    <a16:creationId xmlns:a16="http://schemas.microsoft.com/office/drawing/2014/main" id="{E2369E14-FB7F-439F-B8BC-3D00ED9ED33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1566019" y="1597115"/>
                <a:ext cx="1515319" cy="540000"/>
              </a:xfrm>
              <a:prstGeom prst="rect">
                <a:avLst/>
              </a:prstGeom>
              <a:blipFill>
                <a:blip r:embed="rId6"/>
                <a:stretch>
                  <a:fillRect r="-21371"/>
                </a:stretch>
              </a:blipFill>
              <a:ln w="12700" cap="flat" cmpd="sng" algn="ctr">
                <a:noFill/>
                <a:prstDash val="solid"/>
                <a:miter lim="800000"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Content Placeholder 4">
                <a:extLst>
                  <a:ext uri="{FF2B5EF4-FFF2-40B4-BE49-F238E27FC236}">
                    <a16:creationId xmlns:a16="http://schemas.microsoft.com/office/drawing/2014/main" id="{E2369E14-FB7F-439F-B8BC-3D00ED9ED33E}"/>
                  </a:ext>
                </a:extLst>
              </p:cNvPr>
              <p:cNvSpPr txBox="1">
                <a:spLocks/>
              </p:cNvSpPr>
              <p:nvPr/>
            </p:nvSpPr>
            <p:spPr>
              <a:xfrm flipH="1">
                <a:off x="3418974" y="1597115"/>
                <a:ext cx="1648325" cy="540000"/>
              </a:xfrm>
              <a:prstGeom prst="rect">
                <a:avLst/>
              </a:prstGeom>
              <a:noFill/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vert="horz" lIns="91440" tIns="45720" rIns="91440" bIns="45720" rtlCol="0" anchor="ctr">
                <a:noAutofit/>
              </a:bodyPr>
              <a:lstStyle>
                <a:lvl1pPr marL="265113" indent="-265113" algn="just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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809625" indent="-352425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lnSpc>
                    <a:spcPct val="115000"/>
                  </a:lnSpc>
                  <a:spcAft>
                    <a:spcPts val="8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i="0" dirty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a</m:t>
                              </m:r>
                            </m:e>
                            <m:sub>
                              <m: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b</m:t>
                              </m:r>
                            </m:e>
                            <m:sub>
                              <m: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23" name="Content Placeholder 4">
                <a:extLst>
                  <a:ext uri="{FF2B5EF4-FFF2-40B4-BE49-F238E27FC236}">
                    <a16:creationId xmlns:a16="http://schemas.microsoft.com/office/drawing/2014/main" id="{E2369E14-FB7F-439F-B8BC-3D00ED9ED33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3418974" y="1597115"/>
                <a:ext cx="1648325" cy="54000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  <a:ln w="12700" cap="flat" cmpd="sng" algn="ctr">
                <a:noFill/>
                <a:prstDash val="solid"/>
                <a:miter lim="800000"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Content Placeholder 4">
                <a:extLst>
                  <a:ext uri="{FF2B5EF4-FFF2-40B4-BE49-F238E27FC236}">
                    <a16:creationId xmlns:a16="http://schemas.microsoft.com/office/drawing/2014/main" id="{E2369E14-FB7F-439F-B8BC-3D00ED9ED33E}"/>
                  </a:ext>
                </a:extLst>
              </p:cNvPr>
              <p:cNvSpPr txBox="1">
                <a:spLocks/>
              </p:cNvSpPr>
              <p:nvPr/>
            </p:nvSpPr>
            <p:spPr>
              <a:xfrm flipH="1">
                <a:off x="132610" y="2412750"/>
                <a:ext cx="6268190" cy="990017"/>
              </a:xfrm>
              <a:prstGeom prst="rect">
                <a:avLst/>
              </a:prstGeom>
              <a:noFill/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vert="horz" lIns="91440" tIns="45720" rIns="91440" bIns="45720" rtlCol="0" anchor="ctr">
                <a:noAutofit/>
              </a:bodyPr>
              <a:lstStyle>
                <a:lvl1pPr marL="265113" indent="-265113" algn="just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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809625" indent="-352425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lnSpc>
                    <a:spcPct val="115000"/>
                  </a:lnSpc>
                  <a:spcAft>
                    <a:spcPts val="800"/>
                  </a:spcAft>
                  <a:buNone/>
                </a:pPr>
                <a:r>
                  <a:rPr lang="en-US" sz="2800" dirty="0">
                    <a:solidFill>
                      <a:srgbClr val="002060"/>
                    </a:solidFill>
                    <a:latin typeface="+mj-lt"/>
                  </a:rPr>
                  <a:t>Here, All the axioms are satisfied for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800" b="0" i="0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V</m:t>
                    </m:r>
                  </m:oMath>
                </a14:m>
                <a:r>
                  <a:rPr lang="en-US" sz="2800" dirty="0">
                    <a:solidFill>
                      <a:srgbClr val="002060"/>
                    </a:solidFill>
                    <a:latin typeface="+mj-lt"/>
                  </a:rPr>
                  <a:t> under given operations. </a:t>
                </a:r>
                <a:endParaRPr lang="en-US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28" name="Content Placeholder 4">
                <a:extLst>
                  <a:ext uri="{FF2B5EF4-FFF2-40B4-BE49-F238E27FC236}">
                    <a16:creationId xmlns:a16="http://schemas.microsoft.com/office/drawing/2014/main" id="{E2369E14-FB7F-439F-B8BC-3D00ED9ED33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132610" y="2412750"/>
                <a:ext cx="6268190" cy="990017"/>
              </a:xfrm>
              <a:prstGeom prst="rect">
                <a:avLst/>
              </a:prstGeom>
              <a:blipFill>
                <a:blip r:embed="rId8"/>
                <a:stretch>
                  <a:fillRect l="-2043" t="-6173" b="-20370"/>
                </a:stretch>
              </a:blipFill>
              <a:ln w="12700" cap="flat" cmpd="sng" algn="ctr">
                <a:noFill/>
                <a:prstDash val="solid"/>
                <a:miter lim="800000"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Content Placeholder 4">
                <a:extLst>
                  <a:ext uri="{FF2B5EF4-FFF2-40B4-BE49-F238E27FC236}">
                    <a16:creationId xmlns:a16="http://schemas.microsoft.com/office/drawing/2014/main" id="{E2369E14-FB7F-439F-B8BC-3D00ED9ED33E}"/>
                  </a:ext>
                </a:extLst>
              </p:cNvPr>
              <p:cNvSpPr txBox="1">
                <a:spLocks/>
              </p:cNvSpPr>
              <p:nvPr/>
            </p:nvSpPr>
            <p:spPr>
              <a:xfrm flipH="1">
                <a:off x="132610" y="3678402"/>
                <a:ext cx="6268190" cy="617827"/>
              </a:xfrm>
              <a:prstGeom prst="rect">
                <a:avLst/>
              </a:prstGeom>
              <a:noFill/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vert="horz" lIns="91440" tIns="45720" rIns="91440" bIns="45720" rtlCol="0" anchor="ctr">
                <a:noAutofit/>
              </a:bodyPr>
              <a:lstStyle>
                <a:lvl1pPr marL="265113" indent="-265113" algn="just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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809625" indent="-352425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lnSpc>
                    <a:spcPct val="115000"/>
                  </a:lnSpc>
                  <a:spcAft>
                    <a:spcPts val="800"/>
                  </a:spcAft>
                  <a:buNone/>
                </a:pPr>
                <a:r>
                  <a:rPr lang="en-US" sz="2800" dirty="0">
                    <a:solidFill>
                      <a:srgbClr val="002060"/>
                    </a:solidFill>
                    <a:latin typeface="+mj-lt"/>
                  </a:rPr>
                  <a:t>Hence,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28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b="0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en-US" sz="2800" b="0" i="0" dirty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V</m:t>
                        </m:r>
                        <m:r>
                          <a:rPr lang="en-US" sz="2800" b="0" i="0" dirty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 , + ,  ⋅ </m:t>
                        </m:r>
                      </m:e>
                    </m:d>
                  </m:oMath>
                </a14:m>
                <a:r>
                  <a:rPr lang="en-US" sz="2800" dirty="0">
                    <a:solidFill>
                      <a:srgbClr val="002060"/>
                    </a:solidFill>
                    <a:latin typeface="+mj-lt"/>
                  </a:rPr>
                  <a:t> is a vector space. </a:t>
                </a:r>
                <a:endParaRPr lang="en-US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18" name="Content Placeholder 4">
                <a:extLst>
                  <a:ext uri="{FF2B5EF4-FFF2-40B4-BE49-F238E27FC236}">
                    <a16:creationId xmlns:a16="http://schemas.microsoft.com/office/drawing/2014/main" id="{E2369E14-FB7F-439F-B8BC-3D00ED9ED33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132610" y="3678402"/>
                <a:ext cx="6268190" cy="617827"/>
              </a:xfrm>
              <a:prstGeom prst="rect">
                <a:avLst/>
              </a:prstGeom>
              <a:blipFill>
                <a:blip r:embed="rId9"/>
                <a:stretch>
                  <a:fillRect l="-2043" t="-1961" b="-18627"/>
                </a:stretch>
              </a:blipFill>
              <a:ln w="12700" cap="flat" cmpd="sng" algn="ctr">
                <a:noFill/>
                <a:prstDash val="solid"/>
                <a:miter lim="800000"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3" name="Picture 12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084015" y="850686"/>
            <a:ext cx="5040000" cy="1208314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6" name="Content Placeholder 4">
                <a:extLst>
                  <a:ext uri="{FF2B5EF4-FFF2-40B4-BE49-F238E27FC236}">
                    <a16:creationId xmlns:a16="http://schemas.microsoft.com/office/drawing/2014/main" id="{E2369E14-FB7F-439F-B8BC-3D00ED9ED33E}"/>
                  </a:ext>
                </a:extLst>
              </p:cNvPr>
              <p:cNvSpPr txBox="1">
                <a:spLocks/>
              </p:cNvSpPr>
              <p:nvPr/>
            </p:nvSpPr>
            <p:spPr>
              <a:xfrm flipH="1">
                <a:off x="4992482" y="1600045"/>
                <a:ext cx="746625" cy="540000"/>
              </a:xfrm>
              <a:prstGeom prst="rect">
                <a:avLst/>
              </a:prstGeom>
              <a:noFill/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vert="horz" lIns="91440" tIns="45720" rIns="91440" bIns="45720" rtlCol="0" anchor="ctr">
                <a:noAutofit/>
              </a:bodyPr>
              <a:lstStyle>
                <a:lvl1pPr marL="265113" indent="-265113" algn="just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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809625" indent="-352425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lnSpc>
                    <a:spcPct val="115000"/>
                  </a:lnSpc>
                  <a:spcAft>
                    <a:spcPts val="8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i="0" dirty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sz="280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u</m:t>
                      </m:r>
                    </m:oMath>
                  </m:oMathPara>
                </a14:m>
                <a:endParaRPr lang="en-US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16" name="Content Placeholder 4">
                <a:extLst>
                  <a:ext uri="{FF2B5EF4-FFF2-40B4-BE49-F238E27FC236}">
                    <a16:creationId xmlns:a16="http://schemas.microsoft.com/office/drawing/2014/main" id="{E2369E14-FB7F-439F-B8BC-3D00ED9ED33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4992482" y="1600045"/>
                <a:ext cx="746625" cy="540000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  <a:ln w="12700" cap="flat" cmpd="sng" algn="ctr">
                <a:noFill/>
                <a:prstDash val="solid"/>
                <a:miter lim="800000"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560909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19" grpId="0"/>
      <p:bldP spid="20" grpId="0"/>
      <p:bldP spid="23" grpId="0"/>
      <p:bldP spid="28" grpId="0"/>
      <p:bldP spid="18" grpId="0"/>
      <p:bldP spid="16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ECFC8A-BC0D-5D72-FE99-20313653BC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FDFDD70C-3AAE-183B-5AED-36C59E3E9B77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IN" dirty="0"/>
                  <a:t>Method:1 </a:t>
                </a:r>
                <a14:m>
                  <m:oMath xmlns:m="http://schemas.openxmlformats.org/officeDocument/2006/math">
                    <m:r>
                      <a:rPr lang="en-IN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⇝</m:t>
                    </m:r>
                  </m:oMath>
                </a14:m>
                <a:r>
                  <a:rPr lang="en-IN" dirty="0"/>
                  <a:t> Example:1</a:t>
                </a:r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FDFDD70C-3AAE-183B-5AED-36C59E3E9B7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400" t="-8547" b="-1965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Content Placeholder 4">
            <a:extLst>
              <a:ext uri="{FF2B5EF4-FFF2-40B4-BE49-F238E27FC236}">
                <a16:creationId xmlns:a16="http://schemas.microsoft.com/office/drawing/2014/main" id="{CAE77E5B-BF33-5497-20B0-3BFB83C99976}"/>
              </a:ext>
            </a:extLst>
          </p:cNvPr>
          <p:cNvSpPr txBox="1">
            <a:spLocks/>
          </p:cNvSpPr>
          <p:nvPr/>
        </p:nvSpPr>
        <p:spPr>
          <a:xfrm>
            <a:off x="205273" y="800163"/>
            <a:ext cx="1558214" cy="522081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marL="265113" indent="-265113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Wingdings 3" panose="05040102010807070707" pitchFamily="18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9625" indent="-352425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 3" panose="05040102010807070707" pitchFamily="18" charset="2"/>
              <a:buChar char="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endParaRPr lang="en-IN" sz="2800" dirty="0">
              <a:solidFill>
                <a:schemeClr val="tx2"/>
              </a:solidFill>
            </a:endParaRPr>
          </a:p>
        </p:txBody>
      </p:sp>
      <p:sp>
        <p:nvSpPr>
          <p:cNvPr id="7" name="Content Placeholder 4">
            <a:extLst>
              <a:ext uri="{FF2B5EF4-FFF2-40B4-BE49-F238E27FC236}">
                <a16:creationId xmlns:a16="http://schemas.microsoft.com/office/drawing/2014/main" id="{D0F31B58-9644-11ED-9321-574F96F65607}"/>
              </a:ext>
            </a:extLst>
          </p:cNvPr>
          <p:cNvSpPr txBox="1">
            <a:spLocks/>
          </p:cNvSpPr>
          <p:nvPr/>
        </p:nvSpPr>
        <p:spPr>
          <a:xfrm>
            <a:off x="132610" y="1690078"/>
            <a:ext cx="7639790" cy="133538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marL="265113" indent="-265113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Wingdings 3" panose="05040102010807070707" pitchFamily="18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9625" indent="-352425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 3" panose="05040102010807070707" pitchFamily="18" charset="2"/>
              <a:buChar char="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lang="en-IN" sz="2800" dirty="0"/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E7272109-8DE2-50AC-004B-6C788F2ADE24}"/>
              </a:ext>
            </a:extLst>
          </p:cNvPr>
          <p:cNvSpPr/>
          <p:nvPr/>
        </p:nvSpPr>
        <p:spPr>
          <a:xfrm>
            <a:off x="122278" y="2358808"/>
            <a:ext cx="1450657" cy="468000"/>
          </a:xfrm>
          <a:prstGeom prst="roundRect">
            <a:avLst/>
          </a:prstGeom>
          <a:gradFill>
            <a:gsLst>
              <a:gs pos="10000">
                <a:srgbClr val="0E47A1"/>
              </a:gs>
              <a:gs pos="100000">
                <a:srgbClr val="03A9F5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en-IN" sz="2800" dirty="0">
                <a:solidFill>
                  <a:schemeClr val="bg1"/>
                </a:solidFill>
              </a:rPr>
              <a:t>Solution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4" name="Content Placeholder 4">
                <a:extLst>
                  <a:ext uri="{FF2B5EF4-FFF2-40B4-BE49-F238E27FC236}">
                    <a16:creationId xmlns:a16="http://schemas.microsoft.com/office/drawing/2014/main" id="{ED23B262-736E-4535-FBA7-00FB33ACCCF0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655930" y="859070"/>
                <a:ext cx="10536070" cy="1205778"/>
              </a:xfrm>
              <a:prstGeom prst="rect">
                <a:avLst/>
              </a:prstGeom>
              <a:noFill/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vert="horz" lIns="91440" tIns="45720" rIns="91440" bIns="45720" rtlCol="0" anchor="ctr">
                <a:noAutofit/>
              </a:bodyPr>
              <a:lstStyle>
                <a:lvl1pPr marL="265113" indent="-265113" algn="just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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809625" indent="-352425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lnSpc>
                    <a:spcPct val="150000"/>
                  </a:lnSpc>
                  <a:buNone/>
                </a:pPr>
                <a:r>
                  <a:rPr lang="en-US" sz="2800" dirty="0">
                    <a:solidFill>
                      <a:srgbClr val="002060"/>
                    </a:solidFill>
                    <a:latin typeface="+mj-lt"/>
                  </a:rPr>
                  <a:t>Show that the set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800" dirty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V</m:t>
                    </m:r>
                    <m:r>
                      <a:rPr lang="en-US" sz="2800" dirty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n-US" sz="2800" dirty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</m:sup>
                    </m:sSup>
                    <m:r>
                      <a:rPr lang="en-US" sz="2800" dirty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800" dirty="0">
                    <a:solidFill>
                      <a:srgbClr val="002060"/>
                    </a:solidFill>
                    <a:latin typeface="+mj-lt"/>
                  </a:rPr>
                  <a:t>of all positive real numbers with operations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800" dirty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x</m:t>
                    </m:r>
                    <m:r>
                      <a:rPr lang="en-US" sz="2800" dirty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US" sz="2800" dirty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y</m:t>
                    </m:r>
                    <m:r>
                      <a:rPr lang="en-US" sz="2800" dirty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sz="2800" dirty="0" err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xy</m:t>
                    </m:r>
                    <m:r>
                      <a:rPr lang="en-US" sz="2800" dirty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800" dirty="0">
                    <a:solidFill>
                      <a:srgbClr val="002060"/>
                    </a:solidFill>
                    <a:latin typeface="+mj-lt"/>
                  </a:rPr>
                  <a:t>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800" dirty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k</m:t>
                    </m:r>
                    <m:r>
                      <a:rPr lang="en-US" sz="2800" dirty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m:rPr>
                        <m:sty m:val="p"/>
                      </m:rPr>
                      <a:rPr lang="en-US" sz="2800" dirty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x</m:t>
                    </m:r>
                    <m:r>
                      <a:rPr lang="en-US" sz="2800" dirty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sz="2800" i="1" dirty="0" err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sz="2800" dirty="0" err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x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US" sz="2800" dirty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k</m:t>
                        </m:r>
                      </m:sup>
                    </m:sSup>
                  </m:oMath>
                </a14:m>
                <a:r>
                  <a:rPr lang="en-US" sz="2800" dirty="0">
                    <a:solidFill>
                      <a:srgbClr val="002060"/>
                    </a:solidFill>
                    <a:latin typeface="+mj-lt"/>
                  </a:rPr>
                  <a:t> is a vector space.</a:t>
                </a:r>
                <a:endParaRPr lang="en-IN" sz="2800" dirty="0">
                  <a:solidFill>
                    <a:srgbClr val="002060"/>
                  </a:solidFill>
                  <a:latin typeface="+mj-lt"/>
                </a:endParaRPr>
              </a:p>
            </p:txBody>
          </p:sp>
        </mc:Choice>
        <mc:Fallback xmlns="">
          <p:sp>
            <p:nvSpPr>
              <p:cNvPr id="34" name="Content Placeholder 4">
                <a:extLst>
                  <a:ext uri="{FF2B5EF4-FFF2-40B4-BE49-F238E27FC236}">
                    <a16:creationId xmlns:a16="http://schemas.microsoft.com/office/drawing/2014/main" id="{ED23B262-736E-4535-FBA7-00FB33ACCCF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55930" y="859070"/>
                <a:ext cx="10536070" cy="1205778"/>
              </a:xfrm>
              <a:prstGeom prst="rect">
                <a:avLst/>
              </a:prstGeom>
              <a:blipFill>
                <a:blip r:embed="rId3"/>
                <a:stretch>
                  <a:fillRect l="-1215" r="-1157" b="-19192"/>
                </a:stretch>
              </a:blipFill>
              <a:ln w="12700" cap="flat" cmpd="sng" algn="ctr">
                <a:noFill/>
                <a:prstDash val="solid"/>
                <a:miter lim="800000"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5" name="Rectangle: Rounded Corners 34">
            <a:extLst>
              <a:ext uri="{FF2B5EF4-FFF2-40B4-BE49-F238E27FC236}">
                <a16:creationId xmlns:a16="http://schemas.microsoft.com/office/drawing/2014/main" id="{7FC45F7B-4A36-49BB-E330-CB7BC1EEC8DC}"/>
              </a:ext>
            </a:extLst>
          </p:cNvPr>
          <p:cNvSpPr/>
          <p:nvPr/>
        </p:nvSpPr>
        <p:spPr>
          <a:xfrm>
            <a:off x="122278" y="993959"/>
            <a:ext cx="1450657" cy="468000"/>
          </a:xfrm>
          <a:prstGeom prst="roundRect">
            <a:avLst/>
          </a:prstGeom>
          <a:gradFill>
            <a:gsLst>
              <a:gs pos="10000">
                <a:srgbClr val="0E47A1"/>
              </a:gs>
              <a:gs pos="100000">
                <a:srgbClr val="03A9F5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r>
              <a:rPr lang="en-IN" sz="2800" dirty="0">
                <a:solidFill>
                  <a:schemeClr val="bg1"/>
                </a:solidFill>
              </a:rPr>
              <a:t>Example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Content Placeholder 4">
                <a:extLst>
                  <a:ext uri="{FF2B5EF4-FFF2-40B4-BE49-F238E27FC236}">
                    <a16:creationId xmlns:a16="http://schemas.microsoft.com/office/drawing/2014/main" id="{C2E3A768-B2DD-49B5-A909-9453EEB041E3}"/>
                  </a:ext>
                </a:extLst>
              </p:cNvPr>
              <p:cNvSpPr txBox="1">
                <a:spLocks/>
              </p:cNvSpPr>
              <p:nvPr/>
            </p:nvSpPr>
            <p:spPr>
              <a:xfrm flipH="1">
                <a:off x="66097" y="2926764"/>
                <a:ext cx="6258501" cy="544460"/>
              </a:xfrm>
              <a:prstGeom prst="rect">
                <a:avLst/>
              </a:prstGeom>
              <a:noFill/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vert="horz" lIns="91440" tIns="45720" rIns="91440" bIns="45720" rtlCol="0" anchor="ctr">
                <a:noAutofit/>
              </a:bodyPr>
              <a:lstStyle>
                <a:lvl1pPr marL="265113" indent="-265113" algn="just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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809625" indent="-352425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118745" indent="0">
                  <a:lnSpc>
                    <a:spcPct val="115000"/>
                  </a:lnSpc>
                  <a:spcAft>
                    <a:spcPts val="800"/>
                  </a:spcAft>
                  <a:buNone/>
                </a:pPr>
                <a:r>
                  <a:rPr lang="en-US" sz="2800" dirty="0">
                    <a:solidFill>
                      <a:srgbClr val="002060"/>
                    </a:solidFill>
                    <a:latin typeface="+mj-lt"/>
                  </a:rPr>
                  <a:t>Here,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800" dirty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V</m:t>
                    </m:r>
                    <m:r>
                      <a:rPr lang="en-US" sz="2800" dirty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 </m:t>
                    </m:r>
                    <m:sSup>
                      <m:sSupPr>
                        <m:ctrlPr>
                          <a:rPr lang="en-US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n-US" sz="2800" dirty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</m:sup>
                    </m:sSup>
                    <m:r>
                      <a:rPr lang="en-US" sz="2800" dirty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800" dirty="0">
                    <a:solidFill>
                      <a:srgbClr val="002060"/>
                    </a:solidFill>
                    <a:latin typeface="+mj-lt"/>
                  </a:rPr>
                  <a:t>of all positive real numbers</a:t>
                </a:r>
              </a:p>
            </p:txBody>
          </p:sp>
        </mc:Choice>
        <mc:Fallback xmlns="">
          <p:sp>
            <p:nvSpPr>
              <p:cNvPr id="16" name="Content Placeholder 4">
                <a:extLst>
                  <a:ext uri="{FF2B5EF4-FFF2-40B4-BE49-F238E27FC236}">
                    <a16:creationId xmlns:a16="http://schemas.microsoft.com/office/drawing/2014/main" id="{C2E3A768-B2DD-49B5-A909-9453EEB041E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66097" y="2926764"/>
                <a:ext cx="6258501" cy="544460"/>
              </a:xfrm>
              <a:prstGeom prst="rect">
                <a:avLst/>
              </a:prstGeom>
              <a:blipFill>
                <a:blip r:embed="rId4"/>
                <a:stretch>
                  <a:fillRect l="-195" t="-8989" r="-1170" b="-29213"/>
                </a:stretch>
              </a:blipFill>
              <a:ln w="12700" cap="flat" cmpd="sng" algn="ctr">
                <a:noFill/>
                <a:prstDash val="solid"/>
                <a:miter lim="800000"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Content Placeholder 4">
                <a:extLst>
                  <a:ext uri="{FF2B5EF4-FFF2-40B4-BE49-F238E27FC236}">
                    <a16:creationId xmlns:a16="http://schemas.microsoft.com/office/drawing/2014/main" id="{C2E3A768-B2DD-49B5-A909-9453EEB041E3}"/>
                  </a:ext>
                </a:extLst>
              </p:cNvPr>
              <p:cNvSpPr txBox="1">
                <a:spLocks/>
              </p:cNvSpPr>
              <p:nvPr/>
            </p:nvSpPr>
            <p:spPr>
              <a:xfrm flipH="1">
                <a:off x="6102923" y="2980647"/>
                <a:ext cx="3608248" cy="544460"/>
              </a:xfrm>
              <a:prstGeom prst="rect">
                <a:avLst/>
              </a:prstGeom>
              <a:noFill/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vert="horz" lIns="91440" tIns="45720" rIns="91440" bIns="45720" rtlCol="0" anchor="ctr">
                <a:noAutofit/>
              </a:bodyPr>
              <a:lstStyle>
                <a:lvl1pPr marL="265113" indent="-265113" algn="just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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809625" indent="-352425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lnSpc>
                    <a:spcPct val="115000"/>
                  </a:lnSpc>
                  <a:spcAft>
                    <a:spcPts val="8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dirty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}"/>
                          <m:ctrlPr>
                            <a:rPr lang="en-US" sz="2800" i="1" dirty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dirty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en-US" sz="2800" dirty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x</m:t>
                          </m:r>
                          <m:r>
                            <a:rPr lang="en-US" sz="2800" dirty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| </m:t>
                          </m:r>
                          <m:r>
                            <m:rPr>
                              <m:sty m:val="p"/>
                            </m:rPr>
                            <a:rPr lang="en-US" sz="2800" dirty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x</m:t>
                          </m:r>
                          <m:r>
                            <a:rPr lang="en-US" sz="2800" dirty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&gt;0 &amp; </m:t>
                          </m:r>
                          <m:r>
                            <m:rPr>
                              <m:sty m:val="p"/>
                            </m:rPr>
                            <a:rPr lang="en-US" sz="2800" dirty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x</m:t>
                          </m:r>
                          <m:r>
                            <a:rPr lang="en-US" sz="2800" dirty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∈</m:t>
                          </m:r>
                          <m: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ℝ</m:t>
                          </m:r>
                          <m: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d>
                    </m:oMath>
                  </m:oMathPara>
                </a14:m>
                <a:endParaRPr lang="en-US" sz="2800" dirty="0">
                  <a:solidFill>
                    <a:srgbClr val="002060"/>
                  </a:solidFill>
                  <a:latin typeface="+mj-lt"/>
                </a:endParaRPr>
              </a:p>
            </p:txBody>
          </p:sp>
        </mc:Choice>
        <mc:Fallback xmlns="">
          <p:sp>
            <p:nvSpPr>
              <p:cNvPr id="21" name="Content Placeholder 4">
                <a:extLst>
                  <a:ext uri="{FF2B5EF4-FFF2-40B4-BE49-F238E27FC236}">
                    <a16:creationId xmlns:a16="http://schemas.microsoft.com/office/drawing/2014/main" id="{C2E3A768-B2DD-49B5-A909-9453EEB041E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6102923" y="2980647"/>
                <a:ext cx="3608248" cy="54446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 w="12700" cap="flat" cmpd="sng" algn="ctr">
                <a:noFill/>
                <a:prstDash val="solid"/>
                <a:miter lim="800000"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Content Placeholder 4">
                <a:extLst>
                  <a:ext uri="{FF2B5EF4-FFF2-40B4-BE49-F238E27FC236}">
                    <a16:creationId xmlns:a16="http://schemas.microsoft.com/office/drawing/2014/main" id="{C2E3A768-B2DD-49B5-A909-9453EEB041E3}"/>
                  </a:ext>
                </a:extLst>
              </p:cNvPr>
              <p:cNvSpPr txBox="1">
                <a:spLocks/>
              </p:cNvSpPr>
              <p:nvPr/>
            </p:nvSpPr>
            <p:spPr>
              <a:xfrm flipH="1">
                <a:off x="64876" y="3571180"/>
                <a:ext cx="7909503" cy="1962116"/>
              </a:xfrm>
              <a:prstGeom prst="rect">
                <a:avLst/>
              </a:prstGeom>
              <a:noFill/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vert="horz" lIns="91440" tIns="45720" rIns="91440" bIns="45720" rtlCol="0" anchor="ctr">
                <a:noAutofit/>
              </a:bodyPr>
              <a:lstStyle>
                <a:defPPr>
                  <a:defRPr lang="en-US"/>
                </a:defPPr>
                <a:lvl1pPr marL="118745" algn="just">
                  <a:lnSpc>
                    <a:spcPct val="115000"/>
                  </a:lnSpc>
                  <a:spcBef>
                    <a:spcPts val="1000"/>
                  </a:spcBef>
                  <a:spcAft>
                    <a:spcPts val="800"/>
                  </a:spcAft>
                  <a:buClr>
                    <a:schemeClr val="accent6"/>
                  </a:buClr>
                  <a:buFont typeface="Wingdings 3" panose="05040102010807070707" pitchFamily="18" charset="2"/>
                  <a:buNone/>
                  <a:defRPr sz="2800">
                    <a:solidFill>
                      <a:srgbClr val="3A4A6A"/>
                    </a:solidFill>
                  </a:defRPr>
                </a:lvl1pPr>
              </a:lstStyle>
              <a:p>
                <a:r>
                  <a:rPr lang="en-US" dirty="0">
                    <a:solidFill>
                      <a:srgbClr val="002060"/>
                    </a:solidFill>
                    <a:latin typeface="+mj-lt"/>
                  </a:rPr>
                  <a:t>Binary Operations are defined as</a:t>
                </a:r>
              </a:p>
              <a:p>
                <a:pPr marL="990600" indent="-457200">
                  <a:buFont typeface="Wingdings" panose="05000000000000000000" pitchFamily="2" charset="2"/>
                  <a:buChar char="§"/>
                </a:pPr>
                <a:r>
                  <a:rPr lang="en-US" dirty="0">
                    <a:solidFill>
                      <a:srgbClr val="002060"/>
                    </a:solidFill>
                    <a:latin typeface="+mj-lt"/>
                  </a:rPr>
                  <a:t>Vector Addition		:	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dirty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x</m:t>
                    </m:r>
                    <m:r>
                      <a:rPr lang="en-US" dirty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US" dirty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y</m:t>
                    </m:r>
                    <m:r>
                      <a:rPr lang="en-US" dirty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dirty="0" err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xy</m:t>
                    </m:r>
                  </m:oMath>
                </a14:m>
                <a:endParaRPr lang="en-US" dirty="0">
                  <a:solidFill>
                    <a:srgbClr val="002060"/>
                  </a:solidFill>
                  <a:latin typeface="+mj-lt"/>
                </a:endParaRPr>
              </a:p>
              <a:p>
                <a:pPr marL="990600" indent="-457200">
                  <a:buFont typeface="Wingdings" panose="05000000000000000000" pitchFamily="2" charset="2"/>
                  <a:buChar char="§"/>
                </a:pPr>
                <a:r>
                  <a:rPr lang="en-US" dirty="0">
                    <a:solidFill>
                      <a:srgbClr val="002060"/>
                    </a:solidFill>
                    <a:latin typeface="+mj-lt"/>
                  </a:rPr>
                  <a:t>Scalar Multiplication	:	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dirty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k</m:t>
                    </m:r>
                    <m:r>
                      <a:rPr lang="en-US" dirty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m:rPr>
                        <m:sty m:val="p"/>
                      </m:rPr>
                      <a:rPr lang="en-US" dirty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x</m:t>
                    </m:r>
                    <m:r>
                      <a:rPr lang="en-US" dirty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i="1" dirty="0" err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dirty="0" err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x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US" dirty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k</m:t>
                        </m:r>
                      </m:sup>
                    </m:sSup>
                  </m:oMath>
                </a14:m>
                <a:endParaRPr lang="en-US" dirty="0">
                  <a:solidFill>
                    <a:srgbClr val="002060"/>
                  </a:solidFill>
                  <a:latin typeface="+mj-lt"/>
                </a:endParaRPr>
              </a:p>
            </p:txBody>
          </p:sp>
        </mc:Choice>
        <mc:Fallback xmlns="">
          <p:sp>
            <p:nvSpPr>
              <p:cNvPr id="22" name="Content Placeholder 4">
                <a:extLst>
                  <a:ext uri="{FF2B5EF4-FFF2-40B4-BE49-F238E27FC236}">
                    <a16:creationId xmlns:a16="http://schemas.microsoft.com/office/drawing/2014/main" id="{C2E3A768-B2DD-49B5-A909-9453EEB041E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64876" y="3571180"/>
                <a:ext cx="7909503" cy="1962116"/>
              </a:xfrm>
              <a:prstGeom prst="rect">
                <a:avLst/>
              </a:prstGeom>
              <a:blipFill>
                <a:blip r:embed="rId6"/>
                <a:stretch>
                  <a:fillRect l="-154" t="-3727" b="-8696"/>
                </a:stretch>
              </a:blipFill>
              <a:ln w="12700" cap="flat" cmpd="sng" algn="ctr">
                <a:noFill/>
                <a:prstDash val="solid"/>
                <a:miter lim="800000"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8" name="Content Placeholder 4">
            <a:extLst>
              <a:ext uri="{FF2B5EF4-FFF2-40B4-BE49-F238E27FC236}">
                <a16:creationId xmlns:a16="http://schemas.microsoft.com/office/drawing/2014/main" id="{C2E3A768-B2DD-49B5-A909-9453EEB041E3}"/>
              </a:ext>
            </a:extLst>
          </p:cNvPr>
          <p:cNvSpPr txBox="1">
            <a:spLocks/>
          </p:cNvSpPr>
          <p:nvPr/>
        </p:nvSpPr>
        <p:spPr>
          <a:xfrm flipH="1">
            <a:off x="66095" y="5686787"/>
            <a:ext cx="8025281" cy="54446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marL="265113" indent="-265113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Wingdings 3" panose="05040102010807070707" pitchFamily="18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9625" indent="-352425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 3" panose="05040102010807070707" pitchFamily="18" charset="2"/>
              <a:buChar char="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18745" indent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2800" dirty="0">
                <a:solidFill>
                  <a:srgbClr val="002060"/>
                </a:solidFill>
                <a:latin typeface="+mj-lt"/>
              </a:rPr>
              <a:t>Let us check </a:t>
            </a:r>
            <a:r>
              <a:rPr lang="en-US" sz="2800" b="1" dirty="0">
                <a:solidFill>
                  <a:srgbClr val="FF0000"/>
                </a:solidFill>
                <a:latin typeface="+mj-lt"/>
              </a:rPr>
              <a:t>ten axioms </a:t>
            </a:r>
            <a:r>
              <a:rPr lang="en-US" sz="2800" dirty="0">
                <a:solidFill>
                  <a:srgbClr val="002060"/>
                </a:solidFill>
                <a:latin typeface="+mj-lt"/>
              </a:rPr>
              <a:t>for a vector space.</a:t>
            </a:r>
          </a:p>
        </p:txBody>
      </p:sp>
    </p:spTree>
    <p:extLst>
      <p:ext uri="{BB962C8B-B14F-4D97-AF65-F5344CB8AC3E}">
        <p14:creationId xmlns:p14="http://schemas.microsoft.com/office/powerpoint/2010/main" val="35844782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21" grpId="0"/>
      <p:bldP spid="22" grpId="0" animBg="1"/>
      <p:bldP spid="28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ECFC8A-BC0D-5D72-FE99-20313653BC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1" name="Content Placeholder 4">
                <a:extLst>
                  <a:ext uri="{FF2B5EF4-FFF2-40B4-BE49-F238E27FC236}">
                    <a16:creationId xmlns:a16="http://schemas.microsoft.com/office/drawing/2014/main" id="{C2E3A768-B2DD-49B5-A909-9453EEB041E3}"/>
                  </a:ext>
                </a:extLst>
              </p:cNvPr>
              <p:cNvSpPr txBox="1">
                <a:spLocks/>
              </p:cNvSpPr>
              <p:nvPr/>
            </p:nvSpPr>
            <p:spPr>
              <a:xfrm flipH="1">
                <a:off x="-1" y="2201096"/>
                <a:ext cx="5499100" cy="540000"/>
              </a:xfrm>
              <a:prstGeom prst="rect">
                <a:avLst/>
              </a:prstGeom>
              <a:gradFill>
                <a:gsLst>
                  <a:gs pos="10000">
                    <a:srgbClr val="0E47A1"/>
                  </a:gs>
                  <a:gs pos="100000">
                    <a:srgbClr val="03A9F5"/>
                  </a:gs>
                </a:gsLst>
                <a:lin ang="10800000" scaled="1"/>
              </a:gradFill>
              <a:ln>
                <a:noFill/>
              </a:ln>
            </p:spPr>
            <p:txBody>
              <a:bodyPr vert="horz" wrap="square" lIns="91440" tIns="45720" rIns="91440" bIns="45720" numCol="1" anchor="ctr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algn="ctr">
                  <a:defRPr sz="2800">
                    <a:solidFill>
                      <a:schemeClr val="bg1"/>
                    </a:solidFill>
                  </a:defRPr>
                </a:lvl1pPr>
                <a:lvl2pPr>
                  <a:defRPr>
                    <a:solidFill>
                      <a:schemeClr val="tx1"/>
                    </a:solidFill>
                  </a:defRPr>
                </a:lvl2pPr>
                <a:lvl3pPr>
                  <a:defRPr>
                    <a:solidFill>
                      <a:schemeClr val="tx1"/>
                    </a:solidFill>
                  </a:defRPr>
                </a:lvl3pPr>
                <a:lvl4pPr>
                  <a:defRPr>
                    <a:solidFill>
                      <a:schemeClr val="tx1"/>
                    </a:solidFill>
                  </a:defRPr>
                </a:lvl4pPr>
                <a:lvl5pPr>
                  <a:defRPr>
                    <a:solidFill>
                      <a:schemeClr val="tx1"/>
                    </a:solidFill>
                  </a:defRPr>
                </a:lvl5pPr>
                <a:lvl6pPr>
                  <a:defRPr>
                    <a:solidFill>
                      <a:schemeClr val="tx1"/>
                    </a:solidFill>
                  </a:defRPr>
                </a:lvl6pPr>
                <a:lvl7pPr>
                  <a:defRPr>
                    <a:solidFill>
                      <a:schemeClr val="tx1"/>
                    </a:solidFill>
                  </a:defRPr>
                </a:lvl7pPr>
                <a:lvl8pPr>
                  <a:defRPr>
                    <a:solidFill>
                      <a:schemeClr val="tx1"/>
                    </a:solidFill>
                  </a:defRPr>
                </a:lvl8pPr>
                <a:lvl9pPr>
                  <a:defRPr>
                    <a:solidFill>
                      <a:schemeClr val="tx1"/>
                    </a:solidFill>
                  </a:defRPr>
                </a:lvl9pPr>
              </a:lstStyle>
              <a:p>
                <a:pPr algn="l"/>
                <a:r>
                  <a:rPr lang="en-US" b="1" dirty="0"/>
                  <a:t>Axiom 1: </a:t>
                </a:r>
                <a14:m>
                  <m:oMath xmlns:m="http://schemas.openxmlformats.org/officeDocument/2006/math">
                    <m:r>
                      <a:rPr lang="en-US" b="1" i="1" dirty="0">
                        <a:latin typeface="Cambria Math" panose="02040503050406030204" pitchFamily="18" charset="0"/>
                      </a:rPr>
                      <m:t>𝐱</m:t>
                    </m:r>
                    <m:r>
                      <a:rPr lang="en-US" b="1" dirty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1" i="1" dirty="0">
                        <a:latin typeface="Cambria Math" panose="02040503050406030204" pitchFamily="18" charset="0"/>
                      </a:rPr>
                      <m:t>𝐲</m:t>
                    </m:r>
                    <m:r>
                      <a:rPr lang="en-US" b="1" dirty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b="1" i="1" dirty="0">
                        <a:latin typeface="Cambria Math" panose="02040503050406030204" pitchFamily="18" charset="0"/>
                      </a:rPr>
                      <m:t>𝐕</m:t>
                    </m:r>
                  </m:oMath>
                </a14:m>
                <a:endParaRPr lang="en-US" b="1" dirty="0"/>
              </a:p>
            </p:txBody>
          </p:sp>
        </mc:Choice>
        <mc:Fallback xmlns="">
          <p:sp>
            <p:nvSpPr>
              <p:cNvPr id="21" name="Content Placeholder 4">
                <a:extLst>
                  <a:ext uri="{FF2B5EF4-FFF2-40B4-BE49-F238E27FC236}">
                    <a16:creationId xmlns:a16="http://schemas.microsoft.com/office/drawing/2014/main" id="{C2E3A768-B2DD-49B5-A909-9453EEB041E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-1" y="2201096"/>
                <a:ext cx="5499100" cy="540000"/>
              </a:xfrm>
              <a:prstGeom prst="rect">
                <a:avLst/>
              </a:prstGeom>
              <a:blipFill>
                <a:blip r:embed="rId2"/>
                <a:stretch>
                  <a:fillRect l="-2217" t="-10112" b="-29213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FDFDD70C-3AAE-183B-5AED-36C59E3E9B77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IN" dirty="0"/>
                  <a:t>Method:1 </a:t>
                </a:r>
                <a14:m>
                  <m:oMath xmlns:m="http://schemas.openxmlformats.org/officeDocument/2006/math">
                    <m:r>
                      <a:rPr lang="en-I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⇝</m:t>
                    </m:r>
                  </m:oMath>
                </a14:m>
                <a:r>
                  <a:rPr lang="en-IN" dirty="0"/>
                  <a:t> Example:1(continue)</a:t>
                </a:r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FDFDD70C-3AAE-183B-5AED-36C59E3E9B7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3"/>
                <a:stretch>
                  <a:fillRect l="-400" t="-8547" b="-1965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Content Placeholder 4">
                <a:extLst>
                  <a:ext uri="{FF2B5EF4-FFF2-40B4-BE49-F238E27FC236}">
                    <a16:creationId xmlns:a16="http://schemas.microsoft.com/office/drawing/2014/main" id="{C2E3A768-B2DD-49B5-A909-9453EEB041E3}"/>
                  </a:ext>
                </a:extLst>
              </p:cNvPr>
              <p:cNvSpPr txBox="1">
                <a:spLocks/>
              </p:cNvSpPr>
              <p:nvPr/>
            </p:nvSpPr>
            <p:spPr>
              <a:xfrm flipH="1">
                <a:off x="-1" y="858197"/>
                <a:ext cx="5499100" cy="540000"/>
              </a:xfrm>
              <a:prstGeom prst="rect">
                <a:avLst/>
              </a:prstGeom>
              <a:noFill/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vert="horz" lIns="91440" tIns="45720" rIns="91440" bIns="45720" rtlCol="0" anchor="ctr">
                <a:noAutofit/>
              </a:bodyPr>
              <a:lstStyle>
                <a:lvl1pPr marL="265113" indent="-265113" algn="just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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809625" indent="-352425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118745" indent="0">
                  <a:lnSpc>
                    <a:spcPct val="115000"/>
                  </a:lnSpc>
                  <a:spcAft>
                    <a:spcPts val="800"/>
                  </a:spcAft>
                  <a:buNone/>
                </a:pPr>
                <a:r>
                  <a:rPr lang="en-US" sz="2800" dirty="0">
                    <a:solidFill>
                      <a:srgbClr val="002060"/>
                    </a:solidFill>
                    <a:latin typeface="+mj-lt"/>
                  </a:rPr>
                  <a:t>Let 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x</m:t>
                    </m:r>
                    <m:r>
                      <a:rPr lang="en-US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,  </m:t>
                    </m:r>
                    <m:r>
                      <m:rPr>
                        <m:sty m:val="p"/>
                      </m:rPr>
                      <a:rPr lang="en-US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y</m:t>
                    </m:r>
                  </m:oMath>
                </a14:m>
                <a:r>
                  <a:rPr lang="en-US" sz="2800" dirty="0">
                    <a:solidFill>
                      <a:srgbClr val="002060"/>
                    </a:solidFill>
                    <a:latin typeface="+mj-lt"/>
                  </a:rPr>
                  <a:t>, 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z</m:t>
                    </m:r>
                  </m:oMath>
                </a14:m>
                <a:r>
                  <a:rPr lang="en-US" sz="2800" dirty="0">
                    <a:solidFill>
                      <a:srgbClr val="002060"/>
                    </a:solidFill>
                    <a:latin typeface="+mj-lt"/>
                  </a:rPr>
                  <a:t> ∈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800" dirty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V</m:t>
                    </m:r>
                    <m:r>
                      <a:rPr lang="en-US" sz="2800" dirty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n-US" sz="2800" dirty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</m:sup>
                    </m:sSup>
                  </m:oMath>
                </a14:m>
                <a:r>
                  <a:rPr lang="en-US" sz="2800" dirty="0">
                    <a:solidFill>
                      <a:srgbClr val="002060"/>
                    </a:solidFill>
                    <a:latin typeface="+mj-lt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k</m:t>
                    </m:r>
                    <m:r>
                      <a:rPr lang="en-US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US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m</m:t>
                    </m:r>
                    <m:r>
                      <a:rPr lang="en-US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ℝ</m:t>
                    </m:r>
                  </m:oMath>
                </a14:m>
                <a:r>
                  <a:rPr lang="en-US" sz="2800" dirty="0">
                    <a:solidFill>
                      <a:srgbClr val="002060"/>
                    </a:solidFill>
                    <a:latin typeface="+mj-lt"/>
                  </a:rPr>
                  <a:t> </a:t>
                </a:r>
              </a:p>
            </p:txBody>
          </p:sp>
        </mc:Choice>
        <mc:Fallback xmlns="">
          <p:sp>
            <p:nvSpPr>
              <p:cNvPr id="22" name="Content Placeholder 4">
                <a:extLst>
                  <a:ext uri="{FF2B5EF4-FFF2-40B4-BE49-F238E27FC236}">
                    <a16:creationId xmlns:a16="http://schemas.microsoft.com/office/drawing/2014/main" id="{C2E3A768-B2DD-49B5-A909-9453EEB041E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-1" y="858197"/>
                <a:ext cx="5499100" cy="540000"/>
              </a:xfrm>
              <a:prstGeom prst="rect">
                <a:avLst/>
              </a:prstGeom>
              <a:blipFill>
                <a:blip r:embed="rId4"/>
                <a:stretch>
                  <a:fillRect l="-111" t="-12500" b="-29545"/>
                </a:stretch>
              </a:blipFill>
              <a:ln w="12700" cap="flat" cmpd="sng" algn="ctr">
                <a:noFill/>
                <a:prstDash val="solid"/>
                <a:miter lim="800000"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Content Placeholder 4">
                <a:extLst>
                  <a:ext uri="{FF2B5EF4-FFF2-40B4-BE49-F238E27FC236}">
                    <a16:creationId xmlns:a16="http://schemas.microsoft.com/office/drawing/2014/main" id="{E2369E14-FB7F-439F-B8BC-3D00ED9ED33E}"/>
                  </a:ext>
                </a:extLst>
              </p:cNvPr>
              <p:cNvSpPr txBox="1">
                <a:spLocks/>
              </p:cNvSpPr>
              <p:nvPr/>
            </p:nvSpPr>
            <p:spPr>
              <a:xfrm flipH="1">
                <a:off x="132610" y="1514100"/>
                <a:ext cx="4895696" cy="540000"/>
              </a:xfrm>
              <a:prstGeom prst="rect">
                <a:avLst/>
              </a:prstGeom>
              <a:noFill/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vert="horz" lIns="91440" tIns="45720" rIns="91440" bIns="45720" rtlCol="0" anchor="ctr">
                <a:noAutofit/>
              </a:bodyPr>
              <a:lstStyle>
                <a:lvl1pPr marL="265113" indent="-265113" algn="just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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809625" indent="-352425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lnSpc>
                    <a:spcPct val="115000"/>
                  </a:lnSpc>
                  <a:spcAft>
                    <a:spcPts val="800"/>
                  </a:spcAft>
                  <a:buNone/>
                </a:pPr>
                <a:r>
                  <a:rPr lang="en-US" sz="2800" dirty="0">
                    <a:solidFill>
                      <a:srgbClr val="002060"/>
                    </a:solidFill>
                    <a:latin typeface="+mj-lt"/>
                  </a:rPr>
                  <a:t>So,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800" dirty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x</m:t>
                    </m:r>
                    <m:r>
                      <a:rPr lang="en-US" sz="2800" dirty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US" sz="2800" dirty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y</m:t>
                    </m:r>
                    <m:r>
                      <a:rPr lang="en-US" sz="2800" dirty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US" sz="2800" dirty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z</m:t>
                    </m:r>
                    <m:r>
                      <a:rPr lang="en-US" sz="2800" dirty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&gt;0   &amp;   </m:t>
                    </m:r>
                    <m:r>
                      <m:rPr>
                        <m:sty m:val="p"/>
                      </m:rPr>
                      <a:rPr lang="en-US" sz="2800" dirty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x</m:t>
                    </m:r>
                    <m:r>
                      <a:rPr lang="en-US" sz="2800" dirty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US" sz="2800" dirty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y</m:t>
                    </m:r>
                    <m:r>
                      <a:rPr lang="en-US" sz="2800" dirty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US" sz="2800" dirty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z</m:t>
                    </m:r>
                    <m:r>
                      <a:rPr lang="en-US" sz="2800" b="0" i="1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ℝ</m:t>
                    </m:r>
                  </m:oMath>
                </a14:m>
                <a:endParaRPr lang="en-US" sz="2800" dirty="0">
                  <a:solidFill>
                    <a:srgbClr val="002060"/>
                  </a:solidFill>
                  <a:latin typeface="+mj-lt"/>
                </a:endParaRPr>
              </a:p>
            </p:txBody>
          </p:sp>
        </mc:Choice>
        <mc:Fallback xmlns="">
          <p:sp>
            <p:nvSpPr>
              <p:cNvPr id="26" name="Content Placeholder 4">
                <a:extLst>
                  <a:ext uri="{FF2B5EF4-FFF2-40B4-BE49-F238E27FC236}">
                    <a16:creationId xmlns:a16="http://schemas.microsoft.com/office/drawing/2014/main" id="{E2369E14-FB7F-439F-B8BC-3D00ED9ED33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132610" y="1514100"/>
                <a:ext cx="4895696" cy="540000"/>
              </a:xfrm>
              <a:prstGeom prst="rect">
                <a:avLst/>
              </a:prstGeom>
              <a:blipFill>
                <a:blip r:embed="rId5"/>
                <a:stretch>
                  <a:fillRect l="-2615" t="-6742" b="-32584"/>
                </a:stretch>
              </a:blipFill>
              <a:ln w="12700" cap="flat" cmpd="sng" algn="ctr">
                <a:noFill/>
                <a:prstDash val="solid"/>
                <a:miter lim="800000"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Picture 2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91148" y="841346"/>
            <a:ext cx="5020346" cy="1212754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32" name="Content Placeholder 4">
                <a:extLst>
                  <a:ext uri="{FF2B5EF4-FFF2-40B4-BE49-F238E27FC236}">
                    <a16:creationId xmlns:a16="http://schemas.microsoft.com/office/drawing/2014/main" id="{E2369E14-FB7F-439F-B8BC-3D00ED9ED33E}"/>
                  </a:ext>
                </a:extLst>
              </p:cNvPr>
              <p:cNvSpPr txBox="1">
                <a:spLocks/>
              </p:cNvSpPr>
              <p:nvPr/>
            </p:nvSpPr>
            <p:spPr>
              <a:xfrm flipH="1">
                <a:off x="132610" y="3008555"/>
                <a:ext cx="3258290" cy="540000"/>
              </a:xfrm>
              <a:prstGeom prst="rect">
                <a:avLst/>
              </a:prstGeom>
              <a:noFill/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vert="horz" lIns="91440" tIns="45720" rIns="91440" bIns="45720" rtlCol="0" anchor="ctr">
                <a:noAutofit/>
              </a:bodyPr>
              <a:lstStyle>
                <a:lvl1pPr marL="265113" indent="-265113" algn="just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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809625" indent="-352425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lnSpc>
                    <a:spcPct val="115000"/>
                  </a:lnSpc>
                  <a:spcAft>
                    <a:spcPts val="800"/>
                  </a:spcAft>
                  <a:buNone/>
                </a:pPr>
                <a:r>
                  <a:rPr lang="en-US" sz="2800" dirty="0">
                    <a:solidFill>
                      <a:srgbClr val="002060"/>
                    </a:solidFill>
                    <a:latin typeface="+mj-lt"/>
                  </a:rPr>
                  <a:t>Since,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800" dirty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x</m:t>
                    </m:r>
                    <m:r>
                      <a:rPr lang="en-US" sz="2800" dirty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&gt;0, </m:t>
                    </m:r>
                    <m:r>
                      <m:rPr>
                        <m:sty m:val="p"/>
                      </m:rPr>
                      <a:rPr lang="en-US" sz="2800" dirty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y</m:t>
                    </m:r>
                    <m:r>
                      <a:rPr lang="en-US" sz="2800" dirty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&gt;0</m:t>
                    </m:r>
                  </m:oMath>
                </a14:m>
                <a:endParaRPr lang="en-US" sz="2800" dirty="0">
                  <a:solidFill>
                    <a:srgbClr val="002060"/>
                  </a:solidFill>
                  <a:latin typeface="+mj-lt"/>
                </a:endParaRPr>
              </a:p>
            </p:txBody>
          </p:sp>
        </mc:Choice>
        <mc:Fallback xmlns="">
          <p:sp>
            <p:nvSpPr>
              <p:cNvPr id="32" name="Content Placeholder 4">
                <a:extLst>
                  <a:ext uri="{FF2B5EF4-FFF2-40B4-BE49-F238E27FC236}">
                    <a16:creationId xmlns:a16="http://schemas.microsoft.com/office/drawing/2014/main" id="{E2369E14-FB7F-439F-B8BC-3D00ED9ED33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132610" y="3008555"/>
                <a:ext cx="3258290" cy="540000"/>
              </a:xfrm>
              <a:prstGeom prst="rect">
                <a:avLst/>
              </a:prstGeom>
              <a:blipFill>
                <a:blip r:embed="rId8"/>
                <a:stretch>
                  <a:fillRect l="-3933" t="-10227" b="-29545"/>
                </a:stretch>
              </a:blipFill>
              <a:ln w="12700" cap="flat" cmpd="sng" algn="ctr">
                <a:noFill/>
                <a:prstDash val="solid"/>
                <a:miter lim="800000"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" name="Content Placeholder 4">
                <a:extLst>
                  <a:ext uri="{FF2B5EF4-FFF2-40B4-BE49-F238E27FC236}">
                    <a16:creationId xmlns:a16="http://schemas.microsoft.com/office/drawing/2014/main" id="{E2369E14-FB7F-439F-B8BC-3D00ED9ED33E}"/>
                  </a:ext>
                </a:extLst>
              </p:cNvPr>
              <p:cNvSpPr txBox="1">
                <a:spLocks/>
              </p:cNvSpPr>
              <p:nvPr/>
            </p:nvSpPr>
            <p:spPr>
              <a:xfrm flipH="1">
                <a:off x="132610" y="3690991"/>
                <a:ext cx="1715240" cy="540000"/>
              </a:xfrm>
              <a:prstGeom prst="rect">
                <a:avLst/>
              </a:prstGeom>
              <a:noFill/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vert="horz" lIns="91440" tIns="45720" rIns="91440" bIns="45720" rtlCol="0" anchor="ctr">
                <a:noAutofit/>
              </a:bodyPr>
              <a:lstStyle>
                <a:lvl1pPr marL="265113" indent="-265113" algn="just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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809625" indent="-352425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lnSpc>
                    <a:spcPct val="115000"/>
                  </a:lnSpc>
                  <a:spcAft>
                    <a:spcPts val="8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dirty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⇒ </m:t>
                      </m:r>
                      <m:r>
                        <m:rPr>
                          <m:sty m:val="p"/>
                        </m:rPr>
                        <a:rPr lang="en-US" sz="2800" dirty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xy</m:t>
                      </m:r>
                      <m:r>
                        <a:rPr lang="en-US" sz="2800" dirty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&gt;0</m:t>
                      </m:r>
                    </m:oMath>
                  </m:oMathPara>
                </a14:m>
                <a:endParaRPr lang="en-US" sz="2800" dirty="0">
                  <a:solidFill>
                    <a:srgbClr val="002060"/>
                  </a:solidFill>
                  <a:latin typeface="+mj-lt"/>
                </a:endParaRPr>
              </a:p>
            </p:txBody>
          </p:sp>
        </mc:Choice>
        <mc:Fallback xmlns="">
          <p:sp>
            <p:nvSpPr>
              <p:cNvPr id="33" name="Content Placeholder 4">
                <a:extLst>
                  <a:ext uri="{FF2B5EF4-FFF2-40B4-BE49-F238E27FC236}">
                    <a16:creationId xmlns:a16="http://schemas.microsoft.com/office/drawing/2014/main" id="{E2369E14-FB7F-439F-B8BC-3D00ED9ED33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132610" y="3690991"/>
                <a:ext cx="1715240" cy="540000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  <a:ln w="12700" cap="flat" cmpd="sng" algn="ctr">
                <a:noFill/>
                <a:prstDash val="solid"/>
                <a:miter lim="800000"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6" name="Content Placeholder 4">
                <a:extLst>
                  <a:ext uri="{FF2B5EF4-FFF2-40B4-BE49-F238E27FC236}">
                    <a16:creationId xmlns:a16="http://schemas.microsoft.com/office/drawing/2014/main" id="{E2369E14-FB7F-439F-B8BC-3D00ED9ED33E}"/>
                  </a:ext>
                </a:extLst>
              </p:cNvPr>
              <p:cNvSpPr txBox="1">
                <a:spLocks/>
              </p:cNvSpPr>
              <p:nvPr/>
            </p:nvSpPr>
            <p:spPr>
              <a:xfrm flipH="1">
                <a:off x="132610" y="4373427"/>
                <a:ext cx="2705840" cy="540000"/>
              </a:xfrm>
              <a:prstGeom prst="rect">
                <a:avLst/>
              </a:prstGeom>
              <a:noFill/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vert="horz" lIns="91440" tIns="45720" rIns="91440" bIns="45720" rtlCol="0" anchor="ctr">
                <a:noAutofit/>
              </a:bodyPr>
              <a:lstStyle>
                <a:lvl1pPr marL="265113" indent="-265113" algn="just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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809625" indent="-352425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lnSpc>
                    <a:spcPct val="115000"/>
                  </a:lnSpc>
                  <a:spcAft>
                    <a:spcPts val="800"/>
                  </a:spcAft>
                  <a:buNone/>
                </a:pPr>
                <a:r>
                  <a:rPr lang="en-US" sz="2800" dirty="0">
                    <a:solidFill>
                      <a:srgbClr val="002060"/>
                    </a:solidFill>
                    <a:latin typeface="+mj-lt"/>
                  </a:rPr>
                  <a:t>Now,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800" dirty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x</m:t>
                    </m:r>
                    <m:r>
                      <a:rPr lang="en-US" sz="2800" dirty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US" sz="2800" dirty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y</m:t>
                    </m:r>
                    <m:r>
                      <a:rPr lang="en-US" sz="2800" dirty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sz="2800" dirty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xy</m:t>
                    </m:r>
                  </m:oMath>
                </a14:m>
                <a:endParaRPr lang="en-US" sz="2800" dirty="0">
                  <a:solidFill>
                    <a:srgbClr val="002060"/>
                  </a:solidFill>
                  <a:latin typeface="+mj-lt"/>
                </a:endParaRPr>
              </a:p>
            </p:txBody>
          </p:sp>
        </mc:Choice>
        <mc:Fallback xmlns="">
          <p:sp>
            <p:nvSpPr>
              <p:cNvPr id="36" name="Content Placeholder 4">
                <a:extLst>
                  <a:ext uri="{FF2B5EF4-FFF2-40B4-BE49-F238E27FC236}">
                    <a16:creationId xmlns:a16="http://schemas.microsoft.com/office/drawing/2014/main" id="{E2369E14-FB7F-439F-B8BC-3D00ED9ED33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132610" y="4373427"/>
                <a:ext cx="2705840" cy="540000"/>
              </a:xfrm>
              <a:prstGeom prst="rect">
                <a:avLst/>
              </a:prstGeom>
              <a:blipFill>
                <a:blip r:embed="rId10"/>
                <a:stretch>
                  <a:fillRect l="-4730" t="-10112" b="-29213"/>
                </a:stretch>
              </a:blipFill>
              <a:ln w="12700" cap="flat" cmpd="sng" algn="ctr">
                <a:noFill/>
                <a:prstDash val="solid"/>
                <a:miter lim="800000"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Content Placeholder 4">
                <a:extLst>
                  <a:ext uri="{FF2B5EF4-FFF2-40B4-BE49-F238E27FC236}">
                    <a16:creationId xmlns:a16="http://schemas.microsoft.com/office/drawing/2014/main" id="{E2369E14-FB7F-439F-B8BC-3D00ED9ED33E}"/>
                  </a:ext>
                </a:extLst>
              </p:cNvPr>
              <p:cNvSpPr txBox="1">
                <a:spLocks/>
              </p:cNvSpPr>
              <p:nvPr/>
            </p:nvSpPr>
            <p:spPr>
              <a:xfrm flipH="1">
                <a:off x="2539390" y="4455767"/>
                <a:ext cx="915140" cy="462537"/>
              </a:xfrm>
              <a:prstGeom prst="rect">
                <a:avLst/>
              </a:prstGeom>
              <a:noFill/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vert="horz" lIns="91440" tIns="45720" rIns="91440" bIns="45720" rtlCol="0" anchor="ctr">
                <a:noAutofit/>
              </a:bodyPr>
              <a:lstStyle>
                <a:lvl1pPr marL="265113" indent="-265113" algn="just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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809625" indent="-352425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lnSpc>
                    <a:spcPct val="115000"/>
                  </a:lnSpc>
                  <a:spcAft>
                    <a:spcPts val="8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dirty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&gt;0</m:t>
                      </m:r>
                    </m:oMath>
                  </m:oMathPara>
                </a14:m>
                <a:endParaRPr lang="en-US" sz="2800" dirty="0">
                  <a:solidFill>
                    <a:srgbClr val="002060"/>
                  </a:solidFill>
                  <a:latin typeface="+mj-lt"/>
                </a:endParaRPr>
              </a:p>
            </p:txBody>
          </p:sp>
        </mc:Choice>
        <mc:Fallback xmlns="">
          <p:sp>
            <p:nvSpPr>
              <p:cNvPr id="37" name="Content Placeholder 4">
                <a:extLst>
                  <a:ext uri="{FF2B5EF4-FFF2-40B4-BE49-F238E27FC236}">
                    <a16:creationId xmlns:a16="http://schemas.microsoft.com/office/drawing/2014/main" id="{E2369E14-FB7F-439F-B8BC-3D00ED9ED33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2539390" y="4455767"/>
                <a:ext cx="915140" cy="462537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  <a:ln w="12700" cap="flat" cmpd="sng" algn="ctr">
                <a:noFill/>
                <a:prstDash val="solid"/>
                <a:miter lim="800000"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8" name="Content Placeholder 4">
                <a:extLst>
                  <a:ext uri="{FF2B5EF4-FFF2-40B4-BE49-F238E27FC236}">
                    <a16:creationId xmlns:a16="http://schemas.microsoft.com/office/drawing/2014/main" id="{E2369E14-FB7F-439F-B8BC-3D00ED9ED33E}"/>
                  </a:ext>
                </a:extLst>
              </p:cNvPr>
              <p:cNvSpPr txBox="1">
                <a:spLocks/>
              </p:cNvSpPr>
              <p:nvPr/>
            </p:nvSpPr>
            <p:spPr>
              <a:xfrm flipH="1">
                <a:off x="132610" y="5055863"/>
                <a:ext cx="2108314" cy="540000"/>
              </a:xfrm>
              <a:prstGeom prst="rect">
                <a:avLst/>
              </a:prstGeom>
              <a:noFill/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vert="horz" lIns="91440" tIns="45720" rIns="91440" bIns="45720" rtlCol="0" anchor="ctr">
                <a:noAutofit/>
              </a:bodyPr>
              <a:lstStyle>
                <a:lvl1pPr marL="265113" indent="-265113" algn="just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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809625" indent="-352425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lnSpc>
                    <a:spcPct val="115000"/>
                  </a:lnSpc>
                  <a:spcAft>
                    <a:spcPts val="8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dirty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⇒ </m:t>
                      </m:r>
                      <m:r>
                        <m:rPr>
                          <m:sty m:val="p"/>
                        </m:rPr>
                        <a:rPr lang="en-US" sz="2800" dirty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x</m:t>
                      </m:r>
                      <m:r>
                        <a:rPr lang="en-US" sz="2800" dirty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m:rPr>
                          <m:sty m:val="p"/>
                        </m:rPr>
                        <a:rPr lang="en-US" sz="2800" dirty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y</m:t>
                      </m:r>
                      <m:r>
                        <a:rPr lang="en-US" sz="2800" dirty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&gt;0</m:t>
                      </m:r>
                    </m:oMath>
                  </m:oMathPara>
                </a14:m>
                <a:endParaRPr lang="en-US" sz="2800" dirty="0">
                  <a:solidFill>
                    <a:srgbClr val="002060"/>
                  </a:solidFill>
                  <a:latin typeface="+mj-lt"/>
                </a:endParaRPr>
              </a:p>
            </p:txBody>
          </p:sp>
        </mc:Choice>
        <mc:Fallback xmlns="">
          <p:sp>
            <p:nvSpPr>
              <p:cNvPr id="38" name="Content Placeholder 4">
                <a:extLst>
                  <a:ext uri="{FF2B5EF4-FFF2-40B4-BE49-F238E27FC236}">
                    <a16:creationId xmlns:a16="http://schemas.microsoft.com/office/drawing/2014/main" id="{E2369E14-FB7F-439F-B8BC-3D00ED9ED33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132610" y="5055863"/>
                <a:ext cx="2108314" cy="540000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  <a:ln w="12700" cap="flat" cmpd="sng" algn="ctr">
                <a:noFill/>
                <a:prstDash val="solid"/>
                <a:miter lim="800000"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9" name="Content Placeholder 4">
                <a:extLst>
                  <a:ext uri="{FF2B5EF4-FFF2-40B4-BE49-F238E27FC236}">
                    <a16:creationId xmlns:a16="http://schemas.microsoft.com/office/drawing/2014/main" id="{E2369E14-FB7F-439F-B8BC-3D00ED9ED33E}"/>
                  </a:ext>
                </a:extLst>
              </p:cNvPr>
              <p:cNvSpPr txBox="1">
                <a:spLocks/>
              </p:cNvSpPr>
              <p:nvPr/>
            </p:nvSpPr>
            <p:spPr>
              <a:xfrm flipH="1">
                <a:off x="132610" y="5738299"/>
                <a:ext cx="3142218" cy="540000"/>
              </a:xfrm>
              <a:prstGeom prst="rect">
                <a:avLst/>
              </a:prstGeom>
              <a:noFill/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vert="horz" lIns="91440" tIns="45720" rIns="91440" bIns="45720" rtlCol="0" anchor="ctr">
                <a:noAutofit/>
              </a:bodyPr>
              <a:lstStyle>
                <a:lvl1pPr marL="265113" indent="-265113" algn="just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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809625" indent="-352425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lnSpc>
                    <a:spcPct val="115000"/>
                  </a:lnSpc>
                  <a:spcAft>
                    <a:spcPts val="8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800" dirty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⇒ </m:t>
                      </m:r>
                      <m:r>
                        <m:rPr>
                          <m:sty m:val="p"/>
                        </m:rPr>
                        <a:rPr lang="en-US" sz="2800" dirty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x</m:t>
                      </m:r>
                      <m:r>
                        <a:rPr lang="en-US" sz="2800" dirty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m:rPr>
                          <m:sty m:val="p"/>
                        </m:rPr>
                        <a:rPr lang="en-US" sz="2800" dirty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y</m:t>
                      </m:r>
                      <m:r>
                        <a:rPr lang="en-US" sz="2800" dirty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∈</m:t>
                      </m:r>
                      <m:r>
                        <m:rPr>
                          <m:sty m:val="p"/>
                        </m:rPr>
                        <a:rPr lang="en-US" sz="2800" dirty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V</m:t>
                      </m:r>
                      <m:r>
                        <a:rPr lang="en-US" sz="2800" b="0" i="0" dirty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ℝ</m:t>
                          </m:r>
                        </m:e>
                        <m:sup>
                          <m:r>
                            <a:rPr lang="en-US" sz="2800" dirty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</m:sup>
                      </m:sSup>
                    </m:oMath>
                  </m:oMathPara>
                </a14:m>
                <a:endParaRPr lang="en-US" sz="2800" dirty="0">
                  <a:solidFill>
                    <a:srgbClr val="002060"/>
                  </a:solidFill>
                  <a:latin typeface="+mj-lt"/>
                </a:endParaRPr>
              </a:p>
            </p:txBody>
          </p:sp>
        </mc:Choice>
        <mc:Fallback xmlns="">
          <p:sp>
            <p:nvSpPr>
              <p:cNvPr id="39" name="Content Placeholder 4">
                <a:extLst>
                  <a:ext uri="{FF2B5EF4-FFF2-40B4-BE49-F238E27FC236}">
                    <a16:creationId xmlns:a16="http://schemas.microsoft.com/office/drawing/2014/main" id="{E2369E14-FB7F-439F-B8BC-3D00ED9ED33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132610" y="5738299"/>
                <a:ext cx="3142218" cy="540000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  <a:ln w="12700" cap="flat" cmpd="sng" algn="ctr">
                <a:noFill/>
                <a:prstDash val="solid"/>
                <a:miter lim="800000"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14"/>
          <a:srcRect r="32119"/>
          <a:stretch/>
        </p:blipFill>
        <p:spPr>
          <a:xfrm>
            <a:off x="7101540" y="2054100"/>
            <a:ext cx="2947112" cy="3917407"/>
          </a:xfrm>
          <a:prstGeom prst="rect">
            <a:avLst/>
          </a:prstGeom>
          <a:noFill/>
          <a:ln w="9525" cap="flat" cmpd="sng" algn="ctr">
            <a:solidFill>
              <a:srgbClr val="FF0000"/>
            </a:solidFill>
            <a:prstDash val="solid"/>
            <a:miter lim="800000"/>
          </a:ln>
        </p:spPr>
      </p:pic>
      <p:sp>
        <p:nvSpPr>
          <p:cNvPr id="44" name="Right Arrow 3">
            <a:extLst>
              <a:ext uri="{FF2B5EF4-FFF2-40B4-BE49-F238E27FC236}">
                <a16:creationId xmlns:a16="http://schemas.microsoft.com/office/drawing/2014/main" id="{3FE11F38-A8D0-406B-A77F-9DE69C4F1B02}"/>
              </a:ext>
            </a:extLst>
          </p:cNvPr>
          <p:cNvSpPr/>
          <p:nvPr/>
        </p:nvSpPr>
        <p:spPr>
          <a:xfrm flipV="1">
            <a:off x="7093222" y="1327327"/>
            <a:ext cx="144000" cy="180000"/>
          </a:xfrm>
          <a:prstGeom prst="rightArrow">
            <a:avLst/>
          </a:prstGeom>
          <a:gradFill>
            <a:gsLst>
              <a:gs pos="10000">
                <a:srgbClr val="0E47A1"/>
              </a:gs>
              <a:gs pos="100000">
                <a:srgbClr val="03A9F5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Wingdings 3" panose="05040102010807070707" pitchFamily="18" charset="2"/>
              <a:buNone/>
            </a:pPr>
            <a:endParaRPr lang="en-IN" sz="2800" dirty="0">
              <a:solidFill>
                <a:schemeClr val="bg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06470141-6793-407D-B74B-A35398D8E3E5}"/>
                  </a:ext>
                </a:extLst>
              </p:cNvPr>
              <p:cNvSpPr txBox="1"/>
              <p:nvPr/>
            </p:nvSpPr>
            <p:spPr>
              <a:xfrm>
                <a:off x="2240924" y="4995767"/>
                <a:ext cx="2473031" cy="69044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15000"/>
                  </a:lnSpc>
                  <a:spcBef>
                    <a:spcPts val="1000"/>
                  </a:spcBef>
                  <a:spcAft>
                    <a:spcPts val="800"/>
                  </a:spcAft>
                  <a:buClr>
                    <a:schemeClr val="accent6"/>
                  </a:buClr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800" i="0" dirty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&amp;</m:t>
                      </m:r>
                      <m:r>
                        <a:rPr lang="en-US" sz="2800" b="0" i="0" dirty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  </m:t>
                      </m:r>
                      <m:r>
                        <a:rPr lang="en-US" sz="2800" i="0" dirty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sz="280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x</m:t>
                      </m:r>
                      <m:r>
                        <a:rPr lang="en-US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m:rPr>
                          <m:sty m:val="p"/>
                        </m:rPr>
                        <a:rPr lang="en-US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y</m:t>
                      </m:r>
                      <m:r>
                        <a:rPr lang="en-US" sz="2800" b="0" i="1" dirty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∈</m:t>
                      </m:r>
                      <m:r>
                        <a:rPr lang="en-US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ℝ</m:t>
                      </m:r>
                    </m:oMath>
                  </m:oMathPara>
                </a14:m>
                <a:endParaRPr lang="en-US" sz="2800" dirty="0">
                  <a:solidFill>
                    <a:srgbClr val="002060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06470141-6793-407D-B74B-A35398D8E3E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40924" y="4995767"/>
                <a:ext cx="2473031" cy="690445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2746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/>
      <p:bldP spid="26" grpId="0"/>
      <p:bldP spid="32" grpId="0"/>
      <p:bldP spid="33" grpId="0"/>
      <p:bldP spid="36" grpId="0"/>
      <p:bldP spid="37" grpId="0"/>
      <p:bldP spid="38" grpId="0"/>
      <p:bldP spid="39" grpId="0"/>
      <p:bldP spid="44" grpId="0" animBg="1"/>
      <p:bldP spid="17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ECFC8A-BC0D-5D72-FE99-20313653BC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1" name="Content Placeholder 4">
                <a:extLst>
                  <a:ext uri="{FF2B5EF4-FFF2-40B4-BE49-F238E27FC236}">
                    <a16:creationId xmlns:a16="http://schemas.microsoft.com/office/drawing/2014/main" id="{C2E3A768-B2DD-49B5-A909-9453EEB041E3}"/>
                  </a:ext>
                </a:extLst>
              </p:cNvPr>
              <p:cNvSpPr txBox="1">
                <a:spLocks/>
              </p:cNvSpPr>
              <p:nvPr/>
            </p:nvSpPr>
            <p:spPr>
              <a:xfrm flipH="1">
                <a:off x="-1" y="865206"/>
                <a:ext cx="5499100" cy="540000"/>
              </a:xfrm>
              <a:prstGeom prst="rect">
                <a:avLst/>
              </a:prstGeom>
              <a:gradFill>
                <a:gsLst>
                  <a:gs pos="10000">
                    <a:srgbClr val="0E47A1"/>
                  </a:gs>
                  <a:gs pos="100000">
                    <a:srgbClr val="03A9F5"/>
                  </a:gs>
                </a:gsLst>
                <a:lin ang="10800000" scaled="1"/>
              </a:gradFill>
              <a:ln>
                <a:noFill/>
              </a:ln>
            </p:spPr>
            <p:txBody>
              <a:bodyPr vert="horz" wrap="square" lIns="91440" tIns="45720" rIns="91440" bIns="45720" numCol="1" anchor="ctr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algn="ctr">
                  <a:defRPr sz="2800">
                    <a:solidFill>
                      <a:schemeClr val="bg1"/>
                    </a:solidFill>
                  </a:defRPr>
                </a:lvl1pPr>
                <a:lvl2pPr>
                  <a:defRPr>
                    <a:solidFill>
                      <a:schemeClr val="tx1"/>
                    </a:solidFill>
                  </a:defRPr>
                </a:lvl2pPr>
                <a:lvl3pPr>
                  <a:defRPr>
                    <a:solidFill>
                      <a:schemeClr val="tx1"/>
                    </a:solidFill>
                  </a:defRPr>
                </a:lvl3pPr>
                <a:lvl4pPr>
                  <a:defRPr>
                    <a:solidFill>
                      <a:schemeClr val="tx1"/>
                    </a:solidFill>
                  </a:defRPr>
                </a:lvl4pPr>
                <a:lvl5pPr>
                  <a:defRPr>
                    <a:solidFill>
                      <a:schemeClr val="tx1"/>
                    </a:solidFill>
                  </a:defRPr>
                </a:lvl5pPr>
                <a:lvl6pPr>
                  <a:defRPr>
                    <a:solidFill>
                      <a:schemeClr val="tx1"/>
                    </a:solidFill>
                  </a:defRPr>
                </a:lvl6pPr>
                <a:lvl7pPr>
                  <a:defRPr>
                    <a:solidFill>
                      <a:schemeClr val="tx1"/>
                    </a:solidFill>
                  </a:defRPr>
                </a:lvl7pPr>
                <a:lvl8pPr>
                  <a:defRPr>
                    <a:solidFill>
                      <a:schemeClr val="tx1"/>
                    </a:solidFill>
                  </a:defRPr>
                </a:lvl8pPr>
                <a:lvl9pPr>
                  <a:defRPr>
                    <a:solidFill>
                      <a:schemeClr val="tx1"/>
                    </a:solidFill>
                  </a:defRPr>
                </a:lvl9pPr>
              </a:lstStyle>
              <a:p>
                <a:pPr algn="l"/>
                <a:r>
                  <a:rPr lang="en-US" b="1" dirty="0"/>
                  <a:t>Axiom 2: </a:t>
                </a:r>
                <a14:m>
                  <m:oMath xmlns:m="http://schemas.openxmlformats.org/officeDocument/2006/math">
                    <m:r>
                      <a:rPr lang="en-US" b="1" i="0" dirty="0">
                        <a:latin typeface="Cambria Math" panose="02040503050406030204" pitchFamily="18" charset="0"/>
                      </a:rPr>
                      <m:t>𝐱</m:t>
                    </m:r>
                    <m:r>
                      <a:rPr lang="en-US" b="1" i="0" dirty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1" i="0" dirty="0">
                        <a:latin typeface="Cambria Math" panose="02040503050406030204" pitchFamily="18" charset="0"/>
                      </a:rPr>
                      <m:t>𝐲</m:t>
                    </m:r>
                    <m:r>
                      <a:rPr lang="en-US" b="1" i="0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1" i="0" dirty="0" smtClean="0">
                        <a:latin typeface="Cambria Math" panose="02040503050406030204" pitchFamily="18" charset="0"/>
                      </a:rPr>
                      <m:t>𝐲</m:t>
                    </m:r>
                    <m:r>
                      <a:rPr lang="en-US" b="1" i="0" dirty="0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1" i="0" dirty="0" smtClean="0">
                        <a:latin typeface="Cambria Math" panose="02040503050406030204" pitchFamily="18" charset="0"/>
                      </a:rPr>
                      <m:t>𝐱</m:t>
                    </m:r>
                  </m:oMath>
                </a14:m>
                <a:endParaRPr lang="en-US" b="1" dirty="0"/>
              </a:p>
            </p:txBody>
          </p:sp>
        </mc:Choice>
        <mc:Fallback xmlns="">
          <p:sp>
            <p:nvSpPr>
              <p:cNvPr id="21" name="Content Placeholder 4">
                <a:extLst>
                  <a:ext uri="{FF2B5EF4-FFF2-40B4-BE49-F238E27FC236}">
                    <a16:creationId xmlns:a16="http://schemas.microsoft.com/office/drawing/2014/main" id="{C2E3A768-B2DD-49B5-A909-9453EEB041E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-1" y="865206"/>
                <a:ext cx="5499100" cy="540000"/>
              </a:xfrm>
              <a:prstGeom prst="rect">
                <a:avLst/>
              </a:prstGeom>
              <a:blipFill>
                <a:blip r:embed="rId2"/>
                <a:stretch>
                  <a:fillRect l="-2217" t="-10112" b="-29213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FDFDD70C-3AAE-183B-5AED-36C59E3E9B77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IN" dirty="0"/>
                  <a:t>Method:1 </a:t>
                </a:r>
                <a14:m>
                  <m:oMath xmlns:m="http://schemas.openxmlformats.org/officeDocument/2006/math">
                    <m:r>
                      <a:rPr lang="en-I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⇝</m:t>
                    </m:r>
                  </m:oMath>
                </a14:m>
                <a:r>
                  <a:rPr lang="en-IN" dirty="0"/>
                  <a:t> Example:1(continue)</a:t>
                </a:r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FDFDD70C-3AAE-183B-5AED-36C59E3E9B7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3"/>
                <a:stretch>
                  <a:fillRect l="-400" t="-8547" b="-1965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Content Placeholder 4">
                <a:extLst>
                  <a:ext uri="{FF2B5EF4-FFF2-40B4-BE49-F238E27FC236}">
                    <a16:creationId xmlns:a16="http://schemas.microsoft.com/office/drawing/2014/main" id="{E2369E14-FB7F-439F-B8BC-3D00ED9ED33E}"/>
                  </a:ext>
                </a:extLst>
              </p:cNvPr>
              <p:cNvSpPr txBox="1">
                <a:spLocks/>
              </p:cNvSpPr>
              <p:nvPr/>
            </p:nvSpPr>
            <p:spPr>
              <a:xfrm flipH="1">
                <a:off x="132610" y="1514100"/>
                <a:ext cx="3029820" cy="540000"/>
              </a:xfrm>
              <a:prstGeom prst="rect">
                <a:avLst/>
              </a:prstGeom>
              <a:noFill/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vert="horz" lIns="91440" tIns="45720" rIns="91440" bIns="45720" rtlCol="0" anchor="ctr">
                <a:noAutofit/>
              </a:bodyPr>
              <a:lstStyle>
                <a:lvl1pPr marL="265113" indent="-265113" algn="just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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809625" indent="-352425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lnSpc>
                    <a:spcPct val="115000"/>
                  </a:lnSpc>
                  <a:spcAft>
                    <a:spcPts val="800"/>
                  </a:spcAft>
                  <a:buNone/>
                </a:pPr>
                <a:r>
                  <a:rPr lang="en-US" sz="2800" dirty="0">
                    <a:solidFill>
                      <a:srgbClr val="002060"/>
                    </a:solidFill>
                    <a:latin typeface="+mj-lt"/>
                  </a:rPr>
                  <a:t>Now,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800" dirty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x</m:t>
                    </m:r>
                    <m:r>
                      <a:rPr lang="en-US" sz="2800" dirty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US" sz="2800" dirty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y</m:t>
                    </m:r>
                    <m:r>
                      <a:rPr lang="en-US" sz="2800" dirty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sz="2800" dirty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xy</m:t>
                    </m:r>
                  </m:oMath>
                </a14:m>
                <a:endParaRPr lang="en-US" sz="2800" dirty="0">
                  <a:solidFill>
                    <a:srgbClr val="002060"/>
                  </a:solidFill>
                  <a:latin typeface="+mj-lt"/>
                </a:endParaRPr>
              </a:p>
            </p:txBody>
          </p:sp>
        </mc:Choice>
        <mc:Fallback xmlns="">
          <p:sp>
            <p:nvSpPr>
              <p:cNvPr id="26" name="Content Placeholder 4">
                <a:extLst>
                  <a:ext uri="{FF2B5EF4-FFF2-40B4-BE49-F238E27FC236}">
                    <a16:creationId xmlns:a16="http://schemas.microsoft.com/office/drawing/2014/main" id="{E2369E14-FB7F-439F-B8BC-3D00ED9ED33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132610" y="1514100"/>
                <a:ext cx="3029820" cy="540000"/>
              </a:xfrm>
              <a:prstGeom prst="rect">
                <a:avLst/>
              </a:prstGeom>
              <a:blipFill>
                <a:blip r:embed="rId4"/>
                <a:stretch>
                  <a:fillRect l="-4225" t="-10112" b="-29213"/>
                </a:stretch>
              </a:blipFill>
              <a:ln w="12700" cap="flat" cmpd="sng" algn="ctr">
                <a:noFill/>
                <a:prstDash val="solid"/>
                <a:miter lim="800000"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Content Placeholder 4">
                <a:extLst>
                  <a:ext uri="{FF2B5EF4-FFF2-40B4-BE49-F238E27FC236}">
                    <a16:creationId xmlns:a16="http://schemas.microsoft.com/office/drawing/2014/main" id="{E2369E14-FB7F-439F-B8BC-3D00ED9ED33E}"/>
                  </a:ext>
                </a:extLst>
              </p:cNvPr>
              <p:cNvSpPr txBox="1">
                <a:spLocks/>
              </p:cNvSpPr>
              <p:nvPr/>
            </p:nvSpPr>
            <p:spPr>
              <a:xfrm flipH="1">
                <a:off x="1745640" y="2802493"/>
                <a:ext cx="1391390" cy="540000"/>
              </a:xfrm>
              <a:prstGeom prst="rect">
                <a:avLst/>
              </a:prstGeom>
              <a:noFill/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vert="horz" lIns="91440" tIns="45720" rIns="91440" bIns="45720" rtlCol="0" anchor="ctr">
                <a:noAutofit/>
              </a:bodyPr>
              <a:lstStyle>
                <a:lvl1pPr marL="265113" indent="-265113" algn="just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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809625" indent="-352425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lnSpc>
                    <a:spcPct val="115000"/>
                  </a:lnSpc>
                  <a:spcAft>
                    <a:spcPts val="8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dirty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sz="2800" dirty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y</m:t>
                      </m:r>
                      <m:r>
                        <a:rPr lang="en-US" sz="2800" dirty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m:rPr>
                          <m:sty m:val="p"/>
                        </m:rPr>
                        <a:rPr lang="en-US" sz="2800" dirty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x</m:t>
                      </m:r>
                    </m:oMath>
                  </m:oMathPara>
                </a14:m>
                <a:endParaRPr lang="en-US" sz="2800" dirty="0">
                  <a:solidFill>
                    <a:srgbClr val="002060"/>
                  </a:solidFill>
                  <a:latin typeface="+mj-lt"/>
                </a:endParaRPr>
              </a:p>
            </p:txBody>
          </p:sp>
        </mc:Choice>
        <mc:Fallback xmlns="">
          <p:sp>
            <p:nvSpPr>
              <p:cNvPr id="32" name="Content Placeholder 4">
                <a:extLst>
                  <a:ext uri="{FF2B5EF4-FFF2-40B4-BE49-F238E27FC236}">
                    <a16:creationId xmlns:a16="http://schemas.microsoft.com/office/drawing/2014/main" id="{E2369E14-FB7F-439F-B8BC-3D00ED9ED33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1745640" y="2802493"/>
                <a:ext cx="1391390" cy="54000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ln w="12700" cap="flat" cmpd="sng" algn="ctr">
                <a:noFill/>
                <a:prstDash val="solid"/>
                <a:miter lim="800000"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Content Placeholder 4">
                <a:extLst>
                  <a:ext uri="{FF2B5EF4-FFF2-40B4-BE49-F238E27FC236}">
                    <a16:creationId xmlns:a16="http://schemas.microsoft.com/office/drawing/2014/main" id="{E2369E14-FB7F-439F-B8BC-3D00ED9ED33E}"/>
                  </a:ext>
                </a:extLst>
              </p:cNvPr>
              <p:cNvSpPr txBox="1">
                <a:spLocks/>
              </p:cNvSpPr>
              <p:nvPr/>
            </p:nvSpPr>
            <p:spPr>
              <a:xfrm flipH="1">
                <a:off x="1774455" y="2162994"/>
                <a:ext cx="870858" cy="540000"/>
              </a:xfrm>
              <a:prstGeom prst="rect">
                <a:avLst/>
              </a:prstGeom>
              <a:noFill/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vert="horz" lIns="91440" tIns="45720" rIns="91440" bIns="45720" rtlCol="0" anchor="ctr">
                <a:noAutofit/>
              </a:bodyPr>
              <a:lstStyle>
                <a:lvl1pPr marL="265113" indent="-265113" algn="just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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809625" indent="-352425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lnSpc>
                    <a:spcPct val="115000"/>
                  </a:lnSpc>
                  <a:spcAft>
                    <a:spcPts val="8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dirty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sz="2800" dirty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yx</m:t>
                      </m:r>
                    </m:oMath>
                  </m:oMathPara>
                </a14:m>
                <a:endParaRPr lang="en-US" sz="2800" dirty="0">
                  <a:solidFill>
                    <a:srgbClr val="002060"/>
                  </a:solidFill>
                  <a:latin typeface="+mj-lt"/>
                </a:endParaRPr>
              </a:p>
            </p:txBody>
          </p:sp>
        </mc:Choice>
        <mc:Fallback xmlns="">
          <p:sp>
            <p:nvSpPr>
              <p:cNvPr id="16" name="Content Placeholder 4">
                <a:extLst>
                  <a:ext uri="{FF2B5EF4-FFF2-40B4-BE49-F238E27FC236}">
                    <a16:creationId xmlns:a16="http://schemas.microsoft.com/office/drawing/2014/main" id="{E2369E14-FB7F-439F-B8BC-3D00ED9ED33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1774455" y="2162994"/>
                <a:ext cx="870858" cy="54000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  <a:ln w="12700" cap="flat" cmpd="sng" algn="ctr">
                <a:noFill/>
                <a:prstDash val="solid"/>
                <a:miter lim="800000"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Content Placeholder 4">
                <a:extLst>
                  <a:ext uri="{FF2B5EF4-FFF2-40B4-BE49-F238E27FC236}">
                    <a16:creationId xmlns:a16="http://schemas.microsoft.com/office/drawing/2014/main" id="{C2E3A768-B2DD-49B5-A909-9453EEB041E3}"/>
                  </a:ext>
                </a:extLst>
              </p:cNvPr>
              <p:cNvSpPr txBox="1">
                <a:spLocks/>
              </p:cNvSpPr>
              <p:nvPr/>
            </p:nvSpPr>
            <p:spPr>
              <a:xfrm flipH="1">
                <a:off x="0" y="4033949"/>
                <a:ext cx="5499100" cy="540000"/>
              </a:xfrm>
              <a:prstGeom prst="rect">
                <a:avLst/>
              </a:prstGeom>
              <a:gradFill>
                <a:gsLst>
                  <a:gs pos="10000">
                    <a:srgbClr val="0E47A1"/>
                  </a:gs>
                  <a:gs pos="100000">
                    <a:srgbClr val="03A9F5"/>
                  </a:gs>
                </a:gsLst>
                <a:lin ang="10800000" scaled="1"/>
              </a:gradFill>
              <a:ln>
                <a:noFill/>
              </a:ln>
            </p:spPr>
            <p:txBody>
              <a:bodyPr vert="horz" wrap="square" lIns="91440" tIns="45720" rIns="91440" bIns="45720" numCol="1" anchor="ctr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algn="ctr">
                  <a:defRPr sz="2800">
                    <a:solidFill>
                      <a:schemeClr val="bg1"/>
                    </a:solidFill>
                  </a:defRPr>
                </a:lvl1pPr>
                <a:lvl2pPr>
                  <a:defRPr>
                    <a:solidFill>
                      <a:schemeClr val="tx1"/>
                    </a:solidFill>
                  </a:defRPr>
                </a:lvl2pPr>
                <a:lvl3pPr>
                  <a:defRPr>
                    <a:solidFill>
                      <a:schemeClr val="tx1"/>
                    </a:solidFill>
                  </a:defRPr>
                </a:lvl3pPr>
                <a:lvl4pPr>
                  <a:defRPr>
                    <a:solidFill>
                      <a:schemeClr val="tx1"/>
                    </a:solidFill>
                  </a:defRPr>
                </a:lvl4pPr>
                <a:lvl5pPr>
                  <a:defRPr>
                    <a:solidFill>
                      <a:schemeClr val="tx1"/>
                    </a:solidFill>
                  </a:defRPr>
                </a:lvl5pPr>
                <a:lvl6pPr>
                  <a:defRPr>
                    <a:solidFill>
                      <a:schemeClr val="tx1"/>
                    </a:solidFill>
                  </a:defRPr>
                </a:lvl6pPr>
                <a:lvl7pPr>
                  <a:defRPr>
                    <a:solidFill>
                      <a:schemeClr val="tx1"/>
                    </a:solidFill>
                  </a:defRPr>
                </a:lvl7pPr>
                <a:lvl8pPr>
                  <a:defRPr>
                    <a:solidFill>
                      <a:schemeClr val="tx1"/>
                    </a:solidFill>
                  </a:defRPr>
                </a:lvl8pPr>
                <a:lvl9pPr>
                  <a:defRPr>
                    <a:solidFill>
                      <a:schemeClr val="tx1"/>
                    </a:solidFill>
                  </a:defRPr>
                </a:lvl9pPr>
              </a:lstStyle>
              <a:p>
                <a:pPr algn="l"/>
                <a:r>
                  <a:rPr lang="en-US" b="1" dirty="0"/>
                  <a:t>Axiom 3: </a:t>
                </a:r>
                <a14:m>
                  <m:oMath xmlns:m="http://schemas.openxmlformats.org/officeDocument/2006/math">
                    <m:r>
                      <a:rPr lang="en-US" b="1" i="0" dirty="0">
                        <a:latin typeface="Cambria Math" panose="02040503050406030204" pitchFamily="18" charset="0"/>
                      </a:rPr>
                      <m:t>𝐱</m:t>
                    </m:r>
                    <m:r>
                      <a:rPr lang="en-US" b="1" i="0" dirty="0">
                        <a:latin typeface="Cambria Math" panose="02040503050406030204" pitchFamily="18" charset="0"/>
                      </a:rPr>
                      <m:t>+</m:t>
                    </m:r>
                    <m:d>
                      <m:dPr>
                        <m:ctrlPr>
                          <a:rPr lang="en-US" b="1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 i="0" dirty="0">
                            <a:latin typeface="Cambria Math" panose="02040503050406030204" pitchFamily="18" charset="0"/>
                          </a:rPr>
                          <m:t>𝐲</m:t>
                        </m:r>
                        <m:r>
                          <a:rPr lang="en-US" b="1" i="0" dirty="0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b="1" i="0" dirty="0" smtClean="0">
                            <a:latin typeface="Cambria Math" panose="02040503050406030204" pitchFamily="18" charset="0"/>
                          </a:rPr>
                          <m:t>𝐳</m:t>
                        </m:r>
                      </m:e>
                    </m:d>
                    <m:r>
                      <a:rPr lang="en-US" b="1" i="0" dirty="0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b="1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 i="0" dirty="0" smtClean="0">
                            <a:latin typeface="Cambria Math" panose="02040503050406030204" pitchFamily="18" charset="0"/>
                          </a:rPr>
                          <m:t>𝐱</m:t>
                        </m:r>
                        <m:r>
                          <a:rPr lang="en-US" b="1" i="0" dirty="0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b="1" i="0" dirty="0" smtClean="0">
                            <a:latin typeface="Cambria Math" panose="02040503050406030204" pitchFamily="18" charset="0"/>
                          </a:rPr>
                          <m:t>𝐲</m:t>
                        </m:r>
                      </m:e>
                    </m:d>
                    <m:r>
                      <a:rPr lang="en-US" b="1" i="0" dirty="0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1" i="0" dirty="0" smtClean="0">
                        <a:latin typeface="Cambria Math" panose="02040503050406030204" pitchFamily="18" charset="0"/>
                      </a:rPr>
                      <m:t>𝐳</m:t>
                    </m:r>
                  </m:oMath>
                </a14:m>
                <a:endParaRPr lang="en-US" b="1" dirty="0"/>
              </a:p>
            </p:txBody>
          </p:sp>
        </mc:Choice>
        <mc:Fallback xmlns="">
          <p:sp>
            <p:nvSpPr>
              <p:cNvPr id="17" name="Content Placeholder 4">
                <a:extLst>
                  <a:ext uri="{FF2B5EF4-FFF2-40B4-BE49-F238E27FC236}">
                    <a16:creationId xmlns:a16="http://schemas.microsoft.com/office/drawing/2014/main" id="{C2E3A768-B2DD-49B5-A909-9453EEB041E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0" y="4033949"/>
                <a:ext cx="5499100" cy="540000"/>
              </a:xfrm>
              <a:prstGeom prst="rect">
                <a:avLst/>
              </a:prstGeom>
              <a:blipFill>
                <a:blip r:embed="rId9"/>
                <a:stretch>
                  <a:fillRect l="-2217" t="-10227" b="-30682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Content Placeholder 4">
                <a:extLst>
                  <a:ext uri="{FF2B5EF4-FFF2-40B4-BE49-F238E27FC236}">
                    <a16:creationId xmlns:a16="http://schemas.microsoft.com/office/drawing/2014/main" id="{E2369E14-FB7F-439F-B8BC-3D00ED9ED33E}"/>
                  </a:ext>
                </a:extLst>
              </p:cNvPr>
              <p:cNvSpPr txBox="1">
                <a:spLocks/>
              </p:cNvSpPr>
              <p:nvPr/>
            </p:nvSpPr>
            <p:spPr>
              <a:xfrm flipH="1">
                <a:off x="132611" y="4682843"/>
                <a:ext cx="3029820" cy="540000"/>
              </a:xfrm>
              <a:prstGeom prst="rect">
                <a:avLst/>
              </a:prstGeom>
              <a:noFill/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vert="horz" lIns="91440" tIns="45720" rIns="91440" bIns="45720" rtlCol="0" anchor="ctr">
                <a:noAutofit/>
              </a:bodyPr>
              <a:lstStyle>
                <a:lvl1pPr marL="265113" indent="-265113" algn="just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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809625" indent="-352425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lnSpc>
                    <a:spcPct val="115000"/>
                  </a:lnSpc>
                  <a:spcAft>
                    <a:spcPts val="800"/>
                  </a:spcAft>
                  <a:buNone/>
                </a:pPr>
                <a:r>
                  <a:rPr lang="en-US" sz="2800" dirty="0">
                    <a:solidFill>
                      <a:srgbClr val="002060"/>
                    </a:solidFill>
                    <a:latin typeface="+mj-lt"/>
                  </a:rPr>
                  <a:t>Now,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800" dirty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x</m:t>
                    </m:r>
                    <m:r>
                      <a:rPr lang="en-US" sz="2800" dirty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+</m:t>
                    </m:r>
                    <m:d>
                      <m:dPr>
                        <m:ctrlPr>
                          <a:rPr lang="en-US" sz="2800" i="1" dirty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sz="2800" dirty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y</m:t>
                        </m:r>
                        <m:r>
                          <a:rPr lang="en-US" sz="2800" dirty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US" sz="2800" dirty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z</m:t>
                        </m:r>
                      </m:e>
                    </m:d>
                    <m:r>
                      <a:rPr lang="en-US" sz="2800" dirty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endParaRPr lang="en-US" sz="2800" dirty="0">
                  <a:solidFill>
                    <a:srgbClr val="002060"/>
                  </a:solidFill>
                  <a:latin typeface="+mj-lt"/>
                </a:endParaRPr>
              </a:p>
            </p:txBody>
          </p:sp>
        </mc:Choice>
        <mc:Fallback xmlns="">
          <p:sp>
            <p:nvSpPr>
              <p:cNvPr id="18" name="Content Placeholder 4">
                <a:extLst>
                  <a:ext uri="{FF2B5EF4-FFF2-40B4-BE49-F238E27FC236}">
                    <a16:creationId xmlns:a16="http://schemas.microsoft.com/office/drawing/2014/main" id="{E2369E14-FB7F-439F-B8BC-3D00ED9ED33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132611" y="4682843"/>
                <a:ext cx="3029820" cy="540000"/>
              </a:xfrm>
              <a:prstGeom prst="rect">
                <a:avLst/>
              </a:prstGeom>
              <a:blipFill>
                <a:blip r:embed="rId10"/>
                <a:stretch>
                  <a:fillRect l="-4225" t="-10112" b="-29213"/>
                </a:stretch>
              </a:blipFill>
              <a:ln w="12700" cap="flat" cmpd="sng" algn="ctr">
                <a:noFill/>
                <a:prstDash val="solid"/>
                <a:miter lim="800000"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Content Placeholder 4">
                <a:extLst>
                  <a:ext uri="{FF2B5EF4-FFF2-40B4-BE49-F238E27FC236}">
                    <a16:creationId xmlns:a16="http://schemas.microsoft.com/office/drawing/2014/main" id="{E2369E14-FB7F-439F-B8BC-3D00ED9ED33E}"/>
                  </a:ext>
                </a:extLst>
              </p:cNvPr>
              <p:cNvSpPr txBox="1">
                <a:spLocks/>
              </p:cNvSpPr>
              <p:nvPr/>
            </p:nvSpPr>
            <p:spPr>
              <a:xfrm flipH="1">
                <a:off x="4407960" y="4726378"/>
                <a:ext cx="1061953" cy="540000"/>
              </a:xfrm>
              <a:prstGeom prst="rect">
                <a:avLst/>
              </a:prstGeom>
              <a:noFill/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vert="horz" lIns="91440" tIns="45720" rIns="91440" bIns="45720" rtlCol="0" anchor="ctr">
                <a:noAutofit/>
              </a:bodyPr>
              <a:lstStyle>
                <a:lvl1pPr marL="265113" indent="-265113" algn="just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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809625" indent="-352425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lnSpc>
                    <a:spcPct val="115000"/>
                  </a:lnSpc>
                  <a:spcAft>
                    <a:spcPts val="8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dirty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sz="2800" dirty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xyz</m:t>
                      </m:r>
                    </m:oMath>
                  </m:oMathPara>
                </a14:m>
                <a:endParaRPr lang="en-US" sz="2800" dirty="0">
                  <a:solidFill>
                    <a:srgbClr val="002060"/>
                  </a:solidFill>
                  <a:latin typeface="+mj-lt"/>
                </a:endParaRPr>
              </a:p>
            </p:txBody>
          </p:sp>
        </mc:Choice>
        <mc:Fallback xmlns="">
          <p:sp>
            <p:nvSpPr>
              <p:cNvPr id="19" name="Content Placeholder 4">
                <a:extLst>
                  <a:ext uri="{FF2B5EF4-FFF2-40B4-BE49-F238E27FC236}">
                    <a16:creationId xmlns:a16="http://schemas.microsoft.com/office/drawing/2014/main" id="{E2369E14-FB7F-439F-B8BC-3D00ED9ED33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4407960" y="4726378"/>
                <a:ext cx="1061953" cy="540000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  <a:ln w="12700" cap="flat" cmpd="sng" algn="ctr">
                <a:noFill/>
                <a:prstDash val="solid"/>
                <a:miter lim="800000"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Content Placeholder 4">
                <a:extLst>
                  <a:ext uri="{FF2B5EF4-FFF2-40B4-BE49-F238E27FC236}">
                    <a16:creationId xmlns:a16="http://schemas.microsoft.com/office/drawing/2014/main" id="{E2369E14-FB7F-439F-B8BC-3D00ED9ED33E}"/>
                  </a:ext>
                </a:extLst>
              </p:cNvPr>
              <p:cNvSpPr txBox="1">
                <a:spLocks/>
              </p:cNvSpPr>
              <p:nvPr/>
            </p:nvSpPr>
            <p:spPr>
              <a:xfrm flipH="1">
                <a:off x="3042623" y="4726378"/>
                <a:ext cx="1486959" cy="540000"/>
              </a:xfrm>
              <a:prstGeom prst="rect">
                <a:avLst/>
              </a:prstGeom>
              <a:noFill/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vert="horz" lIns="91440" tIns="45720" rIns="91440" bIns="45720" rtlCol="0" anchor="ctr">
                <a:noAutofit/>
              </a:bodyPr>
              <a:lstStyle>
                <a:lvl1pPr marL="265113" indent="-265113" algn="just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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809625" indent="-352425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lnSpc>
                    <a:spcPct val="115000"/>
                  </a:lnSpc>
                  <a:spcAft>
                    <a:spcPts val="8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2800" dirty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x</m:t>
                      </m:r>
                      <m:r>
                        <a:rPr lang="en-US" sz="2800" dirty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d>
                        <m:dPr>
                          <m:ctrlPr>
                            <a:rPr lang="en-US" sz="2800" i="1" dirty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sz="2800" dirty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yz</m:t>
                          </m:r>
                        </m:e>
                      </m:d>
                    </m:oMath>
                  </m:oMathPara>
                </a14:m>
                <a:endParaRPr lang="en-US" sz="2800" dirty="0">
                  <a:solidFill>
                    <a:srgbClr val="002060"/>
                  </a:solidFill>
                  <a:latin typeface="+mj-lt"/>
                </a:endParaRPr>
              </a:p>
            </p:txBody>
          </p:sp>
        </mc:Choice>
        <mc:Fallback xmlns="">
          <p:sp>
            <p:nvSpPr>
              <p:cNvPr id="23" name="Content Placeholder 4">
                <a:extLst>
                  <a:ext uri="{FF2B5EF4-FFF2-40B4-BE49-F238E27FC236}">
                    <a16:creationId xmlns:a16="http://schemas.microsoft.com/office/drawing/2014/main" id="{E2369E14-FB7F-439F-B8BC-3D00ED9ED33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3042623" y="4726378"/>
                <a:ext cx="1486959" cy="540000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  <a:ln w="12700" cap="flat" cmpd="sng" algn="ctr">
                <a:noFill/>
                <a:prstDash val="solid"/>
                <a:miter lim="800000"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Content Placeholder 4">
                <a:extLst>
                  <a:ext uri="{FF2B5EF4-FFF2-40B4-BE49-F238E27FC236}">
                    <a16:creationId xmlns:a16="http://schemas.microsoft.com/office/drawing/2014/main" id="{E2369E14-FB7F-439F-B8BC-3D00ED9ED33E}"/>
                  </a:ext>
                </a:extLst>
              </p:cNvPr>
              <p:cNvSpPr txBox="1">
                <a:spLocks/>
              </p:cNvSpPr>
              <p:nvPr/>
            </p:nvSpPr>
            <p:spPr>
              <a:xfrm flipH="1">
                <a:off x="132610" y="5375272"/>
                <a:ext cx="3035094" cy="540000"/>
              </a:xfrm>
              <a:prstGeom prst="rect">
                <a:avLst/>
              </a:prstGeom>
              <a:noFill/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vert="horz" lIns="91440" tIns="45720" rIns="91440" bIns="45720" rtlCol="0" anchor="ctr">
                <a:noAutofit/>
              </a:bodyPr>
              <a:lstStyle>
                <a:lvl1pPr marL="265113" indent="-265113" algn="just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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809625" indent="-352425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lnSpc>
                    <a:spcPct val="115000"/>
                  </a:lnSpc>
                  <a:spcAft>
                    <a:spcPts val="800"/>
                  </a:spcAft>
                  <a:buNone/>
                </a:pPr>
                <a:r>
                  <a:rPr lang="en-US" sz="2800" dirty="0">
                    <a:solidFill>
                      <a:srgbClr val="002060"/>
                    </a:solidFill>
                    <a:latin typeface="+mj-lt"/>
                  </a:rPr>
                  <a:t>Now,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2800" i="1" dirty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sz="2800" dirty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x</m:t>
                        </m:r>
                        <m:r>
                          <a:rPr lang="en-US" sz="2800" dirty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US" sz="2800" dirty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y</m:t>
                        </m:r>
                      </m:e>
                    </m:d>
                    <m:r>
                      <a:rPr lang="en-US" sz="2800" dirty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US" sz="2800" dirty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z</m:t>
                    </m:r>
                    <m:r>
                      <a:rPr lang="en-US" sz="2800" dirty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endParaRPr lang="en-US" sz="2800" dirty="0">
                  <a:solidFill>
                    <a:srgbClr val="002060"/>
                  </a:solidFill>
                  <a:latin typeface="+mj-lt"/>
                </a:endParaRPr>
              </a:p>
            </p:txBody>
          </p:sp>
        </mc:Choice>
        <mc:Fallback xmlns="">
          <p:sp>
            <p:nvSpPr>
              <p:cNvPr id="24" name="Content Placeholder 4">
                <a:extLst>
                  <a:ext uri="{FF2B5EF4-FFF2-40B4-BE49-F238E27FC236}">
                    <a16:creationId xmlns:a16="http://schemas.microsoft.com/office/drawing/2014/main" id="{E2369E14-FB7F-439F-B8BC-3D00ED9ED33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132610" y="5375272"/>
                <a:ext cx="3035094" cy="540000"/>
              </a:xfrm>
              <a:prstGeom prst="rect">
                <a:avLst/>
              </a:prstGeom>
              <a:blipFill>
                <a:blip r:embed="rId13"/>
                <a:stretch>
                  <a:fillRect l="-4217" t="-10227" b="-29545"/>
                </a:stretch>
              </a:blipFill>
              <a:ln w="12700" cap="flat" cmpd="sng" algn="ctr">
                <a:noFill/>
                <a:prstDash val="solid"/>
                <a:miter lim="800000"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Content Placeholder 4">
                <a:extLst>
                  <a:ext uri="{FF2B5EF4-FFF2-40B4-BE49-F238E27FC236}">
                    <a16:creationId xmlns:a16="http://schemas.microsoft.com/office/drawing/2014/main" id="{E2369E14-FB7F-439F-B8BC-3D00ED9ED33E}"/>
                  </a:ext>
                </a:extLst>
              </p:cNvPr>
              <p:cNvSpPr txBox="1">
                <a:spLocks/>
              </p:cNvSpPr>
              <p:nvPr/>
            </p:nvSpPr>
            <p:spPr>
              <a:xfrm flipH="1">
                <a:off x="4409902" y="5431507"/>
                <a:ext cx="1061953" cy="540000"/>
              </a:xfrm>
              <a:prstGeom prst="rect">
                <a:avLst/>
              </a:prstGeom>
              <a:noFill/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vert="horz" lIns="91440" tIns="45720" rIns="91440" bIns="45720" rtlCol="0" anchor="ctr">
                <a:noAutofit/>
              </a:bodyPr>
              <a:lstStyle>
                <a:lvl1pPr marL="265113" indent="-265113" algn="just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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809625" indent="-352425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lnSpc>
                    <a:spcPct val="115000"/>
                  </a:lnSpc>
                  <a:spcAft>
                    <a:spcPts val="8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dirty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sz="2800" dirty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xyz</m:t>
                      </m:r>
                    </m:oMath>
                  </m:oMathPara>
                </a14:m>
                <a:endParaRPr lang="en-US" sz="2800" dirty="0">
                  <a:solidFill>
                    <a:srgbClr val="002060"/>
                  </a:solidFill>
                  <a:latin typeface="+mj-lt"/>
                </a:endParaRPr>
              </a:p>
            </p:txBody>
          </p:sp>
        </mc:Choice>
        <mc:Fallback xmlns="">
          <p:sp>
            <p:nvSpPr>
              <p:cNvPr id="25" name="Content Placeholder 4">
                <a:extLst>
                  <a:ext uri="{FF2B5EF4-FFF2-40B4-BE49-F238E27FC236}">
                    <a16:creationId xmlns:a16="http://schemas.microsoft.com/office/drawing/2014/main" id="{E2369E14-FB7F-439F-B8BC-3D00ED9ED33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4409902" y="5431507"/>
                <a:ext cx="1061953" cy="540000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  <a:ln w="12700" cap="flat" cmpd="sng" algn="ctr">
                <a:noFill/>
                <a:prstDash val="solid"/>
                <a:miter lim="800000"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Content Placeholder 4">
                <a:extLst>
                  <a:ext uri="{FF2B5EF4-FFF2-40B4-BE49-F238E27FC236}">
                    <a16:creationId xmlns:a16="http://schemas.microsoft.com/office/drawing/2014/main" id="{E2369E14-FB7F-439F-B8BC-3D00ED9ED33E}"/>
                  </a:ext>
                </a:extLst>
              </p:cNvPr>
              <p:cNvSpPr txBox="1">
                <a:spLocks/>
              </p:cNvSpPr>
              <p:nvPr/>
            </p:nvSpPr>
            <p:spPr>
              <a:xfrm flipH="1">
                <a:off x="2961628" y="5431236"/>
                <a:ext cx="1486959" cy="540000"/>
              </a:xfrm>
              <a:prstGeom prst="rect">
                <a:avLst/>
              </a:prstGeom>
              <a:noFill/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vert="horz" lIns="91440" tIns="45720" rIns="91440" bIns="45720" rtlCol="0" anchor="ctr">
                <a:noAutofit/>
              </a:bodyPr>
              <a:lstStyle>
                <a:lvl1pPr marL="265113" indent="-265113" algn="just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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809625" indent="-352425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lnSpc>
                    <a:spcPct val="115000"/>
                  </a:lnSpc>
                  <a:spcAft>
                    <a:spcPts val="8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sz="2800" i="1" dirty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sz="2800" dirty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xy</m:t>
                          </m:r>
                        </m:e>
                      </m:d>
                      <m:r>
                        <a:rPr lang="en-US" sz="2800" dirty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m:rPr>
                          <m:sty m:val="p"/>
                        </m:rPr>
                        <a:rPr lang="en-US" sz="2800" dirty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z</m:t>
                      </m:r>
                    </m:oMath>
                  </m:oMathPara>
                </a14:m>
                <a:endParaRPr lang="en-US" sz="2800" dirty="0">
                  <a:solidFill>
                    <a:srgbClr val="002060"/>
                  </a:solidFill>
                  <a:latin typeface="+mj-lt"/>
                </a:endParaRPr>
              </a:p>
            </p:txBody>
          </p:sp>
        </mc:Choice>
        <mc:Fallback xmlns="">
          <p:sp>
            <p:nvSpPr>
              <p:cNvPr id="27" name="Content Placeholder 4">
                <a:extLst>
                  <a:ext uri="{FF2B5EF4-FFF2-40B4-BE49-F238E27FC236}">
                    <a16:creationId xmlns:a16="http://schemas.microsoft.com/office/drawing/2014/main" id="{E2369E14-FB7F-439F-B8BC-3D00ED9ED33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2961628" y="5431236"/>
                <a:ext cx="1486959" cy="540000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  <a:ln w="12700" cap="flat" cmpd="sng" algn="ctr">
                <a:noFill/>
                <a:prstDash val="solid"/>
                <a:miter lim="800000"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Content Placeholder 4">
                <a:extLst>
                  <a:ext uri="{FF2B5EF4-FFF2-40B4-BE49-F238E27FC236}">
                    <a16:creationId xmlns:a16="http://schemas.microsoft.com/office/drawing/2014/main" id="{E2369E14-FB7F-439F-B8BC-3D00ED9ED33E}"/>
                  </a:ext>
                </a:extLst>
              </p:cNvPr>
              <p:cNvSpPr txBox="1">
                <a:spLocks/>
              </p:cNvSpPr>
              <p:nvPr/>
            </p:nvSpPr>
            <p:spPr>
              <a:xfrm flipH="1">
                <a:off x="137884" y="3342493"/>
                <a:ext cx="3029820" cy="540000"/>
              </a:xfrm>
              <a:prstGeom prst="rect">
                <a:avLst/>
              </a:prstGeom>
              <a:noFill/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vert="horz" lIns="91440" tIns="45720" rIns="91440" bIns="45720" rtlCol="0" anchor="ctr">
                <a:noAutofit/>
              </a:bodyPr>
              <a:lstStyle>
                <a:lvl1pPr marL="265113" indent="-265113" algn="just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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809625" indent="-352425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lnSpc>
                    <a:spcPct val="115000"/>
                  </a:lnSpc>
                  <a:spcAft>
                    <a:spcPts val="800"/>
                  </a:spcAft>
                  <a:buNone/>
                </a:pPr>
                <a:r>
                  <a:rPr lang="en-US" sz="2800" dirty="0">
                    <a:solidFill>
                      <a:srgbClr val="002060"/>
                    </a:solidFill>
                    <a:latin typeface="+mj-lt"/>
                  </a:rPr>
                  <a:t>So,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800" dirty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x</m:t>
                    </m:r>
                    <m:r>
                      <a:rPr lang="en-US" sz="2800" dirty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US" sz="2800" dirty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y</m:t>
                    </m:r>
                    <m:r>
                      <a:rPr lang="en-US" sz="2800" dirty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sz="2800" dirty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y</m:t>
                    </m:r>
                    <m:r>
                      <a:rPr lang="en-US" sz="2800" dirty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US" sz="2800" dirty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x</m:t>
                    </m:r>
                  </m:oMath>
                </a14:m>
                <a:endParaRPr lang="en-US" sz="2800" dirty="0">
                  <a:solidFill>
                    <a:srgbClr val="002060"/>
                  </a:solidFill>
                  <a:latin typeface="+mj-lt"/>
                </a:endParaRPr>
              </a:p>
            </p:txBody>
          </p:sp>
        </mc:Choice>
        <mc:Fallback xmlns="">
          <p:sp>
            <p:nvSpPr>
              <p:cNvPr id="28" name="Content Placeholder 4">
                <a:extLst>
                  <a:ext uri="{FF2B5EF4-FFF2-40B4-BE49-F238E27FC236}">
                    <a16:creationId xmlns:a16="http://schemas.microsoft.com/office/drawing/2014/main" id="{E2369E14-FB7F-439F-B8BC-3D00ED9ED33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137884" y="3342493"/>
                <a:ext cx="3029820" cy="540000"/>
              </a:xfrm>
              <a:prstGeom prst="rect">
                <a:avLst/>
              </a:prstGeom>
              <a:blipFill>
                <a:blip r:embed="rId16"/>
                <a:stretch>
                  <a:fillRect l="-4225" t="-10112" b="-29213"/>
                </a:stretch>
              </a:blipFill>
              <a:ln w="12700" cap="flat" cmpd="sng" algn="ctr">
                <a:noFill/>
                <a:prstDash val="solid"/>
                <a:miter lim="800000"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Content Placeholder 4">
                <a:extLst>
                  <a:ext uri="{FF2B5EF4-FFF2-40B4-BE49-F238E27FC236}">
                    <a16:creationId xmlns:a16="http://schemas.microsoft.com/office/drawing/2014/main" id="{E2369E14-FB7F-439F-B8BC-3D00ED9ED33E}"/>
                  </a:ext>
                </a:extLst>
              </p:cNvPr>
              <p:cNvSpPr txBox="1">
                <a:spLocks/>
              </p:cNvSpPr>
              <p:nvPr/>
            </p:nvSpPr>
            <p:spPr>
              <a:xfrm flipH="1">
                <a:off x="145205" y="6025615"/>
                <a:ext cx="5353893" cy="540000"/>
              </a:xfrm>
              <a:prstGeom prst="rect">
                <a:avLst/>
              </a:prstGeom>
              <a:noFill/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vert="horz" lIns="91440" tIns="45720" rIns="91440" bIns="45720" rtlCol="0" anchor="ctr">
                <a:noAutofit/>
              </a:bodyPr>
              <a:lstStyle>
                <a:lvl1pPr marL="265113" indent="-265113" algn="just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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809625" indent="-352425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lnSpc>
                    <a:spcPct val="115000"/>
                  </a:lnSpc>
                  <a:spcAft>
                    <a:spcPts val="800"/>
                  </a:spcAft>
                  <a:buNone/>
                </a:pPr>
                <a:r>
                  <a:rPr lang="en-US" sz="2800" dirty="0">
                    <a:solidFill>
                      <a:srgbClr val="002060"/>
                    </a:solidFill>
                    <a:latin typeface="+mj-lt"/>
                  </a:rPr>
                  <a:t>So,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800" dirty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x</m:t>
                    </m:r>
                    <m:r>
                      <a:rPr lang="en-US" sz="2800" dirty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+</m:t>
                    </m:r>
                    <m:d>
                      <m:dPr>
                        <m:ctrlPr>
                          <a:rPr lang="en-US" sz="2800" i="1" dirty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sz="2800" dirty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y</m:t>
                        </m:r>
                        <m:r>
                          <a:rPr lang="en-US" sz="2800" dirty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US" sz="2800" dirty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z</m:t>
                        </m:r>
                      </m:e>
                    </m:d>
                    <m:r>
                      <a:rPr lang="en-US" sz="2800" dirty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sz="2800" i="1" dirty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sz="2800" dirty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x</m:t>
                        </m:r>
                        <m:r>
                          <a:rPr lang="en-US" sz="2800" dirty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US" sz="2800" dirty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y</m:t>
                        </m:r>
                      </m:e>
                    </m:d>
                    <m:r>
                      <a:rPr lang="en-US" sz="2800" dirty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US" sz="2800" dirty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z</m:t>
                    </m:r>
                  </m:oMath>
                </a14:m>
                <a:endParaRPr lang="en-US" sz="2800" dirty="0">
                  <a:solidFill>
                    <a:srgbClr val="002060"/>
                  </a:solidFill>
                  <a:latin typeface="+mj-lt"/>
                </a:endParaRPr>
              </a:p>
            </p:txBody>
          </p:sp>
        </mc:Choice>
        <mc:Fallback xmlns="">
          <p:sp>
            <p:nvSpPr>
              <p:cNvPr id="30" name="Content Placeholder 4">
                <a:extLst>
                  <a:ext uri="{FF2B5EF4-FFF2-40B4-BE49-F238E27FC236}">
                    <a16:creationId xmlns:a16="http://schemas.microsoft.com/office/drawing/2014/main" id="{E2369E14-FB7F-439F-B8BC-3D00ED9ED33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145205" y="6025615"/>
                <a:ext cx="5353893" cy="540000"/>
              </a:xfrm>
              <a:prstGeom prst="rect">
                <a:avLst/>
              </a:prstGeom>
              <a:blipFill>
                <a:blip r:embed="rId17"/>
                <a:stretch>
                  <a:fillRect l="-2392" t="-10112" b="-29213"/>
                </a:stretch>
              </a:blipFill>
              <a:ln w="12700" cap="flat" cmpd="sng" algn="ctr">
                <a:noFill/>
                <a:prstDash val="solid"/>
                <a:miter lim="800000"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5" name="Right Arrow 3">
            <a:extLst>
              <a:ext uri="{FF2B5EF4-FFF2-40B4-BE49-F238E27FC236}">
                <a16:creationId xmlns:a16="http://schemas.microsoft.com/office/drawing/2014/main" id="{3FE11F38-A8D0-406B-A77F-9DE69C4F1B02}"/>
              </a:ext>
            </a:extLst>
          </p:cNvPr>
          <p:cNvSpPr/>
          <p:nvPr/>
        </p:nvSpPr>
        <p:spPr>
          <a:xfrm flipV="1">
            <a:off x="7093222" y="1327327"/>
            <a:ext cx="144000" cy="180000"/>
          </a:xfrm>
          <a:prstGeom prst="rightArrow">
            <a:avLst/>
          </a:prstGeom>
          <a:gradFill>
            <a:gsLst>
              <a:gs pos="10000">
                <a:srgbClr val="0E47A1"/>
              </a:gs>
              <a:gs pos="100000">
                <a:srgbClr val="03A9F5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Wingdings 3" panose="05040102010807070707" pitchFamily="18" charset="2"/>
              <a:buNone/>
            </a:pPr>
            <a:endParaRPr lang="en-IN" sz="2800" dirty="0">
              <a:solidFill>
                <a:schemeClr val="bg1"/>
              </a:solidFill>
            </a:endParaRPr>
          </a:p>
        </p:txBody>
      </p:sp>
      <p:pic>
        <p:nvPicPr>
          <p:cNvPr id="40" name="Picture 39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7091148" y="841346"/>
            <a:ext cx="5020346" cy="1212754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57E3A13F-5853-4BF9-9397-F1FB259C5625}"/>
              </a:ext>
            </a:extLst>
          </p:cNvPr>
          <p:cNvPicPr>
            <a:picLocks noChangeAspect="1"/>
          </p:cNvPicPr>
          <p:nvPr/>
        </p:nvPicPr>
        <p:blipFill rotWithShape="1">
          <a:blip r:embed="rId19"/>
          <a:srcRect r="32119"/>
          <a:stretch/>
        </p:blipFill>
        <p:spPr>
          <a:xfrm>
            <a:off x="7101540" y="2054100"/>
            <a:ext cx="2947112" cy="3917407"/>
          </a:xfrm>
          <a:prstGeom prst="rect">
            <a:avLst/>
          </a:prstGeom>
          <a:noFill/>
          <a:ln w="9525" cap="flat" cmpd="sng" algn="ctr">
            <a:solidFill>
              <a:srgbClr val="FF0000"/>
            </a:solidFill>
            <a:prstDash val="solid"/>
            <a:miter lim="800000"/>
          </a:ln>
        </p:spPr>
      </p:pic>
    </p:spTree>
    <p:extLst>
      <p:ext uri="{BB962C8B-B14F-4D97-AF65-F5344CB8AC3E}">
        <p14:creationId xmlns:p14="http://schemas.microsoft.com/office/powerpoint/2010/main" val="774101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/>
      <p:bldP spid="32" grpId="0"/>
      <p:bldP spid="16" grpId="0"/>
      <p:bldP spid="17" grpId="0" animBg="1"/>
      <p:bldP spid="18" grpId="0"/>
      <p:bldP spid="19" grpId="0"/>
      <p:bldP spid="23" grpId="0"/>
      <p:bldP spid="24" grpId="0"/>
      <p:bldP spid="25" grpId="0"/>
      <p:bldP spid="27" grpId="0"/>
      <p:bldP spid="28" grpId="0"/>
      <p:bldP spid="30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ECFC8A-BC0D-5D72-FE99-20313653BC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1" name="Content Placeholder 4">
                <a:extLst>
                  <a:ext uri="{FF2B5EF4-FFF2-40B4-BE49-F238E27FC236}">
                    <a16:creationId xmlns:a16="http://schemas.microsoft.com/office/drawing/2014/main" id="{C2E3A768-B2DD-49B5-A909-9453EEB041E3}"/>
                  </a:ext>
                </a:extLst>
              </p:cNvPr>
              <p:cNvSpPr txBox="1">
                <a:spLocks/>
              </p:cNvSpPr>
              <p:nvPr/>
            </p:nvSpPr>
            <p:spPr>
              <a:xfrm flipH="1">
                <a:off x="-1" y="865206"/>
                <a:ext cx="5499100" cy="540000"/>
              </a:xfrm>
              <a:prstGeom prst="rect">
                <a:avLst/>
              </a:prstGeom>
              <a:gradFill>
                <a:gsLst>
                  <a:gs pos="10000">
                    <a:srgbClr val="0E47A1"/>
                  </a:gs>
                  <a:gs pos="100000">
                    <a:srgbClr val="03A9F5"/>
                  </a:gs>
                </a:gsLst>
                <a:lin ang="10800000" scaled="1"/>
              </a:gradFill>
              <a:ln>
                <a:noFill/>
              </a:ln>
            </p:spPr>
            <p:txBody>
              <a:bodyPr vert="horz" wrap="square" lIns="91440" tIns="45720" rIns="91440" bIns="45720" numCol="1" anchor="ctr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algn="ctr">
                  <a:defRPr sz="2800">
                    <a:solidFill>
                      <a:schemeClr val="bg1"/>
                    </a:solidFill>
                  </a:defRPr>
                </a:lvl1pPr>
                <a:lvl2pPr>
                  <a:defRPr>
                    <a:solidFill>
                      <a:schemeClr val="tx1"/>
                    </a:solidFill>
                  </a:defRPr>
                </a:lvl2pPr>
                <a:lvl3pPr>
                  <a:defRPr>
                    <a:solidFill>
                      <a:schemeClr val="tx1"/>
                    </a:solidFill>
                  </a:defRPr>
                </a:lvl3pPr>
                <a:lvl4pPr>
                  <a:defRPr>
                    <a:solidFill>
                      <a:schemeClr val="tx1"/>
                    </a:solidFill>
                  </a:defRPr>
                </a:lvl4pPr>
                <a:lvl5pPr>
                  <a:defRPr>
                    <a:solidFill>
                      <a:schemeClr val="tx1"/>
                    </a:solidFill>
                  </a:defRPr>
                </a:lvl5pPr>
                <a:lvl6pPr>
                  <a:defRPr>
                    <a:solidFill>
                      <a:schemeClr val="tx1"/>
                    </a:solidFill>
                  </a:defRPr>
                </a:lvl6pPr>
                <a:lvl7pPr>
                  <a:defRPr>
                    <a:solidFill>
                      <a:schemeClr val="tx1"/>
                    </a:solidFill>
                  </a:defRPr>
                </a:lvl7pPr>
                <a:lvl8pPr>
                  <a:defRPr>
                    <a:solidFill>
                      <a:schemeClr val="tx1"/>
                    </a:solidFill>
                  </a:defRPr>
                </a:lvl8pPr>
                <a:lvl9pPr>
                  <a:defRPr>
                    <a:solidFill>
                      <a:schemeClr val="tx1"/>
                    </a:solidFill>
                  </a:defRPr>
                </a:lvl9pPr>
              </a:lstStyle>
              <a:p>
                <a:pPr algn="l"/>
                <a:r>
                  <a:rPr lang="en-US" b="1" dirty="0"/>
                  <a:t>Axiom 4: </a:t>
                </a:r>
                <a14:m>
                  <m:oMath xmlns:m="http://schemas.openxmlformats.org/officeDocument/2006/math">
                    <m:r>
                      <a:rPr lang="en-US" b="1" i="0" dirty="0">
                        <a:latin typeface="Cambria Math" panose="02040503050406030204" pitchFamily="18" charset="0"/>
                      </a:rPr>
                      <m:t>𝐱</m:t>
                    </m:r>
                    <m:r>
                      <a:rPr lang="en-US" b="1" i="0" dirty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1" i="0" dirty="0" smtClean="0">
                        <a:latin typeface="Cambria Math" panose="02040503050406030204" pitchFamily="18" charset="0"/>
                      </a:rPr>
                      <m:t>𝐞</m:t>
                    </m:r>
                    <m:r>
                      <a:rPr lang="en-US" b="1" i="0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1" i="0" dirty="0" smtClean="0">
                        <a:latin typeface="Cambria Math" panose="02040503050406030204" pitchFamily="18" charset="0"/>
                      </a:rPr>
                      <m:t>𝐱</m:t>
                    </m:r>
                  </m:oMath>
                </a14:m>
                <a:endParaRPr lang="en-US" b="1" dirty="0"/>
              </a:p>
            </p:txBody>
          </p:sp>
        </mc:Choice>
        <mc:Fallback xmlns="">
          <p:sp>
            <p:nvSpPr>
              <p:cNvPr id="21" name="Content Placeholder 4">
                <a:extLst>
                  <a:ext uri="{FF2B5EF4-FFF2-40B4-BE49-F238E27FC236}">
                    <a16:creationId xmlns:a16="http://schemas.microsoft.com/office/drawing/2014/main" id="{C2E3A768-B2DD-49B5-A909-9453EEB041E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-1" y="865206"/>
                <a:ext cx="5499100" cy="540000"/>
              </a:xfrm>
              <a:prstGeom prst="rect">
                <a:avLst/>
              </a:prstGeom>
              <a:blipFill>
                <a:blip r:embed="rId2"/>
                <a:stretch>
                  <a:fillRect l="-2217" t="-10112" b="-29213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FDFDD70C-3AAE-183B-5AED-36C59E3E9B77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IN" dirty="0"/>
                  <a:t>Method:1 </a:t>
                </a:r>
                <a14:m>
                  <m:oMath xmlns:m="http://schemas.openxmlformats.org/officeDocument/2006/math">
                    <m:r>
                      <a:rPr lang="en-I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⇝</m:t>
                    </m:r>
                  </m:oMath>
                </a14:m>
                <a:r>
                  <a:rPr lang="en-IN" dirty="0"/>
                  <a:t> Example:1(continue)</a:t>
                </a:r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FDFDD70C-3AAE-183B-5AED-36C59E3E9B7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3"/>
                <a:stretch>
                  <a:fillRect l="-400" t="-8547" b="-1965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Content Placeholder 4">
                <a:extLst>
                  <a:ext uri="{FF2B5EF4-FFF2-40B4-BE49-F238E27FC236}">
                    <a16:creationId xmlns:a16="http://schemas.microsoft.com/office/drawing/2014/main" id="{E2369E14-FB7F-439F-B8BC-3D00ED9ED33E}"/>
                  </a:ext>
                </a:extLst>
              </p:cNvPr>
              <p:cNvSpPr txBox="1">
                <a:spLocks/>
              </p:cNvSpPr>
              <p:nvPr/>
            </p:nvSpPr>
            <p:spPr>
              <a:xfrm flipH="1">
                <a:off x="132608" y="1514100"/>
                <a:ext cx="5366489" cy="540000"/>
              </a:xfrm>
              <a:prstGeom prst="rect">
                <a:avLst/>
              </a:prstGeom>
              <a:noFill/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vert="horz" lIns="91440" tIns="45720" rIns="91440" bIns="45720" rtlCol="0" anchor="ctr">
                <a:noAutofit/>
              </a:bodyPr>
              <a:lstStyle>
                <a:lvl1pPr marL="265113" indent="-265113" algn="just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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809625" indent="-352425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lnSpc>
                    <a:spcPct val="115000"/>
                  </a:lnSpc>
                  <a:spcAft>
                    <a:spcPts val="800"/>
                  </a:spcAft>
                  <a:buNone/>
                </a:pPr>
                <a:r>
                  <a:rPr lang="en-US" sz="2800" dirty="0">
                    <a:solidFill>
                      <a:srgbClr val="002060"/>
                    </a:solidFill>
                    <a:latin typeface="+mj-lt"/>
                  </a:rPr>
                  <a:t>Let,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800" b="0" i="0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e</m:t>
                    </m:r>
                    <m:r>
                      <a:rPr lang="en-US" sz="2800" dirty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n-US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n-US" sz="2800" dirty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</m:sup>
                    </m:sSup>
                  </m:oMath>
                </a14:m>
                <a:r>
                  <a:rPr lang="en-US" sz="2800" dirty="0">
                    <a:solidFill>
                      <a:srgbClr val="002060"/>
                    </a:solidFill>
                    <a:latin typeface="+mj-lt"/>
                  </a:rPr>
                  <a:t> such that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800" dirty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x</m:t>
                    </m:r>
                    <m:r>
                      <a:rPr lang="en-US" sz="2800" dirty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US" sz="2800" b="0" i="0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e</m:t>
                    </m:r>
                    <m:r>
                      <a:rPr lang="en-US" sz="2800" dirty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sz="2800" dirty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x</m:t>
                    </m:r>
                  </m:oMath>
                </a14:m>
                <a:r>
                  <a:rPr lang="en-US" sz="2800" dirty="0">
                    <a:solidFill>
                      <a:srgbClr val="002060"/>
                    </a:solidFill>
                    <a:latin typeface="+mj-lt"/>
                  </a:rPr>
                  <a:t>. </a:t>
                </a:r>
              </a:p>
            </p:txBody>
          </p:sp>
        </mc:Choice>
        <mc:Fallback xmlns="">
          <p:sp>
            <p:nvSpPr>
              <p:cNvPr id="26" name="Content Placeholder 4">
                <a:extLst>
                  <a:ext uri="{FF2B5EF4-FFF2-40B4-BE49-F238E27FC236}">
                    <a16:creationId xmlns:a16="http://schemas.microsoft.com/office/drawing/2014/main" id="{E2369E14-FB7F-439F-B8BC-3D00ED9ED33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132608" y="1514100"/>
                <a:ext cx="5366489" cy="540000"/>
              </a:xfrm>
              <a:prstGeom prst="rect">
                <a:avLst/>
              </a:prstGeom>
              <a:blipFill>
                <a:blip r:embed="rId4"/>
                <a:stretch>
                  <a:fillRect l="-2386" t="-10112" b="-29213"/>
                </a:stretch>
              </a:blipFill>
              <a:ln w="12700" cap="flat" cmpd="sng" algn="ctr">
                <a:noFill/>
                <a:prstDash val="solid"/>
                <a:miter lim="800000"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Content Placeholder 4">
                <a:extLst>
                  <a:ext uri="{FF2B5EF4-FFF2-40B4-BE49-F238E27FC236}">
                    <a16:creationId xmlns:a16="http://schemas.microsoft.com/office/drawing/2014/main" id="{E2369E14-FB7F-439F-B8BC-3D00ED9ED33E}"/>
                  </a:ext>
                </a:extLst>
              </p:cNvPr>
              <p:cNvSpPr txBox="1">
                <a:spLocks/>
              </p:cNvSpPr>
              <p:nvPr/>
            </p:nvSpPr>
            <p:spPr>
              <a:xfrm flipH="1">
                <a:off x="520010" y="2814027"/>
                <a:ext cx="1581760" cy="540000"/>
              </a:xfrm>
              <a:prstGeom prst="rect">
                <a:avLst/>
              </a:prstGeom>
              <a:noFill/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vert="horz" lIns="91440" tIns="45720" rIns="91440" bIns="45720" rtlCol="0" anchor="ctr">
                <a:noAutofit/>
              </a:bodyPr>
              <a:lstStyle>
                <a:lvl1pPr marL="265113" indent="-265113" algn="just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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809625" indent="-352425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lnSpc>
                    <a:spcPct val="115000"/>
                  </a:lnSpc>
                  <a:spcAft>
                    <a:spcPts val="8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800" dirty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⇒</m:t>
                      </m:r>
                      <m:r>
                        <m:rPr>
                          <m:sty m:val="p"/>
                        </m:rPr>
                        <a:rPr lang="en-US" sz="2800" b="0" i="0" dirty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e</m:t>
                      </m:r>
                      <m:r>
                        <m:rPr>
                          <m:sty m:val="p"/>
                        </m:rPr>
                        <a:rPr lang="en-US" sz="2800" dirty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x</m:t>
                      </m:r>
                      <m:r>
                        <a:rPr lang="en-US" sz="2800" dirty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sz="2800" dirty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x</m:t>
                      </m:r>
                    </m:oMath>
                  </m:oMathPara>
                </a14:m>
                <a:endParaRPr lang="en-US" sz="2800" dirty="0">
                  <a:solidFill>
                    <a:srgbClr val="002060"/>
                  </a:solidFill>
                  <a:latin typeface="+mj-lt"/>
                </a:endParaRPr>
              </a:p>
            </p:txBody>
          </p:sp>
        </mc:Choice>
        <mc:Fallback xmlns="">
          <p:sp>
            <p:nvSpPr>
              <p:cNvPr id="32" name="Content Placeholder 4">
                <a:extLst>
                  <a:ext uri="{FF2B5EF4-FFF2-40B4-BE49-F238E27FC236}">
                    <a16:creationId xmlns:a16="http://schemas.microsoft.com/office/drawing/2014/main" id="{E2369E14-FB7F-439F-B8BC-3D00ED9ED33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520010" y="2814027"/>
                <a:ext cx="1581760" cy="54000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ln w="12700" cap="flat" cmpd="sng" algn="ctr">
                <a:noFill/>
                <a:prstDash val="solid"/>
                <a:miter lim="800000"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Content Placeholder 4">
                <a:extLst>
                  <a:ext uri="{FF2B5EF4-FFF2-40B4-BE49-F238E27FC236}">
                    <a16:creationId xmlns:a16="http://schemas.microsoft.com/office/drawing/2014/main" id="{E2369E14-FB7F-439F-B8BC-3D00ED9ED33E}"/>
                  </a:ext>
                </a:extLst>
              </p:cNvPr>
              <p:cNvSpPr txBox="1">
                <a:spLocks/>
              </p:cNvSpPr>
              <p:nvPr/>
            </p:nvSpPr>
            <p:spPr>
              <a:xfrm flipH="1">
                <a:off x="132608" y="2162867"/>
                <a:ext cx="2813688" cy="540000"/>
              </a:xfrm>
              <a:prstGeom prst="rect">
                <a:avLst/>
              </a:prstGeom>
              <a:noFill/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vert="horz" lIns="91440" tIns="45720" rIns="91440" bIns="45720" rtlCol="0" anchor="ctr">
                <a:noAutofit/>
              </a:bodyPr>
              <a:lstStyle>
                <a:lvl1pPr marL="265113" indent="-265113" algn="just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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809625" indent="-352425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lnSpc>
                    <a:spcPct val="115000"/>
                  </a:lnSpc>
                  <a:spcAft>
                    <a:spcPts val="800"/>
                  </a:spcAft>
                  <a:buNone/>
                </a:pPr>
                <a:r>
                  <a:rPr lang="en-US" sz="2800" dirty="0">
                    <a:solidFill>
                      <a:srgbClr val="002060"/>
                    </a:solidFill>
                    <a:latin typeface="+mj-lt"/>
                  </a:rPr>
                  <a:t>Now,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800" dirty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x</m:t>
                    </m:r>
                    <m:r>
                      <a:rPr lang="en-US" sz="2800" dirty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US" sz="2800" b="0" i="0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e</m:t>
                    </m:r>
                    <m:r>
                      <a:rPr lang="en-US" sz="2800" dirty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sz="2800" dirty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x</m:t>
                    </m:r>
                  </m:oMath>
                </a14:m>
                <a:endParaRPr lang="en-US" sz="2800" dirty="0">
                  <a:solidFill>
                    <a:srgbClr val="002060"/>
                  </a:solidFill>
                  <a:latin typeface="+mj-lt"/>
                </a:endParaRPr>
              </a:p>
            </p:txBody>
          </p:sp>
        </mc:Choice>
        <mc:Fallback xmlns="">
          <p:sp>
            <p:nvSpPr>
              <p:cNvPr id="16" name="Content Placeholder 4">
                <a:extLst>
                  <a:ext uri="{FF2B5EF4-FFF2-40B4-BE49-F238E27FC236}">
                    <a16:creationId xmlns:a16="http://schemas.microsoft.com/office/drawing/2014/main" id="{E2369E14-FB7F-439F-B8BC-3D00ED9ED33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132608" y="2162867"/>
                <a:ext cx="2813688" cy="540000"/>
              </a:xfrm>
              <a:prstGeom prst="rect">
                <a:avLst/>
              </a:prstGeom>
              <a:blipFill>
                <a:blip r:embed="rId7"/>
                <a:stretch>
                  <a:fillRect l="-4555" t="-10227" b="-29545"/>
                </a:stretch>
              </a:blipFill>
              <a:ln w="12700" cap="flat" cmpd="sng" algn="ctr">
                <a:noFill/>
                <a:prstDash val="solid"/>
                <a:miter lim="800000"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Content Placeholder 4">
                <a:extLst>
                  <a:ext uri="{FF2B5EF4-FFF2-40B4-BE49-F238E27FC236}">
                    <a16:creationId xmlns:a16="http://schemas.microsoft.com/office/drawing/2014/main" id="{E2369E14-FB7F-439F-B8BC-3D00ED9ED33E}"/>
                  </a:ext>
                </a:extLst>
              </p:cNvPr>
              <p:cNvSpPr txBox="1">
                <a:spLocks/>
              </p:cNvSpPr>
              <p:nvPr/>
            </p:nvSpPr>
            <p:spPr>
              <a:xfrm flipH="1">
                <a:off x="135398" y="4110181"/>
                <a:ext cx="6265402" cy="540000"/>
              </a:xfrm>
              <a:prstGeom prst="rect">
                <a:avLst/>
              </a:prstGeom>
              <a:noFill/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vert="horz" lIns="91440" tIns="45720" rIns="91440" bIns="45720" rtlCol="0" anchor="ctr">
                <a:noAutofit/>
              </a:bodyPr>
              <a:lstStyle>
                <a:lvl1pPr marL="265113" indent="-265113" algn="just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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809625" indent="-352425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lnSpc>
                    <a:spcPct val="115000"/>
                  </a:lnSpc>
                  <a:spcAft>
                    <a:spcPts val="800"/>
                  </a:spcAft>
                  <a:buNone/>
                </a:pPr>
                <a:r>
                  <a:rPr lang="en-US" sz="2800" dirty="0">
                    <a:solidFill>
                      <a:srgbClr val="002060"/>
                    </a:solidFill>
                    <a:latin typeface="+mj-lt"/>
                  </a:rPr>
                  <a:t>So, </a:t>
                </a:r>
                <a14:m>
                  <m:oMath xmlns:m="http://schemas.openxmlformats.org/officeDocument/2006/math">
                    <m:r>
                      <a:rPr lang="en-US" sz="2800" b="1" i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𝐞</m:t>
                    </m:r>
                    <m:r>
                      <a:rPr lang="en-US" sz="2800" b="1" i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80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𝟏</m:t>
                    </m:r>
                  </m:oMath>
                </a14:m>
                <a:r>
                  <a:rPr lang="en-US" sz="2800" dirty="0">
                    <a:solidFill>
                      <a:srgbClr val="002060"/>
                    </a:solidFill>
                    <a:latin typeface="+mj-lt"/>
                  </a:rPr>
                  <a:t> is the identity element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V</m:t>
                    </m:r>
                  </m:oMath>
                </a14:m>
                <a:r>
                  <a:rPr lang="en-US" sz="2800" dirty="0">
                    <a:solidFill>
                      <a:srgbClr val="002060"/>
                    </a:solidFill>
                    <a:latin typeface="+mj-lt"/>
                  </a:rPr>
                  <a:t>.</a:t>
                </a:r>
              </a:p>
            </p:txBody>
          </p:sp>
        </mc:Choice>
        <mc:Fallback xmlns="">
          <p:sp>
            <p:nvSpPr>
              <p:cNvPr id="18" name="Content Placeholder 4">
                <a:extLst>
                  <a:ext uri="{FF2B5EF4-FFF2-40B4-BE49-F238E27FC236}">
                    <a16:creationId xmlns:a16="http://schemas.microsoft.com/office/drawing/2014/main" id="{E2369E14-FB7F-439F-B8BC-3D00ED9ED33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135398" y="4110181"/>
                <a:ext cx="6265402" cy="540000"/>
              </a:xfrm>
              <a:prstGeom prst="rect">
                <a:avLst/>
              </a:prstGeom>
              <a:blipFill>
                <a:blip r:embed="rId8"/>
                <a:stretch>
                  <a:fillRect l="-1946" t="-6742" b="-32584"/>
                </a:stretch>
              </a:blipFill>
              <a:ln w="12700" cap="flat" cmpd="sng" algn="ctr">
                <a:noFill/>
                <a:prstDash val="solid"/>
                <a:miter lim="800000"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Content Placeholder 4">
                <a:extLst>
                  <a:ext uri="{FF2B5EF4-FFF2-40B4-BE49-F238E27FC236}">
                    <a16:creationId xmlns:a16="http://schemas.microsoft.com/office/drawing/2014/main" id="{E2369E14-FB7F-439F-B8BC-3D00ED9ED33E}"/>
                  </a:ext>
                </a:extLst>
              </p:cNvPr>
              <p:cNvSpPr txBox="1">
                <a:spLocks/>
              </p:cNvSpPr>
              <p:nvPr/>
            </p:nvSpPr>
            <p:spPr>
              <a:xfrm flipH="1">
                <a:off x="520009" y="3462104"/>
                <a:ext cx="2691023" cy="540000"/>
              </a:xfrm>
              <a:prstGeom prst="rect">
                <a:avLst/>
              </a:prstGeom>
              <a:noFill/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vert="horz" lIns="91440" tIns="45720" rIns="91440" bIns="45720" rtlCol="0" anchor="ctr">
                <a:noAutofit/>
              </a:bodyPr>
              <a:lstStyle>
                <a:lvl1pPr marL="265113" indent="-265113" algn="just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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809625" indent="-352425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lnSpc>
                    <a:spcPct val="115000"/>
                  </a:lnSpc>
                  <a:spcAft>
                    <a:spcPts val="8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800" dirty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⇒</m:t>
                      </m:r>
                      <m:r>
                        <m:rPr>
                          <m:sty m:val="p"/>
                        </m:rPr>
                        <a:rPr lang="en-US" sz="2800" b="0" i="0" dirty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e</m:t>
                      </m:r>
                      <m:r>
                        <a:rPr lang="en-US" sz="2800" dirty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=1∈</m:t>
                      </m:r>
                      <m:sSup>
                        <m:sSupPr>
                          <m:ctrlP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ℝ</m:t>
                          </m:r>
                        </m:e>
                        <m:sup>
                          <m:r>
                            <a:rPr lang="en-US" sz="2800" dirty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</m:sup>
                      </m:sSup>
                    </m:oMath>
                  </m:oMathPara>
                </a14:m>
                <a:endParaRPr lang="en-US" sz="2800" dirty="0">
                  <a:solidFill>
                    <a:srgbClr val="002060"/>
                  </a:solidFill>
                  <a:latin typeface="+mj-lt"/>
                </a:endParaRPr>
              </a:p>
            </p:txBody>
          </p:sp>
        </mc:Choice>
        <mc:Fallback xmlns="">
          <p:sp>
            <p:nvSpPr>
              <p:cNvPr id="22" name="Content Placeholder 4">
                <a:extLst>
                  <a:ext uri="{FF2B5EF4-FFF2-40B4-BE49-F238E27FC236}">
                    <a16:creationId xmlns:a16="http://schemas.microsoft.com/office/drawing/2014/main" id="{E2369E14-FB7F-439F-B8BC-3D00ED9ED33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520009" y="3462104"/>
                <a:ext cx="2691023" cy="540000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  <a:ln w="12700" cap="flat" cmpd="sng" algn="ctr">
                <a:noFill/>
                <a:prstDash val="solid"/>
                <a:miter lim="800000"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1" name="Content Placeholder 4">
            <a:extLst>
              <a:ext uri="{FF2B5EF4-FFF2-40B4-BE49-F238E27FC236}">
                <a16:creationId xmlns:a16="http://schemas.microsoft.com/office/drawing/2014/main" id="{E2369E14-FB7F-439F-B8BC-3D00ED9ED33E}"/>
              </a:ext>
            </a:extLst>
          </p:cNvPr>
          <p:cNvSpPr txBox="1">
            <a:spLocks/>
          </p:cNvSpPr>
          <p:nvPr/>
        </p:nvSpPr>
        <p:spPr>
          <a:xfrm flipH="1">
            <a:off x="97298" y="5406335"/>
            <a:ext cx="6049502" cy="540000"/>
          </a:xfrm>
          <a:prstGeom prst="rect">
            <a:avLst/>
          </a:prstGeom>
          <a:noFill/>
          <a:ln w="12700" cap="flat" cmpd="sng" algn="ctr">
            <a:solidFill>
              <a:srgbClr val="FF0000"/>
            </a:solidFill>
            <a:prstDash val="dash"/>
            <a:miter lim="800000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marL="265113" indent="-265113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Wingdings 3" panose="05040102010807070707" pitchFamily="18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9625" indent="-352425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 3" panose="05040102010807070707" pitchFamily="18" charset="2"/>
              <a:buChar char="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2800" b="1" dirty="0">
                <a:solidFill>
                  <a:srgbClr val="FF0000"/>
                </a:solidFill>
              </a:rPr>
              <a:t>In general, we use 1 instead of 0.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638469" y="3540570"/>
            <a:ext cx="1254706" cy="275780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5" name="Rounded Rectangle 34"/>
          <p:cNvSpPr/>
          <p:nvPr/>
        </p:nvSpPr>
        <p:spPr>
          <a:xfrm>
            <a:off x="7638469" y="3902594"/>
            <a:ext cx="1254706" cy="275780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8" name="Right Arrow 3">
            <a:extLst>
              <a:ext uri="{FF2B5EF4-FFF2-40B4-BE49-F238E27FC236}">
                <a16:creationId xmlns:a16="http://schemas.microsoft.com/office/drawing/2014/main" id="{3FE11F38-A8D0-406B-A77F-9DE69C4F1B02}"/>
              </a:ext>
            </a:extLst>
          </p:cNvPr>
          <p:cNvSpPr/>
          <p:nvPr/>
        </p:nvSpPr>
        <p:spPr>
          <a:xfrm flipV="1">
            <a:off x="7093222" y="1327327"/>
            <a:ext cx="144000" cy="180000"/>
          </a:xfrm>
          <a:prstGeom prst="rightArrow">
            <a:avLst/>
          </a:prstGeom>
          <a:gradFill>
            <a:gsLst>
              <a:gs pos="10000">
                <a:srgbClr val="0E47A1"/>
              </a:gs>
              <a:gs pos="100000">
                <a:srgbClr val="03A9F5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Wingdings 3" panose="05040102010807070707" pitchFamily="18" charset="2"/>
              <a:buNone/>
            </a:pPr>
            <a:endParaRPr lang="en-IN" sz="2800" dirty="0">
              <a:solidFill>
                <a:schemeClr val="bg1"/>
              </a:solidFill>
            </a:endParaRPr>
          </a:p>
        </p:txBody>
      </p:sp>
      <p:pic>
        <p:nvPicPr>
          <p:cNvPr id="19" name="Picture 18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091148" y="841346"/>
            <a:ext cx="5020346" cy="1212754"/>
          </a:xfrm>
          <a:prstGeom prst="rect">
            <a:avLst/>
          </a:prstGeom>
        </p:spPr>
      </p:pic>
      <p:pic>
        <p:nvPicPr>
          <p:cNvPr id="20" name="Picture 19"/>
          <p:cNvPicPr>
            <a:picLocks noChangeAspect="1"/>
          </p:cNvPicPr>
          <p:nvPr/>
        </p:nvPicPr>
        <p:blipFill rotWithShape="1">
          <a:blip r:embed="rId11"/>
          <a:srcRect r="32119"/>
          <a:stretch/>
        </p:blipFill>
        <p:spPr>
          <a:xfrm>
            <a:off x="7101540" y="2054100"/>
            <a:ext cx="2947112" cy="3917407"/>
          </a:xfrm>
          <a:prstGeom prst="rect">
            <a:avLst/>
          </a:prstGeom>
          <a:noFill/>
          <a:ln w="9525" cap="flat" cmpd="sng" algn="ctr">
            <a:solidFill>
              <a:srgbClr val="FF0000"/>
            </a:solidFill>
            <a:prstDash val="solid"/>
            <a:miter lim="800000"/>
          </a:ln>
        </p:spPr>
      </p:pic>
    </p:spTree>
    <p:extLst>
      <p:ext uri="{BB962C8B-B14F-4D97-AF65-F5344CB8AC3E}">
        <p14:creationId xmlns:p14="http://schemas.microsoft.com/office/powerpoint/2010/main" val="5729846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/>
      <p:bldP spid="32" grpId="0"/>
      <p:bldP spid="16" grpId="0"/>
      <p:bldP spid="18" grpId="0"/>
      <p:bldP spid="22" grpId="0"/>
      <p:bldP spid="31" grpId="0" animBg="1"/>
      <p:bldP spid="4" grpId="0" animBg="1"/>
      <p:bldP spid="35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ECFC8A-BC0D-5D72-FE99-20313653BC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1" name="Content Placeholder 4">
                <a:extLst>
                  <a:ext uri="{FF2B5EF4-FFF2-40B4-BE49-F238E27FC236}">
                    <a16:creationId xmlns:a16="http://schemas.microsoft.com/office/drawing/2014/main" id="{C2E3A768-B2DD-49B5-A909-9453EEB041E3}"/>
                  </a:ext>
                </a:extLst>
              </p:cNvPr>
              <p:cNvSpPr txBox="1">
                <a:spLocks/>
              </p:cNvSpPr>
              <p:nvPr/>
            </p:nvSpPr>
            <p:spPr>
              <a:xfrm flipH="1">
                <a:off x="-1" y="865206"/>
                <a:ext cx="5499100" cy="540000"/>
              </a:xfrm>
              <a:prstGeom prst="rect">
                <a:avLst/>
              </a:prstGeom>
              <a:gradFill>
                <a:gsLst>
                  <a:gs pos="10000">
                    <a:srgbClr val="0E47A1"/>
                  </a:gs>
                  <a:gs pos="100000">
                    <a:srgbClr val="03A9F5"/>
                  </a:gs>
                </a:gsLst>
                <a:lin ang="10800000" scaled="1"/>
              </a:gradFill>
              <a:ln>
                <a:noFill/>
              </a:ln>
            </p:spPr>
            <p:txBody>
              <a:bodyPr vert="horz" wrap="square" lIns="91440" tIns="45720" rIns="91440" bIns="45720" numCol="1" anchor="ctr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algn="ctr">
                  <a:defRPr sz="2800">
                    <a:solidFill>
                      <a:schemeClr val="bg1"/>
                    </a:solidFill>
                  </a:defRPr>
                </a:lvl1pPr>
                <a:lvl2pPr>
                  <a:defRPr>
                    <a:solidFill>
                      <a:schemeClr val="tx1"/>
                    </a:solidFill>
                  </a:defRPr>
                </a:lvl2pPr>
                <a:lvl3pPr>
                  <a:defRPr>
                    <a:solidFill>
                      <a:schemeClr val="tx1"/>
                    </a:solidFill>
                  </a:defRPr>
                </a:lvl3pPr>
                <a:lvl4pPr>
                  <a:defRPr>
                    <a:solidFill>
                      <a:schemeClr val="tx1"/>
                    </a:solidFill>
                  </a:defRPr>
                </a:lvl4pPr>
                <a:lvl5pPr>
                  <a:defRPr>
                    <a:solidFill>
                      <a:schemeClr val="tx1"/>
                    </a:solidFill>
                  </a:defRPr>
                </a:lvl5pPr>
                <a:lvl6pPr>
                  <a:defRPr>
                    <a:solidFill>
                      <a:schemeClr val="tx1"/>
                    </a:solidFill>
                  </a:defRPr>
                </a:lvl6pPr>
                <a:lvl7pPr>
                  <a:defRPr>
                    <a:solidFill>
                      <a:schemeClr val="tx1"/>
                    </a:solidFill>
                  </a:defRPr>
                </a:lvl7pPr>
                <a:lvl8pPr>
                  <a:defRPr>
                    <a:solidFill>
                      <a:schemeClr val="tx1"/>
                    </a:solidFill>
                  </a:defRPr>
                </a:lvl8pPr>
                <a:lvl9pPr>
                  <a:defRPr>
                    <a:solidFill>
                      <a:schemeClr val="tx1"/>
                    </a:solidFill>
                  </a:defRPr>
                </a:lvl9pPr>
              </a:lstStyle>
              <a:p>
                <a:pPr algn="l"/>
                <a:r>
                  <a:rPr lang="en-US" b="1" dirty="0"/>
                  <a:t>Axiom 5: </a:t>
                </a:r>
                <a14:m>
                  <m:oMath xmlns:m="http://schemas.openxmlformats.org/officeDocument/2006/math">
                    <m:r>
                      <a:rPr lang="en-US" b="1" i="0" dirty="0">
                        <a:latin typeface="Cambria Math" panose="02040503050406030204" pitchFamily="18" charset="0"/>
                      </a:rPr>
                      <m:t>𝐱</m:t>
                    </m:r>
                    <m:r>
                      <a:rPr lang="en-US" b="1" i="0" dirty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1" i="0" dirty="0" smtClean="0">
                        <a:latin typeface="Cambria Math" panose="02040503050406030204" pitchFamily="18" charset="0"/>
                      </a:rPr>
                      <m:t>𝐰</m:t>
                    </m:r>
                    <m:r>
                      <a:rPr lang="en-US" b="1" i="0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1" i="0" dirty="0" smtClean="0">
                        <a:latin typeface="Cambria Math" panose="02040503050406030204" pitchFamily="18" charset="0"/>
                      </a:rPr>
                      <m:t>𝟏</m:t>
                    </m:r>
                  </m:oMath>
                </a14:m>
                <a:endParaRPr lang="en-US" b="1" dirty="0"/>
              </a:p>
            </p:txBody>
          </p:sp>
        </mc:Choice>
        <mc:Fallback xmlns="">
          <p:sp>
            <p:nvSpPr>
              <p:cNvPr id="21" name="Content Placeholder 4">
                <a:extLst>
                  <a:ext uri="{FF2B5EF4-FFF2-40B4-BE49-F238E27FC236}">
                    <a16:creationId xmlns:a16="http://schemas.microsoft.com/office/drawing/2014/main" id="{C2E3A768-B2DD-49B5-A909-9453EEB041E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-1" y="865206"/>
                <a:ext cx="5499100" cy="540000"/>
              </a:xfrm>
              <a:prstGeom prst="rect">
                <a:avLst/>
              </a:prstGeom>
              <a:blipFill>
                <a:blip r:embed="rId2"/>
                <a:stretch>
                  <a:fillRect l="-2217" t="-10112" b="-29213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FDFDD70C-3AAE-183B-5AED-36C59E3E9B77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IN" dirty="0"/>
                  <a:t>Method:1 </a:t>
                </a:r>
                <a14:m>
                  <m:oMath xmlns:m="http://schemas.openxmlformats.org/officeDocument/2006/math">
                    <m:r>
                      <a:rPr lang="en-I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⇝</m:t>
                    </m:r>
                  </m:oMath>
                </a14:m>
                <a:r>
                  <a:rPr lang="en-IN" dirty="0"/>
                  <a:t> Example:1(continue)</a:t>
                </a:r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FDFDD70C-3AAE-183B-5AED-36C59E3E9B7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3"/>
                <a:stretch>
                  <a:fillRect l="-400" t="-8547" b="-1965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Content Placeholder 4">
                <a:extLst>
                  <a:ext uri="{FF2B5EF4-FFF2-40B4-BE49-F238E27FC236}">
                    <a16:creationId xmlns:a16="http://schemas.microsoft.com/office/drawing/2014/main" id="{E2369E14-FB7F-439F-B8BC-3D00ED9ED33E}"/>
                  </a:ext>
                </a:extLst>
              </p:cNvPr>
              <p:cNvSpPr txBox="1">
                <a:spLocks/>
              </p:cNvSpPr>
              <p:nvPr/>
            </p:nvSpPr>
            <p:spPr>
              <a:xfrm flipH="1">
                <a:off x="132608" y="1514100"/>
                <a:ext cx="5366489" cy="540000"/>
              </a:xfrm>
              <a:prstGeom prst="rect">
                <a:avLst/>
              </a:prstGeom>
              <a:noFill/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vert="horz" lIns="91440" tIns="45720" rIns="91440" bIns="45720" rtlCol="0" anchor="ctr">
                <a:noAutofit/>
              </a:bodyPr>
              <a:lstStyle>
                <a:lvl1pPr marL="265113" indent="-265113" algn="just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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809625" indent="-352425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lnSpc>
                    <a:spcPct val="115000"/>
                  </a:lnSpc>
                  <a:spcAft>
                    <a:spcPts val="800"/>
                  </a:spcAft>
                  <a:buNone/>
                </a:pPr>
                <a:r>
                  <a:rPr lang="en-US" sz="2800" dirty="0">
                    <a:solidFill>
                      <a:srgbClr val="002060"/>
                    </a:solidFill>
                    <a:latin typeface="+mj-lt"/>
                  </a:rPr>
                  <a:t>Let,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800" b="0" i="0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w</m:t>
                    </m:r>
                    <m:r>
                      <a:rPr lang="en-US" sz="2800" dirty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n-US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n-US" sz="2800" dirty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</m:sup>
                    </m:sSup>
                  </m:oMath>
                </a14:m>
                <a:r>
                  <a:rPr lang="en-US" sz="2800" dirty="0">
                    <a:solidFill>
                      <a:srgbClr val="002060"/>
                    </a:solidFill>
                    <a:latin typeface="+mj-lt"/>
                  </a:rPr>
                  <a:t> such that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800" dirty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x</m:t>
                    </m:r>
                    <m:r>
                      <a:rPr lang="en-US" sz="2800" dirty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US" sz="2800" b="0" i="0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w</m:t>
                    </m:r>
                    <m:r>
                      <a:rPr lang="en-US" sz="2800" dirty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en-US" sz="2800" dirty="0">
                    <a:solidFill>
                      <a:srgbClr val="002060"/>
                    </a:solidFill>
                    <a:latin typeface="+mj-lt"/>
                  </a:rPr>
                  <a:t>. </a:t>
                </a:r>
              </a:p>
            </p:txBody>
          </p:sp>
        </mc:Choice>
        <mc:Fallback xmlns="">
          <p:sp>
            <p:nvSpPr>
              <p:cNvPr id="26" name="Content Placeholder 4">
                <a:extLst>
                  <a:ext uri="{FF2B5EF4-FFF2-40B4-BE49-F238E27FC236}">
                    <a16:creationId xmlns:a16="http://schemas.microsoft.com/office/drawing/2014/main" id="{E2369E14-FB7F-439F-B8BC-3D00ED9ED33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132608" y="1514100"/>
                <a:ext cx="5366489" cy="540000"/>
              </a:xfrm>
              <a:prstGeom prst="rect">
                <a:avLst/>
              </a:prstGeom>
              <a:blipFill>
                <a:blip r:embed="rId4"/>
                <a:stretch>
                  <a:fillRect l="-2386" t="-6742" b="-32584"/>
                </a:stretch>
              </a:blipFill>
              <a:ln w="12700" cap="flat" cmpd="sng" algn="ctr">
                <a:noFill/>
                <a:prstDash val="solid"/>
                <a:miter lim="800000"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Content Placeholder 4">
                <a:extLst>
                  <a:ext uri="{FF2B5EF4-FFF2-40B4-BE49-F238E27FC236}">
                    <a16:creationId xmlns:a16="http://schemas.microsoft.com/office/drawing/2014/main" id="{E2369E14-FB7F-439F-B8BC-3D00ED9ED33E}"/>
                  </a:ext>
                </a:extLst>
              </p:cNvPr>
              <p:cNvSpPr txBox="1">
                <a:spLocks/>
              </p:cNvSpPr>
              <p:nvPr/>
            </p:nvSpPr>
            <p:spPr>
              <a:xfrm flipH="1">
                <a:off x="520009" y="2814027"/>
                <a:ext cx="1759551" cy="540000"/>
              </a:xfrm>
              <a:prstGeom prst="rect">
                <a:avLst/>
              </a:prstGeom>
              <a:noFill/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vert="horz" lIns="91440" tIns="45720" rIns="91440" bIns="45720" rtlCol="0" anchor="ctr">
                <a:noAutofit/>
              </a:bodyPr>
              <a:lstStyle>
                <a:lvl1pPr marL="265113" indent="-265113" algn="just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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809625" indent="-352425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lnSpc>
                    <a:spcPct val="115000"/>
                  </a:lnSpc>
                  <a:spcAft>
                    <a:spcPts val="8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dirty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⇒</m:t>
                      </m:r>
                      <m:r>
                        <m:rPr>
                          <m:sty m:val="p"/>
                        </m:rPr>
                        <a:rPr lang="en-US" sz="2800" dirty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xw</m:t>
                      </m:r>
                      <m:r>
                        <a:rPr lang="en-US" sz="2800" dirty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=1</m:t>
                      </m:r>
                    </m:oMath>
                  </m:oMathPara>
                </a14:m>
                <a:endParaRPr lang="en-US" sz="2800" dirty="0">
                  <a:solidFill>
                    <a:srgbClr val="002060"/>
                  </a:solidFill>
                  <a:latin typeface="+mj-lt"/>
                </a:endParaRPr>
              </a:p>
            </p:txBody>
          </p:sp>
        </mc:Choice>
        <mc:Fallback xmlns="">
          <p:sp>
            <p:nvSpPr>
              <p:cNvPr id="32" name="Content Placeholder 4">
                <a:extLst>
                  <a:ext uri="{FF2B5EF4-FFF2-40B4-BE49-F238E27FC236}">
                    <a16:creationId xmlns:a16="http://schemas.microsoft.com/office/drawing/2014/main" id="{E2369E14-FB7F-439F-B8BC-3D00ED9ED33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520009" y="2814027"/>
                <a:ext cx="1759551" cy="54000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ln w="12700" cap="flat" cmpd="sng" algn="ctr">
                <a:noFill/>
                <a:prstDash val="solid"/>
                <a:miter lim="800000"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Content Placeholder 4">
                <a:extLst>
                  <a:ext uri="{FF2B5EF4-FFF2-40B4-BE49-F238E27FC236}">
                    <a16:creationId xmlns:a16="http://schemas.microsoft.com/office/drawing/2014/main" id="{E2369E14-FB7F-439F-B8BC-3D00ED9ED33E}"/>
                  </a:ext>
                </a:extLst>
              </p:cNvPr>
              <p:cNvSpPr txBox="1">
                <a:spLocks/>
              </p:cNvSpPr>
              <p:nvPr/>
            </p:nvSpPr>
            <p:spPr>
              <a:xfrm flipH="1">
                <a:off x="132608" y="2162867"/>
                <a:ext cx="2813688" cy="540000"/>
              </a:xfrm>
              <a:prstGeom prst="rect">
                <a:avLst/>
              </a:prstGeom>
              <a:noFill/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vert="horz" lIns="91440" tIns="45720" rIns="91440" bIns="45720" rtlCol="0" anchor="ctr">
                <a:noAutofit/>
              </a:bodyPr>
              <a:lstStyle>
                <a:lvl1pPr marL="265113" indent="-265113" algn="just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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809625" indent="-352425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lnSpc>
                    <a:spcPct val="115000"/>
                  </a:lnSpc>
                  <a:spcAft>
                    <a:spcPts val="800"/>
                  </a:spcAft>
                  <a:buNone/>
                </a:pPr>
                <a:r>
                  <a:rPr lang="en-US" sz="2800" dirty="0">
                    <a:solidFill>
                      <a:srgbClr val="002060"/>
                    </a:solidFill>
                    <a:latin typeface="+mj-lt"/>
                  </a:rPr>
                  <a:t>Now,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800" dirty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x</m:t>
                    </m:r>
                    <m:r>
                      <a:rPr lang="en-US" sz="2800" dirty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US" sz="2800" b="0" i="0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w</m:t>
                    </m:r>
                    <m:r>
                      <a:rPr lang="en-US" sz="2800" dirty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endParaRPr lang="en-US" sz="2800" dirty="0">
                  <a:solidFill>
                    <a:srgbClr val="002060"/>
                  </a:solidFill>
                  <a:latin typeface="+mj-lt"/>
                </a:endParaRPr>
              </a:p>
            </p:txBody>
          </p:sp>
        </mc:Choice>
        <mc:Fallback xmlns="">
          <p:sp>
            <p:nvSpPr>
              <p:cNvPr id="16" name="Content Placeholder 4">
                <a:extLst>
                  <a:ext uri="{FF2B5EF4-FFF2-40B4-BE49-F238E27FC236}">
                    <a16:creationId xmlns:a16="http://schemas.microsoft.com/office/drawing/2014/main" id="{E2369E14-FB7F-439F-B8BC-3D00ED9ED33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132608" y="2162867"/>
                <a:ext cx="2813688" cy="540000"/>
              </a:xfrm>
              <a:prstGeom prst="rect">
                <a:avLst/>
              </a:prstGeom>
              <a:blipFill>
                <a:blip r:embed="rId7"/>
                <a:stretch>
                  <a:fillRect l="-4555" t="-10227" b="-29545"/>
                </a:stretch>
              </a:blipFill>
              <a:ln w="12700" cap="flat" cmpd="sng" algn="ctr">
                <a:noFill/>
                <a:prstDash val="solid"/>
                <a:miter lim="800000"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Content Placeholder 4">
                <a:extLst>
                  <a:ext uri="{FF2B5EF4-FFF2-40B4-BE49-F238E27FC236}">
                    <a16:creationId xmlns:a16="http://schemas.microsoft.com/office/drawing/2014/main" id="{E2369E14-FB7F-439F-B8BC-3D00ED9ED33E}"/>
                  </a:ext>
                </a:extLst>
              </p:cNvPr>
              <p:cNvSpPr txBox="1">
                <a:spLocks/>
              </p:cNvSpPr>
              <p:nvPr/>
            </p:nvSpPr>
            <p:spPr>
              <a:xfrm flipH="1">
                <a:off x="132606" y="4135796"/>
                <a:ext cx="6395784" cy="866407"/>
              </a:xfrm>
              <a:prstGeom prst="rect">
                <a:avLst/>
              </a:prstGeom>
              <a:noFill/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vert="horz" lIns="91440" tIns="45720" rIns="91440" bIns="45720" rtlCol="0" anchor="ctr">
                <a:noAutofit/>
              </a:bodyPr>
              <a:lstStyle>
                <a:lvl1pPr marL="265113" indent="-265113" algn="just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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809625" indent="-352425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lnSpc>
                    <a:spcPct val="115000"/>
                  </a:lnSpc>
                  <a:spcAft>
                    <a:spcPts val="800"/>
                  </a:spcAft>
                  <a:buNone/>
                </a:pPr>
                <a:r>
                  <a:rPr lang="en-US" sz="2800" dirty="0">
                    <a:solidFill>
                      <a:srgbClr val="002060"/>
                    </a:solidFill>
                    <a:latin typeface="+mj-lt"/>
                  </a:rPr>
                  <a:t>So, </a:t>
                </a:r>
                <a14:m>
                  <m:oMath xmlns:m="http://schemas.openxmlformats.org/officeDocument/2006/math">
                    <m:r>
                      <a:rPr lang="en-US" sz="2800" b="1" i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𝐰</m:t>
                    </m:r>
                    <m:r>
                      <a:rPr lang="en-US" sz="2800" b="1" i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28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80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num>
                      <m:den>
                        <m:r>
                          <a:rPr lang="en-US" sz="280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280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𝐱</m:t>
                        </m:r>
                        <m:r>
                          <a:rPr lang="en-US" sz="280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</m:den>
                    </m:f>
                  </m:oMath>
                </a14:m>
                <a:r>
                  <a:rPr lang="en-US" sz="2800" dirty="0">
                    <a:solidFill>
                      <a:srgbClr val="002060"/>
                    </a:solidFill>
                    <a:latin typeface="+mj-lt"/>
                  </a:rPr>
                  <a:t> is the additive inverse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x</m:t>
                    </m:r>
                  </m:oMath>
                </a14:m>
                <a:r>
                  <a:rPr lang="en-US" sz="2800" dirty="0">
                    <a:solidFill>
                      <a:srgbClr val="002060"/>
                    </a:solidFill>
                    <a:latin typeface="+mj-lt"/>
                  </a:rPr>
                  <a:t>.</a:t>
                </a:r>
              </a:p>
            </p:txBody>
          </p:sp>
        </mc:Choice>
        <mc:Fallback xmlns="">
          <p:sp>
            <p:nvSpPr>
              <p:cNvPr id="18" name="Content Placeholder 4">
                <a:extLst>
                  <a:ext uri="{FF2B5EF4-FFF2-40B4-BE49-F238E27FC236}">
                    <a16:creationId xmlns:a16="http://schemas.microsoft.com/office/drawing/2014/main" id="{E2369E14-FB7F-439F-B8BC-3D00ED9ED33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132606" y="4135796"/>
                <a:ext cx="6395784" cy="866407"/>
              </a:xfrm>
              <a:prstGeom prst="rect">
                <a:avLst/>
              </a:prstGeom>
              <a:blipFill>
                <a:blip r:embed="rId8"/>
                <a:stretch>
                  <a:fillRect l="-2002" b="-5594"/>
                </a:stretch>
              </a:blipFill>
              <a:ln w="12700" cap="flat" cmpd="sng" algn="ctr">
                <a:noFill/>
                <a:prstDash val="solid"/>
                <a:miter lim="800000"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Content Placeholder 4">
                <a:extLst>
                  <a:ext uri="{FF2B5EF4-FFF2-40B4-BE49-F238E27FC236}">
                    <a16:creationId xmlns:a16="http://schemas.microsoft.com/office/drawing/2014/main" id="{E2369E14-FB7F-439F-B8BC-3D00ED9ED33E}"/>
                  </a:ext>
                </a:extLst>
              </p:cNvPr>
              <p:cNvSpPr txBox="1">
                <a:spLocks/>
              </p:cNvSpPr>
              <p:nvPr/>
            </p:nvSpPr>
            <p:spPr>
              <a:xfrm flipH="1">
                <a:off x="461951" y="3221124"/>
                <a:ext cx="2568327" cy="914672"/>
              </a:xfrm>
              <a:prstGeom prst="rect">
                <a:avLst/>
              </a:prstGeom>
              <a:noFill/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vert="horz" lIns="91440" tIns="45720" rIns="91440" bIns="45720" rtlCol="0" anchor="ctr">
                <a:noAutofit/>
              </a:bodyPr>
              <a:lstStyle>
                <a:lvl1pPr marL="265113" indent="-265113" algn="just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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809625" indent="-352425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lnSpc>
                    <a:spcPct val="115000"/>
                  </a:lnSpc>
                  <a:spcAft>
                    <a:spcPts val="8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800" dirty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⇒</m:t>
                      </m:r>
                      <m:r>
                        <m:rPr>
                          <m:sty m:val="p"/>
                        </m:rPr>
                        <a:rPr lang="en-US" sz="2800" b="0" i="0" dirty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w</m:t>
                      </m:r>
                      <m:r>
                        <a:rPr lang="en-US" sz="2800" dirty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800" i="1" dirty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800" dirty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800" dirty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en-US" sz="2800" dirty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x</m:t>
                          </m:r>
                          <m:r>
                            <a:rPr lang="en-US" sz="2800" dirty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den>
                      </m:f>
                      <m:r>
                        <a:rPr lang="en-US" sz="2800" dirty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∈</m:t>
                      </m:r>
                      <m:sSup>
                        <m:sSupPr>
                          <m:ctrlP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ℝ</m:t>
                          </m:r>
                        </m:e>
                        <m:sup>
                          <m:r>
                            <a:rPr lang="en-US" sz="2800" dirty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</m:sup>
                      </m:sSup>
                    </m:oMath>
                  </m:oMathPara>
                </a14:m>
                <a:endParaRPr lang="en-US" sz="2800" dirty="0">
                  <a:solidFill>
                    <a:srgbClr val="002060"/>
                  </a:solidFill>
                  <a:latin typeface="+mj-lt"/>
                </a:endParaRPr>
              </a:p>
            </p:txBody>
          </p:sp>
        </mc:Choice>
        <mc:Fallback xmlns="">
          <p:sp>
            <p:nvSpPr>
              <p:cNvPr id="22" name="Content Placeholder 4">
                <a:extLst>
                  <a:ext uri="{FF2B5EF4-FFF2-40B4-BE49-F238E27FC236}">
                    <a16:creationId xmlns:a16="http://schemas.microsoft.com/office/drawing/2014/main" id="{E2369E14-FB7F-439F-B8BC-3D00ED9ED33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461951" y="3221124"/>
                <a:ext cx="2568327" cy="914672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  <a:ln w="12700" cap="flat" cmpd="sng" algn="ctr">
                <a:noFill/>
                <a:prstDash val="solid"/>
                <a:miter lim="800000"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Right Arrow 3">
            <a:extLst>
              <a:ext uri="{FF2B5EF4-FFF2-40B4-BE49-F238E27FC236}">
                <a16:creationId xmlns:a16="http://schemas.microsoft.com/office/drawing/2014/main" id="{3FE11F38-A8D0-406B-A77F-9DE69C4F1B02}"/>
              </a:ext>
            </a:extLst>
          </p:cNvPr>
          <p:cNvSpPr/>
          <p:nvPr/>
        </p:nvSpPr>
        <p:spPr>
          <a:xfrm flipV="1">
            <a:off x="7093222" y="1327327"/>
            <a:ext cx="144000" cy="180000"/>
          </a:xfrm>
          <a:prstGeom prst="rightArrow">
            <a:avLst/>
          </a:prstGeom>
          <a:gradFill>
            <a:gsLst>
              <a:gs pos="10000">
                <a:srgbClr val="0E47A1"/>
              </a:gs>
              <a:gs pos="100000">
                <a:srgbClr val="03A9F5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Wingdings 3" panose="05040102010807070707" pitchFamily="18" charset="2"/>
              <a:buNone/>
            </a:pPr>
            <a:endParaRPr lang="en-IN" sz="2800" dirty="0">
              <a:solidFill>
                <a:schemeClr val="bg1"/>
              </a:solidFill>
            </a:endParaRPr>
          </a:p>
        </p:txBody>
      </p:sp>
      <p:pic>
        <p:nvPicPr>
          <p:cNvPr id="19" name="Picture 18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091148" y="841346"/>
            <a:ext cx="5020346" cy="1212754"/>
          </a:xfrm>
          <a:prstGeom prst="rect">
            <a:avLst/>
          </a:prstGeom>
        </p:spPr>
      </p:pic>
      <p:pic>
        <p:nvPicPr>
          <p:cNvPr id="20" name="Picture 19"/>
          <p:cNvPicPr>
            <a:picLocks noChangeAspect="1"/>
          </p:cNvPicPr>
          <p:nvPr/>
        </p:nvPicPr>
        <p:blipFill rotWithShape="1">
          <a:blip r:embed="rId11"/>
          <a:srcRect r="32119"/>
          <a:stretch/>
        </p:blipFill>
        <p:spPr>
          <a:xfrm>
            <a:off x="7101540" y="2054100"/>
            <a:ext cx="2947112" cy="3917407"/>
          </a:xfrm>
          <a:prstGeom prst="rect">
            <a:avLst/>
          </a:prstGeom>
          <a:noFill/>
          <a:ln w="9525" cap="flat" cmpd="sng" algn="ctr">
            <a:solidFill>
              <a:srgbClr val="FF0000"/>
            </a:solidFill>
            <a:prstDash val="solid"/>
            <a:miter lim="800000"/>
          </a:ln>
        </p:spPr>
      </p:pic>
    </p:spTree>
    <p:extLst>
      <p:ext uri="{BB962C8B-B14F-4D97-AF65-F5344CB8AC3E}">
        <p14:creationId xmlns:p14="http://schemas.microsoft.com/office/powerpoint/2010/main" val="10176432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/>
      <p:bldP spid="32" grpId="0"/>
      <p:bldP spid="16" grpId="0"/>
      <p:bldP spid="18" grpId="0"/>
      <p:bldP spid="22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ECFC8A-BC0D-5D72-FE99-20313653BC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1" name="Content Placeholder 4">
                <a:extLst>
                  <a:ext uri="{FF2B5EF4-FFF2-40B4-BE49-F238E27FC236}">
                    <a16:creationId xmlns:a16="http://schemas.microsoft.com/office/drawing/2014/main" id="{C2E3A768-B2DD-49B5-A909-9453EEB041E3}"/>
                  </a:ext>
                </a:extLst>
              </p:cNvPr>
              <p:cNvSpPr txBox="1">
                <a:spLocks/>
              </p:cNvSpPr>
              <p:nvPr/>
            </p:nvSpPr>
            <p:spPr>
              <a:xfrm flipH="1">
                <a:off x="-1" y="865206"/>
                <a:ext cx="5499100" cy="540000"/>
              </a:xfrm>
              <a:prstGeom prst="rect">
                <a:avLst/>
              </a:prstGeom>
              <a:gradFill>
                <a:gsLst>
                  <a:gs pos="10000">
                    <a:srgbClr val="0E47A1"/>
                  </a:gs>
                  <a:gs pos="100000">
                    <a:srgbClr val="03A9F5"/>
                  </a:gs>
                </a:gsLst>
                <a:lin ang="10800000" scaled="1"/>
              </a:gradFill>
              <a:ln>
                <a:noFill/>
              </a:ln>
            </p:spPr>
            <p:txBody>
              <a:bodyPr vert="horz" wrap="square" lIns="91440" tIns="45720" rIns="91440" bIns="45720" numCol="1" anchor="ctr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algn="ctr">
                  <a:defRPr sz="2800">
                    <a:solidFill>
                      <a:schemeClr val="bg1"/>
                    </a:solidFill>
                  </a:defRPr>
                </a:lvl1pPr>
                <a:lvl2pPr>
                  <a:defRPr>
                    <a:solidFill>
                      <a:schemeClr val="tx1"/>
                    </a:solidFill>
                  </a:defRPr>
                </a:lvl2pPr>
                <a:lvl3pPr>
                  <a:defRPr>
                    <a:solidFill>
                      <a:schemeClr val="tx1"/>
                    </a:solidFill>
                  </a:defRPr>
                </a:lvl3pPr>
                <a:lvl4pPr>
                  <a:defRPr>
                    <a:solidFill>
                      <a:schemeClr val="tx1"/>
                    </a:solidFill>
                  </a:defRPr>
                </a:lvl4pPr>
                <a:lvl5pPr>
                  <a:defRPr>
                    <a:solidFill>
                      <a:schemeClr val="tx1"/>
                    </a:solidFill>
                  </a:defRPr>
                </a:lvl5pPr>
                <a:lvl6pPr>
                  <a:defRPr>
                    <a:solidFill>
                      <a:schemeClr val="tx1"/>
                    </a:solidFill>
                  </a:defRPr>
                </a:lvl6pPr>
                <a:lvl7pPr>
                  <a:defRPr>
                    <a:solidFill>
                      <a:schemeClr val="tx1"/>
                    </a:solidFill>
                  </a:defRPr>
                </a:lvl7pPr>
                <a:lvl8pPr>
                  <a:defRPr>
                    <a:solidFill>
                      <a:schemeClr val="tx1"/>
                    </a:solidFill>
                  </a:defRPr>
                </a:lvl8pPr>
                <a:lvl9pPr>
                  <a:defRPr>
                    <a:solidFill>
                      <a:schemeClr val="tx1"/>
                    </a:solidFill>
                  </a:defRPr>
                </a:lvl9pPr>
              </a:lstStyle>
              <a:p>
                <a:pPr algn="l"/>
                <a:r>
                  <a:rPr lang="en-US" b="1" dirty="0"/>
                  <a:t>Axiom 6: </a:t>
                </a:r>
                <a14:m>
                  <m:oMath xmlns:m="http://schemas.openxmlformats.org/officeDocument/2006/math">
                    <m:r>
                      <a:rPr lang="en-US" b="1" i="0" dirty="0" smtClean="0">
                        <a:latin typeface="Cambria Math" panose="02040503050406030204" pitchFamily="18" charset="0"/>
                      </a:rPr>
                      <m:t>𝐤</m:t>
                    </m:r>
                    <m:r>
                      <a:rPr lang="en-US" b="1" i="1" dirty="0">
                        <a:latin typeface="Cambria Math" panose="02040503050406030204" pitchFamily="18" charset="0"/>
                      </a:rPr>
                      <m:t>⋅</m:t>
                    </m:r>
                    <m:r>
                      <a:rPr lang="en-US" b="1" i="0" dirty="0" smtClean="0">
                        <a:latin typeface="Cambria Math" panose="02040503050406030204" pitchFamily="18" charset="0"/>
                      </a:rPr>
                      <m:t>𝐱</m:t>
                    </m:r>
                    <m:r>
                      <a:rPr lang="en-US" b="1" i="0" dirty="0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b="1" i="0" dirty="0" smtClean="0">
                        <a:latin typeface="Cambria Math" panose="02040503050406030204" pitchFamily="18" charset="0"/>
                      </a:rPr>
                      <m:t>𝐕</m:t>
                    </m:r>
                  </m:oMath>
                </a14:m>
                <a:endParaRPr lang="en-US" b="1" dirty="0"/>
              </a:p>
            </p:txBody>
          </p:sp>
        </mc:Choice>
        <mc:Fallback xmlns="">
          <p:sp>
            <p:nvSpPr>
              <p:cNvPr id="21" name="Content Placeholder 4">
                <a:extLst>
                  <a:ext uri="{FF2B5EF4-FFF2-40B4-BE49-F238E27FC236}">
                    <a16:creationId xmlns:a16="http://schemas.microsoft.com/office/drawing/2014/main" id="{C2E3A768-B2DD-49B5-A909-9453EEB041E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-1" y="865206"/>
                <a:ext cx="5499100" cy="540000"/>
              </a:xfrm>
              <a:prstGeom prst="rect">
                <a:avLst/>
              </a:prstGeom>
              <a:blipFill>
                <a:blip r:embed="rId2"/>
                <a:stretch>
                  <a:fillRect l="-2217" t="-10112" b="-29213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FDFDD70C-3AAE-183B-5AED-36C59E3E9B77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IN" dirty="0"/>
                  <a:t>Method:1 </a:t>
                </a:r>
                <a14:m>
                  <m:oMath xmlns:m="http://schemas.openxmlformats.org/officeDocument/2006/math">
                    <m:r>
                      <a:rPr lang="en-I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⇝</m:t>
                    </m:r>
                  </m:oMath>
                </a14:m>
                <a:r>
                  <a:rPr lang="en-IN" dirty="0"/>
                  <a:t> Example:1(continue)</a:t>
                </a:r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FDFDD70C-3AAE-183B-5AED-36C59E3E9B7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3"/>
                <a:stretch>
                  <a:fillRect l="-400" t="-8547" b="-1965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Right Arrow 3">
            <a:extLst>
              <a:ext uri="{FF2B5EF4-FFF2-40B4-BE49-F238E27FC236}">
                <a16:creationId xmlns:a16="http://schemas.microsoft.com/office/drawing/2014/main" id="{3FE11F38-A8D0-406B-A77F-9DE69C4F1B02}"/>
              </a:ext>
            </a:extLst>
          </p:cNvPr>
          <p:cNvSpPr/>
          <p:nvPr/>
        </p:nvSpPr>
        <p:spPr>
          <a:xfrm flipV="1">
            <a:off x="7091357" y="1733616"/>
            <a:ext cx="144000" cy="180000"/>
          </a:xfrm>
          <a:prstGeom prst="rightArrow">
            <a:avLst/>
          </a:prstGeom>
          <a:gradFill>
            <a:gsLst>
              <a:gs pos="10000">
                <a:srgbClr val="0E47A1"/>
              </a:gs>
              <a:gs pos="100000">
                <a:srgbClr val="03A9F5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Wingdings 3" panose="05040102010807070707" pitchFamily="18" charset="2"/>
              <a:buNone/>
            </a:pPr>
            <a:endParaRPr lang="en-IN" sz="2800" dirty="0">
              <a:solidFill>
                <a:schemeClr val="bg1"/>
              </a:solidFill>
            </a:endParaRPr>
          </a:p>
        </p:txBody>
      </p:sp>
      <p:pic>
        <p:nvPicPr>
          <p:cNvPr id="14" name="Picture 1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91148" y="841346"/>
            <a:ext cx="5020346" cy="1212754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/>
        </p:nvPicPr>
        <p:blipFill rotWithShape="1">
          <a:blip r:embed="rId5"/>
          <a:srcRect r="32119"/>
          <a:stretch/>
        </p:blipFill>
        <p:spPr>
          <a:xfrm>
            <a:off x="7101540" y="2054100"/>
            <a:ext cx="2947112" cy="3917407"/>
          </a:xfrm>
          <a:prstGeom prst="rect">
            <a:avLst/>
          </a:prstGeom>
          <a:noFill/>
          <a:ln w="9525" cap="flat" cmpd="sng" algn="ctr">
            <a:solidFill>
              <a:srgbClr val="FF0000"/>
            </a:solidFill>
            <a:prstDash val="solid"/>
            <a:miter lim="800000"/>
          </a:ln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9" name="Content Placeholder 4">
                <a:extLst>
                  <a:ext uri="{FF2B5EF4-FFF2-40B4-BE49-F238E27FC236}">
                    <a16:creationId xmlns:a16="http://schemas.microsoft.com/office/drawing/2014/main" id="{E2369E14-FB7F-439F-B8BC-3D00ED9ED33E}"/>
                  </a:ext>
                </a:extLst>
              </p:cNvPr>
              <p:cNvSpPr txBox="1">
                <a:spLocks/>
              </p:cNvSpPr>
              <p:nvPr/>
            </p:nvSpPr>
            <p:spPr>
              <a:xfrm flipH="1">
                <a:off x="132610" y="1548055"/>
                <a:ext cx="3258290" cy="540000"/>
              </a:xfrm>
              <a:prstGeom prst="rect">
                <a:avLst/>
              </a:prstGeom>
              <a:noFill/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vert="horz" lIns="91440" tIns="45720" rIns="91440" bIns="45720" rtlCol="0" anchor="ctr">
                <a:noAutofit/>
              </a:bodyPr>
              <a:lstStyle>
                <a:lvl1pPr marL="265113" indent="-265113" algn="just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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809625" indent="-352425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lnSpc>
                    <a:spcPct val="115000"/>
                  </a:lnSpc>
                  <a:spcAft>
                    <a:spcPts val="800"/>
                  </a:spcAft>
                  <a:buNone/>
                </a:pPr>
                <a:r>
                  <a:rPr lang="en-US" sz="2800" dirty="0">
                    <a:solidFill>
                      <a:srgbClr val="002060"/>
                    </a:solidFill>
                    <a:latin typeface="+mj-lt"/>
                  </a:rPr>
                  <a:t>Since,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800" dirty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x</m:t>
                    </m:r>
                    <m:r>
                      <a:rPr lang="en-US" sz="2800" dirty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&gt;0, </m:t>
                    </m:r>
                    <m:r>
                      <m:rPr>
                        <m:sty m:val="p"/>
                      </m:rPr>
                      <a:rPr lang="en-US" sz="2800" b="0" i="0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k</m:t>
                    </m:r>
                    <m:r>
                      <a:rPr lang="en-US" sz="2800" b="0" i="1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ℝ</m:t>
                    </m:r>
                  </m:oMath>
                </a14:m>
                <a:endParaRPr lang="en-US" sz="2800" dirty="0">
                  <a:solidFill>
                    <a:srgbClr val="002060"/>
                  </a:solidFill>
                  <a:latin typeface="+mj-lt"/>
                </a:endParaRPr>
              </a:p>
            </p:txBody>
          </p:sp>
        </mc:Choice>
        <mc:Fallback xmlns="">
          <p:sp>
            <p:nvSpPr>
              <p:cNvPr id="19" name="Content Placeholder 4">
                <a:extLst>
                  <a:ext uri="{FF2B5EF4-FFF2-40B4-BE49-F238E27FC236}">
                    <a16:creationId xmlns:a16="http://schemas.microsoft.com/office/drawing/2014/main" id="{E2369E14-FB7F-439F-B8BC-3D00ED9ED33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132610" y="1548055"/>
                <a:ext cx="3258290" cy="540000"/>
              </a:xfrm>
              <a:prstGeom prst="rect">
                <a:avLst/>
              </a:prstGeom>
              <a:blipFill>
                <a:blip r:embed="rId7"/>
                <a:stretch>
                  <a:fillRect l="-3933" t="-10112" b="-28090"/>
                </a:stretch>
              </a:blipFill>
              <a:ln w="12700" cap="flat" cmpd="sng" algn="ctr">
                <a:noFill/>
                <a:prstDash val="solid"/>
                <a:miter lim="800000"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Content Placeholder 4">
                <a:extLst>
                  <a:ext uri="{FF2B5EF4-FFF2-40B4-BE49-F238E27FC236}">
                    <a16:creationId xmlns:a16="http://schemas.microsoft.com/office/drawing/2014/main" id="{E2369E14-FB7F-439F-B8BC-3D00ED9ED33E}"/>
                  </a:ext>
                </a:extLst>
              </p:cNvPr>
              <p:cNvSpPr txBox="1">
                <a:spLocks/>
              </p:cNvSpPr>
              <p:nvPr/>
            </p:nvSpPr>
            <p:spPr>
              <a:xfrm flipH="1">
                <a:off x="132610" y="2230491"/>
                <a:ext cx="1734290" cy="540000"/>
              </a:xfrm>
              <a:prstGeom prst="rect">
                <a:avLst/>
              </a:prstGeom>
              <a:noFill/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vert="horz" lIns="91440" tIns="45720" rIns="91440" bIns="45720" rtlCol="0" anchor="ctr">
                <a:noAutofit/>
              </a:bodyPr>
              <a:lstStyle>
                <a:lvl1pPr marL="265113" indent="-265113" algn="just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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809625" indent="-352425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lnSpc>
                    <a:spcPct val="115000"/>
                  </a:lnSpc>
                  <a:spcAft>
                    <a:spcPts val="8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dirty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⇒ </m:t>
                      </m:r>
                      <m:sSup>
                        <m:sSupPr>
                          <m:ctrlPr>
                            <a:rPr lang="en-US" sz="2800" i="1" dirty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en-US" sz="2800" dirty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x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a:rPr lang="en-US" sz="2800" dirty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k</m:t>
                          </m:r>
                        </m:sup>
                      </m:sSup>
                      <m:r>
                        <a:rPr lang="en-US" sz="2800" dirty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&gt;0</m:t>
                      </m:r>
                    </m:oMath>
                  </m:oMathPara>
                </a14:m>
                <a:endParaRPr lang="en-US" sz="2800" dirty="0">
                  <a:solidFill>
                    <a:srgbClr val="002060"/>
                  </a:solidFill>
                  <a:latin typeface="+mj-lt"/>
                </a:endParaRPr>
              </a:p>
            </p:txBody>
          </p:sp>
        </mc:Choice>
        <mc:Fallback xmlns="">
          <p:sp>
            <p:nvSpPr>
              <p:cNvPr id="20" name="Content Placeholder 4">
                <a:extLst>
                  <a:ext uri="{FF2B5EF4-FFF2-40B4-BE49-F238E27FC236}">
                    <a16:creationId xmlns:a16="http://schemas.microsoft.com/office/drawing/2014/main" id="{E2369E14-FB7F-439F-B8BC-3D00ED9ED33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132610" y="2230491"/>
                <a:ext cx="1734290" cy="54000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  <a:ln w="12700" cap="flat" cmpd="sng" algn="ctr">
                <a:noFill/>
                <a:prstDash val="solid"/>
                <a:miter lim="800000"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Content Placeholder 4">
                <a:extLst>
                  <a:ext uri="{FF2B5EF4-FFF2-40B4-BE49-F238E27FC236}">
                    <a16:creationId xmlns:a16="http://schemas.microsoft.com/office/drawing/2014/main" id="{E2369E14-FB7F-439F-B8BC-3D00ED9ED33E}"/>
                  </a:ext>
                </a:extLst>
              </p:cNvPr>
              <p:cNvSpPr txBox="1">
                <a:spLocks/>
              </p:cNvSpPr>
              <p:nvPr/>
            </p:nvSpPr>
            <p:spPr>
              <a:xfrm flipH="1">
                <a:off x="132610" y="2865074"/>
                <a:ext cx="2121492" cy="540000"/>
              </a:xfrm>
              <a:prstGeom prst="rect">
                <a:avLst/>
              </a:prstGeom>
              <a:noFill/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vert="horz" lIns="91440" tIns="45720" rIns="91440" bIns="45720" rtlCol="0" anchor="ctr">
                <a:noAutofit/>
              </a:bodyPr>
              <a:lstStyle>
                <a:lvl1pPr marL="265113" indent="-265113" algn="just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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809625" indent="-352425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lnSpc>
                    <a:spcPct val="115000"/>
                  </a:lnSpc>
                  <a:spcAft>
                    <a:spcPts val="8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800" dirty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⇒</m:t>
                      </m:r>
                      <m:r>
                        <m:rPr>
                          <m:sty m:val="p"/>
                        </m:rPr>
                        <a:rPr lang="en-US" sz="2800" b="0" i="0" dirty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k</m:t>
                      </m:r>
                      <m:r>
                        <a:rPr lang="en-US" sz="2800" dirty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⋅</m:t>
                      </m:r>
                      <m:r>
                        <m:rPr>
                          <m:sty m:val="p"/>
                        </m:rPr>
                        <a:rPr lang="en-US" sz="2800" dirty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x</m:t>
                      </m:r>
                      <m:r>
                        <a:rPr lang="en-US" sz="2800" dirty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&gt;0</m:t>
                      </m:r>
                    </m:oMath>
                  </m:oMathPara>
                </a14:m>
                <a:endParaRPr lang="en-US" sz="2800" dirty="0">
                  <a:solidFill>
                    <a:srgbClr val="002060"/>
                  </a:solidFill>
                  <a:latin typeface="+mj-lt"/>
                </a:endParaRPr>
              </a:p>
            </p:txBody>
          </p:sp>
        </mc:Choice>
        <mc:Fallback xmlns="">
          <p:sp>
            <p:nvSpPr>
              <p:cNvPr id="25" name="Content Placeholder 4">
                <a:extLst>
                  <a:ext uri="{FF2B5EF4-FFF2-40B4-BE49-F238E27FC236}">
                    <a16:creationId xmlns:a16="http://schemas.microsoft.com/office/drawing/2014/main" id="{E2369E14-FB7F-439F-B8BC-3D00ED9ED33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132610" y="2865074"/>
                <a:ext cx="2121492" cy="540000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  <a:ln w="12700" cap="flat" cmpd="sng" algn="ctr">
                <a:noFill/>
                <a:prstDash val="solid"/>
                <a:miter lim="800000"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Content Placeholder 4">
                <a:extLst>
                  <a:ext uri="{FF2B5EF4-FFF2-40B4-BE49-F238E27FC236}">
                    <a16:creationId xmlns:a16="http://schemas.microsoft.com/office/drawing/2014/main" id="{E2369E14-FB7F-439F-B8BC-3D00ED9ED33E}"/>
                  </a:ext>
                </a:extLst>
              </p:cNvPr>
              <p:cNvSpPr txBox="1">
                <a:spLocks/>
              </p:cNvSpPr>
              <p:nvPr/>
            </p:nvSpPr>
            <p:spPr>
              <a:xfrm flipH="1">
                <a:off x="132610" y="3547510"/>
                <a:ext cx="2610590" cy="540000"/>
              </a:xfrm>
              <a:prstGeom prst="rect">
                <a:avLst/>
              </a:prstGeom>
              <a:noFill/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vert="horz" lIns="91440" tIns="45720" rIns="91440" bIns="45720" rtlCol="0" anchor="ctr">
                <a:noAutofit/>
              </a:bodyPr>
              <a:lstStyle>
                <a:lvl1pPr marL="265113" indent="-265113" algn="just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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809625" indent="-352425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lnSpc>
                    <a:spcPct val="115000"/>
                  </a:lnSpc>
                  <a:spcAft>
                    <a:spcPts val="8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800" dirty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⇒</m:t>
                      </m:r>
                      <m:r>
                        <m:rPr>
                          <m:sty m:val="p"/>
                        </m:rPr>
                        <a:rPr lang="en-US" sz="2800" b="0" i="0" dirty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k</m:t>
                      </m:r>
                      <m:r>
                        <a:rPr lang="en-US" sz="2800" dirty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⋅</m:t>
                      </m:r>
                      <m:r>
                        <m:rPr>
                          <m:sty m:val="p"/>
                        </m:rPr>
                        <a:rPr lang="en-US" sz="2800" dirty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x</m:t>
                      </m:r>
                      <m:r>
                        <a:rPr lang="en-US" sz="2800" dirty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∈</m:t>
                      </m:r>
                      <m:r>
                        <m:rPr>
                          <m:sty m:val="p"/>
                        </m:rPr>
                        <a:rPr lang="en-US" sz="2800" dirty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V</m:t>
                      </m:r>
                    </m:oMath>
                  </m:oMathPara>
                </a14:m>
                <a:endParaRPr lang="en-US" sz="2800" dirty="0">
                  <a:solidFill>
                    <a:srgbClr val="002060"/>
                  </a:solidFill>
                  <a:latin typeface="+mj-lt"/>
                </a:endParaRPr>
              </a:p>
            </p:txBody>
          </p:sp>
        </mc:Choice>
        <mc:Fallback xmlns="">
          <p:sp>
            <p:nvSpPr>
              <p:cNvPr id="27" name="Content Placeholder 4">
                <a:extLst>
                  <a:ext uri="{FF2B5EF4-FFF2-40B4-BE49-F238E27FC236}">
                    <a16:creationId xmlns:a16="http://schemas.microsoft.com/office/drawing/2014/main" id="{E2369E14-FB7F-439F-B8BC-3D00ED9ED33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132610" y="3547510"/>
                <a:ext cx="2610590" cy="540000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  <a:ln w="12700" cap="flat" cmpd="sng" algn="ctr">
                <a:noFill/>
                <a:prstDash val="solid"/>
                <a:miter lim="800000"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0E42A3D2-F344-4804-8D3B-98C5161F4AA7}"/>
                  </a:ext>
                </a:extLst>
              </p:cNvPr>
              <p:cNvSpPr txBox="1"/>
              <p:nvPr/>
            </p:nvSpPr>
            <p:spPr>
              <a:xfrm>
                <a:off x="2107806" y="2798919"/>
                <a:ext cx="2473031" cy="69044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15000"/>
                  </a:lnSpc>
                  <a:spcBef>
                    <a:spcPts val="1000"/>
                  </a:spcBef>
                  <a:spcAft>
                    <a:spcPts val="800"/>
                  </a:spcAft>
                  <a:buClr>
                    <a:schemeClr val="accent6"/>
                  </a:buClr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800" i="0" dirty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&amp;</m:t>
                      </m:r>
                      <m:r>
                        <a:rPr lang="en-US" sz="2800" b="0" i="0" dirty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  </m:t>
                      </m:r>
                      <m:r>
                        <a:rPr lang="en-US" sz="2800" i="0" dirty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sz="2800" b="0" i="0" dirty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k</m:t>
                      </m:r>
                      <m:r>
                        <a:rPr lang="en-US" sz="2800" dirty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⋅</m:t>
                      </m:r>
                      <m:r>
                        <m:rPr>
                          <m:sty m:val="p"/>
                        </m:rPr>
                        <a:rPr lang="en-US" sz="280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x</m:t>
                      </m:r>
                      <m:r>
                        <a:rPr lang="en-US" sz="2800" b="0" i="1" dirty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∈</m:t>
                      </m:r>
                      <m:r>
                        <a:rPr lang="en-US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ℝ</m:t>
                      </m:r>
                    </m:oMath>
                  </m:oMathPara>
                </a14:m>
                <a:endParaRPr lang="en-US" sz="2800" dirty="0">
                  <a:solidFill>
                    <a:srgbClr val="002060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0E42A3D2-F344-4804-8D3B-98C5161F4AA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07806" y="2798919"/>
                <a:ext cx="2473031" cy="690445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Content Placeholder 4">
                <a:extLst>
                  <a:ext uri="{FF2B5EF4-FFF2-40B4-BE49-F238E27FC236}">
                    <a16:creationId xmlns:a16="http://schemas.microsoft.com/office/drawing/2014/main" id="{C3CC3F8B-A303-46C4-958F-E9C22B385BF3}"/>
                  </a:ext>
                </a:extLst>
              </p:cNvPr>
              <p:cNvSpPr txBox="1">
                <a:spLocks/>
              </p:cNvSpPr>
              <p:nvPr/>
            </p:nvSpPr>
            <p:spPr>
              <a:xfrm flipH="1">
                <a:off x="1850465" y="2230078"/>
                <a:ext cx="1734290" cy="540000"/>
              </a:xfrm>
              <a:prstGeom prst="rect">
                <a:avLst/>
              </a:prstGeom>
              <a:noFill/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vert="horz" lIns="91440" tIns="45720" rIns="91440" bIns="45720" rtlCol="0" anchor="ctr">
                <a:noAutofit/>
              </a:bodyPr>
              <a:lstStyle>
                <a:lvl1pPr marL="265113" indent="-265113" algn="just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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809625" indent="-352425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lnSpc>
                    <a:spcPct val="115000"/>
                  </a:lnSpc>
                  <a:spcAft>
                    <a:spcPts val="8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800" b="0" i="0" dirty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&amp;</m:t>
                      </m:r>
                      <m:r>
                        <a:rPr lang="en-US" sz="2800" dirty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800" b="0" i="1" dirty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sSup>
                        <m:sSupPr>
                          <m:ctrlPr>
                            <a:rPr lang="en-US" sz="2800" i="1" dirty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en-US" sz="2800" dirty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x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a:rPr lang="en-US" sz="2800" dirty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k</m:t>
                          </m:r>
                        </m:sup>
                      </m:sSup>
                      <m:r>
                        <a:rPr lang="en-US" sz="2800" b="0" i="1" dirty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∈</m:t>
                      </m:r>
                      <m:r>
                        <a:rPr lang="en-US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ℝ</m:t>
                      </m:r>
                    </m:oMath>
                  </m:oMathPara>
                </a14:m>
                <a:endParaRPr lang="en-US" sz="2800" dirty="0">
                  <a:solidFill>
                    <a:srgbClr val="002060"/>
                  </a:solidFill>
                  <a:latin typeface="+mj-lt"/>
                </a:endParaRPr>
              </a:p>
            </p:txBody>
          </p:sp>
        </mc:Choice>
        <mc:Fallback xmlns="">
          <p:sp>
            <p:nvSpPr>
              <p:cNvPr id="18" name="Content Placeholder 4">
                <a:extLst>
                  <a:ext uri="{FF2B5EF4-FFF2-40B4-BE49-F238E27FC236}">
                    <a16:creationId xmlns:a16="http://schemas.microsoft.com/office/drawing/2014/main" id="{C3CC3F8B-A303-46C4-958F-E9C22B385BF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1850465" y="2230078"/>
                <a:ext cx="1734290" cy="540000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  <a:ln w="12700" cap="flat" cmpd="sng" algn="ctr">
                <a:noFill/>
                <a:prstDash val="solid"/>
                <a:miter lim="800000"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416605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9" grpId="0"/>
      <p:bldP spid="20" grpId="0"/>
      <p:bldP spid="25" grpId="0"/>
      <p:bldP spid="27" grpId="0"/>
      <p:bldP spid="16" grpId="0"/>
      <p:bldP spid="18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ECFC8A-BC0D-5D72-FE99-20313653BC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1" name="Content Placeholder 4">
                <a:extLst>
                  <a:ext uri="{FF2B5EF4-FFF2-40B4-BE49-F238E27FC236}">
                    <a16:creationId xmlns:a16="http://schemas.microsoft.com/office/drawing/2014/main" id="{C2E3A768-B2DD-49B5-A909-9453EEB041E3}"/>
                  </a:ext>
                </a:extLst>
              </p:cNvPr>
              <p:cNvSpPr txBox="1">
                <a:spLocks/>
              </p:cNvSpPr>
              <p:nvPr/>
            </p:nvSpPr>
            <p:spPr>
              <a:xfrm flipH="1">
                <a:off x="-1" y="865206"/>
                <a:ext cx="5499100" cy="540000"/>
              </a:xfrm>
              <a:prstGeom prst="rect">
                <a:avLst/>
              </a:prstGeom>
              <a:gradFill>
                <a:gsLst>
                  <a:gs pos="10000">
                    <a:srgbClr val="0E47A1"/>
                  </a:gs>
                  <a:gs pos="100000">
                    <a:srgbClr val="03A9F5"/>
                  </a:gs>
                </a:gsLst>
                <a:lin ang="10800000" scaled="1"/>
              </a:gradFill>
              <a:ln>
                <a:noFill/>
              </a:ln>
            </p:spPr>
            <p:txBody>
              <a:bodyPr vert="horz" wrap="square" lIns="91440" tIns="45720" rIns="91440" bIns="45720" numCol="1" anchor="ctr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algn="ctr">
                  <a:defRPr sz="2800">
                    <a:solidFill>
                      <a:schemeClr val="bg1"/>
                    </a:solidFill>
                  </a:defRPr>
                </a:lvl1pPr>
                <a:lvl2pPr>
                  <a:defRPr>
                    <a:solidFill>
                      <a:schemeClr val="tx1"/>
                    </a:solidFill>
                  </a:defRPr>
                </a:lvl2pPr>
                <a:lvl3pPr>
                  <a:defRPr>
                    <a:solidFill>
                      <a:schemeClr val="tx1"/>
                    </a:solidFill>
                  </a:defRPr>
                </a:lvl3pPr>
                <a:lvl4pPr>
                  <a:defRPr>
                    <a:solidFill>
                      <a:schemeClr val="tx1"/>
                    </a:solidFill>
                  </a:defRPr>
                </a:lvl4pPr>
                <a:lvl5pPr>
                  <a:defRPr>
                    <a:solidFill>
                      <a:schemeClr val="tx1"/>
                    </a:solidFill>
                  </a:defRPr>
                </a:lvl5pPr>
                <a:lvl6pPr>
                  <a:defRPr>
                    <a:solidFill>
                      <a:schemeClr val="tx1"/>
                    </a:solidFill>
                  </a:defRPr>
                </a:lvl6pPr>
                <a:lvl7pPr>
                  <a:defRPr>
                    <a:solidFill>
                      <a:schemeClr val="tx1"/>
                    </a:solidFill>
                  </a:defRPr>
                </a:lvl7pPr>
                <a:lvl8pPr>
                  <a:defRPr>
                    <a:solidFill>
                      <a:schemeClr val="tx1"/>
                    </a:solidFill>
                  </a:defRPr>
                </a:lvl8pPr>
                <a:lvl9pPr>
                  <a:defRPr>
                    <a:solidFill>
                      <a:schemeClr val="tx1"/>
                    </a:solidFill>
                  </a:defRPr>
                </a:lvl9pPr>
              </a:lstStyle>
              <a:p>
                <a:pPr algn="l"/>
                <a:r>
                  <a:rPr lang="en-US" b="1" dirty="0"/>
                  <a:t>Axiom 7: </a:t>
                </a:r>
                <a14:m>
                  <m:oMath xmlns:m="http://schemas.openxmlformats.org/officeDocument/2006/math">
                    <m:r>
                      <a:rPr lang="en-US" b="1" i="0" dirty="0" smtClean="0">
                        <a:latin typeface="Cambria Math" panose="02040503050406030204" pitchFamily="18" charset="0"/>
                      </a:rPr>
                      <m:t>𝐤</m:t>
                    </m:r>
                    <m:r>
                      <a:rPr lang="en-US" b="1" i="1" dirty="0" smtClean="0">
                        <a:latin typeface="Cambria Math" panose="02040503050406030204" pitchFamily="18" charset="0"/>
                      </a:rPr>
                      <m:t>⋅</m:t>
                    </m:r>
                    <m:d>
                      <m:dPr>
                        <m:ctrlPr>
                          <a:rPr lang="en-US" b="1" i="1" dirty="0" err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 i="0" dirty="0" err="1" smtClean="0">
                            <a:latin typeface="Cambria Math" panose="02040503050406030204" pitchFamily="18" charset="0"/>
                          </a:rPr>
                          <m:t>𝐱</m:t>
                        </m:r>
                        <m:r>
                          <a:rPr lang="en-US" b="1" i="0" dirty="0" err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b="1" i="0" dirty="0" err="1" smtClean="0">
                            <a:latin typeface="Cambria Math" panose="02040503050406030204" pitchFamily="18" charset="0"/>
                          </a:rPr>
                          <m:t>𝐲</m:t>
                        </m:r>
                      </m:e>
                    </m:d>
                    <m:r>
                      <a:rPr lang="en-US" b="1" i="0" dirty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1" i="0" dirty="0">
                        <a:latin typeface="Cambria Math" panose="02040503050406030204" pitchFamily="18" charset="0"/>
                      </a:rPr>
                      <m:t>𝐤</m:t>
                    </m:r>
                    <m:r>
                      <a:rPr lang="en-US" b="1" i="0" dirty="0" smtClean="0">
                        <a:latin typeface="Cambria Math" panose="02040503050406030204" pitchFamily="18" charset="0"/>
                      </a:rPr>
                      <m:t>⋅</m:t>
                    </m:r>
                    <m:r>
                      <a:rPr lang="en-US" b="1" i="0" dirty="0" smtClean="0">
                        <a:latin typeface="Cambria Math" panose="02040503050406030204" pitchFamily="18" charset="0"/>
                      </a:rPr>
                      <m:t>𝐱</m:t>
                    </m:r>
                    <m:r>
                      <a:rPr lang="en-US" b="1" i="0" dirty="0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1" dirty="0">
                        <a:latin typeface="Cambria Math" panose="02040503050406030204" pitchFamily="18" charset="0"/>
                      </a:rPr>
                      <m:t>𝐤</m:t>
                    </m:r>
                    <m:r>
                      <a:rPr lang="en-US" b="1" dirty="0">
                        <a:latin typeface="Cambria Math" panose="02040503050406030204" pitchFamily="18" charset="0"/>
                      </a:rPr>
                      <m:t>⋅</m:t>
                    </m:r>
                    <m:r>
                      <a:rPr lang="en-US" b="1" i="0" dirty="0" smtClean="0">
                        <a:latin typeface="Cambria Math" panose="02040503050406030204" pitchFamily="18" charset="0"/>
                      </a:rPr>
                      <m:t>𝐲</m:t>
                    </m:r>
                  </m:oMath>
                </a14:m>
                <a:endParaRPr lang="en-US" b="1" dirty="0"/>
              </a:p>
            </p:txBody>
          </p:sp>
        </mc:Choice>
        <mc:Fallback xmlns="">
          <p:sp>
            <p:nvSpPr>
              <p:cNvPr id="21" name="Content Placeholder 4">
                <a:extLst>
                  <a:ext uri="{FF2B5EF4-FFF2-40B4-BE49-F238E27FC236}">
                    <a16:creationId xmlns:a16="http://schemas.microsoft.com/office/drawing/2014/main" id="{C2E3A768-B2DD-49B5-A909-9453EEB041E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-1" y="865206"/>
                <a:ext cx="5499100" cy="540000"/>
              </a:xfrm>
              <a:prstGeom prst="rect">
                <a:avLst/>
              </a:prstGeom>
              <a:blipFill>
                <a:blip r:embed="rId2"/>
                <a:stretch>
                  <a:fillRect l="-2217" t="-10112" b="-29213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FDFDD70C-3AAE-183B-5AED-36C59E3E9B77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IN" dirty="0"/>
                  <a:t>Method:1 </a:t>
                </a:r>
                <a14:m>
                  <m:oMath xmlns:m="http://schemas.openxmlformats.org/officeDocument/2006/math">
                    <m:r>
                      <a:rPr lang="en-I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⇝</m:t>
                    </m:r>
                  </m:oMath>
                </a14:m>
                <a:r>
                  <a:rPr lang="en-IN" dirty="0"/>
                  <a:t> Example:1(continue)</a:t>
                </a:r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FDFDD70C-3AAE-183B-5AED-36C59E3E9B7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3"/>
                <a:stretch>
                  <a:fillRect l="-400" t="-8547" b="-1965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Right Arrow 3">
            <a:extLst>
              <a:ext uri="{FF2B5EF4-FFF2-40B4-BE49-F238E27FC236}">
                <a16:creationId xmlns:a16="http://schemas.microsoft.com/office/drawing/2014/main" id="{3FE11F38-A8D0-406B-A77F-9DE69C4F1B02}"/>
              </a:ext>
            </a:extLst>
          </p:cNvPr>
          <p:cNvSpPr/>
          <p:nvPr/>
        </p:nvSpPr>
        <p:spPr>
          <a:xfrm flipV="1">
            <a:off x="7091357" y="1733616"/>
            <a:ext cx="144000" cy="180000"/>
          </a:xfrm>
          <a:prstGeom prst="rightArrow">
            <a:avLst/>
          </a:prstGeom>
          <a:gradFill>
            <a:gsLst>
              <a:gs pos="10000">
                <a:srgbClr val="0E47A1"/>
              </a:gs>
              <a:gs pos="100000">
                <a:srgbClr val="03A9F5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Wingdings 3" panose="05040102010807070707" pitchFamily="18" charset="2"/>
              <a:buNone/>
            </a:pPr>
            <a:endParaRPr lang="en-IN" sz="2800" dirty="0">
              <a:solidFill>
                <a:schemeClr val="bg1"/>
              </a:solidFill>
            </a:endParaRPr>
          </a:p>
        </p:txBody>
      </p:sp>
      <p:pic>
        <p:nvPicPr>
          <p:cNvPr id="14" name="Picture 1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91148" y="841346"/>
            <a:ext cx="5020346" cy="1212754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/>
        </p:nvPicPr>
        <p:blipFill rotWithShape="1">
          <a:blip r:embed="rId5"/>
          <a:srcRect r="32119"/>
          <a:stretch/>
        </p:blipFill>
        <p:spPr>
          <a:xfrm>
            <a:off x="7101540" y="2054100"/>
            <a:ext cx="2947112" cy="3917407"/>
          </a:xfrm>
          <a:prstGeom prst="rect">
            <a:avLst/>
          </a:prstGeom>
          <a:noFill/>
          <a:ln w="9525" cap="flat" cmpd="sng" algn="ctr">
            <a:solidFill>
              <a:srgbClr val="FF0000"/>
            </a:solidFill>
            <a:prstDash val="solid"/>
            <a:miter lim="800000"/>
          </a:ln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9" name="Content Placeholder 4">
                <a:extLst>
                  <a:ext uri="{FF2B5EF4-FFF2-40B4-BE49-F238E27FC236}">
                    <a16:creationId xmlns:a16="http://schemas.microsoft.com/office/drawing/2014/main" id="{E2369E14-FB7F-439F-B8BC-3D00ED9ED33E}"/>
                  </a:ext>
                </a:extLst>
              </p:cNvPr>
              <p:cNvSpPr txBox="1">
                <a:spLocks/>
              </p:cNvSpPr>
              <p:nvPr/>
            </p:nvSpPr>
            <p:spPr>
              <a:xfrm flipH="1">
                <a:off x="132610" y="1548055"/>
                <a:ext cx="3258290" cy="540000"/>
              </a:xfrm>
              <a:prstGeom prst="rect">
                <a:avLst/>
              </a:prstGeom>
              <a:noFill/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vert="horz" lIns="91440" tIns="45720" rIns="91440" bIns="45720" rtlCol="0" anchor="ctr">
                <a:noAutofit/>
              </a:bodyPr>
              <a:lstStyle>
                <a:lvl1pPr marL="265113" indent="-265113" algn="just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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809625" indent="-352425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lnSpc>
                    <a:spcPct val="115000"/>
                  </a:lnSpc>
                  <a:spcAft>
                    <a:spcPts val="800"/>
                  </a:spcAft>
                  <a:buNone/>
                </a:pPr>
                <a:r>
                  <a:rPr lang="en-US" sz="2800" dirty="0">
                    <a:solidFill>
                      <a:srgbClr val="002060"/>
                    </a:solidFill>
                  </a:rPr>
                  <a:t>Now,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800" i="0" dirty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k</m:t>
                    </m:r>
                    <m:r>
                      <a:rPr lang="en-US" sz="2800" b="0" i="0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⋅</m:t>
                    </m:r>
                    <m:d>
                      <m:dPr>
                        <m:ctrlPr>
                          <a:rPr lang="en-US" sz="2800" i="1" dirty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sz="2800" i="0" dirty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x</m:t>
                        </m:r>
                        <m:r>
                          <a:rPr lang="en-US" sz="2800" b="0" i="0" dirty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US" sz="2800" b="0" i="0" dirty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y</m:t>
                        </m:r>
                      </m:e>
                    </m:d>
                  </m:oMath>
                </a14:m>
                <a:endParaRPr lang="en-US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19" name="Content Placeholder 4">
                <a:extLst>
                  <a:ext uri="{FF2B5EF4-FFF2-40B4-BE49-F238E27FC236}">
                    <a16:creationId xmlns:a16="http://schemas.microsoft.com/office/drawing/2014/main" id="{E2369E14-FB7F-439F-B8BC-3D00ED9ED33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132610" y="1548055"/>
                <a:ext cx="3258290" cy="540000"/>
              </a:xfrm>
              <a:prstGeom prst="rect">
                <a:avLst/>
              </a:prstGeom>
              <a:blipFill>
                <a:blip r:embed="rId7"/>
                <a:stretch>
                  <a:fillRect l="-3933" t="-10112" b="-28090"/>
                </a:stretch>
              </a:blipFill>
              <a:ln w="12700" cap="flat" cmpd="sng" algn="ctr">
                <a:noFill/>
                <a:prstDash val="solid"/>
                <a:miter lim="800000"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Content Placeholder 4">
                <a:extLst>
                  <a:ext uri="{FF2B5EF4-FFF2-40B4-BE49-F238E27FC236}">
                    <a16:creationId xmlns:a16="http://schemas.microsoft.com/office/drawing/2014/main" id="{E2369E14-FB7F-439F-B8BC-3D00ED9ED33E}"/>
                  </a:ext>
                </a:extLst>
              </p:cNvPr>
              <p:cNvSpPr txBox="1">
                <a:spLocks/>
              </p:cNvSpPr>
              <p:nvPr/>
            </p:nvSpPr>
            <p:spPr>
              <a:xfrm flipH="1">
                <a:off x="2488067" y="1592119"/>
                <a:ext cx="1671808" cy="540000"/>
              </a:xfrm>
              <a:prstGeom prst="rect">
                <a:avLst/>
              </a:prstGeom>
              <a:noFill/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vert="horz" lIns="91440" tIns="45720" rIns="91440" bIns="45720" rtlCol="0" anchor="ctr">
                <a:noAutofit/>
              </a:bodyPr>
              <a:lstStyle>
                <a:lvl1pPr marL="265113" indent="-265113" algn="just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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809625" indent="-352425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lnSpc>
                    <a:spcPct val="115000"/>
                  </a:lnSpc>
                  <a:spcAft>
                    <a:spcPts val="8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0" dirty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sz="2800" dirty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k</m:t>
                      </m:r>
                      <m:r>
                        <a:rPr lang="en-US" sz="2800" dirty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⋅</m:t>
                      </m:r>
                      <m:d>
                        <m:dPr>
                          <m:ctrlPr>
                            <a:rPr lang="en-US" sz="2800" b="0" i="1" dirty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sz="2800" b="0" i="0" dirty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xy</m:t>
                          </m:r>
                        </m:e>
                      </m:d>
                    </m:oMath>
                  </m:oMathPara>
                </a14:m>
                <a:endParaRPr lang="en-US" sz="2800" dirty="0">
                  <a:solidFill>
                    <a:srgbClr val="002060"/>
                  </a:solidFill>
                  <a:latin typeface="+mj-lt"/>
                </a:endParaRPr>
              </a:p>
            </p:txBody>
          </p:sp>
        </mc:Choice>
        <mc:Fallback xmlns="">
          <p:sp>
            <p:nvSpPr>
              <p:cNvPr id="20" name="Content Placeholder 4">
                <a:extLst>
                  <a:ext uri="{FF2B5EF4-FFF2-40B4-BE49-F238E27FC236}">
                    <a16:creationId xmlns:a16="http://schemas.microsoft.com/office/drawing/2014/main" id="{E2369E14-FB7F-439F-B8BC-3D00ED9ED33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2488067" y="1592119"/>
                <a:ext cx="1671808" cy="54000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  <a:ln w="12700" cap="flat" cmpd="sng" algn="ctr">
                <a:noFill/>
                <a:prstDash val="solid"/>
                <a:miter lim="800000"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Content Placeholder 4">
                <a:extLst>
                  <a:ext uri="{FF2B5EF4-FFF2-40B4-BE49-F238E27FC236}">
                    <a16:creationId xmlns:a16="http://schemas.microsoft.com/office/drawing/2014/main" id="{E2369E14-FB7F-439F-B8BC-3D00ED9ED33E}"/>
                  </a:ext>
                </a:extLst>
              </p:cNvPr>
              <p:cNvSpPr txBox="1">
                <a:spLocks/>
              </p:cNvSpPr>
              <p:nvPr/>
            </p:nvSpPr>
            <p:spPr>
              <a:xfrm flipH="1">
                <a:off x="2488067" y="2217135"/>
                <a:ext cx="1299039" cy="540000"/>
              </a:xfrm>
              <a:prstGeom prst="rect">
                <a:avLst/>
              </a:prstGeom>
              <a:noFill/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vert="horz" lIns="91440" tIns="45720" rIns="91440" bIns="45720" rtlCol="0" anchor="ctr">
                <a:noAutofit/>
              </a:bodyPr>
              <a:lstStyle>
                <a:lvl1pPr marL="265113" indent="-265113" algn="just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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809625" indent="-352425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lnSpc>
                    <a:spcPct val="115000"/>
                  </a:lnSpc>
                  <a:spcAft>
                    <a:spcPts val="8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dirty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sz="2800" i="1" dirty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sz="2800" i="1" dirty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m:rPr>
                                  <m:sty m:val="p"/>
                                </m:rPr>
                                <a:rPr lang="en-US" sz="2800" dirty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xy</m:t>
                              </m:r>
                            </m:e>
                          </m:d>
                        </m:e>
                        <m:sup>
                          <m:r>
                            <m:rPr>
                              <m:sty m:val="p"/>
                            </m:rPr>
                            <a:rPr lang="en-US" sz="2800" dirty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k</m:t>
                          </m:r>
                        </m:sup>
                      </m:sSup>
                    </m:oMath>
                  </m:oMathPara>
                </a14:m>
                <a:endParaRPr lang="en-US" sz="2800" dirty="0">
                  <a:solidFill>
                    <a:srgbClr val="002060"/>
                  </a:solidFill>
                  <a:latin typeface="+mj-lt"/>
                </a:endParaRPr>
              </a:p>
            </p:txBody>
          </p:sp>
        </mc:Choice>
        <mc:Fallback xmlns="">
          <p:sp>
            <p:nvSpPr>
              <p:cNvPr id="23" name="Content Placeholder 4">
                <a:extLst>
                  <a:ext uri="{FF2B5EF4-FFF2-40B4-BE49-F238E27FC236}">
                    <a16:creationId xmlns:a16="http://schemas.microsoft.com/office/drawing/2014/main" id="{E2369E14-FB7F-439F-B8BC-3D00ED9ED33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2488067" y="2217135"/>
                <a:ext cx="1299039" cy="540000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  <a:ln w="12700" cap="flat" cmpd="sng" algn="ctr">
                <a:noFill/>
                <a:prstDash val="solid"/>
                <a:miter lim="800000"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Content Placeholder 4">
                <a:extLst>
                  <a:ext uri="{FF2B5EF4-FFF2-40B4-BE49-F238E27FC236}">
                    <a16:creationId xmlns:a16="http://schemas.microsoft.com/office/drawing/2014/main" id="{E2369E14-FB7F-439F-B8BC-3D00ED9ED33E}"/>
                  </a:ext>
                </a:extLst>
              </p:cNvPr>
              <p:cNvSpPr txBox="1">
                <a:spLocks/>
              </p:cNvSpPr>
              <p:nvPr/>
            </p:nvSpPr>
            <p:spPr>
              <a:xfrm flipH="1">
                <a:off x="2488067" y="2823314"/>
                <a:ext cx="1668775" cy="462537"/>
              </a:xfrm>
              <a:prstGeom prst="rect">
                <a:avLst/>
              </a:prstGeom>
              <a:noFill/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vert="horz" lIns="91440" tIns="45720" rIns="91440" bIns="45720" rtlCol="0" anchor="ctr">
                <a:noAutofit/>
              </a:bodyPr>
              <a:lstStyle>
                <a:lvl1pPr marL="265113" indent="-265113" algn="just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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809625" indent="-352425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lnSpc>
                    <a:spcPct val="115000"/>
                  </a:lnSpc>
                  <a:spcAft>
                    <a:spcPts val="8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800" dirty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sz="2800" b="0" i="1" dirty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en-US" sz="2800" b="0" i="0" dirty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x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a:rPr lang="en-US" sz="2800" i="0" dirty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k</m:t>
                          </m:r>
                        </m:sup>
                      </m:sSup>
                      <m:sSup>
                        <m:sSupPr>
                          <m:ctrlPr>
                            <a:rPr lang="en-US" sz="2800" b="0" i="1" dirty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en-US" sz="2800" b="0" i="0" dirty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y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a:rPr lang="en-US" sz="2800" dirty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k</m:t>
                          </m:r>
                        </m:sup>
                      </m:sSup>
                    </m:oMath>
                  </m:oMathPara>
                </a14:m>
                <a:endParaRPr lang="en-US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24" name="Content Placeholder 4">
                <a:extLst>
                  <a:ext uri="{FF2B5EF4-FFF2-40B4-BE49-F238E27FC236}">
                    <a16:creationId xmlns:a16="http://schemas.microsoft.com/office/drawing/2014/main" id="{E2369E14-FB7F-439F-B8BC-3D00ED9ED33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2488067" y="2823314"/>
                <a:ext cx="1668775" cy="462537"/>
              </a:xfrm>
              <a:prstGeom prst="rect">
                <a:avLst/>
              </a:prstGeom>
              <a:blipFill>
                <a:blip r:embed="rId10"/>
                <a:stretch>
                  <a:fillRect t="-1316"/>
                </a:stretch>
              </a:blipFill>
              <a:ln w="12700" cap="flat" cmpd="sng" algn="ctr">
                <a:noFill/>
                <a:prstDash val="solid"/>
                <a:miter lim="800000"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Content Placeholder 4">
                <a:extLst>
                  <a:ext uri="{FF2B5EF4-FFF2-40B4-BE49-F238E27FC236}">
                    <a16:creationId xmlns:a16="http://schemas.microsoft.com/office/drawing/2014/main" id="{E2369E14-FB7F-439F-B8BC-3D00ED9ED33E}"/>
                  </a:ext>
                </a:extLst>
              </p:cNvPr>
              <p:cNvSpPr txBox="1">
                <a:spLocks/>
              </p:cNvSpPr>
              <p:nvPr/>
            </p:nvSpPr>
            <p:spPr>
              <a:xfrm flipH="1">
                <a:off x="4529517" y="3389704"/>
                <a:ext cx="2705840" cy="540000"/>
              </a:xfrm>
              <a:prstGeom prst="rect">
                <a:avLst/>
              </a:prstGeom>
              <a:noFill/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vert="horz" lIns="91440" tIns="45720" rIns="91440" bIns="45720" rtlCol="0" anchor="ctr">
                <a:noAutofit/>
              </a:bodyPr>
              <a:lstStyle>
                <a:lvl1pPr marL="265113" indent="-265113" algn="just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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809625" indent="-352425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lnSpc>
                    <a:spcPct val="115000"/>
                  </a:lnSpc>
                  <a:spcAft>
                    <a:spcPts val="8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US" sz="2800" b="1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b="1" i="0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∵</m:t>
                          </m:r>
                          <m:r>
                            <a:rPr lang="en-US" sz="2800" b="1" i="0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𝐤</m:t>
                          </m:r>
                          <m:r>
                            <a:rPr lang="en-US" sz="2800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⋅</m:t>
                          </m:r>
                          <m:r>
                            <a:rPr lang="en-US" sz="2800" b="1" i="0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𝐱</m:t>
                          </m:r>
                          <m:r>
                            <a:rPr lang="en-US" sz="2800" b="1" i="0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=</m:t>
                          </m:r>
                          <m:sSup>
                            <m:sSupPr>
                              <m:ctrlPr>
                                <a:rPr lang="en-US" sz="2800" b="1" i="1" dirty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800" b="1" i="0" dirty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𝐱</m:t>
                              </m:r>
                            </m:e>
                            <m:sup>
                              <m:r>
                                <a:rPr lang="en-US" sz="2800" b="1" i="0" dirty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𝐤</m:t>
                              </m:r>
                            </m:sup>
                          </m:sSup>
                          <m:r>
                            <a:rPr lang="en-US" sz="2800" b="1" i="0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</m:e>
                      </m:d>
                    </m:oMath>
                  </m:oMathPara>
                </a14:m>
                <a:endParaRPr lang="en-US" sz="28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8" name="Content Placeholder 4">
                <a:extLst>
                  <a:ext uri="{FF2B5EF4-FFF2-40B4-BE49-F238E27FC236}">
                    <a16:creationId xmlns:a16="http://schemas.microsoft.com/office/drawing/2014/main" id="{E2369E14-FB7F-439F-B8BC-3D00ED9ED33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4529517" y="3389704"/>
                <a:ext cx="2705840" cy="540000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  <a:ln w="12700" cap="flat" cmpd="sng" algn="ctr">
                <a:noFill/>
                <a:prstDash val="solid"/>
                <a:miter lim="800000"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Content Placeholder 4">
                <a:extLst>
                  <a:ext uri="{FF2B5EF4-FFF2-40B4-BE49-F238E27FC236}">
                    <a16:creationId xmlns:a16="http://schemas.microsoft.com/office/drawing/2014/main" id="{E2369E14-FB7F-439F-B8BC-3D00ED9ED33E}"/>
                  </a:ext>
                </a:extLst>
              </p:cNvPr>
              <p:cNvSpPr txBox="1">
                <a:spLocks/>
              </p:cNvSpPr>
              <p:nvPr/>
            </p:nvSpPr>
            <p:spPr>
              <a:xfrm flipH="1">
                <a:off x="2488066" y="3407692"/>
                <a:ext cx="3136557" cy="540000"/>
              </a:xfrm>
              <a:prstGeom prst="rect">
                <a:avLst/>
              </a:prstGeom>
              <a:noFill/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vert="horz" lIns="91440" tIns="45720" rIns="91440" bIns="45720" rtlCol="0" anchor="ctr">
                <a:noAutofit/>
              </a:bodyPr>
              <a:lstStyle>
                <a:lvl1pPr marL="265113" indent="-265113" algn="just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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809625" indent="-352425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lnSpc>
                    <a:spcPct val="115000"/>
                  </a:lnSpc>
                  <a:spcAft>
                    <a:spcPts val="8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800" b="0" i="0" dirty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sz="2800" b="0" i="1" dirty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sz="2800" b="0" i="0" dirty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k</m:t>
                          </m:r>
                          <m:r>
                            <a:rPr lang="en-US" sz="2800" i="1" dirty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⋅</m:t>
                          </m:r>
                          <m:r>
                            <m:rPr>
                              <m:sty m:val="p"/>
                            </m:rPr>
                            <a:rPr lang="en-US" sz="2800" b="0" i="0" dirty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x</m:t>
                          </m:r>
                        </m:e>
                      </m:d>
                      <m:d>
                        <m:dPr>
                          <m:ctrlPr>
                            <a:rPr lang="en-US" sz="2800" i="1" dirty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sz="2800" dirty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k</m:t>
                          </m:r>
                          <m:r>
                            <a:rPr lang="en-US" sz="2800" i="1" dirty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⋅</m:t>
                          </m:r>
                          <m:r>
                            <m:rPr>
                              <m:sty m:val="p"/>
                            </m:rPr>
                            <a:rPr lang="en-US" sz="2800" b="0" i="0" dirty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y</m:t>
                          </m:r>
                        </m:e>
                      </m:d>
                    </m:oMath>
                  </m:oMathPara>
                </a14:m>
                <a:endParaRPr lang="en-US" sz="2800" dirty="0">
                  <a:solidFill>
                    <a:srgbClr val="002060"/>
                  </a:solidFill>
                  <a:latin typeface="+mj-lt"/>
                </a:endParaRPr>
              </a:p>
            </p:txBody>
          </p:sp>
        </mc:Choice>
        <mc:Fallback xmlns="">
          <p:sp>
            <p:nvSpPr>
              <p:cNvPr id="22" name="Content Placeholder 4">
                <a:extLst>
                  <a:ext uri="{FF2B5EF4-FFF2-40B4-BE49-F238E27FC236}">
                    <a16:creationId xmlns:a16="http://schemas.microsoft.com/office/drawing/2014/main" id="{E2369E14-FB7F-439F-B8BC-3D00ED9ED33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2488066" y="3407692"/>
                <a:ext cx="3136557" cy="540000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  <a:ln w="12700" cap="flat" cmpd="sng" algn="ctr">
                <a:noFill/>
                <a:prstDash val="solid"/>
                <a:miter lim="800000"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Content Placeholder 4">
                <a:extLst>
                  <a:ext uri="{FF2B5EF4-FFF2-40B4-BE49-F238E27FC236}">
                    <a16:creationId xmlns:a16="http://schemas.microsoft.com/office/drawing/2014/main" id="{E2369E14-FB7F-439F-B8BC-3D00ED9ED33E}"/>
                  </a:ext>
                </a:extLst>
              </p:cNvPr>
              <p:cNvSpPr txBox="1">
                <a:spLocks/>
              </p:cNvSpPr>
              <p:nvPr/>
            </p:nvSpPr>
            <p:spPr>
              <a:xfrm flipH="1">
                <a:off x="2488066" y="4069634"/>
                <a:ext cx="2213245" cy="540000"/>
              </a:xfrm>
              <a:prstGeom prst="rect">
                <a:avLst/>
              </a:prstGeom>
              <a:noFill/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vert="horz" lIns="91440" tIns="45720" rIns="91440" bIns="45720" rtlCol="0" anchor="ctr">
                <a:noAutofit/>
              </a:bodyPr>
              <a:lstStyle>
                <a:lvl1pPr marL="265113" indent="-265113" algn="just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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809625" indent="-352425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lnSpc>
                    <a:spcPct val="115000"/>
                  </a:lnSpc>
                  <a:spcAft>
                    <a:spcPts val="8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800" dirty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sz="2800" dirty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k</m:t>
                      </m:r>
                      <m:r>
                        <a:rPr lang="en-US" sz="2800" i="1" dirty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⋅</m:t>
                      </m:r>
                      <m:r>
                        <m:rPr>
                          <m:sty m:val="p"/>
                        </m:rPr>
                        <a:rPr lang="en-US" sz="2800" dirty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x</m:t>
                      </m:r>
                      <m:r>
                        <a:rPr lang="en-US" sz="2800" b="0" i="1" dirty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m:rPr>
                          <m:sty m:val="p"/>
                        </m:rPr>
                        <a:rPr lang="en-US" sz="2800" dirty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k</m:t>
                      </m:r>
                      <m:r>
                        <a:rPr lang="en-US" sz="2800" i="1" dirty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⋅</m:t>
                      </m:r>
                      <m:r>
                        <m:rPr>
                          <m:sty m:val="p"/>
                        </m:rPr>
                        <a:rPr lang="en-US" sz="2800" b="0" i="0" dirty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y</m:t>
                      </m:r>
                    </m:oMath>
                  </m:oMathPara>
                </a14:m>
                <a:endParaRPr lang="en-US" sz="2800" dirty="0">
                  <a:solidFill>
                    <a:srgbClr val="002060"/>
                  </a:solidFill>
                  <a:latin typeface="+mj-lt"/>
                </a:endParaRPr>
              </a:p>
            </p:txBody>
          </p:sp>
        </mc:Choice>
        <mc:Fallback xmlns="">
          <p:sp>
            <p:nvSpPr>
              <p:cNvPr id="26" name="Content Placeholder 4">
                <a:extLst>
                  <a:ext uri="{FF2B5EF4-FFF2-40B4-BE49-F238E27FC236}">
                    <a16:creationId xmlns:a16="http://schemas.microsoft.com/office/drawing/2014/main" id="{E2369E14-FB7F-439F-B8BC-3D00ED9ED33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2488066" y="4069634"/>
                <a:ext cx="2213245" cy="540000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  <a:ln w="12700" cap="flat" cmpd="sng" algn="ctr">
                <a:noFill/>
                <a:prstDash val="solid"/>
                <a:miter lim="800000"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Content Placeholder 4">
                <a:extLst>
                  <a:ext uri="{FF2B5EF4-FFF2-40B4-BE49-F238E27FC236}">
                    <a16:creationId xmlns:a16="http://schemas.microsoft.com/office/drawing/2014/main" id="{E2369E14-FB7F-439F-B8BC-3D00ED9ED33E}"/>
                  </a:ext>
                </a:extLst>
              </p:cNvPr>
              <p:cNvSpPr txBox="1">
                <a:spLocks/>
              </p:cNvSpPr>
              <p:nvPr/>
            </p:nvSpPr>
            <p:spPr>
              <a:xfrm flipH="1">
                <a:off x="132610" y="4632561"/>
                <a:ext cx="4396907" cy="540000"/>
              </a:xfrm>
              <a:prstGeom prst="rect">
                <a:avLst/>
              </a:prstGeom>
              <a:noFill/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vert="horz" lIns="91440" tIns="45720" rIns="91440" bIns="45720" rtlCol="0" anchor="ctr">
                <a:noAutofit/>
              </a:bodyPr>
              <a:lstStyle>
                <a:lvl1pPr marL="265113" indent="-265113" algn="just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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809625" indent="-352425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lnSpc>
                    <a:spcPct val="115000"/>
                  </a:lnSpc>
                  <a:spcAft>
                    <a:spcPts val="800"/>
                  </a:spcAft>
                  <a:buNone/>
                </a:pPr>
                <a:r>
                  <a:rPr lang="en-US" sz="2800" dirty="0">
                    <a:solidFill>
                      <a:srgbClr val="002060"/>
                    </a:solidFill>
                    <a:latin typeface="+mj-lt"/>
                  </a:rPr>
                  <a:t>So,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800" dirty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k</m:t>
                    </m:r>
                    <m:r>
                      <a:rPr lang="en-US" sz="2800" dirty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⋅</m:t>
                    </m:r>
                    <m:d>
                      <m:dPr>
                        <m:ctrlPr>
                          <a:rPr lang="en-US" sz="2800" i="1" dirty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sz="2800" dirty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x</m:t>
                        </m:r>
                        <m:r>
                          <a:rPr lang="en-US" sz="2800" dirty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US" sz="2800" dirty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y</m:t>
                        </m:r>
                      </m:e>
                    </m:d>
                    <m:r>
                      <a:rPr lang="en-US" sz="2800" b="0" i="0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sz="2800" dirty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k</m:t>
                    </m:r>
                    <m:r>
                      <a:rPr lang="en-US" sz="2800" i="1" dirty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m:rPr>
                        <m:sty m:val="p"/>
                      </m:rPr>
                      <a:rPr lang="en-US" sz="2800" dirty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x</m:t>
                    </m:r>
                    <m:r>
                      <a:rPr lang="en-US" sz="2800" i="1" dirty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US" sz="2800" dirty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k</m:t>
                    </m:r>
                    <m:r>
                      <a:rPr lang="en-US" sz="2800" i="1" dirty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m:rPr>
                        <m:sty m:val="p"/>
                      </m:rPr>
                      <a:rPr lang="en-US" sz="2800" dirty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y</m:t>
                    </m:r>
                  </m:oMath>
                </a14:m>
                <a:endParaRPr lang="en-US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28" name="Content Placeholder 4">
                <a:extLst>
                  <a:ext uri="{FF2B5EF4-FFF2-40B4-BE49-F238E27FC236}">
                    <a16:creationId xmlns:a16="http://schemas.microsoft.com/office/drawing/2014/main" id="{E2369E14-FB7F-439F-B8BC-3D00ED9ED33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132610" y="4632561"/>
                <a:ext cx="4396907" cy="540000"/>
              </a:xfrm>
              <a:prstGeom prst="rect">
                <a:avLst/>
              </a:prstGeom>
              <a:blipFill>
                <a:blip r:embed="rId14"/>
                <a:stretch>
                  <a:fillRect l="-2913" t="-6742" b="-31461"/>
                </a:stretch>
              </a:blipFill>
              <a:ln w="12700" cap="flat" cmpd="sng" algn="ctr">
                <a:noFill/>
                <a:prstDash val="solid"/>
                <a:miter lim="800000"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86550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23" grpId="0"/>
      <p:bldP spid="24" grpId="0"/>
      <p:bldP spid="18" grpId="0"/>
      <p:bldP spid="22" grpId="0"/>
      <p:bldP spid="26" grpId="0"/>
      <p:bldP spid="28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ECFC8A-BC0D-5D72-FE99-20313653BC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1" name="Content Placeholder 4">
                <a:extLst>
                  <a:ext uri="{FF2B5EF4-FFF2-40B4-BE49-F238E27FC236}">
                    <a16:creationId xmlns:a16="http://schemas.microsoft.com/office/drawing/2014/main" id="{C2E3A768-B2DD-49B5-A909-9453EEB041E3}"/>
                  </a:ext>
                </a:extLst>
              </p:cNvPr>
              <p:cNvSpPr txBox="1">
                <a:spLocks/>
              </p:cNvSpPr>
              <p:nvPr/>
            </p:nvSpPr>
            <p:spPr>
              <a:xfrm flipH="1">
                <a:off x="-1" y="865206"/>
                <a:ext cx="5615190" cy="540000"/>
              </a:xfrm>
              <a:prstGeom prst="rect">
                <a:avLst/>
              </a:prstGeom>
              <a:gradFill>
                <a:gsLst>
                  <a:gs pos="10000">
                    <a:srgbClr val="0E47A1"/>
                  </a:gs>
                  <a:gs pos="100000">
                    <a:srgbClr val="03A9F5"/>
                  </a:gs>
                </a:gsLst>
                <a:lin ang="10800000" scaled="1"/>
              </a:gradFill>
              <a:ln>
                <a:noFill/>
              </a:ln>
            </p:spPr>
            <p:txBody>
              <a:bodyPr vert="horz" wrap="square" lIns="91440" tIns="45720" rIns="91440" bIns="45720" numCol="1" anchor="ctr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algn="ctr">
                  <a:defRPr sz="2800">
                    <a:solidFill>
                      <a:schemeClr val="bg1"/>
                    </a:solidFill>
                  </a:defRPr>
                </a:lvl1pPr>
                <a:lvl2pPr>
                  <a:defRPr>
                    <a:solidFill>
                      <a:schemeClr val="tx1"/>
                    </a:solidFill>
                  </a:defRPr>
                </a:lvl2pPr>
                <a:lvl3pPr>
                  <a:defRPr>
                    <a:solidFill>
                      <a:schemeClr val="tx1"/>
                    </a:solidFill>
                  </a:defRPr>
                </a:lvl3pPr>
                <a:lvl4pPr>
                  <a:defRPr>
                    <a:solidFill>
                      <a:schemeClr val="tx1"/>
                    </a:solidFill>
                  </a:defRPr>
                </a:lvl4pPr>
                <a:lvl5pPr>
                  <a:defRPr>
                    <a:solidFill>
                      <a:schemeClr val="tx1"/>
                    </a:solidFill>
                  </a:defRPr>
                </a:lvl5pPr>
                <a:lvl6pPr>
                  <a:defRPr>
                    <a:solidFill>
                      <a:schemeClr val="tx1"/>
                    </a:solidFill>
                  </a:defRPr>
                </a:lvl6pPr>
                <a:lvl7pPr>
                  <a:defRPr>
                    <a:solidFill>
                      <a:schemeClr val="tx1"/>
                    </a:solidFill>
                  </a:defRPr>
                </a:lvl7pPr>
                <a:lvl8pPr>
                  <a:defRPr>
                    <a:solidFill>
                      <a:schemeClr val="tx1"/>
                    </a:solidFill>
                  </a:defRPr>
                </a:lvl8pPr>
                <a:lvl9pPr>
                  <a:defRPr>
                    <a:solidFill>
                      <a:schemeClr val="tx1"/>
                    </a:solidFill>
                  </a:defRPr>
                </a:lvl9pPr>
              </a:lstStyle>
              <a:p>
                <a:pPr algn="l"/>
                <a:r>
                  <a:rPr lang="en-US" b="1" dirty="0"/>
                  <a:t>Axiom 8: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b="1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 i="0" dirty="0" smtClean="0">
                            <a:latin typeface="Cambria Math" panose="02040503050406030204" pitchFamily="18" charset="0"/>
                          </a:rPr>
                          <m:t>𝐤</m:t>
                        </m:r>
                        <m:r>
                          <a:rPr lang="en-US" b="1" i="0" dirty="0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b="1" i="0" dirty="0" smtClean="0">
                            <a:latin typeface="Cambria Math" panose="02040503050406030204" pitchFamily="18" charset="0"/>
                          </a:rPr>
                          <m:t>𝐦</m:t>
                        </m:r>
                      </m:e>
                    </m:d>
                    <m:r>
                      <a:rPr lang="en-US" b="1" i="1" dirty="0" smtClean="0">
                        <a:latin typeface="Cambria Math" panose="02040503050406030204" pitchFamily="18" charset="0"/>
                      </a:rPr>
                      <m:t>⋅</m:t>
                    </m:r>
                    <m:r>
                      <a:rPr lang="en-US" b="1" i="0" dirty="0" smtClean="0">
                        <a:latin typeface="Cambria Math" panose="02040503050406030204" pitchFamily="18" charset="0"/>
                      </a:rPr>
                      <m:t>𝐱</m:t>
                    </m:r>
                    <m:r>
                      <a:rPr lang="en-US" b="1" i="0" dirty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1" i="0" dirty="0">
                        <a:latin typeface="Cambria Math" panose="02040503050406030204" pitchFamily="18" charset="0"/>
                      </a:rPr>
                      <m:t>𝐤</m:t>
                    </m:r>
                    <m:r>
                      <a:rPr lang="en-US" b="1" i="0" dirty="0" smtClean="0">
                        <a:latin typeface="Cambria Math" panose="02040503050406030204" pitchFamily="18" charset="0"/>
                      </a:rPr>
                      <m:t>⋅</m:t>
                    </m:r>
                    <m:r>
                      <a:rPr lang="en-US" b="1" i="0" dirty="0" smtClean="0">
                        <a:latin typeface="Cambria Math" panose="02040503050406030204" pitchFamily="18" charset="0"/>
                      </a:rPr>
                      <m:t>𝐱</m:t>
                    </m:r>
                    <m:r>
                      <a:rPr lang="en-US" b="1" i="0" dirty="0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1" i="0" dirty="0" smtClean="0">
                        <a:latin typeface="Cambria Math" panose="02040503050406030204" pitchFamily="18" charset="0"/>
                      </a:rPr>
                      <m:t>𝐦</m:t>
                    </m:r>
                    <m:r>
                      <a:rPr lang="en-US" b="1" dirty="0">
                        <a:latin typeface="Cambria Math" panose="02040503050406030204" pitchFamily="18" charset="0"/>
                      </a:rPr>
                      <m:t>⋅</m:t>
                    </m:r>
                    <m:r>
                      <a:rPr lang="en-US" b="1" i="0" dirty="0" smtClean="0">
                        <a:latin typeface="Cambria Math" panose="02040503050406030204" pitchFamily="18" charset="0"/>
                      </a:rPr>
                      <m:t>𝐱</m:t>
                    </m:r>
                  </m:oMath>
                </a14:m>
                <a:endParaRPr lang="en-US" b="1" dirty="0"/>
              </a:p>
            </p:txBody>
          </p:sp>
        </mc:Choice>
        <mc:Fallback xmlns="">
          <p:sp>
            <p:nvSpPr>
              <p:cNvPr id="21" name="Content Placeholder 4">
                <a:extLst>
                  <a:ext uri="{FF2B5EF4-FFF2-40B4-BE49-F238E27FC236}">
                    <a16:creationId xmlns:a16="http://schemas.microsoft.com/office/drawing/2014/main" id="{C2E3A768-B2DD-49B5-A909-9453EEB041E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-1" y="865206"/>
                <a:ext cx="5615190" cy="540000"/>
              </a:xfrm>
              <a:prstGeom prst="rect">
                <a:avLst/>
              </a:prstGeom>
              <a:blipFill>
                <a:blip r:embed="rId2"/>
                <a:stretch>
                  <a:fillRect l="-2172" t="-10112" b="-29213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FDFDD70C-3AAE-183B-5AED-36C59E3E9B77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IN" dirty="0"/>
                  <a:t>Method:1 </a:t>
                </a:r>
                <a14:m>
                  <m:oMath xmlns:m="http://schemas.openxmlformats.org/officeDocument/2006/math">
                    <m:r>
                      <a:rPr lang="en-I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⇝</m:t>
                    </m:r>
                  </m:oMath>
                </a14:m>
                <a:r>
                  <a:rPr lang="en-IN" dirty="0"/>
                  <a:t> Example:1(continue)</a:t>
                </a:r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FDFDD70C-3AAE-183B-5AED-36C59E3E9B7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3"/>
                <a:stretch>
                  <a:fillRect l="-400" t="-8547" b="-1965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Right Arrow 3">
            <a:extLst>
              <a:ext uri="{FF2B5EF4-FFF2-40B4-BE49-F238E27FC236}">
                <a16:creationId xmlns:a16="http://schemas.microsoft.com/office/drawing/2014/main" id="{3FE11F38-A8D0-406B-A77F-9DE69C4F1B02}"/>
              </a:ext>
            </a:extLst>
          </p:cNvPr>
          <p:cNvSpPr/>
          <p:nvPr/>
        </p:nvSpPr>
        <p:spPr>
          <a:xfrm flipV="1">
            <a:off x="7091357" y="1733616"/>
            <a:ext cx="144000" cy="180000"/>
          </a:xfrm>
          <a:prstGeom prst="rightArrow">
            <a:avLst/>
          </a:prstGeom>
          <a:gradFill>
            <a:gsLst>
              <a:gs pos="10000">
                <a:srgbClr val="0E47A1"/>
              </a:gs>
              <a:gs pos="100000">
                <a:srgbClr val="03A9F5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Wingdings 3" panose="05040102010807070707" pitchFamily="18" charset="2"/>
              <a:buNone/>
            </a:pPr>
            <a:endParaRPr lang="en-IN" sz="2800" dirty="0">
              <a:solidFill>
                <a:schemeClr val="bg1"/>
              </a:solidFill>
            </a:endParaRPr>
          </a:p>
        </p:txBody>
      </p:sp>
      <p:pic>
        <p:nvPicPr>
          <p:cNvPr id="14" name="Picture 1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91148" y="841346"/>
            <a:ext cx="5020346" cy="1212754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/>
        </p:nvPicPr>
        <p:blipFill rotWithShape="1">
          <a:blip r:embed="rId5"/>
          <a:srcRect r="32119"/>
          <a:stretch/>
        </p:blipFill>
        <p:spPr>
          <a:xfrm>
            <a:off x="7101540" y="2054100"/>
            <a:ext cx="2947112" cy="3917407"/>
          </a:xfrm>
          <a:prstGeom prst="rect">
            <a:avLst/>
          </a:prstGeom>
          <a:noFill/>
          <a:ln w="9525" cap="flat" cmpd="sng" algn="ctr">
            <a:solidFill>
              <a:srgbClr val="FF0000"/>
            </a:solidFill>
            <a:prstDash val="solid"/>
            <a:miter lim="800000"/>
          </a:ln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9" name="Content Placeholder 4">
                <a:extLst>
                  <a:ext uri="{FF2B5EF4-FFF2-40B4-BE49-F238E27FC236}">
                    <a16:creationId xmlns:a16="http://schemas.microsoft.com/office/drawing/2014/main" id="{E2369E14-FB7F-439F-B8BC-3D00ED9ED33E}"/>
                  </a:ext>
                </a:extLst>
              </p:cNvPr>
              <p:cNvSpPr txBox="1">
                <a:spLocks/>
              </p:cNvSpPr>
              <p:nvPr/>
            </p:nvSpPr>
            <p:spPr>
              <a:xfrm flipH="1">
                <a:off x="132610" y="1548055"/>
                <a:ext cx="3258290" cy="540000"/>
              </a:xfrm>
              <a:prstGeom prst="rect">
                <a:avLst/>
              </a:prstGeom>
              <a:noFill/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vert="horz" lIns="91440" tIns="45720" rIns="91440" bIns="45720" rtlCol="0" anchor="ctr">
                <a:noAutofit/>
              </a:bodyPr>
              <a:lstStyle>
                <a:lvl1pPr marL="265113" indent="-265113" algn="just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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809625" indent="-352425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lnSpc>
                    <a:spcPct val="115000"/>
                  </a:lnSpc>
                  <a:spcAft>
                    <a:spcPts val="800"/>
                  </a:spcAft>
                  <a:buNone/>
                </a:pPr>
                <a:r>
                  <a:rPr lang="en-US" sz="2800" dirty="0">
                    <a:solidFill>
                      <a:srgbClr val="002060"/>
                    </a:solidFill>
                  </a:rPr>
                  <a:t>Now,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2800" b="0" i="1" dirty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sz="2800" b="0" i="0" dirty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k</m:t>
                        </m:r>
                        <m:r>
                          <a:rPr lang="en-US" sz="2800" dirty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US" sz="2800" b="0" i="0" dirty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m</m:t>
                        </m:r>
                      </m:e>
                    </m:d>
                    <m:r>
                      <a:rPr lang="en-US" sz="2800" b="0" i="0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m:rPr>
                        <m:sty m:val="p"/>
                      </m:rPr>
                      <a:rPr lang="en-US" sz="2800" b="0" i="0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x</m:t>
                    </m:r>
                  </m:oMath>
                </a14:m>
                <a:endParaRPr lang="en-US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19" name="Content Placeholder 4">
                <a:extLst>
                  <a:ext uri="{FF2B5EF4-FFF2-40B4-BE49-F238E27FC236}">
                    <a16:creationId xmlns:a16="http://schemas.microsoft.com/office/drawing/2014/main" id="{E2369E14-FB7F-439F-B8BC-3D00ED9ED33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132610" y="1548055"/>
                <a:ext cx="3258290" cy="540000"/>
              </a:xfrm>
              <a:prstGeom prst="rect">
                <a:avLst/>
              </a:prstGeom>
              <a:blipFill>
                <a:blip r:embed="rId7"/>
                <a:stretch>
                  <a:fillRect l="-3933" t="-10112" b="-28090"/>
                </a:stretch>
              </a:blipFill>
              <a:ln w="12700" cap="flat" cmpd="sng" algn="ctr">
                <a:noFill/>
                <a:prstDash val="solid"/>
                <a:miter lim="800000"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Content Placeholder 4">
                <a:extLst>
                  <a:ext uri="{FF2B5EF4-FFF2-40B4-BE49-F238E27FC236}">
                    <a16:creationId xmlns:a16="http://schemas.microsoft.com/office/drawing/2014/main" id="{E2369E14-FB7F-439F-B8BC-3D00ED9ED33E}"/>
                  </a:ext>
                </a:extLst>
              </p:cNvPr>
              <p:cNvSpPr txBox="1">
                <a:spLocks/>
              </p:cNvSpPr>
              <p:nvPr/>
            </p:nvSpPr>
            <p:spPr>
              <a:xfrm flipH="1">
                <a:off x="2467720" y="1590412"/>
                <a:ext cx="1504384" cy="540000"/>
              </a:xfrm>
              <a:prstGeom prst="rect">
                <a:avLst/>
              </a:prstGeom>
              <a:noFill/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vert="horz" lIns="91440" tIns="45720" rIns="91440" bIns="45720" rtlCol="0" anchor="ctr">
                <a:noAutofit/>
              </a:bodyPr>
              <a:lstStyle>
                <a:lvl1pPr marL="265113" indent="-265113" algn="just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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809625" indent="-352425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lnSpc>
                    <a:spcPct val="115000"/>
                  </a:lnSpc>
                  <a:spcAft>
                    <a:spcPts val="8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dirty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sz="2800" b="0" i="1" dirty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en-US" sz="2800" b="0" i="0" dirty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x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a:rPr lang="en-US" sz="2800" i="0" dirty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k</m:t>
                          </m:r>
                          <m:r>
                            <a:rPr lang="en-US" sz="2800" b="0" i="0" dirty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m:rPr>
                              <m:sty m:val="p"/>
                            </m:rPr>
                            <a:rPr lang="en-US" sz="2800" b="0" i="0" dirty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m</m:t>
                          </m:r>
                        </m:sup>
                      </m:sSup>
                    </m:oMath>
                  </m:oMathPara>
                </a14:m>
                <a:endParaRPr lang="en-US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20" name="Content Placeholder 4">
                <a:extLst>
                  <a:ext uri="{FF2B5EF4-FFF2-40B4-BE49-F238E27FC236}">
                    <a16:creationId xmlns:a16="http://schemas.microsoft.com/office/drawing/2014/main" id="{E2369E14-FB7F-439F-B8BC-3D00ED9ED33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2467720" y="1590412"/>
                <a:ext cx="1504384" cy="54000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  <a:ln w="12700" cap="flat" cmpd="sng" algn="ctr">
                <a:noFill/>
                <a:prstDash val="solid"/>
                <a:miter lim="800000"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Content Placeholder 4">
                <a:extLst>
                  <a:ext uri="{FF2B5EF4-FFF2-40B4-BE49-F238E27FC236}">
                    <a16:creationId xmlns:a16="http://schemas.microsoft.com/office/drawing/2014/main" id="{E2369E14-FB7F-439F-B8BC-3D00ED9ED33E}"/>
                  </a:ext>
                </a:extLst>
              </p:cNvPr>
              <p:cNvSpPr txBox="1">
                <a:spLocks/>
              </p:cNvSpPr>
              <p:nvPr/>
            </p:nvSpPr>
            <p:spPr>
              <a:xfrm flipH="1">
                <a:off x="2529741" y="2217135"/>
                <a:ext cx="2004721" cy="540000"/>
              </a:xfrm>
              <a:prstGeom prst="rect">
                <a:avLst/>
              </a:prstGeom>
              <a:noFill/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vert="horz" lIns="91440" tIns="45720" rIns="91440" bIns="45720" rtlCol="0" anchor="ctr">
                <a:noAutofit/>
              </a:bodyPr>
              <a:lstStyle>
                <a:lvl1pPr marL="265113" indent="-265113" algn="just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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809625" indent="-352425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lnSpc>
                    <a:spcPct val="115000"/>
                  </a:lnSpc>
                  <a:spcAft>
                    <a:spcPts val="8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800" dirty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sz="2800" b="0" i="1" dirty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sz="2800" b="0" i="1" dirty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n-US" sz="2800" b="0" i="0" dirty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x</m:t>
                              </m:r>
                            </m:e>
                            <m:sup>
                              <m:r>
                                <m:rPr>
                                  <m:sty m:val="p"/>
                                </m:rPr>
                                <a:rPr lang="en-US" sz="2800" i="0" dirty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k</m:t>
                              </m:r>
                            </m:sup>
                          </m:sSup>
                        </m:e>
                      </m:d>
                      <m:d>
                        <m:dPr>
                          <m:ctrlPr>
                            <a:rPr lang="en-US" sz="2800" b="0" i="1" dirty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sz="2800" i="1" dirty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n-US" sz="2800" dirty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x</m:t>
                              </m:r>
                            </m:e>
                            <m:sup>
                              <m:r>
                                <m:rPr>
                                  <m:sty m:val="p"/>
                                </m:rPr>
                                <a:rPr lang="en-US" sz="2800" b="0" i="0" dirty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m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en-US" sz="2800" dirty="0">
                  <a:solidFill>
                    <a:srgbClr val="002060"/>
                  </a:solidFill>
                  <a:latin typeface="+mj-lt"/>
                </a:endParaRPr>
              </a:p>
            </p:txBody>
          </p:sp>
        </mc:Choice>
        <mc:Fallback xmlns="">
          <p:sp>
            <p:nvSpPr>
              <p:cNvPr id="23" name="Content Placeholder 4">
                <a:extLst>
                  <a:ext uri="{FF2B5EF4-FFF2-40B4-BE49-F238E27FC236}">
                    <a16:creationId xmlns:a16="http://schemas.microsoft.com/office/drawing/2014/main" id="{E2369E14-FB7F-439F-B8BC-3D00ED9ED33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2529741" y="2217135"/>
                <a:ext cx="2004721" cy="540000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  <a:ln w="12700" cap="flat" cmpd="sng" algn="ctr">
                <a:noFill/>
                <a:prstDash val="solid"/>
                <a:miter lim="800000"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Content Placeholder 4">
                <a:extLst>
                  <a:ext uri="{FF2B5EF4-FFF2-40B4-BE49-F238E27FC236}">
                    <a16:creationId xmlns:a16="http://schemas.microsoft.com/office/drawing/2014/main" id="{E2369E14-FB7F-439F-B8BC-3D00ED9ED33E}"/>
                  </a:ext>
                </a:extLst>
              </p:cNvPr>
              <p:cNvSpPr txBox="1">
                <a:spLocks/>
              </p:cNvSpPr>
              <p:nvPr/>
            </p:nvSpPr>
            <p:spPr>
              <a:xfrm flipH="1">
                <a:off x="2507700" y="3470581"/>
                <a:ext cx="2554589" cy="462537"/>
              </a:xfrm>
              <a:prstGeom prst="rect">
                <a:avLst/>
              </a:prstGeom>
              <a:noFill/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vert="horz" lIns="91440" tIns="45720" rIns="91440" bIns="45720" rtlCol="0" anchor="ctr">
                <a:noAutofit/>
              </a:bodyPr>
              <a:lstStyle>
                <a:lvl1pPr marL="265113" indent="-265113" algn="just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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809625" indent="-352425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lnSpc>
                    <a:spcPct val="115000"/>
                  </a:lnSpc>
                  <a:spcAft>
                    <a:spcPts val="8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800" dirty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sz="2800" dirty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k</m:t>
                      </m:r>
                      <m:r>
                        <a:rPr lang="en-US" sz="2800" i="1" dirty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⋅</m:t>
                      </m:r>
                      <m:r>
                        <m:rPr>
                          <m:sty m:val="p"/>
                        </m:rPr>
                        <a:rPr lang="en-US" sz="2800" dirty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x</m:t>
                      </m:r>
                      <m:r>
                        <a:rPr lang="en-US" sz="2800" b="0" i="1" dirty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m:rPr>
                          <m:sty m:val="p"/>
                        </m:rPr>
                        <a:rPr lang="en-US" sz="2800" b="0" i="0" dirty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m</m:t>
                      </m:r>
                      <m:r>
                        <a:rPr lang="en-US" sz="2800" i="1" dirty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⋅</m:t>
                      </m:r>
                      <m:r>
                        <m:rPr>
                          <m:sty m:val="p"/>
                        </m:rPr>
                        <a:rPr lang="en-US" sz="2800" b="0" i="0" dirty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x</m:t>
                      </m:r>
                    </m:oMath>
                  </m:oMathPara>
                </a14:m>
                <a:endParaRPr lang="en-US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24" name="Content Placeholder 4">
                <a:extLst>
                  <a:ext uri="{FF2B5EF4-FFF2-40B4-BE49-F238E27FC236}">
                    <a16:creationId xmlns:a16="http://schemas.microsoft.com/office/drawing/2014/main" id="{E2369E14-FB7F-439F-B8BC-3D00ED9ED33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2507700" y="3470581"/>
                <a:ext cx="2554589" cy="462537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  <a:ln w="12700" cap="flat" cmpd="sng" algn="ctr">
                <a:noFill/>
                <a:prstDash val="solid"/>
                <a:miter lim="800000"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Content Placeholder 4">
                <a:extLst>
                  <a:ext uri="{FF2B5EF4-FFF2-40B4-BE49-F238E27FC236}">
                    <a16:creationId xmlns:a16="http://schemas.microsoft.com/office/drawing/2014/main" id="{E2369E14-FB7F-439F-B8BC-3D00ED9ED33E}"/>
                  </a:ext>
                </a:extLst>
              </p:cNvPr>
              <p:cNvSpPr txBox="1">
                <a:spLocks/>
              </p:cNvSpPr>
              <p:nvPr/>
            </p:nvSpPr>
            <p:spPr>
              <a:xfrm flipH="1">
                <a:off x="256406" y="4019841"/>
                <a:ext cx="4782292" cy="540000"/>
              </a:xfrm>
              <a:prstGeom prst="rect">
                <a:avLst/>
              </a:prstGeom>
              <a:noFill/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vert="horz" lIns="91440" tIns="45720" rIns="91440" bIns="45720" rtlCol="0" anchor="ctr">
                <a:noAutofit/>
              </a:bodyPr>
              <a:lstStyle>
                <a:lvl1pPr marL="265113" indent="-265113" algn="just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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809625" indent="-352425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lnSpc>
                    <a:spcPct val="115000"/>
                  </a:lnSpc>
                  <a:spcAft>
                    <a:spcPts val="800"/>
                  </a:spcAft>
                  <a:buNone/>
                </a:pPr>
                <a:r>
                  <a:rPr lang="en-US" sz="2800" dirty="0">
                    <a:solidFill>
                      <a:srgbClr val="002060"/>
                    </a:solidFill>
                    <a:latin typeface="+mj-lt"/>
                  </a:rPr>
                  <a:t>So,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2800" i="1" dirty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sz="2800" dirty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k</m:t>
                        </m:r>
                        <m:r>
                          <a:rPr lang="en-US" sz="2800" dirty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US" sz="2800" dirty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m</m:t>
                        </m:r>
                      </m:e>
                    </m:d>
                    <m:r>
                      <a:rPr lang="en-US" sz="2800" dirty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m:rPr>
                        <m:sty m:val="p"/>
                      </m:rPr>
                      <a:rPr lang="en-US" sz="2800" dirty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x</m:t>
                    </m:r>
                    <m:r>
                      <a:rPr lang="en-US" sz="2800" b="0" i="0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sz="2800" dirty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k</m:t>
                    </m:r>
                    <m:r>
                      <a:rPr lang="en-US" sz="2800" i="1" dirty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m:rPr>
                        <m:sty m:val="p"/>
                      </m:rPr>
                      <a:rPr lang="en-US" sz="2800" dirty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x</m:t>
                    </m:r>
                    <m:r>
                      <a:rPr lang="en-US" sz="2800" i="1" dirty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US" sz="2800" b="0" i="0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m</m:t>
                    </m:r>
                    <m:r>
                      <a:rPr lang="en-US" sz="2800" i="1" dirty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m:rPr>
                        <m:sty m:val="p"/>
                      </m:rPr>
                      <a:rPr lang="en-US" sz="2800" b="0" i="0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x</m:t>
                    </m:r>
                  </m:oMath>
                </a14:m>
                <a:endParaRPr lang="en-US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28" name="Content Placeholder 4">
                <a:extLst>
                  <a:ext uri="{FF2B5EF4-FFF2-40B4-BE49-F238E27FC236}">
                    <a16:creationId xmlns:a16="http://schemas.microsoft.com/office/drawing/2014/main" id="{E2369E14-FB7F-439F-B8BC-3D00ED9ED33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256406" y="4019841"/>
                <a:ext cx="4782292" cy="540000"/>
              </a:xfrm>
              <a:prstGeom prst="rect">
                <a:avLst/>
              </a:prstGeom>
              <a:blipFill>
                <a:blip r:embed="rId11"/>
                <a:stretch>
                  <a:fillRect l="-2548" t="-6742" b="-32584"/>
                </a:stretch>
              </a:blipFill>
              <a:ln w="12700" cap="flat" cmpd="sng" algn="ctr">
                <a:noFill/>
                <a:prstDash val="solid"/>
                <a:miter lim="800000"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Content Placeholder 4">
                <a:extLst>
                  <a:ext uri="{FF2B5EF4-FFF2-40B4-BE49-F238E27FC236}">
                    <a16:creationId xmlns:a16="http://schemas.microsoft.com/office/drawing/2014/main" id="{3B45AC3B-719F-4264-AE77-96B49D5042F9}"/>
                  </a:ext>
                </a:extLst>
              </p:cNvPr>
              <p:cNvSpPr txBox="1">
                <a:spLocks/>
              </p:cNvSpPr>
              <p:nvPr/>
            </p:nvSpPr>
            <p:spPr>
              <a:xfrm flipH="1">
                <a:off x="2507700" y="2843858"/>
                <a:ext cx="1763893" cy="540000"/>
              </a:xfrm>
              <a:prstGeom prst="rect">
                <a:avLst/>
              </a:prstGeom>
              <a:noFill/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vert="horz" lIns="91440" tIns="45720" rIns="91440" bIns="45720" rtlCol="0" anchor="ctr">
                <a:noAutofit/>
              </a:bodyPr>
              <a:lstStyle>
                <a:lvl1pPr marL="265113" indent="-265113" algn="just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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809625" indent="-352425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lnSpc>
                    <a:spcPct val="115000"/>
                  </a:lnSpc>
                  <a:spcAft>
                    <a:spcPts val="8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800" dirty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sz="2800" b="0" i="1" dirty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en-US" sz="2800" b="0" i="0" dirty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x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a:rPr lang="en-US" sz="2800" i="0" dirty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k</m:t>
                          </m:r>
                        </m:sup>
                      </m:sSup>
                      <m:r>
                        <a:rPr lang="en-US" sz="2800" b="0" i="1" dirty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US" sz="2800" i="1" dirty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en-US" sz="2800" dirty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x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a:rPr lang="en-US" sz="2800" b="0" i="0" dirty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m</m:t>
                          </m:r>
                        </m:sup>
                      </m:sSup>
                    </m:oMath>
                  </m:oMathPara>
                </a14:m>
                <a:endParaRPr lang="en-US" sz="2800" dirty="0">
                  <a:solidFill>
                    <a:srgbClr val="002060"/>
                  </a:solidFill>
                  <a:latin typeface="+mj-lt"/>
                </a:endParaRPr>
              </a:p>
            </p:txBody>
          </p:sp>
        </mc:Choice>
        <mc:Fallback xmlns="">
          <p:sp>
            <p:nvSpPr>
              <p:cNvPr id="13" name="Content Placeholder 4">
                <a:extLst>
                  <a:ext uri="{FF2B5EF4-FFF2-40B4-BE49-F238E27FC236}">
                    <a16:creationId xmlns:a16="http://schemas.microsoft.com/office/drawing/2014/main" id="{3B45AC3B-719F-4264-AE77-96B49D5042F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2507700" y="2843858"/>
                <a:ext cx="1763893" cy="540000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  <a:ln w="12700" cap="flat" cmpd="sng" algn="ctr">
                <a:noFill/>
                <a:prstDash val="solid"/>
                <a:miter lim="800000"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122960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23" grpId="0"/>
      <p:bldP spid="24" grpId="0"/>
      <p:bldP spid="28" grpId="0"/>
      <p:bldP spid="13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ECFC8A-BC0D-5D72-FE99-20313653BC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1" name="Content Placeholder 4">
                <a:extLst>
                  <a:ext uri="{FF2B5EF4-FFF2-40B4-BE49-F238E27FC236}">
                    <a16:creationId xmlns:a16="http://schemas.microsoft.com/office/drawing/2014/main" id="{C2E3A768-B2DD-49B5-A909-9453EEB041E3}"/>
                  </a:ext>
                </a:extLst>
              </p:cNvPr>
              <p:cNvSpPr txBox="1">
                <a:spLocks/>
              </p:cNvSpPr>
              <p:nvPr/>
            </p:nvSpPr>
            <p:spPr>
              <a:xfrm flipH="1">
                <a:off x="-1" y="865206"/>
                <a:ext cx="5615190" cy="540000"/>
              </a:xfrm>
              <a:prstGeom prst="rect">
                <a:avLst/>
              </a:prstGeom>
              <a:gradFill>
                <a:gsLst>
                  <a:gs pos="10000">
                    <a:srgbClr val="0E47A1"/>
                  </a:gs>
                  <a:gs pos="100000">
                    <a:srgbClr val="03A9F5"/>
                  </a:gs>
                </a:gsLst>
                <a:lin ang="10800000" scaled="1"/>
              </a:gradFill>
              <a:ln>
                <a:noFill/>
              </a:ln>
            </p:spPr>
            <p:txBody>
              <a:bodyPr vert="horz" wrap="square" lIns="91440" tIns="45720" rIns="91440" bIns="45720" numCol="1" anchor="ctr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algn="ctr">
                  <a:defRPr sz="2800">
                    <a:solidFill>
                      <a:schemeClr val="bg1"/>
                    </a:solidFill>
                  </a:defRPr>
                </a:lvl1pPr>
                <a:lvl2pPr>
                  <a:defRPr>
                    <a:solidFill>
                      <a:schemeClr val="tx1"/>
                    </a:solidFill>
                  </a:defRPr>
                </a:lvl2pPr>
                <a:lvl3pPr>
                  <a:defRPr>
                    <a:solidFill>
                      <a:schemeClr val="tx1"/>
                    </a:solidFill>
                  </a:defRPr>
                </a:lvl3pPr>
                <a:lvl4pPr>
                  <a:defRPr>
                    <a:solidFill>
                      <a:schemeClr val="tx1"/>
                    </a:solidFill>
                  </a:defRPr>
                </a:lvl4pPr>
                <a:lvl5pPr>
                  <a:defRPr>
                    <a:solidFill>
                      <a:schemeClr val="tx1"/>
                    </a:solidFill>
                  </a:defRPr>
                </a:lvl5pPr>
                <a:lvl6pPr>
                  <a:defRPr>
                    <a:solidFill>
                      <a:schemeClr val="tx1"/>
                    </a:solidFill>
                  </a:defRPr>
                </a:lvl6pPr>
                <a:lvl7pPr>
                  <a:defRPr>
                    <a:solidFill>
                      <a:schemeClr val="tx1"/>
                    </a:solidFill>
                  </a:defRPr>
                </a:lvl7pPr>
                <a:lvl8pPr>
                  <a:defRPr>
                    <a:solidFill>
                      <a:schemeClr val="tx1"/>
                    </a:solidFill>
                  </a:defRPr>
                </a:lvl8pPr>
                <a:lvl9pPr>
                  <a:defRPr>
                    <a:solidFill>
                      <a:schemeClr val="tx1"/>
                    </a:solidFill>
                  </a:defRPr>
                </a:lvl9pPr>
              </a:lstStyle>
              <a:p>
                <a:pPr algn="l"/>
                <a:r>
                  <a:rPr lang="en-US" b="1" dirty="0"/>
                  <a:t>Axiom 9: </a:t>
                </a:r>
                <a14:m>
                  <m:oMath xmlns:m="http://schemas.openxmlformats.org/officeDocument/2006/math">
                    <m:r>
                      <a:rPr lang="en-US" b="1" i="0" dirty="0" smtClean="0">
                        <a:latin typeface="Cambria Math" panose="02040503050406030204" pitchFamily="18" charset="0"/>
                      </a:rPr>
                      <m:t>𝐤</m:t>
                    </m:r>
                    <m:r>
                      <a:rPr lang="en-US" b="1" i="0" dirty="0" smtClean="0">
                        <a:latin typeface="Cambria Math" panose="02040503050406030204" pitchFamily="18" charset="0"/>
                      </a:rPr>
                      <m:t>⋅</m:t>
                    </m:r>
                    <m:d>
                      <m:dPr>
                        <m:ctrlPr>
                          <a:rPr lang="en-US" b="1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 i="0" dirty="0">
                            <a:latin typeface="Cambria Math" panose="02040503050406030204" pitchFamily="18" charset="0"/>
                          </a:rPr>
                          <m:t>𝐦</m:t>
                        </m:r>
                        <m:r>
                          <a:rPr lang="en-US" b="1" i="0" dirty="0">
                            <a:latin typeface="Cambria Math" panose="02040503050406030204" pitchFamily="18" charset="0"/>
                          </a:rPr>
                          <m:t>⋅</m:t>
                        </m:r>
                        <m:r>
                          <a:rPr lang="en-US" b="1" i="0" dirty="0" smtClean="0">
                            <a:latin typeface="Cambria Math" panose="02040503050406030204" pitchFamily="18" charset="0"/>
                          </a:rPr>
                          <m:t>𝐱</m:t>
                        </m:r>
                      </m:e>
                    </m:d>
                    <m:r>
                      <a:rPr lang="en-US" b="1" i="0" dirty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b="1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 i="0" dirty="0">
                            <a:latin typeface="Cambria Math" panose="02040503050406030204" pitchFamily="18" charset="0"/>
                          </a:rPr>
                          <m:t>𝐤</m:t>
                        </m:r>
                        <m:r>
                          <a:rPr lang="en-US" b="1" i="0" dirty="0" smtClean="0">
                            <a:latin typeface="Cambria Math" panose="02040503050406030204" pitchFamily="18" charset="0"/>
                          </a:rPr>
                          <m:t>𝐦</m:t>
                        </m:r>
                      </m:e>
                    </m:d>
                    <m:r>
                      <a:rPr lang="en-US" b="1" dirty="0">
                        <a:latin typeface="Cambria Math" panose="02040503050406030204" pitchFamily="18" charset="0"/>
                      </a:rPr>
                      <m:t>⋅</m:t>
                    </m:r>
                    <m:r>
                      <a:rPr lang="en-US" b="1" i="0" dirty="0" smtClean="0">
                        <a:latin typeface="Cambria Math" panose="02040503050406030204" pitchFamily="18" charset="0"/>
                      </a:rPr>
                      <m:t>𝐱</m:t>
                    </m:r>
                  </m:oMath>
                </a14:m>
                <a:endParaRPr lang="en-US" b="1" dirty="0"/>
              </a:p>
            </p:txBody>
          </p:sp>
        </mc:Choice>
        <mc:Fallback xmlns="">
          <p:sp>
            <p:nvSpPr>
              <p:cNvPr id="21" name="Content Placeholder 4">
                <a:extLst>
                  <a:ext uri="{FF2B5EF4-FFF2-40B4-BE49-F238E27FC236}">
                    <a16:creationId xmlns:a16="http://schemas.microsoft.com/office/drawing/2014/main" id="{C2E3A768-B2DD-49B5-A909-9453EEB041E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-1" y="865206"/>
                <a:ext cx="5615190" cy="540000"/>
              </a:xfrm>
              <a:prstGeom prst="rect">
                <a:avLst/>
              </a:prstGeom>
              <a:blipFill>
                <a:blip r:embed="rId2"/>
                <a:stretch>
                  <a:fillRect l="-2172" t="-10112" b="-29213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FDFDD70C-3AAE-183B-5AED-36C59E3E9B77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IN" dirty="0"/>
                  <a:t>Method:1 </a:t>
                </a:r>
                <a14:m>
                  <m:oMath xmlns:m="http://schemas.openxmlformats.org/officeDocument/2006/math">
                    <m:r>
                      <a:rPr lang="en-I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⇝</m:t>
                    </m:r>
                  </m:oMath>
                </a14:m>
                <a:r>
                  <a:rPr lang="en-IN" dirty="0"/>
                  <a:t> Example:1(continue)</a:t>
                </a:r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FDFDD70C-3AAE-183B-5AED-36C59E3E9B7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3"/>
                <a:stretch>
                  <a:fillRect l="-400" t="-8547" b="-1965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Right Arrow 3">
            <a:extLst>
              <a:ext uri="{FF2B5EF4-FFF2-40B4-BE49-F238E27FC236}">
                <a16:creationId xmlns:a16="http://schemas.microsoft.com/office/drawing/2014/main" id="{3FE11F38-A8D0-406B-A77F-9DE69C4F1B02}"/>
              </a:ext>
            </a:extLst>
          </p:cNvPr>
          <p:cNvSpPr/>
          <p:nvPr/>
        </p:nvSpPr>
        <p:spPr>
          <a:xfrm flipV="1">
            <a:off x="7091357" y="1733616"/>
            <a:ext cx="144000" cy="180000"/>
          </a:xfrm>
          <a:prstGeom prst="rightArrow">
            <a:avLst/>
          </a:prstGeom>
          <a:gradFill>
            <a:gsLst>
              <a:gs pos="10000">
                <a:srgbClr val="0E47A1"/>
              </a:gs>
              <a:gs pos="100000">
                <a:srgbClr val="03A9F5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Wingdings 3" panose="05040102010807070707" pitchFamily="18" charset="2"/>
              <a:buNone/>
            </a:pPr>
            <a:endParaRPr lang="en-IN" sz="2800" dirty="0">
              <a:solidFill>
                <a:schemeClr val="bg1"/>
              </a:solidFill>
            </a:endParaRPr>
          </a:p>
        </p:txBody>
      </p:sp>
      <p:pic>
        <p:nvPicPr>
          <p:cNvPr id="14" name="Picture 1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91148" y="841346"/>
            <a:ext cx="5020346" cy="1212754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/>
        </p:nvPicPr>
        <p:blipFill rotWithShape="1">
          <a:blip r:embed="rId5"/>
          <a:srcRect r="32119"/>
          <a:stretch/>
        </p:blipFill>
        <p:spPr>
          <a:xfrm>
            <a:off x="7101540" y="2054100"/>
            <a:ext cx="2947112" cy="3917407"/>
          </a:xfrm>
          <a:prstGeom prst="rect">
            <a:avLst/>
          </a:prstGeom>
          <a:noFill/>
          <a:ln w="9525" cap="flat" cmpd="sng" algn="ctr">
            <a:solidFill>
              <a:srgbClr val="FF0000"/>
            </a:solidFill>
            <a:prstDash val="solid"/>
            <a:miter lim="800000"/>
          </a:ln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9" name="Content Placeholder 4">
                <a:extLst>
                  <a:ext uri="{FF2B5EF4-FFF2-40B4-BE49-F238E27FC236}">
                    <a16:creationId xmlns:a16="http://schemas.microsoft.com/office/drawing/2014/main" id="{E2369E14-FB7F-439F-B8BC-3D00ED9ED33E}"/>
                  </a:ext>
                </a:extLst>
              </p:cNvPr>
              <p:cNvSpPr txBox="1">
                <a:spLocks/>
              </p:cNvSpPr>
              <p:nvPr/>
            </p:nvSpPr>
            <p:spPr>
              <a:xfrm flipH="1">
                <a:off x="132610" y="1548055"/>
                <a:ext cx="3258290" cy="540000"/>
              </a:xfrm>
              <a:prstGeom prst="rect">
                <a:avLst/>
              </a:prstGeom>
              <a:noFill/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vert="horz" lIns="91440" tIns="45720" rIns="91440" bIns="45720" rtlCol="0" anchor="ctr">
                <a:noAutofit/>
              </a:bodyPr>
              <a:lstStyle>
                <a:lvl1pPr marL="265113" indent="-265113" algn="just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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809625" indent="-352425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lnSpc>
                    <a:spcPct val="115000"/>
                  </a:lnSpc>
                  <a:spcAft>
                    <a:spcPts val="800"/>
                  </a:spcAft>
                  <a:buNone/>
                </a:pPr>
                <a:r>
                  <a:rPr lang="en-US" sz="2800" dirty="0">
                    <a:solidFill>
                      <a:srgbClr val="002060"/>
                    </a:solidFill>
                  </a:rPr>
                  <a:t>Now,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800" i="0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k</m:t>
                    </m:r>
                    <m:r>
                      <m:rPr>
                        <m:nor/>
                      </m:rPr>
                      <a:rPr lang="en-US" sz="2800" i="0" dirty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⋅</m:t>
                    </m:r>
                    <m:d>
                      <m:dPr>
                        <m:ctrlPr>
                          <a:rPr lang="en-US" sz="2800" b="0" i="1" dirty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sz="2800" b="0" i="0" dirty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m</m:t>
                        </m:r>
                        <m:r>
                          <a:rPr lang="en-US" sz="2800" b="0" i="0" dirty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r>
                          <m:rPr>
                            <m:sty m:val="p"/>
                          </m:rPr>
                          <a:rPr lang="en-US" sz="2800" b="0" i="0" dirty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x</m:t>
                        </m:r>
                      </m:e>
                    </m:d>
                  </m:oMath>
                </a14:m>
                <a:endParaRPr lang="en-US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19" name="Content Placeholder 4">
                <a:extLst>
                  <a:ext uri="{FF2B5EF4-FFF2-40B4-BE49-F238E27FC236}">
                    <a16:creationId xmlns:a16="http://schemas.microsoft.com/office/drawing/2014/main" id="{E2369E14-FB7F-439F-B8BC-3D00ED9ED33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132610" y="1548055"/>
                <a:ext cx="3258290" cy="540000"/>
              </a:xfrm>
              <a:prstGeom prst="rect">
                <a:avLst/>
              </a:prstGeom>
              <a:blipFill>
                <a:blip r:embed="rId7"/>
                <a:stretch>
                  <a:fillRect l="-3933" t="-10112" b="-28090"/>
                </a:stretch>
              </a:blipFill>
              <a:ln w="12700" cap="flat" cmpd="sng" algn="ctr">
                <a:noFill/>
                <a:prstDash val="solid"/>
                <a:miter lim="800000"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Content Placeholder 4">
                <a:extLst>
                  <a:ext uri="{FF2B5EF4-FFF2-40B4-BE49-F238E27FC236}">
                    <a16:creationId xmlns:a16="http://schemas.microsoft.com/office/drawing/2014/main" id="{E2369E14-FB7F-439F-B8BC-3D00ED9ED33E}"/>
                  </a:ext>
                </a:extLst>
              </p:cNvPr>
              <p:cNvSpPr txBox="1">
                <a:spLocks/>
              </p:cNvSpPr>
              <p:nvPr/>
            </p:nvSpPr>
            <p:spPr>
              <a:xfrm flipH="1">
                <a:off x="2328020" y="1603112"/>
                <a:ext cx="1504384" cy="540000"/>
              </a:xfrm>
              <a:prstGeom prst="rect">
                <a:avLst/>
              </a:prstGeom>
              <a:noFill/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vert="horz" lIns="91440" tIns="45720" rIns="91440" bIns="45720" rtlCol="0" anchor="ctr">
                <a:noAutofit/>
              </a:bodyPr>
              <a:lstStyle>
                <a:lvl1pPr marL="265113" indent="-265113" algn="just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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809625" indent="-352425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lnSpc>
                    <a:spcPct val="115000"/>
                  </a:lnSpc>
                  <a:spcAft>
                    <a:spcPts val="8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800" dirty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sz="2800" dirty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k</m:t>
                      </m:r>
                      <m:r>
                        <m:rPr>
                          <m:nor/>
                        </m:rPr>
                        <a:rPr lang="en-US" sz="2800" i="0" dirty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⋅</m:t>
                      </m:r>
                      <m:d>
                        <m:dPr>
                          <m:ctrlPr>
                            <a:rPr lang="en-US" sz="2800" i="1" dirty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sz="2800" i="1" dirty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n-US" sz="2800" dirty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x</m:t>
                              </m:r>
                            </m:e>
                            <m:sup>
                              <m:r>
                                <m:rPr>
                                  <m:sty m:val="p"/>
                                </m:rPr>
                                <a:rPr lang="en-US" sz="2800" dirty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m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en-US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20" name="Content Placeholder 4">
                <a:extLst>
                  <a:ext uri="{FF2B5EF4-FFF2-40B4-BE49-F238E27FC236}">
                    <a16:creationId xmlns:a16="http://schemas.microsoft.com/office/drawing/2014/main" id="{E2369E14-FB7F-439F-B8BC-3D00ED9ED33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2328020" y="1603112"/>
                <a:ext cx="1504384" cy="54000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  <a:ln w="12700" cap="flat" cmpd="sng" algn="ctr">
                <a:noFill/>
                <a:prstDash val="solid"/>
                <a:miter lim="800000"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Content Placeholder 4">
                <a:extLst>
                  <a:ext uri="{FF2B5EF4-FFF2-40B4-BE49-F238E27FC236}">
                    <a16:creationId xmlns:a16="http://schemas.microsoft.com/office/drawing/2014/main" id="{E2369E14-FB7F-439F-B8BC-3D00ED9ED33E}"/>
                  </a:ext>
                </a:extLst>
              </p:cNvPr>
              <p:cNvSpPr txBox="1">
                <a:spLocks/>
              </p:cNvSpPr>
              <p:nvPr/>
            </p:nvSpPr>
            <p:spPr>
              <a:xfrm flipH="1">
                <a:off x="2328020" y="2230904"/>
                <a:ext cx="1469254" cy="540000"/>
              </a:xfrm>
              <a:prstGeom prst="rect">
                <a:avLst/>
              </a:prstGeom>
              <a:noFill/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vert="horz" lIns="91440" tIns="45720" rIns="91440" bIns="45720" rtlCol="0" anchor="ctr">
                <a:noAutofit/>
              </a:bodyPr>
              <a:lstStyle>
                <a:lvl1pPr marL="265113" indent="-265113" algn="just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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809625" indent="-352425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lnSpc>
                    <a:spcPct val="115000"/>
                  </a:lnSpc>
                  <a:spcAft>
                    <a:spcPts val="8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800" dirty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sz="2800" i="1" dirty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sz="2800" i="1" dirty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sz="2800" i="1" dirty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sz="2800" dirty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x</m:t>
                                  </m:r>
                                </m:e>
                                <m:sup>
                                  <m:r>
                                    <m:rPr>
                                      <m:sty m:val="p"/>
                                    </m:rPr>
                                    <a:rPr lang="en-US" sz="2800" dirty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m</m:t>
                                  </m:r>
                                </m:sup>
                              </m:sSup>
                            </m:e>
                          </m:d>
                        </m:e>
                        <m:sup>
                          <m:r>
                            <m:rPr>
                              <m:sty m:val="p"/>
                            </m:rPr>
                            <a:rPr lang="en-US" sz="2800" b="0" i="0" dirty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k</m:t>
                          </m:r>
                        </m:sup>
                      </m:sSup>
                    </m:oMath>
                  </m:oMathPara>
                </a14:m>
                <a:endParaRPr lang="en-US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23" name="Content Placeholder 4">
                <a:extLst>
                  <a:ext uri="{FF2B5EF4-FFF2-40B4-BE49-F238E27FC236}">
                    <a16:creationId xmlns:a16="http://schemas.microsoft.com/office/drawing/2014/main" id="{E2369E14-FB7F-439F-B8BC-3D00ED9ED33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2328020" y="2230904"/>
                <a:ext cx="1469254" cy="540000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  <a:ln w="12700" cap="flat" cmpd="sng" algn="ctr">
                <a:noFill/>
                <a:prstDash val="solid"/>
                <a:miter lim="800000"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Content Placeholder 4">
                <a:extLst>
                  <a:ext uri="{FF2B5EF4-FFF2-40B4-BE49-F238E27FC236}">
                    <a16:creationId xmlns:a16="http://schemas.microsoft.com/office/drawing/2014/main" id="{E2369E14-FB7F-439F-B8BC-3D00ED9ED33E}"/>
                  </a:ext>
                </a:extLst>
              </p:cNvPr>
              <p:cNvSpPr txBox="1">
                <a:spLocks/>
              </p:cNvSpPr>
              <p:nvPr/>
            </p:nvSpPr>
            <p:spPr>
              <a:xfrm flipH="1">
                <a:off x="2328020" y="2858696"/>
                <a:ext cx="1118629" cy="462537"/>
              </a:xfrm>
              <a:prstGeom prst="rect">
                <a:avLst/>
              </a:prstGeom>
              <a:noFill/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vert="horz" lIns="91440" tIns="45720" rIns="91440" bIns="45720" rtlCol="0" anchor="ctr">
                <a:noAutofit/>
              </a:bodyPr>
              <a:lstStyle>
                <a:lvl1pPr marL="265113" indent="-265113" algn="just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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809625" indent="-352425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lnSpc>
                    <a:spcPct val="115000"/>
                  </a:lnSpc>
                  <a:spcAft>
                    <a:spcPts val="8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800" dirty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sz="2800" i="1" dirty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en-US" sz="2800" dirty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x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a:rPr lang="en-US" sz="2800" b="0" i="0" dirty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m</m:t>
                          </m:r>
                          <m:r>
                            <m:rPr>
                              <m:sty m:val="p"/>
                            </m:rPr>
                            <a:rPr lang="en-US" sz="2800" dirty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k</m:t>
                          </m:r>
                        </m:sup>
                      </m:sSup>
                    </m:oMath>
                  </m:oMathPara>
                </a14:m>
                <a:endParaRPr lang="en-US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24" name="Content Placeholder 4">
                <a:extLst>
                  <a:ext uri="{FF2B5EF4-FFF2-40B4-BE49-F238E27FC236}">
                    <a16:creationId xmlns:a16="http://schemas.microsoft.com/office/drawing/2014/main" id="{E2369E14-FB7F-439F-B8BC-3D00ED9ED33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2328020" y="2858696"/>
                <a:ext cx="1118629" cy="462537"/>
              </a:xfrm>
              <a:prstGeom prst="rect">
                <a:avLst/>
              </a:prstGeom>
              <a:blipFill>
                <a:blip r:embed="rId10"/>
                <a:stretch>
                  <a:fillRect t="-1316"/>
                </a:stretch>
              </a:blipFill>
              <a:ln w="12700" cap="flat" cmpd="sng" algn="ctr">
                <a:noFill/>
                <a:prstDash val="solid"/>
                <a:miter lim="800000"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Content Placeholder 4">
                <a:extLst>
                  <a:ext uri="{FF2B5EF4-FFF2-40B4-BE49-F238E27FC236}">
                    <a16:creationId xmlns:a16="http://schemas.microsoft.com/office/drawing/2014/main" id="{E2369E14-FB7F-439F-B8BC-3D00ED9ED33E}"/>
                  </a:ext>
                </a:extLst>
              </p:cNvPr>
              <p:cNvSpPr txBox="1">
                <a:spLocks/>
              </p:cNvSpPr>
              <p:nvPr/>
            </p:nvSpPr>
            <p:spPr>
              <a:xfrm flipH="1">
                <a:off x="2308968" y="3986078"/>
                <a:ext cx="1567401" cy="540000"/>
              </a:xfrm>
              <a:prstGeom prst="rect">
                <a:avLst/>
              </a:prstGeom>
              <a:noFill/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vert="horz" lIns="91440" tIns="45720" rIns="91440" bIns="45720" rtlCol="0" anchor="ctr">
                <a:noAutofit/>
              </a:bodyPr>
              <a:lstStyle>
                <a:lvl1pPr marL="265113" indent="-265113" algn="just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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809625" indent="-352425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lnSpc>
                    <a:spcPct val="115000"/>
                  </a:lnSpc>
                  <a:spcAft>
                    <a:spcPts val="8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800" dirty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=(</m:t>
                      </m:r>
                      <m:r>
                        <m:rPr>
                          <m:sty m:val="p"/>
                        </m:rPr>
                        <a:rPr lang="en-US" sz="2800" dirty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k</m:t>
                      </m:r>
                      <m:r>
                        <m:rPr>
                          <m:nor/>
                        </m:rPr>
                        <a:rPr lang="en-US" sz="2800" i="0" dirty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m</m:t>
                      </m:r>
                      <m:r>
                        <m:rPr>
                          <m:nor/>
                        </m:rPr>
                        <a:rPr lang="en-US" sz="2800" i="0" dirty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)⋅</m:t>
                      </m:r>
                      <m:r>
                        <m:rPr>
                          <m:sty m:val="p"/>
                        </m:rPr>
                        <a:rPr lang="en-US" sz="2800" dirty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x</m:t>
                      </m:r>
                    </m:oMath>
                  </m:oMathPara>
                </a14:m>
                <a:endParaRPr lang="en-US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28" name="Content Placeholder 4">
                <a:extLst>
                  <a:ext uri="{FF2B5EF4-FFF2-40B4-BE49-F238E27FC236}">
                    <a16:creationId xmlns:a16="http://schemas.microsoft.com/office/drawing/2014/main" id="{E2369E14-FB7F-439F-B8BC-3D00ED9ED33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2308968" y="3986078"/>
                <a:ext cx="1567401" cy="540000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  <a:ln w="12700" cap="flat" cmpd="sng" algn="ctr">
                <a:noFill/>
                <a:prstDash val="solid"/>
                <a:miter lim="800000"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Content Placeholder 4">
                <a:extLst>
                  <a:ext uri="{FF2B5EF4-FFF2-40B4-BE49-F238E27FC236}">
                    <a16:creationId xmlns:a16="http://schemas.microsoft.com/office/drawing/2014/main" id="{E2369E14-FB7F-439F-B8BC-3D00ED9ED33E}"/>
                  </a:ext>
                </a:extLst>
              </p:cNvPr>
              <p:cNvSpPr txBox="1">
                <a:spLocks/>
              </p:cNvSpPr>
              <p:nvPr/>
            </p:nvSpPr>
            <p:spPr>
              <a:xfrm flipH="1">
                <a:off x="2308968" y="3409025"/>
                <a:ext cx="1137681" cy="462537"/>
              </a:xfrm>
              <a:prstGeom prst="rect">
                <a:avLst/>
              </a:prstGeom>
              <a:noFill/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vert="horz" lIns="91440" tIns="45720" rIns="91440" bIns="45720" rtlCol="0" anchor="ctr">
                <a:noAutofit/>
              </a:bodyPr>
              <a:lstStyle>
                <a:lvl1pPr marL="265113" indent="-265113" algn="just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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809625" indent="-352425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lnSpc>
                    <a:spcPct val="115000"/>
                  </a:lnSpc>
                  <a:spcAft>
                    <a:spcPts val="8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800" dirty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sz="2800" i="1" dirty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en-US" sz="2800" dirty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x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a:rPr lang="en-US" sz="2800" dirty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km</m:t>
                          </m:r>
                        </m:sup>
                      </m:sSup>
                    </m:oMath>
                  </m:oMathPara>
                </a14:m>
                <a:endParaRPr lang="en-US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16" name="Content Placeholder 4">
                <a:extLst>
                  <a:ext uri="{FF2B5EF4-FFF2-40B4-BE49-F238E27FC236}">
                    <a16:creationId xmlns:a16="http://schemas.microsoft.com/office/drawing/2014/main" id="{E2369E14-FB7F-439F-B8BC-3D00ED9ED33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2308968" y="3409025"/>
                <a:ext cx="1137681" cy="462537"/>
              </a:xfrm>
              <a:prstGeom prst="rect">
                <a:avLst/>
              </a:prstGeom>
              <a:blipFill>
                <a:blip r:embed="rId12"/>
                <a:stretch>
                  <a:fillRect t="-1316"/>
                </a:stretch>
              </a:blipFill>
              <a:ln w="12700" cap="flat" cmpd="sng" algn="ctr">
                <a:noFill/>
                <a:prstDash val="solid"/>
                <a:miter lim="800000"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Content Placeholder 4">
                <a:extLst>
                  <a:ext uri="{FF2B5EF4-FFF2-40B4-BE49-F238E27FC236}">
                    <a16:creationId xmlns:a16="http://schemas.microsoft.com/office/drawing/2014/main" id="{E2369E14-FB7F-439F-B8BC-3D00ED9ED33E}"/>
                  </a:ext>
                </a:extLst>
              </p:cNvPr>
              <p:cNvSpPr txBox="1">
                <a:spLocks/>
              </p:cNvSpPr>
              <p:nvPr/>
            </p:nvSpPr>
            <p:spPr>
              <a:xfrm flipH="1">
                <a:off x="371851" y="4499946"/>
                <a:ext cx="3912338" cy="540000"/>
              </a:xfrm>
              <a:prstGeom prst="rect">
                <a:avLst/>
              </a:prstGeom>
              <a:noFill/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vert="horz" lIns="91440" tIns="45720" rIns="91440" bIns="45720" rtlCol="0" anchor="ctr">
                <a:noAutofit/>
              </a:bodyPr>
              <a:lstStyle>
                <a:lvl1pPr marL="265113" indent="-265113" algn="just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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809625" indent="-352425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lnSpc>
                    <a:spcPct val="115000"/>
                  </a:lnSpc>
                  <a:spcAft>
                    <a:spcPts val="800"/>
                  </a:spcAft>
                  <a:buNone/>
                </a:pPr>
                <a:r>
                  <a:rPr lang="en-US" sz="2800" dirty="0">
                    <a:solidFill>
                      <a:srgbClr val="002060"/>
                    </a:solidFill>
                    <a:latin typeface="+mj-lt"/>
                  </a:rPr>
                  <a:t>So,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800" dirty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k</m:t>
                    </m:r>
                    <m:r>
                      <m:rPr>
                        <m:nor/>
                      </m:rPr>
                      <a:rPr lang="en-US" sz="2800" i="0" dirty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⋅</m:t>
                    </m:r>
                    <m:d>
                      <m:dPr>
                        <m:ctrlPr>
                          <a:rPr lang="en-US" sz="2800" i="1" dirty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sz="2800" dirty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m</m:t>
                        </m:r>
                        <m:r>
                          <a:rPr lang="en-US" sz="2800" dirty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r>
                          <m:rPr>
                            <m:sty m:val="p"/>
                          </m:rPr>
                          <a:rPr lang="en-US" sz="2800" dirty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x</m:t>
                        </m:r>
                      </m:e>
                    </m:d>
                    <m:r>
                      <a:rPr lang="en-US" sz="2800" dirty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=(</m:t>
                    </m:r>
                    <m:r>
                      <m:rPr>
                        <m:sty m:val="p"/>
                      </m:rPr>
                      <a:rPr lang="en-US" sz="2800" dirty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k</m:t>
                    </m:r>
                    <m:r>
                      <m:rPr>
                        <m:nor/>
                      </m:rPr>
                      <a:rPr lang="en-US" sz="2800" i="0" dirty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m</m:t>
                    </m:r>
                    <m:r>
                      <m:rPr>
                        <m:nor/>
                      </m:rPr>
                      <a:rPr lang="en-US" sz="2800" i="0" dirty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)⋅</m:t>
                    </m:r>
                    <m:r>
                      <m:rPr>
                        <m:sty m:val="p"/>
                      </m:rPr>
                      <a:rPr lang="en-US" sz="2800" dirty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x</m:t>
                    </m:r>
                  </m:oMath>
                </a14:m>
                <a:endParaRPr lang="en-US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18" name="Content Placeholder 4">
                <a:extLst>
                  <a:ext uri="{FF2B5EF4-FFF2-40B4-BE49-F238E27FC236}">
                    <a16:creationId xmlns:a16="http://schemas.microsoft.com/office/drawing/2014/main" id="{E2369E14-FB7F-439F-B8BC-3D00ED9ED33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371851" y="4499946"/>
                <a:ext cx="3912338" cy="540000"/>
              </a:xfrm>
              <a:prstGeom prst="rect">
                <a:avLst/>
              </a:prstGeom>
              <a:blipFill>
                <a:blip r:embed="rId13"/>
                <a:stretch>
                  <a:fillRect l="-3115" t="-6742" b="-31461"/>
                </a:stretch>
              </a:blipFill>
              <a:ln w="12700" cap="flat" cmpd="sng" algn="ctr">
                <a:noFill/>
                <a:prstDash val="solid"/>
                <a:miter lim="800000"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488598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23" grpId="0"/>
      <p:bldP spid="24" grpId="0"/>
      <p:bldP spid="28" grpId="0"/>
      <p:bldP spid="16" grpId="0"/>
      <p:bldP spid="18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ECFC8A-BC0D-5D72-FE99-20313653BC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1" name="Content Placeholder 4">
                <a:extLst>
                  <a:ext uri="{FF2B5EF4-FFF2-40B4-BE49-F238E27FC236}">
                    <a16:creationId xmlns:a16="http://schemas.microsoft.com/office/drawing/2014/main" id="{C2E3A768-B2DD-49B5-A909-9453EEB041E3}"/>
                  </a:ext>
                </a:extLst>
              </p:cNvPr>
              <p:cNvSpPr txBox="1">
                <a:spLocks/>
              </p:cNvSpPr>
              <p:nvPr/>
            </p:nvSpPr>
            <p:spPr>
              <a:xfrm flipH="1">
                <a:off x="-1" y="865206"/>
                <a:ext cx="5615190" cy="540000"/>
              </a:xfrm>
              <a:prstGeom prst="rect">
                <a:avLst/>
              </a:prstGeom>
              <a:gradFill>
                <a:gsLst>
                  <a:gs pos="10000">
                    <a:srgbClr val="0E47A1"/>
                  </a:gs>
                  <a:gs pos="100000">
                    <a:srgbClr val="03A9F5"/>
                  </a:gs>
                </a:gsLst>
                <a:lin ang="10800000" scaled="1"/>
              </a:gradFill>
              <a:ln>
                <a:noFill/>
              </a:ln>
            </p:spPr>
            <p:txBody>
              <a:bodyPr vert="horz" wrap="square" lIns="91440" tIns="45720" rIns="91440" bIns="45720" numCol="1" anchor="ctr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algn="ctr">
                  <a:defRPr sz="2800">
                    <a:solidFill>
                      <a:schemeClr val="bg1"/>
                    </a:solidFill>
                  </a:defRPr>
                </a:lvl1pPr>
                <a:lvl2pPr>
                  <a:defRPr>
                    <a:solidFill>
                      <a:schemeClr val="tx1"/>
                    </a:solidFill>
                  </a:defRPr>
                </a:lvl2pPr>
                <a:lvl3pPr>
                  <a:defRPr>
                    <a:solidFill>
                      <a:schemeClr val="tx1"/>
                    </a:solidFill>
                  </a:defRPr>
                </a:lvl3pPr>
                <a:lvl4pPr>
                  <a:defRPr>
                    <a:solidFill>
                      <a:schemeClr val="tx1"/>
                    </a:solidFill>
                  </a:defRPr>
                </a:lvl4pPr>
                <a:lvl5pPr>
                  <a:defRPr>
                    <a:solidFill>
                      <a:schemeClr val="tx1"/>
                    </a:solidFill>
                  </a:defRPr>
                </a:lvl5pPr>
                <a:lvl6pPr>
                  <a:defRPr>
                    <a:solidFill>
                      <a:schemeClr val="tx1"/>
                    </a:solidFill>
                  </a:defRPr>
                </a:lvl6pPr>
                <a:lvl7pPr>
                  <a:defRPr>
                    <a:solidFill>
                      <a:schemeClr val="tx1"/>
                    </a:solidFill>
                  </a:defRPr>
                </a:lvl7pPr>
                <a:lvl8pPr>
                  <a:defRPr>
                    <a:solidFill>
                      <a:schemeClr val="tx1"/>
                    </a:solidFill>
                  </a:defRPr>
                </a:lvl8pPr>
                <a:lvl9pPr>
                  <a:defRPr>
                    <a:solidFill>
                      <a:schemeClr val="tx1"/>
                    </a:solidFill>
                  </a:defRPr>
                </a:lvl9pPr>
              </a:lstStyle>
              <a:p>
                <a:pPr algn="l"/>
                <a:r>
                  <a:rPr lang="en-US" b="1" dirty="0"/>
                  <a:t>Axiom 10: </a:t>
                </a:r>
                <a14:m>
                  <m:oMath xmlns:m="http://schemas.openxmlformats.org/officeDocument/2006/math">
                    <m:r>
                      <a:rPr lang="en-US" b="1" i="0" dirty="0" smtClean="0">
                        <a:latin typeface="Cambria Math" panose="02040503050406030204" pitchFamily="18" charset="0"/>
                      </a:rPr>
                      <m:t>𝟏</m:t>
                    </m:r>
                    <m:r>
                      <a:rPr lang="en-US" b="1" i="0" dirty="0" smtClean="0">
                        <a:latin typeface="Cambria Math" panose="02040503050406030204" pitchFamily="18" charset="0"/>
                      </a:rPr>
                      <m:t>⋅</m:t>
                    </m:r>
                    <m:r>
                      <a:rPr lang="en-US" b="1" i="0" dirty="0" smtClean="0">
                        <a:latin typeface="Cambria Math" panose="02040503050406030204" pitchFamily="18" charset="0"/>
                      </a:rPr>
                      <m:t>𝐱</m:t>
                    </m:r>
                    <m:r>
                      <a:rPr lang="en-US" b="1" i="0" dirty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1" i="0" dirty="0" smtClean="0">
                        <a:latin typeface="Cambria Math" panose="02040503050406030204" pitchFamily="18" charset="0"/>
                      </a:rPr>
                      <m:t>𝐱</m:t>
                    </m:r>
                  </m:oMath>
                </a14:m>
                <a:endParaRPr lang="en-US" b="1" dirty="0"/>
              </a:p>
            </p:txBody>
          </p:sp>
        </mc:Choice>
        <mc:Fallback xmlns="">
          <p:sp>
            <p:nvSpPr>
              <p:cNvPr id="21" name="Content Placeholder 4">
                <a:extLst>
                  <a:ext uri="{FF2B5EF4-FFF2-40B4-BE49-F238E27FC236}">
                    <a16:creationId xmlns:a16="http://schemas.microsoft.com/office/drawing/2014/main" id="{C2E3A768-B2DD-49B5-A909-9453EEB041E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-1" y="865206"/>
                <a:ext cx="5615190" cy="540000"/>
              </a:xfrm>
              <a:prstGeom prst="rect">
                <a:avLst/>
              </a:prstGeom>
              <a:blipFill>
                <a:blip r:embed="rId2"/>
                <a:stretch>
                  <a:fillRect l="-2172" t="-10112" b="-29213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FDFDD70C-3AAE-183B-5AED-36C59E3E9B77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IN" dirty="0"/>
                  <a:t>Method:1 </a:t>
                </a:r>
                <a14:m>
                  <m:oMath xmlns:m="http://schemas.openxmlformats.org/officeDocument/2006/math">
                    <m:r>
                      <a:rPr lang="en-I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⇝</m:t>
                    </m:r>
                  </m:oMath>
                </a14:m>
                <a:r>
                  <a:rPr lang="en-IN" dirty="0"/>
                  <a:t> Example:1(continue)</a:t>
                </a:r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FDFDD70C-3AAE-183B-5AED-36C59E3E9B7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3"/>
                <a:stretch>
                  <a:fillRect l="-400" t="-8547" b="-1965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Right Arrow 3">
            <a:extLst>
              <a:ext uri="{FF2B5EF4-FFF2-40B4-BE49-F238E27FC236}">
                <a16:creationId xmlns:a16="http://schemas.microsoft.com/office/drawing/2014/main" id="{3FE11F38-A8D0-406B-A77F-9DE69C4F1B02}"/>
              </a:ext>
            </a:extLst>
          </p:cNvPr>
          <p:cNvSpPr/>
          <p:nvPr/>
        </p:nvSpPr>
        <p:spPr>
          <a:xfrm flipV="1">
            <a:off x="7091357" y="1733616"/>
            <a:ext cx="144000" cy="180000"/>
          </a:xfrm>
          <a:prstGeom prst="rightArrow">
            <a:avLst/>
          </a:prstGeom>
          <a:gradFill>
            <a:gsLst>
              <a:gs pos="10000">
                <a:srgbClr val="0E47A1"/>
              </a:gs>
              <a:gs pos="100000">
                <a:srgbClr val="03A9F5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Wingdings 3" panose="05040102010807070707" pitchFamily="18" charset="2"/>
              <a:buNone/>
            </a:pPr>
            <a:endParaRPr lang="en-IN" sz="2800" dirty="0">
              <a:solidFill>
                <a:schemeClr val="bg1"/>
              </a:solidFill>
            </a:endParaRPr>
          </a:p>
        </p:txBody>
      </p:sp>
      <p:pic>
        <p:nvPicPr>
          <p:cNvPr id="14" name="Picture 1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91148" y="841346"/>
            <a:ext cx="5020346" cy="1212754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/>
        </p:nvPicPr>
        <p:blipFill rotWithShape="1">
          <a:blip r:embed="rId5"/>
          <a:srcRect r="32119"/>
          <a:stretch/>
        </p:blipFill>
        <p:spPr>
          <a:xfrm>
            <a:off x="7101540" y="2054100"/>
            <a:ext cx="2947112" cy="3917407"/>
          </a:xfrm>
          <a:prstGeom prst="rect">
            <a:avLst/>
          </a:prstGeom>
          <a:noFill/>
          <a:ln w="9525" cap="flat" cmpd="sng" algn="ctr">
            <a:solidFill>
              <a:srgbClr val="FF0000"/>
            </a:solidFill>
            <a:prstDash val="solid"/>
            <a:miter lim="800000"/>
          </a:ln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9" name="Content Placeholder 4">
                <a:extLst>
                  <a:ext uri="{FF2B5EF4-FFF2-40B4-BE49-F238E27FC236}">
                    <a16:creationId xmlns:a16="http://schemas.microsoft.com/office/drawing/2014/main" id="{E2369E14-FB7F-439F-B8BC-3D00ED9ED33E}"/>
                  </a:ext>
                </a:extLst>
              </p:cNvPr>
              <p:cNvSpPr txBox="1">
                <a:spLocks/>
              </p:cNvSpPr>
              <p:nvPr/>
            </p:nvSpPr>
            <p:spPr>
              <a:xfrm flipH="1">
                <a:off x="132610" y="1548055"/>
                <a:ext cx="1645390" cy="540000"/>
              </a:xfrm>
              <a:prstGeom prst="rect">
                <a:avLst/>
              </a:prstGeom>
              <a:noFill/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vert="horz" lIns="91440" tIns="45720" rIns="91440" bIns="45720" rtlCol="0" anchor="ctr">
                <a:noAutofit/>
              </a:bodyPr>
              <a:lstStyle>
                <a:lvl1pPr marL="265113" indent="-265113" algn="just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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809625" indent="-352425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lnSpc>
                    <a:spcPct val="115000"/>
                  </a:lnSpc>
                  <a:spcAft>
                    <a:spcPts val="800"/>
                  </a:spcAft>
                  <a:buNone/>
                </a:pPr>
                <a:r>
                  <a:rPr lang="en-US" sz="2800" dirty="0">
                    <a:solidFill>
                      <a:srgbClr val="002060"/>
                    </a:solidFill>
                  </a:rPr>
                  <a:t>Now, </a:t>
                </a:r>
                <a14:m>
                  <m:oMath xmlns:m="http://schemas.openxmlformats.org/officeDocument/2006/math">
                    <m:r>
                      <a:rPr lang="en-US" sz="2800" b="0" i="0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nor/>
                      </m:rPr>
                      <a:rPr lang="en-US" sz="2800" i="0" dirty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US" sz="2800" b="0" i="0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sz="2800" b="0" i="0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x</m:t>
                    </m:r>
                  </m:oMath>
                </a14:m>
                <a:endParaRPr lang="en-US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19" name="Content Placeholder 4">
                <a:extLst>
                  <a:ext uri="{FF2B5EF4-FFF2-40B4-BE49-F238E27FC236}">
                    <a16:creationId xmlns:a16="http://schemas.microsoft.com/office/drawing/2014/main" id="{E2369E14-FB7F-439F-B8BC-3D00ED9ED33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132610" y="1548055"/>
                <a:ext cx="1645390" cy="540000"/>
              </a:xfrm>
              <a:prstGeom prst="rect">
                <a:avLst/>
              </a:prstGeom>
              <a:blipFill>
                <a:blip r:embed="rId7"/>
                <a:stretch>
                  <a:fillRect l="-7778" t="-10112" b="-28090"/>
                </a:stretch>
              </a:blipFill>
              <a:ln w="12700" cap="flat" cmpd="sng" algn="ctr">
                <a:noFill/>
                <a:prstDash val="solid"/>
                <a:miter lim="800000"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Content Placeholder 4">
                <a:extLst>
                  <a:ext uri="{FF2B5EF4-FFF2-40B4-BE49-F238E27FC236}">
                    <a16:creationId xmlns:a16="http://schemas.microsoft.com/office/drawing/2014/main" id="{E2369E14-FB7F-439F-B8BC-3D00ED9ED33E}"/>
                  </a:ext>
                </a:extLst>
              </p:cNvPr>
              <p:cNvSpPr txBox="1">
                <a:spLocks/>
              </p:cNvSpPr>
              <p:nvPr/>
            </p:nvSpPr>
            <p:spPr>
              <a:xfrm flipH="1">
                <a:off x="1566020" y="1597115"/>
                <a:ext cx="821580" cy="540000"/>
              </a:xfrm>
              <a:prstGeom prst="rect">
                <a:avLst/>
              </a:prstGeom>
              <a:noFill/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vert="horz" lIns="91440" tIns="45720" rIns="91440" bIns="45720" rtlCol="0" anchor="ctr">
                <a:noAutofit/>
              </a:bodyPr>
              <a:lstStyle>
                <a:lvl1pPr marL="265113" indent="-265113" algn="just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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809625" indent="-352425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lnSpc>
                    <a:spcPct val="115000"/>
                  </a:lnSpc>
                  <a:spcAft>
                    <a:spcPts val="8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dirty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sz="2800" i="1" dirty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en-US" sz="2800" dirty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x</m:t>
                          </m:r>
                        </m:e>
                        <m:sup>
                          <m:r>
                            <a:rPr lang="en-US" sz="2800" dirty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</m:oMath>
                  </m:oMathPara>
                </a14:m>
                <a:endParaRPr lang="en-US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20" name="Content Placeholder 4">
                <a:extLst>
                  <a:ext uri="{FF2B5EF4-FFF2-40B4-BE49-F238E27FC236}">
                    <a16:creationId xmlns:a16="http://schemas.microsoft.com/office/drawing/2014/main" id="{E2369E14-FB7F-439F-B8BC-3D00ED9ED33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1566020" y="1597115"/>
                <a:ext cx="821580" cy="54000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  <a:ln w="12700" cap="flat" cmpd="sng" algn="ctr">
                <a:noFill/>
                <a:prstDash val="solid"/>
                <a:miter lim="800000"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Content Placeholder 4">
                <a:extLst>
                  <a:ext uri="{FF2B5EF4-FFF2-40B4-BE49-F238E27FC236}">
                    <a16:creationId xmlns:a16="http://schemas.microsoft.com/office/drawing/2014/main" id="{E2369E14-FB7F-439F-B8BC-3D00ED9ED33E}"/>
                  </a:ext>
                </a:extLst>
              </p:cNvPr>
              <p:cNvSpPr txBox="1">
                <a:spLocks/>
              </p:cNvSpPr>
              <p:nvPr/>
            </p:nvSpPr>
            <p:spPr>
              <a:xfrm flipH="1">
                <a:off x="2344739" y="1597115"/>
                <a:ext cx="808880" cy="540000"/>
              </a:xfrm>
              <a:prstGeom prst="rect">
                <a:avLst/>
              </a:prstGeom>
              <a:noFill/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vert="horz" lIns="91440" tIns="45720" rIns="91440" bIns="45720" rtlCol="0" anchor="ctr">
                <a:noAutofit/>
              </a:bodyPr>
              <a:lstStyle>
                <a:lvl1pPr marL="265113" indent="-265113" algn="just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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809625" indent="-352425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lnSpc>
                    <a:spcPct val="115000"/>
                  </a:lnSpc>
                  <a:spcAft>
                    <a:spcPts val="8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i="0" dirty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sz="2800" b="0" i="0" dirty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x</m:t>
                      </m:r>
                    </m:oMath>
                  </m:oMathPara>
                </a14:m>
                <a:endParaRPr lang="en-US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23" name="Content Placeholder 4">
                <a:extLst>
                  <a:ext uri="{FF2B5EF4-FFF2-40B4-BE49-F238E27FC236}">
                    <a16:creationId xmlns:a16="http://schemas.microsoft.com/office/drawing/2014/main" id="{E2369E14-FB7F-439F-B8BC-3D00ED9ED33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2344739" y="1597115"/>
                <a:ext cx="808880" cy="540000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  <a:ln w="12700" cap="flat" cmpd="sng" algn="ctr">
                <a:noFill/>
                <a:prstDash val="solid"/>
                <a:miter lim="800000"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Content Placeholder 4">
                <a:extLst>
                  <a:ext uri="{FF2B5EF4-FFF2-40B4-BE49-F238E27FC236}">
                    <a16:creationId xmlns:a16="http://schemas.microsoft.com/office/drawing/2014/main" id="{E2369E14-FB7F-439F-B8BC-3D00ED9ED33E}"/>
                  </a:ext>
                </a:extLst>
              </p:cNvPr>
              <p:cNvSpPr txBox="1">
                <a:spLocks/>
              </p:cNvSpPr>
              <p:nvPr/>
            </p:nvSpPr>
            <p:spPr>
              <a:xfrm flipH="1">
                <a:off x="132610" y="2412750"/>
                <a:ext cx="6268190" cy="990017"/>
              </a:xfrm>
              <a:prstGeom prst="rect">
                <a:avLst/>
              </a:prstGeom>
              <a:noFill/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vert="horz" lIns="91440" tIns="45720" rIns="91440" bIns="45720" rtlCol="0" anchor="ctr">
                <a:noAutofit/>
              </a:bodyPr>
              <a:lstStyle>
                <a:lvl1pPr marL="265113" indent="-265113" algn="just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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809625" indent="-352425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lnSpc>
                    <a:spcPct val="115000"/>
                  </a:lnSpc>
                  <a:spcAft>
                    <a:spcPts val="800"/>
                  </a:spcAft>
                  <a:buNone/>
                </a:pPr>
                <a:r>
                  <a:rPr lang="en-US" sz="2800" dirty="0">
                    <a:solidFill>
                      <a:srgbClr val="002060"/>
                    </a:solidFill>
                    <a:latin typeface="+mj-lt"/>
                  </a:rPr>
                  <a:t>Here, All the axioms are satisfied for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n-US" sz="2800" dirty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</m:sup>
                    </m:sSup>
                  </m:oMath>
                </a14:m>
                <a:r>
                  <a:rPr lang="en-US" sz="2800" dirty="0">
                    <a:solidFill>
                      <a:srgbClr val="002060"/>
                    </a:solidFill>
                    <a:latin typeface="+mj-lt"/>
                  </a:rPr>
                  <a:t> under given operations. </a:t>
                </a:r>
                <a:endParaRPr lang="en-US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28" name="Content Placeholder 4">
                <a:extLst>
                  <a:ext uri="{FF2B5EF4-FFF2-40B4-BE49-F238E27FC236}">
                    <a16:creationId xmlns:a16="http://schemas.microsoft.com/office/drawing/2014/main" id="{E2369E14-FB7F-439F-B8BC-3D00ED9ED33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132610" y="2412750"/>
                <a:ext cx="6268190" cy="990017"/>
              </a:xfrm>
              <a:prstGeom prst="rect">
                <a:avLst/>
              </a:prstGeom>
              <a:blipFill>
                <a:blip r:embed="rId10"/>
                <a:stretch>
                  <a:fillRect l="-2043" t="-6173" b="-20370"/>
                </a:stretch>
              </a:blipFill>
              <a:ln w="12700" cap="flat" cmpd="sng" algn="ctr">
                <a:noFill/>
                <a:prstDash val="solid"/>
                <a:miter lim="800000"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Content Placeholder 4">
                <a:extLst>
                  <a:ext uri="{FF2B5EF4-FFF2-40B4-BE49-F238E27FC236}">
                    <a16:creationId xmlns:a16="http://schemas.microsoft.com/office/drawing/2014/main" id="{E2369E14-FB7F-439F-B8BC-3D00ED9ED33E}"/>
                  </a:ext>
                </a:extLst>
              </p:cNvPr>
              <p:cNvSpPr txBox="1">
                <a:spLocks/>
              </p:cNvSpPr>
              <p:nvPr/>
            </p:nvSpPr>
            <p:spPr>
              <a:xfrm flipH="1">
                <a:off x="132610" y="3678402"/>
                <a:ext cx="6268190" cy="617827"/>
              </a:xfrm>
              <a:prstGeom prst="rect">
                <a:avLst/>
              </a:prstGeom>
              <a:noFill/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vert="horz" lIns="91440" tIns="45720" rIns="91440" bIns="45720" rtlCol="0" anchor="ctr">
                <a:noAutofit/>
              </a:bodyPr>
              <a:lstStyle>
                <a:lvl1pPr marL="265113" indent="-265113" algn="just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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809625" indent="-352425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lnSpc>
                    <a:spcPct val="115000"/>
                  </a:lnSpc>
                  <a:spcAft>
                    <a:spcPts val="800"/>
                  </a:spcAft>
                  <a:buNone/>
                </a:pPr>
                <a:r>
                  <a:rPr lang="en-US" sz="2800" dirty="0">
                    <a:solidFill>
                      <a:srgbClr val="002060"/>
                    </a:solidFill>
                    <a:latin typeface="+mj-lt"/>
                  </a:rPr>
                  <a:t>Hence,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28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sSup>
                          <m:sSupPr>
                            <m:ctrlPr>
                              <a:rPr lang="en-US" sz="280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80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ℝ</m:t>
                            </m:r>
                          </m:e>
                          <m:sup>
                            <m:r>
                              <a:rPr lang="en-US" sz="2800" dirty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</m:sup>
                        </m:sSup>
                        <m:r>
                          <a:rPr lang="en-US" sz="2800" b="0" i="1" dirty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 , + ,  ⋅ </m:t>
                        </m:r>
                      </m:e>
                    </m:d>
                  </m:oMath>
                </a14:m>
                <a:r>
                  <a:rPr lang="en-US" sz="2800" dirty="0">
                    <a:solidFill>
                      <a:srgbClr val="002060"/>
                    </a:solidFill>
                    <a:latin typeface="+mj-lt"/>
                  </a:rPr>
                  <a:t> is a vector space. </a:t>
                </a:r>
                <a:endParaRPr lang="en-US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18" name="Content Placeholder 4">
                <a:extLst>
                  <a:ext uri="{FF2B5EF4-FFF2-40B4-BE49-F238E27FC236}">
                    <a16:creationId xmlns:a16="http://schemas.microsoft.com/office/drawing/2014/main" id="{E2369E14-FB7F-439F-B8BC-3D00ED9ED33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132610" y="3678402"/>
                <a:ext cx="6268190" cy="617827"/>
              </a:xfrm>
              <a:prstGeom prst="rect">
                <a:avLst/>
              </a:prstGeom>
              <a:blipFill>
                <a:blip r:embed="rId11"/>
                <a:stretch>
                  <a:fillRect l="-2043" t="-1961" b="-18627"/>
                </a:stretch>
              </a:blipFill>
              <a:ln w="12700" cap="flat" cmpd="sng" algn="ctr">
                <a:noFill/>
                <a:prstDash val="solid"/>
                <a:miter lim="800000"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866558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23" grpId="0"/>
      <p:bldP spid="28" grpId="0"/>
      <p:bldP spid="18" grpId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ECFC8A-BC0D-5D72-FE99-20313653BC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FDFDD70C-3AAE-183B-5AED-36C59E3E9B77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IN" dirty="0"/>
                  <a:t>Method:1 </a:t>
                </a:r>
                <a14:m>
                  <m:oMath xmlns:m="http://schemas.openxmlformats.org/officeDocument/2006/math">
                    <m:r>
                      <a:rPr lang="en-IN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⇝</m:t>
                    </m:r>
                  </m:oMath>
                </a14:m>
                <a:r>
                  <a:rPr lang="en-IN" dirty="0"/>
                  <a:t> Example:8</a:t>
                </a:r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FDFDD70C-3AAE-183B-5AED-36C59E3E9B7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400" t="-8547" b="-1965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Content Placeholder 4">
            <a:extLst>
              <a:ext uri="{FF2B5EF4-FFF2-40B4-BE49-F238E27FC236}">
                <a16:creationId xmlns:a16="http://schemas.microsoft.com/office/drawing/2014/main" id="{CAE77E5B-BF33-5497-20B0-3BFB83C99976}"/>
              </a:ext>
            </a:extLst>
          </p:cNvPr>
          <p:cNvSpPr txBox="1">
            <a:spLocks/>
          </p:cNvSpPr>
          <p:nvPr/>
        </p:nvSpPr>
        <p:spPr>
          <a:xfrm>
            <a:off x="205273" y="800163"/>
            <a:ext cx="1558214" cy="522081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marL="265113" indent="-265113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Wingdings 3" panose="05040102010807070707" pitchFamily="18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9625" indent="-352425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 3" panose="05040102010807070707" pitchFamily="18" charset="2"/>
              <a:buChar char="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endParaRPr lang="en-IN" sz="2800" dirty="0">
              <a:solidFill>
                <a:schemeClr val="tx2"/>
              </a:solidFill>
            </a:endParaRP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E7272109-8DE2-50AC-004B-6C788F2ADE24}"/>
              </a:ext>
            </a:extLst>
          </p:cNvPr>
          <p:cNvSpPr/>
          <p:nvPr/>
        </p:nvSpPr>
        <p:spPr>
          <a:xfrm>
            <a:off x="122278" y="3406558"/>
            <a:ext cx="1450657" cy="468000"/>
          </a:xfrm>
          <a:prstGeom prst="roundRect">
            <a:avLst/>
          </a:prstGeom>
          <a:gradFill>
            <a:gsLst>
              <a:gs pos="10000">
                <a:srgbClr val="0E47A1"/>
              </a:gs>
              <a:gs pos="100000">
                <a:srgbClr val="03A9F5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en-IN" sz="2800" dirty="0">
                <a:solidFill>
                  <a:schemeClr val="bg1"/>
                </a:solidFill>
              </a:rPr>
              <a:t>Solution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4" name="Content Placeholder 4">
                <a:extLst>
                  <a:ext uri="{FF2B5EF4-FFF2-40B4-BE49-F238E27FC236}">
                    <a16:creationId xmlns:a16="http://schemas.microsoft.com/office/drawing/2014/main" id="{ED23B262-736E-4535-FBA7-00FB33ACCCF0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655930" y="859069"/>
                <a:ext cx="10448306" cy="2334395"/>
              </a:xfrm>
              <a:prstGeom prst="rect">
                <a:avLst/>
              </a:prstGeom>
              <a:noFill/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vert="horz" lIns="91440" tIns="45720" rIns="91440" bIns="45720" rtlCol="0" anchor="ctr">
                <a:noAutofit/>
              </a:bodyPr>
              <a:lstStyle>
                <a:lvl1pPr marL="265113" indent="-265113" algn="just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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809625" indent="-352425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lnSpc>
                    <a:spcPct val="150000"/>
                  </a:lnSpc>
                  <a:buNone/>
                </a:pPr>
                <a:r>
                  <a:rPr lang="en-US" sz="2800" dirty="0">
                    <a:solidFill>
                      <a:srgbClr val="002060"/>
                    </a:solidFill>
                    <a:latin typeface="+mj-lt"/>
                  </a:rPr>
                  <a:t>Let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800" i="0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V</m:t>
                    </m:r>
                  </m:oMath>
                </a14:m>
                <a:r>
                  <a:rPr lang="en-US" sz="2800" dirty="0">
                    <a:solidFill>
                      <a:srgbClr val="002060"/>
                    </a:solidFill>
                    <a:latin typeface="+mj-lt"/>
                  </a:rPr>
                  <a:t> be the set of all ordered pairs of real numbers with vector addition as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2800" i="1" dirty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800" i="1" dirty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sz="2800" dirty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x</m:t>
                            </m:r>
                          </m:e>
                          <m:sub>
                            <m:r>
                              <a:rPr lang="en-US" sz="2800" dirty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sz="2800" dirty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sz="2800" i="1" dirty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sz="2800" dirty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y</m:t>
                            </m:r>
                          </m:e>
                          <m:sub>
                            <m:r>
                              <a:rPr lang="en-US" sz="2800" dirty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  <m:r>
                      <a:rPr lang="en-US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⊕</m:t>
                    </m:r>
                    <m:d>
                      <m:dPr>
                        <m:ctrlPr>
                          <a:rPr lang="en-US" sz="2800" i="1" dirty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800" i="1" dirty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sz="2800" dirty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x</m:t>
                            </m:r>
                          </m:e>
                          <m:sub>
                            <m:r>
                              <a:rPr lang="en-US" sz="2800" dirty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sz="2800" dirty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sz="2800" i="1" dirty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sz="2800" dirty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y</m:t>
                            </m:r>
                          </m:e>
                          <m:sub>
                            <m:r>
                              <a:rPr lang="en-US" sz="2800" dirty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  <m:r>
                      <a:rPr lang="en-US" sz="2800" dirty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sz="2800" i="1" dirty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800" i="1" dirty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sz="2800" dirty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x</m:t>
                            </m:r>
                          </m:e>
                          <m:sub>
                            <m:r>
                              <a:rPr lang="en-US" sz="2800" dirty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sz="2800" dirty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sz="2800" i="1" dirty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sz="2800" dirty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x</m:t>
                            </m:r>
                          </m:e>
                          <m:sub>
                            <m:r>
                              <a:rPr lang="en-US" sz="2800" dirty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sz="2800" dirty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+1,</m:t>
                        </m:r>
                        <m:sSub>
                          <m:sSubPr>
                            <m:ctrlPr>
                              <a:rPr lang="en-US" sz="2800" i="1" dirty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sz="2800" dirty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y</m:t>
                            </m:r>
                          </m:e>
                          <m:sub>
                            <m:r>
                              <a:rPr lang="en-US" sz="2800" dirty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sz="2800" dirty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sz="2800" i="1" dirty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sz="2800" dirty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y</m:t>
                            </m:r>
                          </m:e>
                          <m:sub>
                            <m:r>
                              <a:rPr lang="en-US" sz="2800" dirty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sz="2800" dirty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+1</m:t>
                        </m:r>
                      </m:e>
                    </m:d>
                    <m:r>
                      <a:rPr lang="en-US" sz="2800" dirty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r>
                  <a:rPr lang="en-IN" sz="2800" dirty="0">
                    <a:solidFill>
                      <a:srgbClr val="002060"/>
                    </a:solidFill>
                    <a:latin typeface="+mj-lt"/>
                  </a:rPr>
                  <a:t> </a:t>
                </a:r>
                <a:r>
                  <a:rPr lang="en-US" sz="2800" dirty="0">
                    <a:solidFill>
                      <a:srgbClr val="002060"/>
                    </a:solidFill>
                    <a:latin typeface="+mj-lt"/>
                  </a:rPr>
                  <a:t>Show that the first five axioms for vector addition are satisfied. Mention the zero vector and additive inverse.</a:t>
                </a:r>
                <a:endParaRPr lang="en-IN" sz="2800" dirty="0">
                  <a:solidFill>
                    <a:srgbClr val="002060"/>
                  </a:solidFill>
                  <a:latin typeface="+mj-lt"/>
                </a:endParaRPr>
              </a:p>
            </p:txBody>
          </p:sp>
        </mc:Choice>
        <mc:Fallback xmlns="">
          <p:sp>
            <p:nvSpPr>
              <p:cNvPr id="34" name="Content Placeholder 4">
                <a:extLst>
                  <a:ext uri="{FF2B5EF4-FFF2-40B4-BE49-F238E27FC236}">
                    <a16:creationId xmlns:a16="http://schemas.microsoft.com/office/drawing/2014/main" id="{ED23B262-736E-4535-FBA7-00FB33ACCCF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55930" y="859069"/>
                <a:ext cx="10448306" cy="2334395"/>
              </a:xfrm>
              <a:prstGeom prst="rect">
                <a:avLst/>
              </a:prstGeom>
              <a:blipFill>
                <a:blip r:embed="rId3"/>
                <a:stretch>
                  <a:fillRect l="-1225" t="-1828" r="-1167" b="-12794"/>
                </a:stretch>
              </a:blipFill>
              <a:ln w="12700" cap="flat" cmpd="sng" algn="ctr">
                <a:noFill/>
                <a:prstDash val="solid"/>
                <a:miter lim="800000"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5" name="Rectangle: Rounded Corners 34">
            <a:extLst>
              <a:ext uri="{FF2B5EF4-FFF2-40B4-BE49-F238E27FC236}">
                <a16:creationId xmlns:a16="http://schemas.microsoft.com/office/drawing/2014/main" id="{7FC45F7B-4A36-49BB-E330-CB7BC1EEC8DC}"/>
              </a:ext>
            </a:extLst>
          </p:cNvPr>
          <p:cNvSpPr/>
          <p:nvPr/>
        </p:nvSpPr>
        <p:spPr>
          <a:xfrm>
            <a:off x="132607" y="931955"/>
            <a:ext cx="1450657" cy="468000"/>
          </a:xfrm>
          <a:prstGeom prst="roundRect">
            <a:avLst/>
          </a:prstGeom>
          <a:gradFill>
            <a:gsLst>
              <a:gs pos="10000">
                <a:srgbClr val="0E47A1"/>
              </a:gs>
              <a:gs pos="100000">
                <a:srgbClr val="03A9F5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r>
              <a:rPr lang="en-IN" sz="2800" dirty="0">
                <a:solidFill>
                  <a:schemeClr val="bg1"/>
                </a:solidFill>
              </a:rPr>
              <a:t>Example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Content Placeholder 4">
                <a:extLst>
                  <a:ext uri="{FF2B5EF4-FFF2-40B4-BE49-F238E27FC236}">
                    <a16:creationId xmlns:a16="http://schemas.microsoft.com/office/drawing/2014/main" id="{C2E3A768-B2DD-49B5-A909-9453EEB041E3}"/>
                  </a:ext>
                </a:extLst>
              </p:cNvPr>
              <p:cNvSpPr txBox="1">
                <a:spLocks/>
              </p:cNvSpPr>
              <p:nvPr/>
            </p:nvSpPr>
            <p:spPr>
              <a:xfrm flipH="1">
                <a:off x="132608" y="3960698"/>
                <a:ext cx="10448306" cy="544460"/>
              </a:xfrm>
              <a:prstGeom prst="rect">
                <a:avLst/>
              </a:prstGeom>
              <a:noFill/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vert="horz" lIns="91440" tIns="45720" rIns="91440" bIns="45720" rtlCol="0" anchor="ctr">
                <a:noAutofit/>
              </a:bodyPr>
              <a:lstStyle>
                <a:lvl1pPr marL="265113" indent="-265113" algn="just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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809625" indent="-352425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118745" indent="0">
                  <a:lnSpc>
                    <a:spcPct val="115000"/>
                  </a:lnSpc>
                  <a:spcAft>
                    <a:spcPts val="800"/>
                  </a:spcAft>
                  <a:buNone/>
                </a:pPr>
                <a:r>
                  <a:rPr lang="en-US" sz="2800" dirty="0">
                    <a:solidFill>
                      <a:srgbClr val="002060"/>
                    </a:solidFill>
                    <a:latin typeface="+mj-lt"/>
                  </a:rPr>
                  <a:t>Here,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800" dirty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V</m:t>
                    </m:r>
                    <m:r>
                      <a:rPr lang="en-US" sz="2800" b="0" i="0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 </m:t>
                    </m:r>
                  </m:oMath>
                </a14:m>
                <a:r>
                  <a:rPr lang="en-US" sz="2800" dirty="0">
                    <a:solidFill>
                      <a:srgbClr val="002060"/>
                    </a:solidFill>
                  </a:rPr>
                  <a:t>Set of all ordered pairs of real numbers</a:t>
                </a:r>
                <a14:m>
                  <m:oMath xmlns:m="http://schemas.openxmlformats.org/officeDocument/2006/math">
                    <m:r>
                      <a:rPr lang="en-US" sz="2800" b="0" i="0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800" dirty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|"/>
                        <m:ctrlPr>
                          <a:rPr lang="en-US" sz="2800" b="0" i="1" dirty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b="0" i="0" dirty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d>
                          <m:dPr>
                            <m:ctrlPr>
                              <a:rPr lang="en-US" sz="2800" i="1" dirty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m:rPr>
                                <m:sty m:val="p"/>
                              </m:rPr>
                              <a:rPr lang="en-US" sz="2800" dirty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x</m:t>
                            </m:r>
                            <m:r>
                              <a:rPr lang="en-US" sz="2800" dirty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m:rPr>
                                <m:sty m:val="p"/>
                              </m:rPr>
                              <a:rPr lang="en-US" sz="2800" dirty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y</m:t>
                            </m:r>
                          </m:e>
                        </m:d>
                        <m:r>
                          <a:rPr lang="en-US" sz="2800" b="0" i="1" dirty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</m:e>
                    </m:d>
                    <m:r>
                      <a:rPr lang="en-US" sz="2800" b="0" i="1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sz="2800" dirty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x</m:t>
                    </m:r>
                    <m:r>
                      <a:rPr lang="en-US" sz="2800" dirty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US" sz="2800" dirty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y</m:t>
                    </m:r>
                    <m:r>
                      <a:rPr lang="en-US" sz="2800" dirty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ℝ</m:t>
                    </m:r>
                    <m:r>
                      <a:rPr lang="en-US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800" dirty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endParaRPr lang="en-US" sz="2800" dirty="0">
                  <a:solidFill>
                    <a:srgbClr val="002060"/>
                  </a:solidFill>
                  <a:latin typeface="+mj-lt"/>
                </a:endParaRPr>
              </a:p>
            </p:txBody>
          </p:sp>
        </mc:Choice>
        <mc:Fallback xmlns="">
          <p:sp>
            <p:nvSpPr>
              <p:cNvPr id="12" name="Content Placeholder 4">
                <a:extLst>
                  <a:ext uri="{FF2B5EF4-FFF2-40B4-BE49-F238E27FC236}">
                    <a16:creationId xmlns:a16="http://schemas.microsoft.com/office/drawing/2014/main" id="{C2E3A768-B2DD-49B5-A909-9453EEB041E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132608" y="3960698"/>
                <a:ext cx="10448306" cy="544460"/>
              </a:xfrm>
              <a:prstGeom prst="rect">
                <a:avLst/>
              </a:prstGeom>
              <a:blipFill>
                <a:blip r:embed="rId4"/>
                <a:stretch>
                  <a:fillRect l="-117" t="-10112" b="-29213"/>
                </a:stretch>
              </a:blipFill>
              <a:ln w="12700" cap="flat" cmpd="sng" algn="ctr">
                <a:noFill/>
                <a:prstDash val="solid"/>
                <a:miter lim="800000"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Content Placeholder 4">
                <a:extLst>
                  <a:ext uri="{FF2B5EF4-FFF2-40B4-BE49-F238E27FC236}">
                    <a16:creationId xmlns:a16="http://schemas.microsoft.com/office/drawing/2014/main" id="{C2E3A768-B2DD-49B5-A909-9453EEB041E3}"/>
                  </a:ext>
                </a:extLst>
              </p:cNvPr>
              <p:cNvSpPr txBox="1">
                <a:spLocks/>
              </p:cNvSpPr>
              <p:nvPr/>
            </p:nvSpPr>
            <p:spPr>
              <a:xfrm flipH="1">
                <a:off x="132607" y="4563312"/>
                <a:ext cx="11856193" cy="1236684"/>
              </a:xfrm>
              <a:prstGeom prst="rect">
                <a:avLst/>
              </a:prstGeom>
              <a:noFill/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vert="horz" lIns="91440" tIns="45720" rIns="91440" bIns="45720" rtlCol="0" anchor="ctr">
                <a:noAutofit/>
              </a:bodyPr>
              <a:lstStyle>
                <a:defPPr>
                  <a:defRPr lang="en-US"/>
                </a:defPPr>
                <a:lvl1pPr marL="118745" algn="just">
                  <a:lnSpc>
                    <a:spcPct val="115000"/>
                  </a:lnSpc>
                  <a:spcBef>
                    <a:spcPts val="1000"/>
                  </a:spcBef>
                  <a:spcAft>
                    <a:spcPts val="800"/>
                  </a:spcAft>
                  <a:buClr>
                    <a:schemeClr val="accent6"/>
                  </a:buClr>
                  <a:buFont typeface="Wingdings 3" panose="05040102010807070707" pitchFamily="18" charset="2"/>
                  <a:buNone/>
                  <a:defRPr sz="2800">
                    <a:solidFill>
                      <a:srgbClr val="3A4A6A"/>
                    </a:solidFill>
                  </a:defRPr>
                </a:lvl1pPr>
              </a:lstStyle>
              <a:p>
                <a:r>
                  <a:rPr lang="en-US" dirty="0">
                    <a:solidFill>
                      <a:srgbClr val="002060"/>
                    </a:solidFill>
                    <a:latin typeface="+mj-lt"/>
                  </a:rPr>
                  <a:t>Binary Operation is defined as</a:t>
                </a:r>
              </a:p>
              <a:p>
                <a:pPr marL="990600" indent="-457200">
                  <a:buFont typeface="Wingdings" panose="05000000000000000000" pitchFamily="2" charset="2"/>
                  <a:buChar char="§"/>
                </a:pPr>
                <a:r>
                  <a:rPr lang="en-US" dirty="0">
                    <a:solidFill>
                      <a:srgbClr val="002060"/>
                    </a:solidFill>
                    <a:latin typeface="+mj-lt"/>
                  </a:rPr>
                  <a:t>Vector Addition	:	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i="1" dirty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 dirty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dirty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x</m:t>
                            </m:r>
                          </m:e>
                          <m:sub>
                            <m:r>
                              <a:rPr lang="en-US" dirty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dirty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i="1" dirty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dirty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y</m:t>
                            </m:r>
                          </m:e>
                          <m:sub>
                            <m:r>
                              <a:rPr lang="en-US" dirty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  <m:r>
                      <a:rPr lang="en-US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⊕</m:t>
                    </m:r>
                    <m:d>
                      <m:dPr>
                        <m:ctrlPr>
                          <a:rPr lang="en-US" i="1" dirty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 dirty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dirty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x</m:t>
                            </m:r>
                          </m:e>
                          <m:sub>
                            <m:r>
                              <a:rPr lang="en-US" dirty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dirty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i="1" dirty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dirty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y</m:t>
                            </m:r>
                          </m:e>
                          <m:sub>
                            <m:r>
                              <a:rPr lang="en-US" dirty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  <m:r>
                      <a:rPr lang="en-US" dirty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i="1" dirty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 dirty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dirty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x</m:t>
                            </m:r>
                          </m:e>
                          <m:sub>
                            <m:r>
                              <a:rPr lang="en-US" dirty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dirty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i="1" dirty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dirty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x</m:t>
                            </m:r>
                          </m:e>
                          <m:sub>
                            <m:r>
                              <a:rPr lang="en-US" dirty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dirty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+1,</m:t>
                        </m:r>
                        <m:sSub>
                          <m:sSubPr>
                            <m:ctrlPr>
                              <a:rPr lang="en-US" i="1" dirty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dirty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y</m:t>
                            </m:r>
                          </m:e>
                          <m:sub>
                            <m:r>
                              <a:rPr lang="en-US" dirty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dirty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i="1" dirty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dirty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y</m:t>
                            </m:r>
                          </m:e>
                          <m:sub>
                            <m:r>
                              <a:rPr lang="en-US" dirty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dirty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+1</m:t>
                        </m:r>
                      </m:e>
                    </m:d>
                  </m:oMath>
                </a14:m>
                <a:endParaRPr lang="en-US" dirty="0">
                  <a:solidFill>
                    <a:srgbClr val="002060"/>
                  </a:solidFill>
                  <a:latin typeface="+mj-lt"/>
                </a:endParaRPr>
              </a:p>
            </p:txBody>
          </p:sp>
        </mc:Choice>
        <mc:Fallback xmlns="">
          <p:sp>
            <p:nvSpPr>
              <p:cNvPr id="14" name="Content Placeholder 4">
                <a:extLst>
                  <a:ext uri="{FF2B5EF4-FFF2-40B4-BE49-F238E27FC236}">
                    <a16:creationId xmlns:a16="http://schemas.microsoft.com/office/drawing/2014/main" id="{C2E3A768-B2DD-49B5-A909-9453EEB041E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132607" y="4563312"/>
                <a:ext cx="11856193" cy="1236684"/>
              </a:xfrm>
              <a:prstGeom prst="rect">
                <a:avLst/>
              </a:prstGeom>
              <a:blipFill>
                <a:blip r:embed="rId5"/>
                <a:stretch>
                  <a:fillRect l="-103" t="-3960" b="-15347"/>
                </a:stretch>
              </a:blipFill>
              <a:ln w="12700" cap="flat" cmpd="sng" algn="ctr">
                <a:noFill/>
                <a:prstDash val="solid"/>
                <a:miter lim="800000"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Content Placeholder 4">
            <a:extLst>
              <a:ext uri="{FF2B5EF4-FFF2-40B4-BE49-F238E27FC236}">
                <a16:creationId xmlns:a16="http://schemas.microsoft.com/office/drawing/2014/main" id="{C2E3A768-B2DD-49B5-A909-9453EEB041E3}"/>
              </a:ext>
            </a:extLst>
          </p:cNvPr>
          <p:cNvSpPr txBox="1">
            <a:spLocks/>
          </p:cNvSpPr>
          <p:nvPr/>
        </p:nvSpPr>
        <p:spPr>
          <a:xfrm flipH="1">
            <a:off x="132607" y="5944290"/>
            <a:ext cx="7706304" cy="54446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marL="265113" indent="-265113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Wingdings 3" panose="05040102010807070707" pitchFamily="18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9625" indent="-352425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 3" panose="05040102010807070707" pitchFamily="18" charset="2"/>
              <a:buChar char="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18745" indent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2800" dirty="0">
                <a:solidFill>
                  <a:srgbClr val="002060"/>
                </a:solidFill>
                <a:latin typeface="+mj-lt"/>
              </a:rPr>
              <a:t>Let us check  </a:t>
            </a:r>
            <a:r>
              <a:rPr lang="en-US" sz="2800" b="1" dirty="0">
                <a:solidFill>
                  <a:srgbClr val="FF0000"/>
                </a:solidFill>
                <a:latin typeface="+mj-lt"/>
              </a:rPr>
              <a:t>first five axioms </a:t>
            </a:r>
            <a:r>
              <a:rPr lang="en-US" sz="2800" dirty="0">
                <a:solidFill>
                  <a:srgbClr val="002060"/>
                </a:solidFill>
                <a:latin typeface="+mj-lt"/>
              </a:rPr>
              <a:t>for a vector space.</a:t>
            </a:r>
          </a:p>
        </p:txBody>
      </p:sp>
    </p:spTree>
    <p:extLst>
      <p:ext uri="{BB962C8B-B14F-4D97-AF65-F5344CB8AC3E}">
        <p14:creationId xmlns:p14="http://schemas.microsoft.com/office/powerpoint/2010/main" val="4749119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4" grpId="0" animBg="1"/>
      <p:bldP spid="15" grpId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ECFC8A-BC0D-5D72-FE99-20313653BC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1" name="Content Placeholder 4">
                <a:extLst>
                  <a:ext uri="{FF2B5EF4-FFF2-40B4-BE49-F238E27FC236}">
                    <a16:creationId xmlns:a16="http://schemas.microsoft.com/office/drawing/2014/main" id="{C2E3A768-B2DD-49B5-A909-9453EEB041E3}"/>
                  </a:ext>
                </a:extLst>
              </p:cNvPr>
              <p:cNvSpPr txBox="1">
                <a:spLocks/>
              </p:cNvSpPr>
              <p:nvPr/>
            </p:nvSpPr>
            <p:spPr>
              <a:xfrm flipH="1">
                <a:off x="-1" y="2201096"/>
                <a:ext cx="5760000" cy="540000"/>
              </a:xfrm>
              <a:prstGeom prst="rect">
                <a:avLst/>
              </a:prstGeom>
              <a:gradFill>
                <a:gsLst>
                  <a:gs pos="10000">
                    <a:srgbClr val="0E47A1"/>
                  </a:gs>
                  <a:gs pos="100000">
                    <a:srgbClr val="03A9F5"/>
                  </a:gs>
                </a:gsLst>
                <a:lin ang="10800000" scaled="1"/>
              </a:gradFill>
              <a:ln>
                <a:noFill/>
              </a:ln>
            </p:spPr>
            <p:txBody>
              <a:bodyPr vert="horz" wrap="square" lIns="91440" tIns="45720" rIns="91440" bIns="45720" numCol="1" anchor="ctr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algn="ctr">
                  <a:defRPr sz="2800">
                    <a:solidFill>
                      <a:schemeClr val="bg1"/>
                    </a:solidFill>
                  </a:defRPr>
                </a:lvl1pPr>
                <a:lvl2pPr>
                  <a:defRPr>
                    <a:solidFill>
                      <a:schemeClr val="tx1"/>
                    </a:solidFill>
                  </a:defRPr>
                </a:lvl2pPr>
                <a:lvl3pPr>
                  <a:defRPr>
                    <a:solidFill>
                      <a:schemeClr val="tx1"/>
                    </a:solidFill>
                  </a:defRPr>
                </a:lvl3pPr>
                <a:lvl4pPr>
                  <a:defRPr>
                    <a:solidFill>
                      <a:schemeClr val="tx1"/>
                    </a:solidFill>
                  </a:defRPr>
                </a:lvl4pPr>
                <a:lvl5pPr>
                  <a:defRPr>
                    <a:solidFill>
                      <a:schemeClr val="tx1"/>
                    </a:solidFill>
                  </a:defRPr>
                </a:lvl5pPr>
                <a:lvl6pPr>
                  <a:defRPr>
                    <a:solidFill>
                      <a:schemeClr val="tx1"/>
                    </a:solidFill>
                  </a:defRPr>
                </a:lvl6pPr>
                <a:lvl7pPr>
                  <a:defRPr>
                    <a:solidFill>
                      <a:schemeClr val="tx1"/>
                    </a:solidFill>
                  </a:defRPr>
                </a:lvl7pPr>
                <a:lvl8pPr>
                  <a:defRPr>
                    <a:solidFill>
                      <a:schemeClr val="tx1"/>
                    </a:solidFill>
                  </a:defRPr>
                </a:lvl8pPr>
                <a:lvl9pPr>
                  <a:defRPr>
                    <a:solidFill>
                      <a:schemeClr val="tx1"/>
                    </a:solidFill>
                  </a:defRPr>
                </a:lvl9pPr>
              </a:lstStyle>
              <a:p>
                <a:pPr algn="l"/>
                <a:r>
                  <a:rPr lang="en-US" b="1" dirty="0"/>
                  <a:t>Axiom 1: </a:t>
                </a:r>
                <a14:m>
                  <m:oMath xmlns:m="http://schemas.openxmlformats.org/officeDocument/2006/math">
                    <m:r>
                      <a:rPr lang="en-US" b="1" i="0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𝐮</m:t>
                    </m:r>
                    <m:r>
                      <a:rPr lang="en-US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⊕</m:t>
                    </m:r>
                    <m:r>
                      <a:rPr lang="en-US" b="1" i="0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𝐯</m:t>
                    </m:r>
                    <m:r>
                      <a:rPr lang="en-US" b="1" i="0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b="1" i="0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𝐕</m:t>
                    </m:r>
                  </m:oMath>
                </a14:m>
                <a:endParaRPr lang="en-US" b="1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21" name="Content Placeholder 4">
                <a:extLst>
                  <a:ext uri="{FF2B5EF4-FFF2-40B4-BE49-F238E27FC236}">
                    <a16:creationId xmlns:a16="http://schemas.microsoft.com/office/drawing/2014/main" id="{C2E3A768-B2DD-49B5-A909-9453EEB041E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-1" y="2201096"/>
                <a:ext cx="5760000" cy="540000"/>
              </a:xfrm>
              <a:prstGeom prst="rect">
                <a:avLst/>
              </a:prstGeom>
              <a:blipFill>
                <a:blip r:embed="rId2"/>
                <a:stretch>
                  <a:fillRect l="-2116" t="-10112" b="-29213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FDFDD70C-3AAE-183B-5AED-36C59E3E9B77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IN" dirty="0"/>
                  <a:t>Method:1 </a:t>
                </a:r>
                <a14:m>
                  <m:oMath xmlns:m="http://schemas.openxmlformats.org/officeDocument/2006/math">
                    <m:r>
                      <a:rPr lang="en-I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⇝</m:t>
                    </m:r>
                  </m:oMath>
                </a14:m>
                <a:r>
                  <a:rPr lang="en-IN" dirty="0"/>
                  <a:t> Example:8(continue)</a:t>
                </a:r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FDFDD70C-3AAE-183B-5AED-36C59E3E9B7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3"/>
                <a:stretch>
                  <a:fillRect l="-400" t="-8547" b="-1965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Content Placeholder 4">
                <a:extLst>
                  <a:ext uri="{FF2B5EF4-FFF2-40B4-BE49-F238E27FC236}">
                    <a16:creationId xmlns:a16="http://schemas.microsoft.com/office/drawing/2014/main" id="{C2E3A768-B2DD-49B5-A909-9453EEB041E3}"/>
                  </a:ext>
                </a:extLst>
              </p:cNvPr>
              <p:cNvSpPr txBox="1">
                <a:spLocks/>
              </p:cNvSpPr>
              <p:nvPr/>
            </p:nvSpPr>
            <p:spPr>
              <a:xfrm flipH="1">
                <a:off x="-6" y="858197"/>
                <a:ext cx="7391405" cy="540000"/>
              </a:xfrm>
              <a:prstGeom prst="rect">
                <a:avLst/>
              </a:prstGeom>
              <a:noFill/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vert="horz" lIns="91440" tIns="45720" rIns="91440" bIns="45720" rtlCol="0" anchor="ctr">
                <a:noAutofit/>
              </a:bodyPr>
              <a:lstStyle>
                <a:lvl1pPr marL="265113" indent="-265113" algn="just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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809625" indent="-352425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118745" indent="0">
                  <a:lnSpc>
                    <a:spcPct val="115000"/>
                  </a:lnSpc>
                  <a:spcAft>
                    <a:spcPts val="800"/>
                  </a:spcAft>
                  <a:buNone/>
                </a:pPr>
                <a:r>
                  <a:rPr lang="en-US" sz="2800" dirty="0">
                    <a:solidFill>
                      <a:srgbClr val="002060"/>
                    </a:solidFill>
                    <a:latin typeface="+mj-lt"/>
                  </a:rPr>
                  <a:t>Let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u</m:t>
                    </m:r>
                    <m:r>
                      <a:rPr lang="en-US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80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sz="280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a</m:t>
                            </m:r>
                          </m:e>
                          <m:sub>
                            <m:r>
                              <a:rPr lang="en-US" sz="280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sz="280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sz="280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b</m:t>
                            </m:r>
                          </m:e>
                          <m:sub>
                            <m:r>
                              <a:rPr lang="en-US" sz="280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  <m:r>
                      <a:rPr lang="en-US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US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v</m:t>
                    </m:r>
                    <m:r>
                      <a:rPr lang="en-US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80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sz="280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a</m:t>
                            </m:r>
                          </m:e>
                          <m:sub>
                            <m:r>
                              <a:rPr lang="en-US" sz="280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sz="280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sz="280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b</m:t>
                            </m:r>
                          </m:e>
                          <m:sub>
                            <m:r>
                              <a:rPr lang="en-US" sz="280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sz="2800" dirty="0">
                    <a:solidFill>
                      <a:srgbClr val="002060"/>
                    </a:solidFill>
                    <a:latin typeface="+mj-lt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w</m:t>
                    </m:r>
                    <m:r>
                      <a:rPr lang="en-US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80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sz="280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a</m:t>
                            </m:r>
                          </m:e>
                          <m:sub>
                            <m:r>
                              <a:rPr lang="en-US" sz="280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  <m:r>
                          <a:rPr lang="en-US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sz="280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sz="280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b</m:t>
                            </m:r>
                          </m:e>
                          <m:sub>
                            <m:r>
                              <a:rPr lang="en-US" sz="280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sz="2800" dirty="0">
                    <a:solidFill>
                      <a:srgbClr val="002060"/>
                    </a:solidFill>
                    <a:latin typeface="+mj-lt"/>
                  </a:rPr>
                  <a:t> ∈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800" dirty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V</m:t>
                    </m:r>
                  </m:oMath>
                </a14:m>
                <a:endParaRPr lang="en-US" sz="2800" dirty="0">
                  <a:solidFill>
                    <a:srgbClr val="002060"/>
                  </a:solidFill>
                  <a:latin typeface="+mj-lt"/>
                </a:endParaRPr>
              </a:p>
            </p:txBody>
          </p:sp>
        </mc:Choice>
        <mc:Fallback xmlns="">
          <p:sp>
            <p:nvSpPr>
              <p:cNvPr id="22" name="Content Placeholder 4">
                <a:extLst>
                  <a:ext uri="{FF2B5EF4-FFF2-40B4-BE49-F238E27FC236}">
                    <a16:creationId xmlns:a16="http://schemas.microsoft.com/office/drawing/2014/main" id="{C2E3A768-B2DD-49B5-A909-9453EEB041E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-6" y="858197"/>
                <a:ext cx="7391405" cy="540000"/>
              </a:xfrm>
              <a:prstGeom prst="rect">
                <a:avLst/>
              </a:prstGeom>
              <a:blipFill>
                <a:blip r:embed="rId5"/>
                <a:stretch>
                  <a:fillRect l="-165" t="-12500" b="-29545"/>
                </a:stretch>
              </a:blipFill>
              <a:ln w="12700" cap="flat" cmpd="sng" algn="ctr">
                <a:noFill/>
                <a:prstDash val="solid"/>
                <a:miter lim="800000"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Content Placeholder 4">
                <a:extLst>
                  <a:ext uri="{FF2B5EF4-FFF2-40B4-BE49-F238E27FC236}">
                    <a16:creationId xmlns:a16="http://schemas.microsoft.com/office/drawing/2014/main" id="{E2369E14-FB7F-439F-B8BC-3D00ED9ED33E}"/>
                  </a:ext>
                </a:extLst>
              </p:cNvPr>
              <p:cNvSpPr txBox="1">
                <a:spLocks/>
              </p:cNvSpPr>
              <p:nvPr/>
            </p:nvSpPr>
            <p:spPr>
              <a:xfrm flipH="1">
                <a:off x="132610" y="1514100"/>
                <a:ext cx="3029820" cy="540000"/>
              </a:xfrm>
              <a:prstGeom prst="rect">
                <a:avLst/>
              </a:prstGeom>
              <a:noFill/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vert="horz" lIns="91440" tIns="45720" rIns="91440" bIns="45720" rtlCol="0" anchor="ctr">
                <a:noAutofit/>
              </a:bodyPr>
              <a:lstStyle>
                <a:lvl1pPr marL="265113" indent="-265113" algn="just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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809625" indent="-352425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lnSpc>
                    <a:spcPct val="115000"/>
                  </a:lnSpc>
                  <a:spcAft>
                    <a:spcPts val="800"/>
                  </a:spcAft>
                  <a:buNone/>
                </a:pPr>
                <a:r>
                  <a:rPr lang="en-US" sz="2800" dirty="0">
                    <a:solidFill>
                      <a:srgbClr val="002060"/>
                    </a:solidFill>
                  </a:rPr>
                  <a:t>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k</m:t>
                    </m:r>
                    <m:r>
                      <a:rPr lang="en-US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US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m</m:t>
                    </m:r>
                    <m:r>
                      <a:rPr lang="en-US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ℝ</m:t>
                    </m:r>
                  </m:oMath>
                </a14:m>
                <a:endParaRPr lang="en-US" sz="2800" dirty="0">
                  <a:solidFill>
                    <a:srgbClr val="002060"/>
                  </a:solidFill>
                  <a:latin typeface="+mj-lt"/>
                </a:endParaRPr>
              </a:p>
            </p:txBody>
          </p:sp>
        </mc:Choice>
        <mc:Fallback xmlns="">
          <p:sp>
            <p:nvSpPr>
              <p:cNvPr id="26" name="Content Placeholder 4">
                <a:extLst>
                  <a:ext uri="{FF2B5EF4-FFF2-40B4-BE49-F238E27FC236}">
                    <a16:creationId xmlns:a16="http://schemas.microsoft.com/office/drawing/2014/main" id="{E2369E14-FB7F-439F-B8BC-3D00ED9ED33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132610" y="1514100"/>
                <a:ext cx="3029820" cy="540000"/>
              </a:xfrm>
              <a:prstGeom prst="rect">
                <a:avLst/>
              </a:prstGeom>
              <a:blipFill>
                <a:blip r:embed="rId6"/>
                <a:stretch>
                  <a:fillRect l="-4225" t="-10112" b="-29213"/>
                </a:stretch>
              </a:blipFill>
              <a:ln w="12700" cap="flat" cmpd="sng" algn="ctr">
                <a:noFill/>
                <a:prstDash val="solid"/>
                <a:miter lim="800000"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Content Placeholder 4">
                <a:extLst>
                  <a:ext uri="{FF2B5EF4-FFF2-40B4-BE49-F238E27FC236}">
                    <a16:creationId xmlns:a16="http://schemas.microsoft.com/office/drawing/2014/main" id="{E2369E14-FB7F-439F-B8BC-3D00ED9ED33E}"/>
                  </a:ext>
                </a:extLst>
              </p:cNvPr>
              <p:cNvSpPr txBox="1">
                <a:spLocks/>
              </p:cNvSpPr>
              <p:nvPr/>
            </p:nvSpPr>
            <p:spPr>
              <a:xfrm flipH="1">
                <a:off x="132610" y="2805355"/>
                <a:ext cx="5627389" cy="540000"/>
              </a:xfrm>
              <a:prstGeom prst="rect">
                <a:avLst/>
              </a:prstGeom>
              <a:noFill/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vert="horz" lIns="91440" tIns="45720" rIns="91440" bIns="45720" rtlCol="0" anchor="ctr">
                <a:noAutofit/>
              </a:bodyPr>
              <a:lstStyle>
                <a:lvl1pPr marL="265113" indent="-265113" algn="just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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809625" indent="-352425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lnSpc>
                    <a:spcPct val="115000"/>
                  </a:lnSpc>
                  <a:spcAft>
                    <a:spcPts val="800"/>
                  </a:spcAft>
                  <a:buNone/>
                </a:pPr>
                <a:r>
                  <a:rPr lang="en-US" sz="2800" dirty="0">
                    <a:solidFill>
                      <a:srgbClr val="002060"/>
                    </a:solidFill>
                  </a:rPr>
                  <a:t>Now,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800" dirty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u</m:t>
                    </m:r>
                    <m:r>
                      <a:rPr lang="en-US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⊕</m:t>
                    </m:r>
                    <m:r>
                      <m:rPr>
                        <m:sty m:val="p"/>
                      </m:rPr>
                      <a:rPr lang="en-US" sz="2800" dirty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v</m:t>
                    </m:r>
                    <m:r>
                      <a:rPr lang="en-US" sz="2800" dirty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80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sz="280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a</m:t>
                            </m:r>
                          </m:e>
                          <m:sub>
                            <m:r>
                              <a:rPr lang="en-US" sz="280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sz="280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sz="280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b</m:t>
                            </m:r>
                          </m:e>
                          <m:sub>
                            <m:r>
                              <a:rPr lang="en-US" sz="280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  <m:r>
                      <a:rPr lang="en-US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⊕</m:t>
                    </m:r>
                    <m:d>
                      <m:dPr>
                        <m:ctrlPr>
                          <a:rPr lang="en-US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80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sz="280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a</m:t>
                            </m:r>
                          </m:e>
                          <m:sub>
                            <m:r>
                              <a:rPr lang="en-US" sz="280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sz="280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sz="280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b</m:t>
                            </m:r>
                          </m:e>
                          <m:sub>
                            <m:r>
                              <a:rPr lang="en-US" sz="280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</m:oMath>
                </a14:m>
                <a:endParaRPr lang="en-US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32" name="Content Placeholder 4">
                <a:extLst>
                  <a:ext uri="{FF2B5EF4-FFF2-40B4-BE49-F238E27FC236}">
                    <a16:creationId xmlns:a16="http://schemas.microsoft.com/office/drawing/2014/main" id="{E2369E14-FB7F-439F-B8BC-3D00ED9ED33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132610" y="2805355"/>
                <a:ext cx="5627389" cy="540000"/>
              </a:xfrm>
              <a:prstGeom prst="rect">
                <a:avLst/>
              </a:prstGeom>
              <a:blipFill>
                <a:blip r:embed="rId8"/>
                <a:stretch>
                  <a:fillRect l="-2275" t="-10112" b="-29213"/>
                </a:stretch>
              </a:blipFill>
              <a:ln w="12700" cap="flat" cmpd="sng" algn="ctr">
                <a:noFill/>
                <a:prstDash val="solid"/>
                <a:miter lim="800000"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" name="Content Placeholder 4">
                <a:extLst>
                  <a:ext uri="{FF2B5EF4-FFF2-40B4-BE49-F238E27FC236}">
                    <a16:creationId xmlns:a16="http://schemas.microsoft.com/office/drawing/2014/main" id="{E2369E14-FB7F-439F-B8BC-3D00ED9ED33E}"/>
                  </a:ext>
                </a:extLst>
              </p:cNvPr>
              <p:cNvSpPr txBox="1">
                <a:spLocks/>
              </p:cNvSpPr>
              <p:nvPr/>
            </p:nvSpPr>
            <p:spPr>
              <a:xfrm flipH="1">
                <a:off x="1758208" y="3487791"/>
                <a:ext cx="4585442" cy="540000"/>
              </a:xfrm>
              <a:prstGeom prst="rect">
                <a:avLst/>
              </a:prstGeom>
              <a:noFill/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vert="horz" lIns="91440" tIns="45720" rIns="91440" bIns="45720" rtlCol="0" anchor="ctr">
                <a:noAutofit/>
              </a:bodyPr>
              <a:lstStyle>
                <a:lvl1pPr marL="265113" indent="-265113" algn="just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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809625" indent="-352425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lnSpc>
                    <a:spcPct val="115000"/>
                  </a:lnSpc>
                  <a:spcAft>
                    <a:spcPts val="8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dirty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a</m:t>
                              </m:r>
                            </m:e>
                            <m:sub>
                              <m: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a</m:t>
                              </m:r>
                            </m:e>
                            <m:sub>
                              <m: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sz="28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sz="28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  <m: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b</m:t>
                              </m:r>
                            </m:e>
                            <m:sub>
                              <m: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b</m:t>
                              </m:r>
                            </m:e>
                            <m:sub>
                              <m: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sz="28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sz="28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e>
                      </m:d>
                    </m:oMath>
                  </m:oMathPara>
                </a14:m>
                <a:endParaRPr lang="en-US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33" name="Content Placeholder 4">
                <a:extLst>
                  <a:ext uri="{FF2B5EF4-FFF2-40B4-BE49-F238E27FC236}">
                    <a16:creationId xmlns:a16="http://schemas.microsoft.com/office/drawing/2014/main" id="{E2369E14-FB7F-439F-B8BC-3D00ED9ED33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1758208" y="3487791"/>
                <a:ext cx="4585442" cy="540000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  <a:ln w="12700" cap="flat" cmpd="sng" algn="ctr">
                <a:noFill/>
                <a:prstDash val="solid"/>
                <a:miter lim="800000"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6" name="Content Placeholder 4">
                <a:extLst>
                  <a:ext uri="{FF2B5EF4-FFF2-40B4-BE49-F238E27FC236}">
                    <a16:creationId xmlns:a16="http://schemas.microsoft.com/office/drawing/2014/main" id="{E2369E14-FB7F-439F-B8BC-3D00ED9ED33E}"/>
                  </a:ext>
                </a:extLst>
              </p:cNvPr>
              <p:cNvSpPr txBox="1">
                <a:spLocks/>
              </p:cNvSpPr>
              <p:nvPr/>
            </p:nvSpPr>
            <p:spPr>
              <a:xfrm flipH="1">
                <a:off x="132609" y="4113077"/>
                <a:ext cx="5627389" cy="540000"/>
              </a:xfrm>
              <a:prstGeom prst="rect">
                <a:avLst/>
              </a:prstGeom>
              <a:noFill/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vert="horz" lIns="91440" tIns="45720" rIns="91440" bIns="45720" rtlCol="0" anchor="ctr">
                <a:noAutofit/>
              </a:bodyPr>
              <a:lstStyle>
                <a:lvl1pPr marL="265113" indent="-265113" algn="just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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809625" indent="-352425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lnSpc>
                    <a:spcPct val="115000"/>
                  </a:lnSpc>
                  <a:spcAft>
                    <a:spcPts val="800"/>
                  </a:spcAft>
                  <a:buNone/>
                </a:pPr>
                <a:r>
                  <a:rPr lang="en-US" sz="2800" dirty="0">
                    <a:solidFill>
                      <a:srgbClr val="002060"/>
                    </a:solidFill>
                  </a:rPr>
                  <a:t>Since,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80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sz="280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a</m:t>
                            </m:r>
                          </m:e>
                          <m:sub>
                            <m:r>
                              <a:rPr lang="en-US" sz="280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sz="280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sz="280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b</m:t>
                            </m:r>
                          </m:e>
                          <m:sub>
                            <m:r>
                              <a:rPr lang="en-US" sz="280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  <m:r>
                      <a:rPr lang="en-US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,</m:t>
                    </m:r>
                    <m:d>
                      <m:dPr>
                        <m:ctrlPr>
                          <a:rPr lang="en-US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80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sz="280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a</m:t>
                            </m:r>
                          </m:e>
                          <m:sub>
                            <m:r>
                              <a:rPr lang="en-US" sz="280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sz="280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sz="280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b</m:t>
                            </m:r>
                          </m:e>
                          <m:sub>
                            <m:r>
                              <a:rPr lang="en-US" sz="280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  <m:r>
                      <m:rPr>
                        <m:nor/>
                      </m:rPr>
                      <a:rPr lang="en-US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en-US" sz="2800" i="0" dirty="0">
                        <a:solidFill>
                          <a:srgbClr val="002060"/>
                        </a:solidFill>
                      </a:rPr>
                      <m:t>∈ </m:t>
                    </m:r>
                    <m:r>
                      <m:rPr>
                        <m:sty m:val="p"/>
                      </m:rPr>
                      <a:rPr lang="en-US" sz="2800" dirty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V</m:t>
                    </m:r>
                    <m:r>
                      <a:rPr lang="en-US" sz="2800" b="0" i="0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,  1</m:t>
                    </m:r>
                    <m:r>
                      <a:rPr lang="en-US" sz="2800" b="0" i="1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ℝ</m:t>
                    </m:r>
                  </m:oMath>
                </a14:m>
                <a:endParaRPr lang="en-US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36" name="Content Placeholder 4">
                <a:extLst>
                  <a:ext uri="{FF2B5EF4-FFF2-40B4-BE49-F238E27FC236}">
                    <a16:creationId xmlns:a16="http://schemas.microsoft.com/office/drawing/2014/main" id="{E2369E14-FB7F-439F-B8BC-3D00ED9ED33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132609" y="4113077"/>
                <a:ext cx="5627389" cy="540000"/>
              </a:xfrm>
              <a:prstGeom prst="rect">
                <a:avLst/>
              </a:prstGeom>
              <a:blipFill>
                <a:blip r:embed="rId10"/>
                <a:stretch>
                  <a:fillRect l="-2275" t="-6818" b="-32955"/>
                </a:stretch>
              </a:blipFill>
              <a:ln w="12700" cap="flat" cmpd="sng" algn="ctr">
                <a:noFill/>
                <a:prstDash val="solid"/>
                <a:miter lim="800000"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8" name="Content Placeholder 4">
                <a:extLst>
                  <a:ext uri="{FF2B5EF4-FFF2-40B4-BE49-F238E27FC236}">
                    <a16:creationId xmlns:a16="http://schemas.microsoft.com/office/drawing/2014/main" id="{E2369E14-FB7F-439F-B8BC-3D00ED9ED33E}"/>
                  </a:ext>
                </a:extLst>
              </p:cNvPr>
              <p:cNvSpPr txBox="1">
                <a:spLocks/>
              </p:cNvSpPr>
              <p:nvPr/>
            </p:nvSpPr>
            <p:spPr>
              <a:xfrm flipH="1">
                <a:off x="649842" y="4795513"/>
                <a:ext cx="3510033" cy="540000"/>
              </a:xfrm>
              <a:prstGeom prst="rect">
                <a:avLst/>
              </a:prstGeom>
              <a:noFill/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vert="horz" lIns="91440" tIns="45720" rIns="91440" bIns="45720" rtlCol="0" anchor="ctr">
                <a:noAutofit/>
              </a:bodyPr>
              <a:lstStyle>
                <a:lvl1pPr marL="265113" indent="-265113" algn="just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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809625" indent="-352425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lnSpc>
                    <a:spcPct val="115000"/>
                  </a:lnSpc>
                  <a:spcAft>
                    <a:spcPts val="8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800" dirty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⇒</m:t>
                      </m:r>
                      <m:sSub>
                        <m:sSubPr>
                          <m:ctrlP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a</m:t>
                          </m:r>
                        </m:e>
                        <m:sub>
                          <m: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b</m:t>
                          </m:r>
                        </m:e>
                        <m:sub>
                          <m: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2800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a</m:t>
                          </m:r>
                        </m:e>
                        <m:sub>
                          <m: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b</m:t>
                          </m:r>
                        </m:e>
                        <m:sub>
                          <m: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,1</m:t>
                      </m:r>
                      <m:r>
                        <a:rPr lang="en-US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∈</m:t>
                      </m:r>
                      <m:r>
                        <a:rPr lang="en-US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ℝ</m:t>
                      </m:r>
                    </m:oMath>
                  </m:oMathPara>
                </a14:m>
                <a:endParaRPr lang="en-US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38" name="Content Placeholder 4">
                <a:extLst>
                  <a:ext uri="{FF2B5EF4-FFF2-40B4-BE49-F238E27FC236}">
                    <a16:creationId xmlns:a16="http://schemas.microsoft.com/office/drawing/2014/main" id="{E2369E14-FB7F-439F-B8BC-3D00ED9ED33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649842" y="4795513"/>
                <a:ext cx="3510033" cy="540000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  <a:ln w="12700" cap="flat" cmpd="sng" algn="ctr">
                <a:noFill/>
                <a:prstDash val="solid"/>
                <a:miter lim="800000"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4" name="Right Arrow 3">
            <a:extLst>
              <a:ext uri="{FF2B5EF4-FFF2-40B4-BE49-F238E27FC236}">
                <a16:creationId xmlns:a16="http://schemas.microsoft.com/office/drawing/2014/main" id="{3FE11F38-A8D0-406B-A77F-9DE69C4F1B02}"/>
              </a:ext>
            </a:extLst>
          </p:cNvPr>
          <p:cNvSpPr/>
          <p:nvPr/>
        </p:nvSpPr>
        <p:spPr>
          <a:xfrm flipV="1">
            <a:off x="8102872" y="1327327"/>
            <a:ext cx="144000" cy="180000"/>
          </a:xfrm>
          <a:prstGeom prst="rightArrow">
            <a:avLst/>
          </a:prstGeom>
          <a:gradFill>
            <a:gsLst>
              <a:gs pos="10000">
                <a:srgbClr val="0E47A1"/>
              </a:gs>
              <a:gs pos="100000">
                <a:srgbClr val="03A9F5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Wingdings 3" panose="05040102010807070707" pitchFamily="18" charset="2"/>
              <a:buNone/>
            </a:pPr>
            <a:endParaRPr lang="en-IN" sz="2800" dirty="0">
              <a:solidFill>
                <a:schemeClr val="bg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Content Placeholder 4">
                <a:extLst>
                  <a:ext uri="{FF2B5EF4-FFF2-40B4-BE49-F238E27FC236}">
                    <a16:creationId xmlns:a16="http://schemas.microsoft.com/office/drawing/2014/main" id="{E2369E14-FB7F-439F-B8BC-3D00ED9ED33E}"/>
                  </a:ext>
                </a:extLst>
              </p:cNvPr>
              <p:cNvSpPr txBox="1">
                <a:spLocks/>
              </p:cNvSpPr>
              <p:nvPr/>
            </p:nvSpPr>
            <p:spPr>
              <a:xfrm flipH="1">
                <a:off x="649842" y="5441157"/>
                <a:ext cx="6558932" cy="540000"/>
              </a:xfrm>
              <a:prstGeom prst="rect">
                <a:avLst/>
              </a:prstGeom>
              <a:noFill/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vert="horz" lIns="91440" tIns="45720" rIns="91440" bIns="45720" rtlCol="0" anchor="ctr">
                <a:noAutofit/>
              </a:bodyPr>
              <a:lstStyle>
                <a:lvl1pPr marL="265113" indent="-265113" algn="just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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809625" indent="-352425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lnSpc>
                    <a:spcPct val="115000"/>
                  </a:lnSpc>
                  <a:spcAft>
                    <a:spcPts val="8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800" dirty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⇒</m:t>
                      </m:r>
                      <m:sSub>
                        <m:sSubPr>
                          <m:ctrlP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a</m:t>
                          </m:r>
                        </m:e>
                        <m:sub>
                          <m: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a</m:t>
                          </m:r>
                        </m:e>
                        <m:sub>
                          <m: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28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8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en-US" sz="280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and</m:t>
                      </m:r>
                      <m:r>
                        <a:rPr lang="en-US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b</m:t>
                          </m:r>
                        </m:e>
                        <m:sub>
                          <m: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b</m:t>
                          </m:r>
                        </m:e>
                        <m:sub>
                          <m: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28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8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en-US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∈</m:t>
                      </m:r>
                      <m:r>
                        <a:rPr lang="en-US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ℝ</m:t>
                      </m:r>
                    </m:oMath>
                  </m:oMathPara>
                </a14:m>
                <a:endParaRPr lang="en-US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20" name="Content Placeholder 4">
                <a:extLst>
                  <a:ext uri="{FF2B5EF4-FFF2-40B4-BE49-F238E27FC236}">
                    <a16:creationId xmlns:a16="http://schemas.microsoft.com/office/drawing/2014/main" id="{E2369E14-FB7F-439F-B8BC-3D00ED9ED33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649842" y="5441157"/>
                <a:ext cx="6558932" cy="540000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  <a:ln w="12700" cap="flat" cmpd="sng" algn="ctr">
                <a:noFill/>
                <a:prstDash val="solid"/>
                <a:miter lim="800000"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Content Placeholder 4">
                <a:extLst>
                  <a:ext uri="{FF2B5EF4-FFF2-40B4-BE49-F238E27FC236}">
                    <a16:creationId xmlns:a16="http://schemas.microsoft.com/office/drawing/2014/main" id="{E2369E14-FB7F-439F-B8BC-3D00ED9ED33E}"/>
                  </a:ext>
                </a:extLst>
              </p:cNvPr>
              <p:cNvSpPr txBox="1">
                <a:spLocks/>
              </p:cNvSpPr>
              <p:nvPr/>
            </p:nvSpPr>
            <p:spPr>
              <a:xfrm flipH="1">
                <a:off x="132609" y="5981157"/>
                <a:ext cx="6860618" cy="540000"/>
              </a:xfrm>
              <a:prstGeom prst="rect">
                <a:avLst/>
              </a:prstGeom>
              <a:noFill/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vert="horz" lIns="91440" tIns="45720" rIns="91440" bIns="45720" rtlCol="0" anchor="ctr">
                <a:noAutofit/>
              </a:bodyPr>
              <a:lstStyle>
                <a:lvl1pPr marL="265113" indent="-265113" algn="just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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809625" indent="-352425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lnSpc>
                    <a:spcPct val="115000"/>
                  </a:lnSpc>
                  <a:spcAft>
                    <a:spcPts val="800"/>
                  </a:spcAft>
                  <a:buNone/>
                </a:pPr>
                <a:r>
                  <a:rPr lang="en-US" sz="2800" dirty="0">
                    <a:solidFill>
                      <a:srgbClr val="002060"/>
                    </a:solidFill>
                  </a:rPr>
                  <a:t>So,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800" dirty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u</m:t>
                    </m:r>
                    <m:r>
                      <a:rPr lang="en-US" sz="2800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US" sz="2800" dirty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v</m:t>
                    </m:r>
                    <m:r>
                      <a:rPr lang="en-US" sz="2800" dirty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80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sz="280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a</m:t>
                            </m:r>
                          </m:e>
                          <m:sub>
                            <m:r>
                              <a:rPr lang="en-US" sz="280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sz="280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sz="280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a</m:t>
                            </m:r>
                          </m:e>
                          <m:sub>
                            <m:r>
                              <a:rPr lang="en-US" sz="280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sz="28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sz="28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  <m:r>
                          <a:rPr lang="en-US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sz="280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sz="280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b</m:t>
                            </m:r>
                          </m:e>
                          <m:sub>
                            <m:r>
                              <a:rPr lang="en-US" sz="280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sz="280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sz="280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b</m:t>
                            </m:r>
                          </m:e>
                          <m:sub>
                            <m:r>
                              <a:rPr lang="en-US" sz="280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sz="28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sz="28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e>
                    </m:d>
                    <m:r>
                      <a:rPr lang="en-US" sz="2800" b="0" i="1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US" sz="2800" b="0" i="0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V</m:t>
                    </m:r>
                  </m:oMath>
                </a14:m>
                <a:endParaRPr lang="en-US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23" name="Content Placeholder 4">
                <a:extLst>
                  <a:ext uri="{FF2B5EF4-FFF2-40B4-BE49-F238E27FC236}">
                    <a16:creationId xmlns:a16="http://schemas.microsoft.com/office/drawing/2014/main" id="{E2369E14-FB7F-439F-B8BC-3D00ED9ED33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132609" y="5981157"/>
                <a:ext cx="6860618" cy="540000"/>
              </a:xfrm>
              <a:prstGeom prst="rect">
                <a:avLst/>
              </a:prstGeom>
              <a:blipFill>
                <a:blip r:embed="rId13"/>
                <a:stretch>
                  <a:fillRect l="-1867" t="-10112" b="-29213"/>
                </a:stretch>
              </a:blipFill>
              <a:ln w="12700" cap="flat" cmpd="sng" algn="ctr">
                <a:noFill/>
                <a:prstDash val="solid"/>
                <a:miter lim="800000"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8093665" y="821738"/>
            <a:ext cx="3964985" cy="10952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40403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/>
      <p:bldP spid="26" grpId="0"/>
      <p:bldP spid="32" grpId="0"/>
      <p:bldP spid="33" grpId="0"/>
      <p:bldP spid="36" grpId="0"/>
      <p:bldP spid="38" grpId="0"/>
      <p:bldP spid="44" grpId="0" animBg="1"/>
      <p:bldP spid="20" grpId="0"/>
      <p:bldP spid="23" grpId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ECFC8A-BC0D-5D72-FE99-20313653BC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1" name="Content Placeholder 4">
                <a:extLst>
                  <a:ext uri="{FF2B5EF4-FFF2-40B4-BE49-F238E27FC236}">
                    <a16:creationId xmlns:a16="http://schemas.microsoft.com/office/drawing/2014/main" id="{C2E3A768-B2DD-49B5-A909-9453EEB041E3}"/>
                  </a:ext>
                </a:extLst>
              </p:cNvPr>
              <p:cNvSpPr txBox="1">
                <a:spLocks/>
              </p:cNvSpPr>
              <p:nvPr/>
            </p:nvSpPr>
            <p:spPr>
              <a:xfrm flipH="1">
                <a:off x="-1" y="865206"/>
                <a:ext cx="5760000" cy="540000"/>
              </a:xfrm>
              <a:prstGeom prst="rect">
                <a:avLst/>
              </a:prstGeom>
              <a:gradFill>
                <a:gsLst>
                  <a:gs pos="10000">
                    <a:srgbClr val="0E47A1"/>
                  </a:gs>
                  <a:gs pos="100000">
                    <a:srgbClr val="03A9F5"/>
                  </a:gs>
                </a:gsLst>
                <a:lin ang="10800000" scaled="1"/>
              </a:gradFill>
              <a:ln>
                <a:noFill/>
              </a:ln>
            </p:spPr>
            <p:txBody>
              <a:bodyPr vert="horz" wrap="square" lIns="91440" tIns="45720" rIns="91440" bIns="45720" numCol="1" anchor="ctr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algn="ctr">
                  <a:defRPr sz="2800">
                    <a:solidFill>
                      <a:schemeClr val="bg1"/>
                    </a:solidFill>
                  </a:defRPr>
                </a:lvl1pPr>
                <a:lvl2pPr>
                  <a:defRPr>
                    <a:solidFill>
                      <a:schemeClr val="tx1"/>
                    </a:solidFill>
                  </a:defRPr>
                </a:lvl2pPr>
                <a:lvl3pPr>
                  <a:defRPr>
                    <a:solidFill>
                      <a:schemeClr val="tx1"/>
                    </a:solidFill>
                  </a:defRPr>
                </a:lvl3pPr>
                <a:lvl4pPr>
                  <a:defRPr>
                    <a:solidFill>
                      <a:schemeClr val="tx1"/>
                    </a:solidFill>
                  </a:defRPr>
                </a:lvl4pPr>
                <a:lvl5pPr>
                  <a:defRPr>
                    <a:solidFill>
                      <a:schemeClr val="tx1"/>
                    </a:solidFill>
                  </a:defRPr>
                </a:lvl5pPr>
                <a:lvl6pPr>
                  <a:defRPr>
                    <a:solidFill>
                      <a:schemeClr val="tx1"/>
                    </a:solidFill>
                  </a:defRPr>
                </a:lvl6pPr>
                <a:lvl7pPr>
                  <a:defRPr>
                    <a:solidFill>
                      <a:schemeClr val="tx1"/>
                    </a:solidFill>
                  </a:defRPr>
                </a:lvl7pPr>
                <a:lvl8pPr>
                  <a:defRPr>
                    <a:solidFill>
                      <a:schemeClr val="tx1"/>
                    </a:solidFill>
                  </a:defRPr>
                </a:lvl8pPr>
                <a:lvl9pPr>
                  <a:defRPr>
                    <a:solidFill>
                      <a:schemeClr val="tx1"/>
                    </a:solidFill>
                  </a:defRPr>
                </a:lvl9pPr>
              </a:lstStyle>
              <a:p>
                <a:pPr algn="l"/>
                <a:r>
                  <a:rPr lang="en-US" b="1" dirty="0">
                    <a:solidFill>
                      <a:schemeClr val="bg1"/>
                    </a:solidFill>
                  </a:rPr>
                  <a:t>Axiom 2: </a:t>
                </a:r>
                <a14:m>
                  <m:oMath xmlns:m="http://schemas.openxmlformats.org/officeDocument/2006/math">
                    <m:r>
                      <a:rPr lang="en-US" b="1" i="0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𝐮</m:t>
                    </m:r>
                    <m:r>
                      <a:rPr lang="en-US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⊕</m:t>
                    </m:r>
                    <m:r>
                      <a:rPr lang="en-US" b="1" i="0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𝐯</m:t>
                    </m:r>
                    <m:r>
                      <a:rPr lang="en-US" b="1" i="0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1" i="0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𝐯</m:t>
                    </m:r>
                    <m:r>
                      <a:rPr lang="en-US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⊕</m:t>
                    </m:r>
                    <m:r>
                      <a:rPr lang="en-US" b="1" i="0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𝐮</m:t>
                    </m:r>
                  </m:oMath>
                </a14:m>
                <a:endParaRPr lang="en-US" b="1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21" name="Content Placeholder 4">
                <a:extLst>
                  <a:ext uri="{FF2B5EF4-FFF2-40B4-BE49-F238E27FC236}">
                    <a16:creationId xmlns:a16="http://schemas.microsoft.com/office/drawing/2014/main" id="{C2E3A768-B2DD-49B5-A909-9453EEB041E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-1" y="865206"/>
                <a:ext cx="5760000" cy="540000"/>
              </a:xfrm>
              <a:prstGeom prst="rect">
                <a:avLst/>
              </a:prstGeom>
              <a:blipFill>
                <a:blip r:embed="rId2"/>
                <a:stretch>
                  <a:fillRect l="-2116" t="-10112" b="-29213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FDFDD70C-3AAE-183B-5AED-36C59E3E9B77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IN" dirty="0"/>
                  <a:t>Method:1 </a:t>
                </a:r>
                <a14:m>
                  <m:oMath xmlns:m="http://schemas.openxmlformats.org/officeDocument/2006/math">
                    <m:r>
                      <a:rPr lang="en-I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⇝</m:t>
                    </m:r>
                  </m:oMath>
                </a14:m>
                <a:r>
                  <a:rPr lang="en-IN" dirty="0"/>
                  <a:t> Example:8(continue)</a:t>
                </a:r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FDFDD70C-3AAE-183B-5AED-36C59E3E9B7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3"/>
                <a:stretch>
                  <a:fillRect l="-400" t="-8547" b="-1965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Content Placeholder 4">
                <a:extLst>
                  <a:ext uri="{FF2B5EF4-FFF2-40B4-BE49-F238E27FC236}">
                    <a16:creationId xmlns:a16="http://schemas.microsoft.com/office/drawing/2014/main" id="{E2369E14-FB7F-439F-B8BC-3D00ED9ED33E}"/>
                  </a:ext>
                </a:extLst>
              </p:cNvPr>
              <p:cNvSpPr txBox="1">
                <a:spLocks/>
              </p:cNvSpPr>
              <p:nvPr/>
            </p:nvSpPr>
            <p:spPr>
              <a:xfrm flipH="1">
                <a:off x="132610" y="1514100"/>
                <a:ext cx="5730176" cy="540000"/>
              </a:xfrm>
              <a:prstGeom prst="rect">
                <a:avLst/>
              </a:prstGeom>
              <a:noFill/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vert="horz" lIns="91440" tIns="45720" rIns="91440" bIns="45720" rtlCol="0" anchor="ctr">
                <a:noAutofit/>
              </a:bodyPr>
              <a:lstStyle>
                <a:lvl1pPr marL="265113" indent="-265113" algn="just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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809625" indent="-352425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lnSpc>
                    <a:spcPct val="115000"/>
                  </a:lnSpc>
                  <a:spcAft>
                    <a:spcPts val="800"/>
                  </a:spcAft>
                  <a:buNone/>
                </a:pPr>
                <a:r>
                  <a:rPr lang="en-US" sz="2800" dirty="0">
                    <a:solidFill>
                      <a:srgbClr val="002060"/>
                    </a:solidFill>
                    <a:latin typeface="+mj-lt"/>
                  </a:rPr>
                  <a:t>Now,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800" b="0" i="0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u</m:t>
                    </m:r>
                    <m:r>
                      <a:rPr lang="en-US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⊕</m:t>
                    </m:r>
                    <m:r>
                      <m:rPr>
                        <m:sty m:val="p"/>
                      </m:rPr>
                      <a:rPr lang="en-US" sz="2800" b="0" i="0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v</m:t>
                    </m:r>
                    <m:r>
                      <a:rPr lang="en-US" sz="2800" dirty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80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sz="280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a</m:t>
                            </m:r>
                          </m:e>
                          <m:sub>
                            <m:r>
                              <a:rPr lang="en-US" sz="280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sz="280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sz="280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b</m:t>
                            </m:r>
                          </m:e>
                          <m:sub>
                            <m:r>
                              <a:rPr lang="en-US" sz="280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  <m:r>
                      <a:rPr lang="en-US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⊕</m:t>
                    </m:r>
                    <m:d>
                      <m:dPr>
                        <m:ctrlPr>
                          <a:rPr lang="en-US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80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sz="280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a</m:t>
                            </m:r>
                          </m:e>
                          <m:sub>
                            <m:r>
                              <a:rPr lang="en-US" sz="280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sz="280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sz="280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b</m:t>
                            </m:r>
                          </m:e>
                          <m:sub>
                            <m:r>
                              <a:rPr lang="en-US" sz="280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</m:oMath>
                </a14:m>
                <a:endParaRPr lang="en-US" sz="2800" dirty="0">
                  <a:solidFill>
                    <a:srgbClr val="002060"/>
                  </a:solidFill>
                  <a:latin typeface="+mj-lt"/>
                </a:endParaRPr>
              </a:p>
            </p:txBody>
          </p:sp>
        </mc:Choice>
        <mc:Fallback xmlns="">
          <p:sp>
            <p:nvSpPr>
              <p:cNvPr id="26" name="Content Placeholder 4">
                <a:extLst>
                  <a:ext uri="{FF2B5EF4-FFF2-40B4-BE49-F238E27FC236}">
                    <a16:creationId xmlns:a16="http://schemas.microsoft.com/office/drawing/2014/main" id="{E2369E14-FB7F-439F-B8BC-3D00ED9ED33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132610" y="1514100"/>
                <a:ext cx="5730176" cy="540000"/>
              </a:xfrm>
              <a:prstGeom prst="rect">
                <a:avLst/>
              </a:prstGeom>
              <a:blipFill>
                <a:blip r:embed="rId4"/>
                <a:stretch>
                  <a:fillRect l="-2234" t="-6742" b="-32584"/>
                </a:stretch>
              </a:blipFill>
              <a:ln w="12700" cap="flat" cmpd="sng" algn="ctr">
                <a:noFill/>
                <a:prstDash val="solid"/>
                <a:miter lim="800000"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Content Placeholder 4">
                <a:extLst>
                  <a:ext uri="{FF2B5EF4-FFF2-40B4-BE49-F238E27FC236}">
                    <a16:creationId xmlns:a16="http://schemas.microsoft.com/office/drawing/2014/main" id="{E2369E14-FB7F-439F-B8BC-3D00ED9ED33E}"/>
                  </a:ext>
                </a:extLst>
              </p:cNvPr>
              <p:cNvSpPr txBox="1">
                <a:spLocks/>
              </p:cNvSpPr>
              <p:nvPr/>
            </p:nvSpPr>
            <p:spPr>
              <a:xfrm flipH="1">
                <a:off x="1862601" y="2802493"/>
                <a:ext cx="4521277" cy="540000"/>
              </a:xfrm>
              <a:prstGeom prst="rect">
                <a:avLst/>
              </a:prstGeom>
              <a:noFill/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vert="horz" lIns="91440" tIns="45720" rIns="91440" bIns="45720" rtlCol="0" anchor="ctr">
                <a:noAutofit/>
              </a:bodyPr>
              <a:lstStyle>
                <a:lvl1pPr marL="265113" indent="-265113" algn="just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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809625" indent="-352425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lnSpc>
                    <a:spcPct val="115000"/>
                  </a:lnSpc>
                  <a:spcAft>
                    <a:spcPts val="8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dirty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a</m:t>
                              </m:r>
                            </m:e>
                            <m:sub>
                              <m:r>
                                <a:rPr lang="en-US" sz="2800" b="0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a</m:t>
                              </m:r>
                            </m:e>
                            <m:sub>
                              <m:r>
                                <a:rPr lang="en-US" sz="2800" b="0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28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sz="28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  <m: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b</m:t>
                              </m:r>
                            </m:e>
                            <m:sub>
                              <m:r>
                                <a:rPr lang="en-US" sz="2800" b="0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b</m:t>
                              </m:r>
                            </m:e>
                            <m:sub>
                              <m:r>
                                <a:rPr lang="en-US" sz="2800" b="0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28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sz="28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e>
                      </m:d>
                    </m:oMath>
                  </m:oMathPara>
                </a14:m>
                <a:endParaRPr lang="en-US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32" name="Content Placeholder 4">
                <a:extLst>
                  <a:ext uri="{FF2B5EF4-FFF2-40B4-BE49-F238E27FC236}">
                    <a16:creationId xmlns:a16="http://schemas.microsoft.com/office/drawing/2014/main" id="{E2369E14-FB7F-439F-B8BC-3D00ED9ED33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1862601" y="2802493"/>
                <a:ext cx="4521277" cy="54000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ln w="12700" cap="flat" cmpd="sng" algn="ctr">
                <a:noFill/>
                <a:prstDash val="solid"/>
                <a:miter lim="800000"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Content Placeholder 4">
                <a:extLst>
                  <a:ext uri="{FF2B5EF4-FFF2-40B4-BE49-F238E27FC236}">
                    <a16:creationId xmlns:a16="http://schemas.microsoft.com/office/drawing/2014/main" id="{E2369E14-FB7F-439F-B8BC-3D00ED9ED33E}"/>
                  </a:ext>
                </a:extLst>
              </p:cNvPr>
              <p:cNvSpPr txBox="1">
                <a:spLocks/>
              </p:cNvSpPr>
              <p:nvPr/>
            </p:nvSpPr>
            <p:spPr>
              <a:xfrm flipH="1">
                <a:off x="1891414" y="2162994"/>
                <a:ext cx="4492464" cy="540000"/>
              </a:xfrm>
              <a:prstGeom prst="rect">
                <a:avLst/>
              </a:prstGeom>
              <a:noFill/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vert="horz" lIns="91440" tIns="45720" rIns="91440" bIns="45720" rtlCol="0" anchor="ctr">
                <a:noAutofit/>
              </a:bodyPr>
              <a:lstStyle>
                <a:lvl1pPr marL="265113" indent="-265113" algn="just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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809625" indent="-352425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lnSpc>
                    <a:spcPct val="115000"/>
                  </a:lnSpc>
                  <a:spcAft>
                    <a:spcPts val="8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dirty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a</m:t>
                              </m:r>
                            </m:e>
                            <m:sub>
                              <m: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a</m:t>
                              </m:r>
                            </m:e>
                            <m:sub>
                              <m: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sz="28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sz="28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  <m: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b</m:t>
                              </m:r>
                            </m:e>
                            <m:sub>
                              <m: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b</m:t>
                              </m:r>
                            </m:e>
                            <m:sub>
                              <m: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sz="28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sz="28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e>
                      </m:d>
                    </m:oMath>
                  </m:oMathPara>
                </a14:m>
                <a:endParaRPr lang="en-US" sz="2800" dirty="0">
                  <a:solidFill>
                    <a:srgbClr val="002060"/>
                  </a:solidFill>
                  <a:latin typeface="+mj-lt"/>
                </a:endParaRPr>
              </a:p>
            </p:txBody>
          </p:sp>
        </mc:Choice>
        <mc:Fallback xmlns="">
          <p:sp>
            <p:nvSpPr>
              <p:cNvPr id="16" name="Content Placeholder 4">
                <a:extLst>
                  <a:ext uri="{FF2B5EF4-FFF2-40B4-BE49-F238E27FC236}">
                    <a16:creationId xmlns:a16="http://schemas.microsoft.com/office/drawing/2014/main" id="{E2369E14-FB7F-439F-B8BC-3D00ED9ED33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1891414" y="2162994"/>
                <a:ext cx="4492464" cy="54000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  <a:ln w="12700" cap="flat" cmpd="sng" algn="ctr">
                <a:noFill/>
                <a:prstDash val="solid"/>
                <a:miter lim="800000"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Content Placeholder 4">
                <a:extLst>
                  <a:ext uri="{FF2B5EF4-FFF2-40B4-BE49-F238E27FC236}">
                    <a16:creationId xmlns:a16="http://schemas.microsoft.com/office/drawing/2014/main" id="{E2369E14-FB7F-439F-B8BC-3D00ED9ED33E}"/>
                  </a:ext>
                </a:extLst>
              </p:cNvPr>
              <p:cNvSpPr txBox="1">
                <a:spLocks/>
              </p:cNvSpPr>
              <p:nvPr/>
            </p:nvSpPr>
            <p:spPr>
              <a:xfrm flipH="1">
                <a:off x="376504" y="3364160"/>
                <a:ext cx="3029820" cy="540000"/>
              </a:xfrm>
              <a:prstGeom prst="rect">
                <a:avLst/>
              </a:prstGeom>
              <a:noFill/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vert="horz" lIns="91440" tIns="45720" rIns="91440" bIns="45720" rtlCol="0" anchor="ctr">
                <a:noAutofit/>
              </a:bodyPr>
              <a:lstStyle>
                <a:lvl1pPr marL="265113" indent="-265113" algn="just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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809625" indent="-352425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lnSpc>
                    <a:spcPct val="115000"/>
                  </a:lnSpc>
                  <a:spcAft>
                    <a:spcPts val="800"/>
                  </a:spcAft>
                  <a:buNone/>
                </a:pPr>
                <a:r>
                  <a:rPr lang="en-US" sz="2800" dirty="0">
                    <a:solidFill>
                      <a:srgbClr val="002060"/>
                    </a:solidFill>
                    <a:latin typeface="+mj-lt"/>
                  </a:rPr>
                  <a:t>So,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800" b="0" i="0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u</m:t>
                    </m:r>
                    <m:r>
                      <a:rPr lang="en-US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⊕</m:t>
                    </m:r>
                    <m:r>
                      <m:rPr>
                        <m:sty m:val="p"/>
                      </m:rPr>
                      <a:rPr lang="en-US" sz="2800" b="0" i="0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v</m:t>
                    </m:r>
                    <m:r>
                      <a:rPr lang="en-US" sz="2800" dirty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sz="2800" b="0" i="0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v</m:t>
                    </m:r>
                    <m:r>
                      <a:rPr lang="en-US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⊕</m:t>
                    </m:r>
                    <m:r>
                      <m:rPr>
                        <m:sty m:val="p"/>
                      </m:rPr>
                      <a:rPr lang="en-US" sz="2800" b="0" i="0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u</m:t>
                    </m:r>
                  </m:oMath>
                </a14:m>
                <a:endParaRPr lang="en-US" sz="2800" dirty="0">
                  <a:solidFill>
                    <a:srgbClr val="002060"/>
                  </a:solidFill>
                  <a:latin typeface="+mj-lt"/>
                </a:endParaRPr>
              </a:p>
            </p:txBody>
          </p:sp>
        </mc:Choice>
        <mc:Fallback xmlns="">
          <p:sp>
            <p:nvSpPr>
              <p:cNvPr id="28" name="Content Placeholder 4">
                <a:extLst>
                  <a:ext uri="{FF2B5EF4-FFF2-40B4-BE49-F238E27FC236}">
                    <a16:creationId xmlns:a16="http://schemas.microsoft.com/office/drawing/2014/main" id="{E2369E14-FB7F-439F-B8BC-3D00ED9ED33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376504" y="3364160"/>
                <a:ext cx="3029820" cy="540000"/>
              </a:xfrm>
              <a:prstGeom prst="rect">
                <a:avLst/>
              </a:prstGeom>
              <a:blipFill>
                <a:blip r:embed="rId8"/>
                <a:stretch>
                  <a:fillRect l="-4225" t="-6818" b="-32955"/>
                </a:stretch>
              </a:blipFill>
              <a:ln w="12700" cap="flat" cmpd="sng" algn="ctr">
                <a:noFill/>
                <a:prstDash val="solid"/>
                <a:miter lim="800000"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" name="Right Arrow 3">
            <a:extLst>
              <a:ext uri="{FF2B5EF4-FFF2-40B4-BE49-F238E27FC236}">
                <a16:creationId xmlns:a16="http://schemas.microsoft.com/office/drawing/2014/main" id="{3FE11F38-A8D0-406B-A77F-9DE69C4F1B02}"/>
              </a:ext>
            </a:extLst>
          </p:cNvPr>
          <p:cNvSpPr/>
          <p:nvPr/>
        </p:nvSpPr>
        <p:spPr>
          <a:xfrm flipV="1">
            <a:off x="8102872" y="1327327"/>
            <a:ext cx="144000" cy="180000"/>
          </a:xfrm>
          <a:prstGeom prst="rightArrow">
            <a:avLst/>
          </a:prstGeom>
          <a:gradFill>
            <a:gsLst>
              <a:gs pos="10000">
                <a:srgbClr val="0E47A1"/>
              </a:gs>
              <a:gs pos="100000">
                <a:srgbClr val="03A9F5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Wingdings 3" panose="05040102010807070707" pitchFamily="18" charset="2"/>
              <a:buNone/>
            </a:pPr>
            <a:endParaRPr lang="en-IN" sz="2800" dirty="0">
              <a:solidFill>
                <a:schemeClr val="bg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Content Placeholder 4">
                <a:extLst>
                  <a:ext uri="{FF2B5EF4-FFF2-40B4-BE49-F238E27FC236}">
                    <a16:creationId xmlns:a16="http://schemas.microsoft.com/office/drawing/2014/main" id="{A8E1A519-75FC-461B-B9E6-035DF64AC1A9}"/>
                  </a:ext>
                </a:extLst>
              </p:cNvPr>
              <p:cNvSpPr txBox="1">
                <a:spLocks/>
              </p:cNvSpPr>
              <p:nvPr/>
            </p:nvSpPr>
            <p:spPr>
              <a:xfrm flipH="1">
                <a:off x="6278366" y="2782435"/>
                <a:ext cx="3426531" cy="540000"/>
              </a:xfrm>
              <a:prstGeom prst="rect">
                <a:avLst/>
              </a:prstGeom>
              <a:noFill/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vert="horz" lIns="91440" tIns="45720" rIns="91440" bIns="45720" rtlCol="0" anchor="ctr">
                <a:noAutofit/>
              </a:bodyPr>
              <a:lstStyle>
                <a:lvl1pPr marL="265113" indent="-265113" algn="just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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809625" indent="-352425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lnSpc>
                    <a:spcPct val="115000"/>
                  </a:lnSpc>
                  <a:spcAft>
                    <a:spcPts val="8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800" dirty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a</m:t>
                              </m:r>
                            </m:e>
                            <m:sub>
                              <m:r>
                                <a:rPr lang="en-US" sz="2800" b="0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b</m:t>
                              </m:r>
                            </m:e>
                            <m:sub>
                              <m:r>
                                <a:rPr lang="en-US" sz="2800" b="0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  <m:r>
                        <a:rPr lang="en-US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⊕</m:t>
                      </m:r>
                      <m:d>
                        <m:dPr>
                          <m:ctrlP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a</m:t>
                              </m:r>
                            </m:e>
                            <m:sub>
                              <m:r>
                                <a:rPr lang="en-US" sz="2800" b="0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b</m:t>
                              </m:r>
                            </m:e>
                            <m:sub>
                              <m:r>
                                <a:rPr lang="en-US" sz="2800" b="0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sz="2800" dirty="0">
                  <a:solidFill>
                    <a:srgbClr val="002060"/>
                  </a:solidFill>
                  <a:latin typeface="+mj-lt"/>
                </a:endParaRPr>
              </a:p>
            </p:txBody>
          </p:sp>
        </mc:Choice>
        <mc:Fallback xmlns="">
          <p:sp>
            <p:nvSpPr>
              <p:cNvPr id="13" name="Content Placeholder 4">
                <a:extLst>
                  <a:ext uri="{FF2B5EF4-FFF2-40B4-BE49-F238E27FC236}">
                    <a16:creationId xmlns:a16="http://schemas.microsoft.com/office/drawing/2014/main" id="{A8E1A519-75FC-461B-B9E6-035DF64AC1A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6278366" y="2782435"/>
                <a:ext cx="3426531" cy="540000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  <a:ln w="12700" cap="flat" cmpd="sng" algn="ctr">
                <a:noFill/>
                <a:prstDash val="solid"/>
                <a:miter lim="800000"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Content Placeholder 4">
                <a:extLst>
                  <a:ext uri="{FF2B5EF4-FFF2-40B4-BE49-F238E27FC236}">
                    <a16:creationId xmlns:a16="http://schemas.microsoft.com/office/drawing/2014/main" id="{B3F18B0A-4480-4DB0-8067-11A83E9C7CB0}"/>
                  </a:ext>
                </a:extLst>
              </p:cNvPr>
              <p:cNvSpPr txBox="1">
                <a:spLocks/>
              </p:cNvSpPr>
              <p:nvPr/>
            </p:nvSpPr>
            <p:spPr>
              <a:xfrm flipH="1">
                <a:off x="9490032" y="2792464"/>
                <a:ext cx="2018910" cy="540000"/>
              </a:xfrm>
              <a:prstGeom prst="rect">
                <a:avLst/>
              </a:prstGeom>
              <a:noFill/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vert="horz" lIns="91440" tIns="45720" rIns="91440" bIns="45720" rtlCol="0" anchor="ctr">
                <a:noAutofit/>
              </a:bodyPr>
              <a:lstStyle>
                <a:lvl1pPr marL="265113" indent="-265113" algn="just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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809625" indent="-352425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lnSpc>
                    <a:spcPct val="115000"/>
                  </a:lnSpc>
                  <a:spcAft>
                    <a:spcPts val="8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800" b="0" i="0" dirty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sz="2800" b="0" i="0" dirty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v</m:t>
                      </m:r>
                      <m:r>
                        <a:rPr lang="en-US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⊕</m:t>
                      </m:r>
                      <m:r>
                        <m:rPr>
                          <m:sty m:val="p"/>
                        </m:rPr>
                        <a:rPr lang="en-US" sz="2800" b="0" i="0" dirty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u</m:t>
                      </m:r>
                    </m:oMath>
                  </m:oMathPara>
                </a14:m>
                <a:endParaRPr lang="en-US" sz="2800" dirty="0">
                  <a:solidFill>
                    <a:srgbClr val="002060"/>
                  </a:solidFill>
                  <a:latin typeface="+mj-lt"/>
                </a:endParaRPr>
              </a:p>
            </p:txBody>
          </p:sp>
        </mc:Choice>
        <mc:Fallback xmlns="">
          <p:sp>
            <p:nvSpPr>
              <p:cNvPr id="15" name="Content Placeholder 4">
                <a:extLst>
                  <a:ext uri="{FF2B5EF4-FFF2-40B4-BE49-F238E27FC236}">
                    <a16:creationId xmlns:a16="http://schemas.microsoft.com/office/drawing/2014/main" id="{B3F18B0A-4480-4DB0-8067-11A83E9C7CB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9490032" y="2792464"/>
                <a:ext cx="2018910" cy="540000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  <a:ln w="12700" cap="flat" cmpd="sng" algn="ctr">
                <a:noFill/>
                <a:prstDash val="solid"/>
                <a:miter lim="800000"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4" name="Picture 13">
            <a:extLst>
              <a:ext uri="{FF2B5EF4-FFF2-40B4-BE49-F238E27FC236}">
                <a16:creationId xmlns:a16="http://schemas.microsoft.com/office/drawing/2014/main" id="{E9E61148-A6BB-4BAE-8767-6F1C8833EAAD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093665" y="821738"/>
            <a:ext cx="3964985" cy="10952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87435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/>
      <p:bldP spid="32" grpId="0"/>
      <p:bldP spid="16" grpId="0"/>
      <p:bldP spid="28" grpId="0"/>
      <p:bldP spid="13" grpId="0"/>
      <p:bldP spid="15" grpId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ECFC8A-BC0D-5D72-FE99-20313653BC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1" name="Content Placeholder 4">
                <a:extLst>
                  <a:ext uri="{FF2B5EF4-FFF2-40B4-BE49-F238E27FC236}">
                    <a16:creationId xmlns:a16="http://schemas.microsoft.com/office/drawing/2014/main" id="{C2E3A768-B2DD-49B5-A909-9453EEB041E3}"/>
                  </a:ext>
                </a:extLst>
              </p:cNvPr>
              <p:cNvSpPr txBox="1">
                <a:spLocks/>
              </p:cNvSpPr>
              <p:nvPr/>
            </p:nvSpPr>
            <p:spPr>
              <a:xfrm flipH="1">
                <a:off x="-1" y="865206"/>
                <a:ext cx="6117466" cy="540000"/>
              </a:xfrm>
              <a:prstGeom prst="rect">
                <a:avLst/>
              </a:prstGeom>
              <a:gradFill>
                <a:gsLst>
                  <a:gs pos="10000">
                    <a:srgbClr val="0E47A1"/>
                  </a:gs>
                  <a:gs pos="100000">
                    <a:srgbClr val="03A9F5"/>
                  </a:gs>
                </a:gsLst>
                <a:lin ang="10800000" scaled="1"/>
              </a:gradFill>
              <a:ln>
                <a:noFill/>
              </a:ln>
            </p:spPr>
            <p:txBody>
              <a:bodyPr vert="horz" wrap="square" lIns="91440" tIns="45720" rIns="91440" bIns="45720" numCol="1" anchor="ctr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algn="ctr">
                  <a:defRPr sz="2800">
                    <a:solidFill>
                      <a:schemeClr val="bg1"/>
                    </a:solidFill>
                  </a:defRPr>
                </a:lvl1pPr>
                <a:lvl2pPr>
                  <a:defRPr>
                    <a:solidFill>
                      <a:schemeClr val="tx1"/>
                    </a:solidFill>
                  </a:defRPr>
                </a:lvl2pPr>
                <a:lvl3pPr>
                  <a:defRPr>
                    <a:solidFill>
                      <a:schemeClr val="tx1"/>
                    </a:solidFill>
                  </a:defRPr>
                </a:lvl3pPr>
                <a:lvl4pPr>
                  <a:defRPr>
                    <a:solidFill>
                      <a:schemeClr val="tx1"/>
                    </a:solidFill>
                  </a:defRPr>
                </a:lvl4pPr>
                <a:lvl5pPr>
                  <a:defRPr>
                    <a:solidFill>
                      <a:schemeClr val="tx1"/>
                    </a:solidFill>
                  </a:defRPr>
                </a:lvl5pPr>
                <a:lvl6pPr>
                  <a:defRPr>
                    <a:solidFill>
                      <a:schemeClr val="tx1"/>
                    </a:solidFill>
                  </a:defRPr>
                </a:lvl6pPr>
                <a:lvl7pPr>
                  <a:defRPr>
                    <a:solidFill>
                      <a:schemeClr val="tx1"/>
                    </a:solidFill>
                  </a:defRPr>
                </a:lvl7pPr>
                <a:lvl8pPr>
                  <a:defRPr>
                    <a:solidFill>
                      <a:schemeClr val="tx1"/>
                    </a:solidFill>
                  </a:defRPr>
                </a:lvl8pPr>
                <a:lvl9pPr>
                  <a:defRPr>
                    <a:solidFill>
                      <a:schemeClr val="tx1"/>
                    </a:solidFill>
                  </a:defRPr>
                </a:lvl9pPr>
              </a:lstStyle>
              <a:p>
                <a:pPr algn="l"/>
                <a:r>
                  <a:rPr lang="en-US" b="1" dirty="0">
                    <a:solidFill>
                      <a:schemeClr val="bg1"/>
                    </a:solidFill>
                  </a:rPr>
                  <a:t>Axiom 3: </a:t>
                </a:r>
                <a14:m>
                  <m:oMath xmlns:m="http://schemas.openxmlformats.org/officeDocument/2006/math">
                    <m:r>
                      <a:rPr lang="en-US" b="1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𝐮</m:t>
                    </m:r>
                    <m:r>
                      <a:rPr lang="en-US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⊕</m:t>
                    </m:r>
                    <m:d>
                      <m:dPr>
                        <m:ctrlPr>
                          <a:rPr lang="en-US" b="1" i="1" dirty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 dirty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𝐯</m:t>
                        </m:r>
                        <m:r>
                          <a:rPr lang="en-US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⊕</m:t>
                        </m:r>
                        <m:r>
                          <a:rPr lang="en-US" b="1" dirty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𝐰</m:t>
                        </m:r>
                      </m:e>
                    </m:d>
                    <m:r>
                      <a:rPr lang="en-US" b="1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b="1" i="1" dirty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 dirty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𝐮</m:t>
                        </m:r>
                        <m:r>
                          <a:rPr lang="en-US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⊕</m:t>
                        </m:r>
                        <m:r>
                          <a:rPr lang="en-US" b="1" dirty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𝐯</m:t>
                        </m:r>
                      </m:e>
                    </m:d>
                    <m:r>
                      <a:rPr lang="en-US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⊕</m:t>
                    </m:r>
                    <m:r>
                      <a:rPr lang="en-US" b="1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𝐰</m:t>
                    </m:r>
                  </m:oMath>
                </a14:m>
                <a:endParaRPr lang="en-US" b="1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21" name="Content Placeholder 4">
                <a:extLst>
                  <a:ext uri="{FF2B5EF4-FFF2-40B4-BE49-F238E27FC236}">
                    <a16:creationId xmlns:a16="http://schemas.microsoft.com/office/drawing/2014/main" id="{C2E3A768-B2DD-49B5-A909-9453EEB041E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-1" y="865206"/>
                <a:ext cx="6117466" cy="540000"/>
              </a:xfrm>
              <a:prstGeom prst="rect">
                <a:avLst/>
              </a:prstGeom>
              <a:blipFill>
                <a:blip r:embed="rId2"/>
                <a:stretch>
                  <a:fillRect l="-1992" t="-10112" b="-29213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FDFDD70C-3AAE-183B-5AED-36C59E3E9B77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IN" dirty="0"/>
                  <a:t>Method:1 </a:t>
                </a:r>
                <a14:m>
                  <m:oMath xmlns:m="http://schemas.openxmlformats.org/officeDocument/2006/math">
                    <m:r>
                      <a:rPr lang="en-I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⇝</m:t>
                    </m:r>
                  </m:oMath>
                </a14:m>
                <a:r>
                  <a:rPr lang="en-IN" dirty="0"/>
                  <a:t> Example:8(continue)</a:t>
                </a:r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FDFDD70C-3AAE-183B-5AED-36C59E3E9B7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3"/>
                <a:stretch>
                  <a:fillRect l="-400" t="-8547" b="-1965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Content Placeholder 4">
                <a:extLst>
                  <a:ext uri="{FF2B5EF4-FFF2-40B4-BE49-F238E27FC236}">
                    <a16:creationId xmlns:a16="http://schemas.microsoft.com/office/drawing/2014/main" id="{E2369E14-FB7F-439F-B8BC-3D00ED9ED33E}"/>
                  </a:ext>
                </a:extLst>
              </p:cNvPr>
              <p:cNvSpPr txBox="1">
                <a:spLocks/>
              </p:cNvSpPr>
              <p:nvPr/>
            </p:nvSpPr>
            <p:spPr>
              <a:xfrm flipH="1">
                <a:off x="132610" y="1514100"/>
                <a:ext cx="3143989" cy="540000"/>
              </a:xfrm>
              <a:prstGeom prst="rect">
                <a:avLst/>
              </a:prstGeom>
              <a:noFill/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vert="horz" lIns="91440" tIns="45720" rIns="91440" bIns="45720" rtlCol="0" anchor="ctr">
                <a:noAutofit/>
              </a:bodyPr>
              <a:lstStyle>
                <a:lvl1pPr marL="265113" indent="-265113" algn="just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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809625" indent="-352425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lnSpc>
                    <a:spcPct val="115000"/>
                  </a:lnSpc>
                  <a:spcAft>
                    <a:spcPts val="800"/>
                  </a:spcAft>
                  <a:buNone/>
                </a:pPr>
                <a:r>
                  <a:rPr lang="en-US" sz="2800" dirty="0">
                    <a:solidFill>
                      <a:srgbClr val="002060"/>
                    </a:solidFill>
                  </a:rPr>
                  <a:t>Now,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800" dirty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u</m:t>
                    </m:r>
                    <m:r>
                      <a:rPr lang="en-US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⊕</m:t>
                    </m:r>
                    <m:d>
                      <m:dPr>
                        <m:ctrlPr>
                          <a:rPr lang="en-US" sz="2800" i="1" dirty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sz="2800" dirty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v</m:t>
                        </m:r>
                        <m:r>
                          <a:rPr lang="en-US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⊕</m:t>
                        </m:r>
                        <m:r>
                          <m:rPr>
                            <m:sty m:val="p"/>
                          </m:rPr>
                          <a:rPr lang="en-US" sz="2800" dirty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w</m:t>
                        </m:r>
                      </m:e>
                    </m:d>
                  </m:oMath>
                </a14:m>
                <a:endParaRPr lang="en-US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26" name="Content Placeholder 4">
                <a:extLst>
                  <a:ext uri="{FF2B5EF4-FFF2-40B4-BE49-F238E27FC236}">
                    <a16:creationId xmlns:a16="http://schemas.microsoft.com/office/drawing/2014/main" id="{E2369E14-FB7F-439F-B8BC-3D00ED9ED33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132610" y="1514100"/>
                <a:ext cx="3143989" cy="540000"/>
              </a:xfrm>
              <a:prstGeom prst="rect">
                <a:avLst/>
              </a:prstGeom>
              <a:blipFill>
                <a:blip r:embed="rId4"/>
                <a:stretch>
                  <a:fillRect l="-4078" t="-10112" b="-29213"/>
                </a:stretch>
              </a:blipFill>
              <a:ln w="12700" cap="flat" cmpd="sng" algn="ctr">
                <a:noFill/>
                <a:prstDash val="solid"/>
                <a:miter lim="800000"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Content Placeholder 4">
                <a:extLst>
                  <a:ext uri="{FF2B5EF4-FFF2-40B4-BE49-F238E27FC236}">
                    <a16:creationId xmlns:a16="http://schemas.microsoft.com/office/drawing/2014/main" id="{E2369E14-FB7F-439F-B8BC-3D00ED9ED33E}"/>
                  </a:ext>
                </a:extLst>
              </p:cNvPr>
              <p:cNvSpPr txBox="1">
                <a:spLocks/>
              </p:cNvSpPr>
              <p:nvPr/>
            </p:nvSpPr>
            <p:spPr>
              <a:xfrm flipH="1">
                <a:off x="493582" y="2105234"/>
                <a:ext cx="6177674" cy="540000"/>
              </a:xfrm>
              <a:prstGeom prst="rect">
                <a:avLst/>
              </a:prstGeom>
              <a:noFill/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vert="horz" lIns="91440" tIns="45720" rIns="91440" bIns="45720" rtlCol="0" anchor="ctr">
                <a:noAutofit/>
              </a:bodyPr>
              <a:lstStyle>
                <a:lvl1pPr marL="265113" indent="-265113" algn="just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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809625" indent="-352425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lnSpc>
                    <a:spcPct val="115000"/>
                  </a:lnSpc>
                  <a:spcAft>
                    <a:spcPts val="8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a</m:t>
                              </m:r>
                            </m:e>
                            <m:sub>
                              <m: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b</m:t>
                              </m:r>
                            </m:e>
                            <m:sub>
                              <m: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r>
                        <a:rPr lang="en-US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⊕</m:t>
                      </m:r>
                      <m:d>
                        <m:dPr>
                          <m:ctrlPr>
                            <a:rPr lang="en-US" sz="2800" i="1">
                              <a:solidFill>
                                <a:schemeClr val="tx2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800" i="1">
                                  <a:solidFill>
                                    <a:schemeClr val="tx2">
                                      <a:lumMod val="60000"/>
                                      <a:lumOff val="4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2800">
                                  <a:solidFill>
                                    <a:schemeClr val="tx2">
                                      <a:lumMod val="60000"/>
                                      <a:lumOff val="4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a</m:t>
                              </m:r>
                            </m:e>
                            <m:sub>
                              <m:r>
                                <a:rPr lang="en-US" sz="2800" b="0" i="0" smtClean="0">
                                  <a:solidFill>
                                    <a:schemeClr val="tx2">
                                      <a:lumMod val="60000"/>
                                      <a:lumOff val="4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sz="2800" i="1">
                              <a:solidFill>
                                <a:schemeClr val="tx2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sz="2800" i="1">
                                  <a:solidFill>
                                    <a:schemeClr val="tx2">
                                      <a:lumMod val="60000"/>
                                      <a:lumOff val="4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2800">
                                  <a:solidFill>
                                    <a:schemeClr val="tx2">
                                      <a:lumMod val="60000"/>
                                      <a:lumOff val="4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a</m:t>
                              </m:r>
                            </m:e>
                            <m:sub>
                              <m:r>
                                <a:rPr lang="en-US" sz="2800" b="0" i="0" smtClean="0">
                                  <a:solidFill>
                                    <a:schemeClr val="tx2">
                                      <a:lumMod val="60000"/>
                                      <a:lumOff val="4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r>
                            <a:rPr lang="en-US" sz="2800" b="1" i="1">
                              <a:solidFill>
                                <a:schemeClr val="tx2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sz="2800" b="1" i="1">
                              <a:solidFill>
                                <a:schemeClr val="tx2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  <m: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2800" i="1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280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b</m:t>
                              </m:r>
                            </m:e>
                            <m:sub>
                              <m:r>
                                <a:rPr lang="en-US" sz="2800" b="0" i="0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sz="2800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sz="2800" i="1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280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b</m:t>
                              </m:r>
                            </m:e>
                            <m:sub>
                              <m:r>
                                <a:rPr lang="en-US" sz="2800" b="0" i="0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r>
                            <a:rPr lang="en-US" sz="2800" b="1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sz="2800" b="1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e>
                      </m:d>
                    </m:oMath>
                  </m:oMathPara>
                </a14:m>
                <a:endParaRPr lang="en-US" sz="2800" dirty="0">
                  <a:solidFill>
                    <a:srgbClr val="002060"/>
                  </a:solidFill>
                  <a:latin typeface="+mj-lt"/>
                </a:endParaRPr>
              </a:p>
            </p:txBody>
          </p:sp>
        </mc:Choice>
        <mc:Fallback xmlns="">
          <p:sp>
            <p:nvSpPr>
              <p:cNvPr id="23" name="Content Placeholder 4">
                <a:extLst>
                  <a:ext uri="{FF2B5EF4-FFF2-40B4-BE49-F238E27FC236}">
                    <a16:creationId xmlns:a16="http://schemas.microsoft.com/office/drawing/2014/main" id="{E2369E14-FB7F-439F-B8BC-3D00ED9ED33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493582" y="2105234"/>
                <a:ext cx="6177674" cy="54000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ln w="12700" cap="flat" cmpd="sng" algn="ctr">
                <a:noFill/>
                <a:prstDash val="solid"/>
                <a:miter lim="800000"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Content Placeholder 4">
                <a:extLst>
                  <a:ext uri="{FF2B5EF4-FFF2-40B4-BE49-F238E27FC236}">
                    <a16:creationId xmlns:a16="http://schemas.microsoft.com/office/drawing/2014/main" id="{E2369E14-FB7F-439F-B8BC-3D00ED9ED33E}"/>
                  </a:ext>
                </a:extLst>
              </p:cNvPr>
              <p:cNvSpPr txBox="1">
                <a:spLocks/>
              </p:cNvSpPr>
              <p:nvPr/>
            </p:nvSpPr>
            <p:spPr>
              <a:xfrm flipH="1">
                <a:off x="489708" y="2688769"/>
                <a:ext cx="7330315" cy="540000"/>
              </a:xfrm>
              <a:prstGeom prst="rect">
                <a:avLst/>
              </a:prstGeom>
              <a:noFill/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vert="horz" lIns="91440" tIns="45720" rIns="91440" bIns="45720" rtlCol="0" anchor="ctr">
                <a:noAutofit/>
              </a:bodyPr>
              <a:lstStyle>
                <a:lvl1pPr marL="265113" indent="-265113" algn="just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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809625" indent="-352425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lnSpc>
                    <a:spcPct val="115000"/>
                  </a:lnSpc>
                  <a:spcAft>
                    <a:spcPts val="8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a</m:t>
                              </m:r>
                            </m:e>
                            <m:sub>
                              <m: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sz="2800" i="1">
                                  <a:solidFill>
                                    <a:schemeClr val="tx2">
                                      <a:lumMod val="60000"/>
                                      <a:lumOff val="4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2800">
                                  <a:solidFill>
                                    <a:schemeClr val="tx2">
                                      <a:lumMod val="60000"/>
                                      <a:lumOff val="4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a</m:t>
                              </m:r>
                            </m:e>
                            <m:sub>
                              <m:r>
                                <a:rPr lang="en-US" sz="2800">
                                  <a:solidFill>
                                    <a:schemeClr val="tx2">
                                      <a:lumMod val="60000"/>
                                      <a:lumOff val="4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sz="2800" i="1">
                              <a:solidFill>
                                <a:schemeClr val="tx2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sz="2800" i="1">
                                  <a:solidFill>
                                    <a:schemeClr val="tx2">
                                      <a:lumMod val="60000"/>
                                      <a:lumOff val="4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2800">
                                  <a:solidFill>
                                    <a:schemeClr val="tx2">
                                      <a:lumMod val="60000"/>
                                      <a:lumOff val="4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a</m:t>
                              </m:r>
                            </m:e>
                            <m:sub>
                              <m:r>
                                <a:rPr lang="en-US" sz="2800">
                                  <a:solidFill>
                                    <a:schemeClr val="tx2">
                                      <a:lumMod val="60000"/>
                                      <a:lumOff val="4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r>
                            <a:rPr lang="en-US" sz="2800" b="1" i="1">
                              <a:solidFill>
                                <a:schemeClr val="tx2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sz="2800" b="1" i="1">
                              <a:solidFill>
                                <a:schemeClr val="tx2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  <m:r>
                            <a:rPr lang="en-US" sz="28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sz="28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  <m: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28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2800" b="0" i="0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b</m:t>
                              </m:r>
                            </m:e>
                            <m:sub>
                              <m:r>
                                <a:rPr lang="en-US" sz="280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28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sz="28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280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b</m:t>
                              </m:r>
                            </m:e>
                            <m:sub>
                              <m:r>
                                <a:rPr lang="en-US" sz="280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sz="28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sz="28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280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b</m:t>
                              </m:r>
                            </m:e>
                            <m:sub>
                              <m:r>
                                <a:rPr lang="en-US" sz="280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r>
                            <a:rPr lang="en-US" sz="2800" b="1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sz="2800" b="1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  <m:r>
                            <a:rPr lang="en-US" sz="2800" b="1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sz="2800" b="1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e>
                      </m:d>
                    </m:oMath>
                  </m:oMathPara>
                </a14:m>
                <a:endParaRPr lang="en-US" sz="2800" dirty="0">
                  <a:solidFill>
                    <a:srgbClr val="002060"/>
                  </a:solidFill>
                  <a:latin typeface="+mj-lt"/>
                </a:endParaRPr>
              </a:p>
            </p:txBody>
          </p:sp>
        </mc:Choice>
        <mc:Fallback xmlns="">
          <p:sp>
            <p:nvSpPr>
              <p:cNvPr id="31" name="Content Placeholder 4">
                <a:extLst>
                  <a:ext uri="{FF2B5EF4-FFF2-40B4-BE49-F238E27FC236}">
                    <a16:creationId xmlns:a16="http://schemas.microsoft.com/office/drawing/2014/main" id="{E2369E14-FB7F-439F-B8BC-3D00ED9ED33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489708" y="2688769"/>
                <a:ext cx="7330315" cy="54000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  <a:ln w="12700" cap="flat" cmpd="sng" algn="ctr">
                <a:noFill/>
                <a:prstDash val="solid"/>
                <a:miter lim="800000"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" name="Right Arrow 3">
            <a:extLst>
              <a:ext uri="{FF2B5EF4-FFF2-40B4-BE49-F238E27FC236}">
                <a16:creationId xmlns:a16="http://schemas.microsoft.com/office/drawing/2014/main" id="{3FE11F38-A8D0-406B-A77F-9DE69C4F1B02}"/>
              </a:ext>
            </a:extLst>
          </p:cNvPr>
          <p:cNvSpPr/>
          <p:nvPr/>
        </p:nvSpPr>
        <p:spPr>
          <a:xfrm flipV="1">
            <a:off x="8102872" y="1327327"/>
            <a:ext cx="144000" cy="180000"/>
          </a:xfrm>
          <a:prstGeom prst="rightArrow">
            <a:avLst/>
          </a:prstGeom>
          <a:gradFill>
            <a:gsLst>
              <a:gs pos="10000">
                <a:srgbClr val="0E47A1"/>
              </a:gs>
              <a:gs pos="100000">
                <a:srgbClr val="03A9F5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Wingdings 3" panose="05040102010807070707" pitchFamily="18" charset="2"/>
              <a:buNone/>
            </a:pPr>
            <a:endParaRPr lang="en-IN" sz="2800" dirty="0">
              <a:solidFill>
                <a:schemeClr val="bg1"/>
              </a:solidFill>
            </a:endParaRPr>
          </a:p>
        </p:txBody>
      </p:sp>
      <p:pic>
        <p:nvPicPr>
          <p:cNvPr id="20" name="Picture 19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093665" y="821738"/>
            <a:ext cx="3964985" cy="1095273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2" name="Content Placeholder 4">
                <a:extLst>
                  <a:ext uri="{FF2B5EF4-FFF2-40B4-BE49-F238E27FC236}">
                    <a16:creationId xmlns:a16="http://schemas.microsoft.com/office/drawing/2014/main" id="{E2369E14-FB7F-439F-B8BC-3D00ED9ED33E}"/>
                  </a:ext>
                </a:extLst>
              </p:cNvPr>
              <p:cNvSpPr txBox="1">
                <a:spLocks/>
              </p:cNvSpPr>
              <p:nvPr/>
            </p:nvSpPr>
            <p:spPr>
              <a:xfrm flipH="1">
                <a:off x="489708" y="3280563"/>
                <a:ext cx="6076192" cy="540000"/>
              </a:xfrm>
              <a:prstGeom prst="rect">
                <a:avLst/>
              </a:prstGeom>
              <a:noFill/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vert="horz" lIns="91440" tIns="45720" rIns="91440" bIns="45720" rtlCol="0" anchor="ctr">
                <a:noAutofit/>
              </a:bodyPr>
              <a:lstStyle>
                <a:lvl1pPr marL="265113" indent="-265113" algn="just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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809625" indent="-352425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lnSpc>
                    <a:spcPct val="115000"/>
                  </a:lnSpc>
                  <a:spcAft>
                    <a:spcPts val="8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a</m:t>
                              </m:r>
                            </m:e>
                            <m:sub>
                              <m: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a</m:t>
                              </m:r>
                            </m:e>
                            <m:sub>
                              <m: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a</m:t>
                              </m:r>
                            </m:e>
                            <m:sub>
                              <m: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+2,</m:t>
                          </m:r>
                          <m:sSub>
                            <m:sSubPr>
                              <m:ctrlPr>
                                <a:rPr lang="en-US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b</m:t>
                              </m:r>
                            </m:e>
                            <m:sub>
                              <m: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b</m:t>
                              </m:r>
                            </m:e>
                            <m:sub>
                              <m: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b</m:t>
                              </m:r>
                            </m:e>
                            <m:sub>
                              <m: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+2</m:t>
                          </m:r>
                        </m:e>
                      </m:d>
                    </m:oMath>
                  </m:oMathPara>
                </a14:m>
                <a:endParaRPr lang="en-US" sz="2800" dirty="0">
                  <a:solidFill>
                    <a:srgbClr val="002060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22" name="Content Placeholder 4">
                <a:extLst>
                  <a:ext uri="{FF2B5EF4-FFF2-40B4-BE49-F238E27FC236}">
                    <a16:creationId xmlns:a16="http://schemas.microsoft.com/office/drawing/2014/main" id="{E2369E14-FB7F-439F-B8BC-3D00ED9ED33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489708" y="3280563"/>
                <a:ext cx="6076192" cy="540000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  <a:ln w="12700" cap="flat" cmpd="sng" algn="ctr">
                <a:noFill/>
                <a:prstDash val="solid"/>
                <a:miter lim="800000"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" name="Content Placeholder 4">
                <a:extLst>
                  <a:ext uri="{FF2B5EF4-FFF2-40B4-BE49-F238E27FC236}">
                    <a16:creationId xmlns:a16="http://schemas.microsoft.com/office/drawing/2014/main" id="{E2369E14-FB7F-439F-B8BC-3D00ED9ED33E}"/>
                  </a:ext>
                </a:extLst>
              </p:cNvPr>
              <p:cNvSpPr txBox="1">
                <a:spLocks/>
              </p:cNvSpPr>
              <p:nvPr/>
            </p:nvSpPr>
            <p:spPr>
              <a:xfrm flipH="1">
                <a:off x="132610" y="3872357"/>
                <a:ext cx="3143989" cy="540000"/>
              </a:xfrm>
              <a:prstGeom prst="rect">
                <a:avLst/>
              </a:prstGeom>
              <a:noFill/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vert="horz" lIns="91440" tIns="45720" rIns="91440" bIns="45720" rtlCol="0" anchor="ctr">
                <a:noAutofit/>
              </a:bodyPr>
              <a:lstStyle>
                <a:lvl1pPr marL="265113" indent="-265113" algn="just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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809625" indent="-352425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lnSpc>
                    <a:spcPct val="115000"/>
                  </a:lnSpc>
                  <a:spcAft>
                    <a:spcPts val="800"/>
                  </a:spcAft>
                  <a:buNone/>
                </a:pPr>
                <a:r>
                  <a:rPr lang="en-US" sz="2800" dirty="0">
                    <a:solidFill>
                      <a:srgbClr val="002060"/>
                    </a:solidFill>
                  </a:rPr>
                  <a:t>Now,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2800" i="1" dirty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sz="2800" i="0" dirty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u</m:t>
                        </m:r>
                        <m:r>
                          <a:rPr lang="en-US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⊕</m:t>
                        </m:r>
                        <m:r>
                          <m:rPr>
                            <m:sty m:val="p"/>
                          </m:rPr>
                          <a:rPr lang="en-US" sz="2800" b="0" i="0" dirty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v</m:t>
                        </m:r>
                      </m:e>
                    </m:d>
                    <m:r>
                      <a:rPr lang="en-US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⊕</m:t>
                    </m:r>
                    <m:r>
                      <m:rPr>
                        <m:sty m:val="p"/>
                      </m:rPr>
                      <a:rPr lang="en-US" sz="2800" b="0" i="0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w</m:t>
                    </m:r>
                  </m:oMath>
                </a14:m>
                <a:endParaRPr lang="en-US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33" name="Content Placeholder 4">
                <a:extLst>
                  <a:ext uri="{FF2B5EF4-FFF2-40B4-BE49-F238E27FC236}">
                    <a16:creationId xmlns:a16="http://schemas.microsoft.com/office/drawing/2014/main" id="{E2369E14-FB7F-439F-B8BC-3D00ED9ED33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132610" y="3872357"/>
                <a:ext cx="3143989" cy="540000"/>
              </a:xfrm>
              <a:prstGeom prst="rect">
                <a:avLst/>
              </a:prstGeom>
              <a:blipFill>
                <a:blip r:embed="rId10"/>
                <a:stretch>
                  <a:fillRect l="-4078" t="-10112" b="-29213"/>
                </a:stretch>
              </a:blipFill>
              <a:ln w="12700" cap="flat" cmpd="sng" algn="ctr">
                <a:noFill/>
                <a:prstDash val="solid"/>
                <a:miter lim="800000"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Content Placeholder 4">
                <a:extLst>
                  <a:ext uri="{FF2B5EF4-FFF2-40B4-BE49-F238E27FC236}">
                    <a16:creationId xmlns:a16="http://schemas.microsoft.com/office/drawing/2014/main" id="{E2369E14-FB7F-439F-B8BC-3D00ED9ED33E}"/>
                  </a:ext>
                </a:extLst>
              </p:cNvPr>
              <p:cNvSpPr txBox="1">
                <a:spLocks/>
              </p:cNvSpPr>
              <p:nvPr/>
            </p:nvSpPr>
            <p:spPr>
              <a:xfrm flipH="1">
                <a:off x="2867444" y="3923491"/>
                <a:ext cx="6340949" cy="540000"/>
              </a:xfrm>
              <a:prstGeom prst="rect">
                <a:avLst/>
              </a:prstGeom>
              <a:noFill/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vert="horz" lIns="91440" tIns="45720" rIns="91440" bIns="45720" rtlCol="0" anchor="ctr">
                <a:noAutofit/>
              </a:bodyPr>
              <a:lstStyle>
                <a:lvl1pPr marL="265113" indent="-265113" algn="just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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809625" indent="-352425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lnSpc>
                    <a:spcPct val="115000"/>
                  </a:lnSpc>
                  <a:spcAft>
                    <a:spcPts val="8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sz="2800" i="1">
                              <a:solidFill>
                                <a:schemeClr val="tx2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800" i="1">
                                  <a:solidFill>
                                    <a:schemeClr val="tx2">
                                      <a:lumMod val="60000"/>
                                      <a:lumOff val="4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2800">
                                  <a:solidFill>
                                    <a:schemeClr val="tx2">
                                      <a:lumMod val="60000"/>
                                      <a:lumOff val="4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a</m:t>
                              </m:r>
                            </m:e>
                            <m:sub>
                              <m:r>
                                <a:rPr lang="en-US" sz="2800" b="0" i="0" smtClean="0">
                                  <a:solidFill>
                                    <a:schemeClr val="tx2">
                                      <a:lumMod val="60000"/>
                                      <a:lumOff val="4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2800" i="1">
                              <a:solidFill>
                                <a:schemeClr val="tx2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sz="2800" i="1">
                                  <a:solidFill>
                                    <a:schemeClr val="tx2">
                                      <a:lumMod val="60000"/>
                                      <a:lumOff val="4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2800">
                                  <a:solidFill>
                                    <a:schemeClr val="tx2">
                                      <a:lumMod val="60000"/>
                                      <a:lumOff val="4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a</m:t>
                              </m:r>
                            </m:e>
                            <m:sub>
                              <m:r>
                                <a:rPr lang="en-US" sz="2800" b="0" i="0" smtClean="0">
                                  <a:solidFill>
                                    <a:schemeClr val="tx2">
                                      <a:lumMod val="60000"/>
                                      <a:lumOff val="4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sz="2800" b="1" i="1">
                              <a:solidFill>
                                <a:schemeClr val="tx2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sz="2800" b="1" i="1">
                              <a:solidFill>
                                <a:schemeClr val="tx2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  <m: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2800" i="1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280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b</m:t>
                              </m:r>
                            </m:e>
                            <m:sub>
                              <m:r>
                                <a:rPr lang="en-US" sz="2800" b="0" i="0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2800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sz="2800" i="1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280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b</m:t>
                              </m:r>
                            </m:e>
                            <m:sub>
                              <m:r>
                                <a:rPr lang="en-US" sz="2800" b="0" i="0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sz="2800" b="1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sz="2800" b="1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e>
                      </m:d>
                      <m:r>
                        <a:rPr lang="en-US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⊕</m:t>
                      </m:r>
                      <m:d>
                        <m:dPr>
                          <m:ctrlP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a</m:t>
                              </m:r>
                            </m:e>
                            <m:sub>
                              <m:r>
                                <a:rPr lang="en-US" sz="2800" b="0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b</m:t>
                              </m:r>
                            </m:e>
                            <m:sub>
                              <m:r>
                                <a:rPr lang="en-US" sz="2800" b="0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sz="2800" dirty="0">
                  <a:solidFill>
                    <a:srgbClr val="002060"/>
                  </a:solidFill>
                  <a:latin typeface="+mj-lt"/>
                </a:endParaRPr>
              </a:p>
            </p:txBody>
          </p:sp>
        </mc:Choice>
        <mc:Fallback xmlns="">
          <p:sp>
            <p:nvSpPr>
              <p:cNvPr id="35" name="Content Placeholder 4">
                <a:extLst>
                  <a:ext uri="{FF2B5EF4-FFF2-40B4-BE49-F238E27FC236}">
                    <a16:creationId xmlns:a16="http://schemas.microsoft.com/office/drawing/2014/main" id="{E2369E14-FB7F-439F-B8BC-3D00ED9ED33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2867444" y="3923491"/>
                <a:ext cx="6340949" cy="540000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  <a:ln w="12700" cap="flat" cmpd="sng" algn="ctr">
                <a:noFill/>
                <a:prstDash val="solid"/>
                <a:miter lim="800000"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8" name="Content Placeholder 4">
                <a:extLst>
                  <a:ext uri="{FF2B5EF4-FFF2-40B4-BE49-F238E27FC236}">
                    <a16:creationId xmlns:a16="http://schemas.microsoft.com/office/drawing/2014/main" id="{E2369E14-FB7F-439F-B8BC-3D00ED9ED33E}"/>
                  </a:ext>
                </a:extLst>
              </p:cNvPr>
              <p:cNvSpPr txBox="1">
                <a:spLocks/>
              </p:cNvSpPr>
              <p:nvPr/>
            </p:nvSpPr>
            <p:spPr>
              <a:xfrm flipH="1">
                <a:off x="2966602" y="4507026"/>
                <a:ext cx="7330316" cy="540000"/>
              </a:xfrm>
              <a:prstGeom prst="rect">
                <a:avLst/>
              </a:prstGeom>
              <a:noFill/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vert="horz" lIns="91440" tIns="45720" rIns="91440" bIns="45720" rtlCol="0" anchor="ctr">
                <a:noAutofit/>
              </a:bodyPr>
              <a:lstStyle>
                <a:lvl1pPr marL="265113" indent="-265113" algn="just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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809625" indent="-352425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lnSpc>
                    <a:spcPct val="115000"/>
                  </a:lnSpc>
                  <a:spcAft>
                    <a:spcPts val="8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sz="2800" i="1">
                              <a:solidFill>
                                <a:schemeClr val="tx2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800" i="1">
                                  <a:solidFill>
                                    <a:schemeClr val="tx2">
                                      <a:lumMod val="60000"/>
                                      <a:lumOff val="4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2800">
                                  <a:solidFill>
                                    <a:schemeClr val="tx2">
                                      <a:lumMod val="60000"/>
                                      <a:lumOff val="4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a</m:t>
                              </m:r>
                            </m:e>
                            <m:sub>
                              <m:r>
                                <a:rPr lang="en-US" sz="2800" b="0" i="0" smtClean="0">
                                  <a:solidFill>
                                    <a:schemeClr val="tx2">
                                      <a:lumMod val="60000"/>
                                      <a:lumOff val="4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2800" i="1">
                              <a:solidFill>
                                <a:schemeClr val="tx2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sz="2800" i="1">
                                  <a:solidFill>
                                    <a:schemeClr val="tx2">
                                      <a:lumMod val="60000"/>
                                      <a:lumOff val="4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2800">
                                  <a:solidFill>
                                    <a:schemeClr val="tx2">
                                      <a:lumMod val="60000"/>
                                      <a:lumOff val="4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a</m:t>
                              </m:r>
                            </m:e>
                            <m:sub>
                              <m:r>
                                <a:rPr lang="en-US" sz="2800" b="0" i="0" smtClean="0">
                                  <a:solidFill>
                                    <a:schemeClr val="tx2">
                                      <a:lumMod val="60000"/>
                                      <a:lumOff val="4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sz="2800" b="1" i="1">
                              <a:solidFill>
                                <a:schemeClr val="tx2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sz="2800" b="1" i="1">
                              <a:solidFill>
                                <a:schemeClr val="tx2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  <m: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a</m:t>
                              </m:r>
                            </m:e>
                            <m:sub>
                              <m:r>
                                <a:rPr lang="en-US" sz="2800" b="0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r>
                            <a:rPr lang="en-US" sz="28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sz="28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  <m: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80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sSub>
                            <m:sSubPr>
                              <m:ctrlPr>
                                <a:rPr lang="en-US" sz="28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280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b</m:t>
                              </m:r>
                            </m:e>
                            <m:sub>
                              <m:r>
                                <a:rPr lang="en-US" sz="2800" b="0" i="0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28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sz="28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280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b</m:t>
                              </m:r>
                            </m:e>
                            <m:sub>
                              <m:r>
                                <a:rPr lang="en-US" sz="2800" b="0" i="0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sz="2800" b="1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sz="2800" b="1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  <m:r>
                            <a:rPr lang="en-US" sz="28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sz="28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280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b</m:t>
                              </m:r>
                            </m:e>
                            <m:sub>
                              <m:r>
                                <a:rPr lang="en-US" sz="2800" b="0" i="0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r>
                            <a:rPr lang="en-US" sz="2800" b="1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sz="2800" b="1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e>
                      </m:d>
                    </m:oMath>
                  </m:oMathPara>
                </a14:m>
                <a:endParaRPr lang="en-US" sz="2800" dirty="0">
                  <a:solidFill>
                    <a:srgbClr val="002060"/>
                  </a:solidFill>
                  <a:latin typeface="+mj-lt"/>
                </a:endParaRPr>
              </a:p>
            </p:txBody>
          </p:sp>
        </mc:Choice>
        <mc:Fallback xmlns="">
          <p:sp>
            <p:nvSpPr>
              <p:cNvPr id="38" name="Content Placeholder 4">
                <a:extLst>
                  <a:ext uri="{FF2B5EF4-FFF2-40B4-BE49-F238E27FC236}">
                    <a16:creationId xmlns:a16="http://schemas.microsoft.com/office/drawing/2014/main" id="{E2369E14-FB7F-439F-B8BC-3D00ED9ED33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2966602" y="4507026"/>
                <a:ext cx="7330316" cy="540000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  <a:ln w="12700" cap="flat" cmpd="sng" algn="ctr">
                <a:noFill/>
                <a:prstDash val="solid"/>
                <a:miter lim="800000"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9" name="Content Placeholder 4">
                <a:extLst>
                  <a:ext uri="{FF2B5EF4-FFF2-40B4-BE49-F238E27FC236}">
                    <a16:creationId xmlns:a16="http://schemas.microsoft.com/office/drawing/2014/main" id="{E2369E14-FB7F-439F-B8BC-3D00ED9ED33E}"/>
                  </a:ext>
                </a:extLst>
              </p:cNvPr>
              <p:cNvSpPr txBox="1">
                <a:spLocks/>
              </p:cNvSpPr>
              <p:nvPr/>
            </p:nvSpPr>
            <p:spPr>
              <a:xfrm flipH="1">
                <a:off x="2966603" y="5098820"/>
                <a:ext cx="6076192" cy="540000"/>
              </a:xfrm>
              <a:prstGeom prst="rect">
                <a:avLst/>
              </a:prstGeom>
              <a:noFill/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vert="horz" lIns="91440" tIns="45720" rIns="91440" bIns="45720" rtlCol="0" anchor="ctr">
                <a:noAutofit/>
              </a:bodyPr>
              <a:lstStyle>
                <a:lvl1pPr marL="265113" indent="-265113" algn="just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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809625" indent="-352425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lnSpc>
                    <a:spcPct val="115000"/>
                  </a:lnSpc>
                  <a:spcAft>
                    <a:spcPts val="8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a</m:t>
                              </m:r>
                            </m:e>
                            <m:sub>
                              <m: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a</m:t>
                              </m:r>
                            </m:e>
                            <m:sub>
                              <m: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a</m:t>
                              </m:r>
                            </m:e>
                            <m:sub>
                              <m: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+2,</m:t>
                          </m:r>
                          <m:sSub>
                            <m:sSubPr>
                              <m:ctrlPr>
                                <a:rPr lang="en-US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b</m:t>
                              </m:r>
                            </m:e>
                            <m:sub>
                              <m: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b</m:t>
                              </m:r>
                            </m:e>
                            <m:sub>
                              <m: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b</m:t>
                              </m:r>
                            </m:e>
                            <m:sub>
                              <m: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+2</m:t>
                          </m:r>
                        </m:e>
                      </m:d>
                    </m:oMath>
                  </m:oMathPara>
                </a14:m>
                <a:endParaRPr lang="en-US" sz="2800" dirty="0">
                  <a:solidFill>
                    <a:srgbClr val="002060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39" name="Content Placeholder 4">
                <a:extLst>
                  <a:ext uri="{FF2B5EF4-FFF2-40B4-BE49-F238E27FC236}">
                    <a16:creationId xmlns:a16="http://schemas.microsoft.com/office/drawing/2014/main" id="{E2369E14-FB7F-439F-B8BC-3D00ED9ED33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2966603" y="5098820"/>
                <a:ext cx="6076192" cy="540000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  <a:ln w="12700" cap="flat" cmpd="sng" algn="ctr">
                <a:noFill/>
                <a:prstDash val="solid"/>
                <a:miter lim="800000"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1" name="Content Placeholder 4">
                <a:extLst>
                  <a:ext uri="{FF2B5EF4-FFF2-40B4-BE49-F238E27FC236}">
                    <a16:creationId xmlns:a16="http://schemas.microsoft.com/office/drawing/2014/main" id="{E2369E14-FB7F-439F-B8BC-3D00ED9ED33E}"/>
                  </a:ext>
                </a:extLst>
              </p:cNvPr>
              <p:cNvSpPr txBox="1">
                <a:spLocks/>
              </p:cNvSpPr>
              <p:nvPr/>
            </p:nvSpPr>
            <p:spPr>
              <a:xfrm flipH="1">
                <a:off x="145205" y="5768035"/>
                <a:ext cx="5353893" cy="540000"/>
              </a:xfrm>
              <a:prstGeom prst="rect">
                <a:avLst/>
              </a:prstGeom>
              <a:noFill/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vert="horz" lIns="91440" tIns="45720" rIns="91440" bIns="45720" rtlCol="0" anchor="ctr">
                <a:noAutofit/>
              </a:bodyPr>
              <a:lstStyle>
                <a:lvl1pPr marL="265113" indent="-265113" algn="just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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809625" indent="-352425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lnSpc>
                    <a:spcPct val="115000"/>
                  </a:lnSpc>
                  <a:spcAft>
                    <a:spcPts val="800"/>
                  </a:spcAft>
                  <a:buNone/>
                </a:pPr>
                <a:r>
                  <a:rPr lang="en-US" sz="2800" dirty="0">
                    <a:solidFill>
                      <a:srgbClr val="002060"/>
                    </a:solidFill>
                    <a:latin typeface="+mj-lt"/>
                  </a:rPr>
                  <a:t>So,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800" b="0" i="0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u</m:t>
                    </m:r>
                    <m:r>
                      <a:rPr lang="en-US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⊕</m:t>
                    </m:r>
                    <m:d>
                      <m:dPr>
                        <m:ctrlPr>
                          <a:rPr lang="en-US" sz="2800" b="0" i="1" dirty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sz="2800" b="0" i="0" dirty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v</m:t>
                        </m:r>
                        <m:r>
                          <a:rPr lang="en-US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⊕</m:t>
                        </m:r>
                        <m:r>
                          <m:rPr>
                            <m:sty m:val="p"/>
                          </m:rPr>
                          <a:rPr lang="en-US" sz="2800" b="0" i="0" dirty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w</m:t>
                        </m:r>
                      </m:e>
                    </m:d>
                    <m:r>
                      <a:rPr lang="en-US" sz="2800" dirty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sz="2800" b="0" i="1" dirty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sz="2800" b="0" i="0" dirty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u</m:t>
                        </m:r>
                        <m:r>
                          <a:rPr lang="en-US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⊕</m:t>
                        </m:r>
                        <m:r>
                          <m:rPr>
                            <m:sty m:val="p"/>
                          </m:rPr>
                          <a:rPr lang="en-US" sz="2800" b="0" i="0" dirty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v</m:t>
                        </m:r>
                      </m:e>
                    </m:d>
                    <m:r>
                      <a:rPr lang="en-US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⊕</m:t>
                    </m:r>
                    <m:r>
                      <m:rPr>
                        <m:sty m:val="p"/>
                      </m:rPr>
                      <a:rPr lang="en-US" sz="2800" b="0" i="0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w</m:t>
                    </m:r>
                  </m:oMath>
                </a14:m>
                <a:endParaRPr lang="en-US" sz="2800" dirty="0">
                  <a:solidFill>
                    <a:srgbClr val="002060"/>
                  </a:solidFill>
                  <a:latin typeface="+mj-lt"/>
                </a:endParaRPr>
              </a:p>
            </p:txBody>
          </p:sp>
        </mc:Choice>
        <mc:Fallback xmlns="">
          <p:sp>
            <p:nvSpPr>
              <p:cNvPr id="41" name="Content Placeholder 4">
                <a:extLst>
                  <a:ext uri="{FF2B5EF4-FFF2-40B4-BE49-F238E27FC236}">
                    <a16:creationId xmlns:a16="http://schemas.microsoft.com/office/drawing/2014/main" id="{E2369E14-FB7F-439F-B8BC-3D00ED9ED33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145205" y="5768035"/>
                <a:ext cx="5353893" cy="540000"/>
              </a:xfrm>
              <a:prstGeom prst="rect">
                <a:avLst/>
              </a:prstGeom>
              <a:blipFill>
                <a:blip r:embed="rId15"/>
                <a:stretch>
                  <a:fillRect l="-2392" t="-10112" b="-29213"/>
                </a:stretch>
              </a:blipFill>
              <a:ln w="12700" cap="flat" cmpd="sng" algn="ctr">
                <a:noFill/>
                <a:prstDash val="solid"/>
                <a:miter lim="800000"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" name="Straight Connector 3"/>
          <p:cNvCxnSpPr/>
          <p:nvPr/>
        </p:nvCxnSpPr>
        <p:spPr>
          <a:xfrm>
            <a:off x="1057275" y="2578353"/>
            <a:ext cx="419100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2767977" y="2578353"/>
            <a:ext cx="1750685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Content Placeholder 4">
                <a:extLst>
                  <a:ext uri="{FF2B5EF4-FFF2-40B4-BE49-F238E27FC236}">
                    <a16:creationId xmlns:a16="http://schemas.microsoft.com/office/drawing/2014/main" id="{E2369E14-FB7F-439F-B8BC-3D00ED9ED33E}"/>
                  </a:ext>
                </a:extLst>
              </p:cNvPr>
              <p:cNvSpPr txBox="1">
                <a:spLocks/>
              </p:cNvSpPr>
              <p:nvPr/>
            </p:nvSpPr>
            <p:spPr>
              <a:xfrm flipH="1">
                <a:off x="489708" y="2686602"/>
                <a:ext cx="7330315" cy="540000"/>
              </a:xfrm>
              <a:prstGeom prst="rect">
                <a:avLst/>
              </a:prstGeom>
              <a:noFill/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vert="horz" lIns="91440" tIns="45720" rIns="91440" bIns="45720" rtlCol="0" anchor="ctr">
                <a:noAutofit/>
              </a:bodyPr>
              <a:lstStyle>
                <a:lvl1pPr marL="265113" indent="-265113" algn="just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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809625" indent="-352425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lnSpc>
                    <a:spcPct val="115000"/>
                  </a:lnSpc>
                  <a:spcAft>
                    <a:spcPts val="8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a</m:t>
                              </m:r>
                            </m:e>
                            <m:sub>
                              <m: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sz="2800" i="1">
                                  <a:solidFill>
                                    <a:schemeClr val="tx2">
                                      <a:lumMod val="60000"/>
                                      <a:lumOff val="4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2800">
                                  <a:solidFill>
                                    <a:schemeClr val="tx2">
                                      <a:lumMod val="60000"/>
                                      <a:lumOff val="4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a</m:t>
                              </m:r>
                            </m:e>
                            <m:sub>
                              <m:r>
                                <a:rPr lang="en-US" sz="2800">
                                  <a:solidFill>
                                    <a:schemeClr val="tx2">
                                      <a:lumMod val="60000"/>
                                      <a:lumOff val="4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sz="2800" i="1">
                              <a:solidFill>
                                <a:schemeClr val="tx2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sz="2800" i="1">
                                  <a:solidFill>
                                    <a:schemeClr val="tx2">
                                      <a:lumMod val="60000"/>
                                      <a:lumOff val="4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2800">
                                  <a:solidFill>
                                    <a:schemeClr val="tx2">
                                      <a:lumMod val="60000"/>
                                      <a:lumOff val="4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a</m:t>
                              </m:r>
                            </m:e>
                            <m:sub>
                              <m:r>
                                <a:rPr lang="en-US" sz="2800">
                                  <a:solidFill>
                                    <a:schemeClr val="tx2">
                                      <a:lumMod val="60000"/>
                                      <a:lumOff val="4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r>
                            <a:rPr lang="en-US" sz="2800" b="1" i="1">
                              <a:solidFill>
                                <a:schemeClr val="tx2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sz="2800" b="1" i="1">
                              <a:solidFill>
                                <a:schemeClr val="tx2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  <m:r>
                            <a:rPr lang="en-US" sz="28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sz="28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  <m: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2800" b="0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2800" b="0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b</m:t>
                              </m:r>
                            </m:e>
                            <m:sub>
                              <m: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sz="2800" i="1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280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b</m:t>
                              </m:r>
                            </m:e>
                            <m:sub>
                              <m:r>
                                <a:rPr lang="en-US" sz="280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sz="2800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sz="2800" i="1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280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b</m:t>
                              </m:r>
                            </m:e>
                            <m:sub>
                              <m:r>
                                <a:rPr lang="en-US" sz="280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r>
                            <a:rPr lang="en-US" sz="2800" b="1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sz="2800" b="1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  <m:r>
                            <a:rPr lang="en-US" sz="28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sz="28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e>
                      </m:d>
                    </m:oMath>
                  </m:oMathPara>
                </a14:m>
                <a:endParaRPr lang="en-US" sz="2800" dirty="0">
                  <a:solidFill>
                    <a:srgbClr val="002060"/>
                  </a:solidFill>
                  <a:latin typeface="+mj-lt"/>
                </a:endParaRPr>
              </a:p>
            </p:txBody>
          </p:sp>
        </mc:Choice>
        <mc:Fallback xmlns="">
          <p:sp>
            <p:nvSpPr>
              <p:cNvPr id="24" name="Content Placeholder 4">
                <a:extLst>
                  <a:ext uri="{FF2B5EF4-FFF2-40B4-BE49-F238E27FC236}">
                    <a16:creationId xmlns:a16="http://schemas.microsoft.com/office/drawing/2014/main" id="{E2369E14-FB7F-439F-B8BC-3D00ED9ED33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489708" y="2686602"/>
                <a:ext cx="7330315" cy="540000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  <a:ln w="12700" cap="flat" cmpd="sng" algn="ctr">
                <a:noFill/>
                <a:prstDash val="solid"/>
                <a:miter lim="800000"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5" name="Straight Connector 24"/>
          <p:cNvCxnSpPr/>
          <p:nvPr/>
        </p:nvCxnSpPr>
        <p:spPr>
          <a:xfrm>
            <a:off x="1537960" y="2578353"/>
            <a:ext cx="419100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/>
          <p:cNvCxnSpPr/>
          <p:nvPr/>
        </p:nvCxnSpPr>
        <p:spPr>
          <a:xfrm>
            <a:off x="4607562" y="2578353"/>
            <a:ext cx="1750685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8" name="Content Placeholder 4">
                <a:extLst>
                  <a:ext uri="{FF2B5EF4-FFF2-40B4-BE49-F238E27FC236}">
                    <a16:creationId xmlns:a16="http://schemas.microsoft.com/office/drawing/2014/main" id="{E2369E14-FB7F-439F-B8BC-3D00ED9ED33E}"/>
                  </a:ext>
                </a:extLst>
              </p:cNvPr>
              <p:cNvSpPr txBox="1">
                <a:spLocks/>
              </p:cNvSpPr>
              <p:nvPr/>
            </p:nvSpPr>
            <p:spPr>
              <a:xfrm flipH="1">
                <a:off x="2966602" y="4504859"/>
                <a:ext cx="7330316" cy="540000"/>
              </a:xfrm>
              <a:prstGeom prst="rect">
                <a:avLst/>
              </a:prstGeom>
              <a:noFill/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vert="horz" lIns="91440" tIns="45720" rIns="91440" bIns="45720" rtlCol="0" anchor="ctr">
                <a:noAutofit/>
              </a:bodyPr>
              <a:lstStyle>
                <a:lvl1pPr marL="265113" indent="-265113" algn="just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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809625" indent="-352425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lnSpc>
                    <a:spcPct val="115000"/>
                  </a:lnSpc>
                  <a:spcAft>
                    <a:spcPts val="8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sz="2800" i="1">
                              <a:solidFill>
                                <a:schemeClr val="tx2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800" i="1">
                                  <a:solidFill>
                                    <a:schemeClr val="tx2">
                                      <a:lumMod val="60000"/>
                                      <a:lumOff val="4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2800">
                                  <a:solidFill>
                                    <a:schemeClr val="tx2">
                                      <a:lumMod val="60000"/>
                                      <a:lumOff val="4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a</m:t>
                              </m:r>
                            </m:e>
                            <m:sub>
                              <m:r>
                                <a:rPr lang="en-US" sz="2800" b="0" i="0" smtClean="0">
                                  <a:solidFill>
                                    <a:schemeClr val="tx2">
                                      <a:lumMod val="60000"/>
                                      <a:lumOff val="4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2800" i="1">
                              <a:solidFill>
                                <a:schemeClr val="tx2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sz="2800" i="1">
                                  <a:solidFill>
                                    <a:schemeClr val="tx2">
                                      <a:lumMod val="60000"/>
                                      <a:lumOff val="4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2800">
                                  <a:solidFill>
                                    <a:schemeClr val="tx2">
                                      <a:lumMod val="60000"/>
                                      <a:lumOff val="4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a</m:t>
                              </m:r>
                            </m:e>
                            <m:sub>
                              <m:r>
                                <a:rPr lang="en-US" sz="2800" b="0" i="0" smtClean="0">
                                  <a:solidFill>
                                    <a:schemeClr val="tx2">
                                      <a:lumMod val="60000"/>
                                      <a:lumOff val="4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sz="2800" b="1" i="1">
                              <a:solidFill>
                                <a:schemeClr val="tx2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sz="2800" b="1" i="1">
                              <a:solidFill>
                                <a:schemeClr val="tx2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  <m: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a</m:t>
                              </m:r>
                            </m:e>
                            <m:sub>
                              <m:r>
                                <a:rPr lang="en-US" sz="2800" b="0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r>
                            <a:rPr lang="en-US" sz="28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sz="28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  <m: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80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sSub>
                            <m:sSubPr>
                              <m:ctrlPr>
                                <a:rPr lang="en-US" sz="2800" i="1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280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b</m:t>
                              </m:r>
                            </m:e>
                            <m:sub>
                              <m:r>
                                <a:rPr lang="en-US" sz="2800" b="0" i="0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2800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sz="2800" i="1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280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b</m:t>
                              </m:r>
                            </m:e>
                            <m:sub>
                              <m:r>
                                <a:rPr lang="en-US" sz="2800" b="0" i="0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sz="2800" b="1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sz="2800" b="1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  <m: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b</m:t>
                              </m:r>
                            </m:e>
                            <m:sub>
                              <m:r>
                                <a:rPr lang="en-US" sz="2800" b="0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r>
                            <a:rPr lang="en-US" sz="28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sz="28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e>
                      </m:d>
                    </m:oMath>
                  </m:oMathPara>
                </a14:m>
                <a:endParaRPr lang="en-US" sz="2800" dirty="0">
                  <a:solidFill>
                    <a:srgbClr val="002060"/>
                  </a:solidFill>
                  <a:latin typeface="+mj-lt"/>
                </a:endParaRPr>
              </a:p>
            </p:txBody>
          </p:sp>
        </mc:Choice>
        <mc:Fallback xmlns="">
          <p:sp>
            <p:nvSpPr>
              <p:cNvPr id="28" name="Content Placeholder 4">
                <a:extLst>
                  <a:ext uri="{FF2B5EF4-FFF2-40B4-BE49-F238E27FC236}">
                    <a16:creationId xmlns:a16="http://schemas.microsoft.com/office/drawing/2014/main" id="{E2369E14-FB7F-439F-B8BC-3D00ED9ED33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2966602" y="4504859"/>
                <a:ext cx="7330316" cy="540000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  <a:ln w="12700" cap="flat" cmpd="sng" algn="ctr">
                <a:noFill/>
                <a:prstDash val="solid"/>
                <a:miter lim="800000"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0" name="Straight Connector 29"/>
          <p:cNvCxnSpPr/>
          <p:nvPr/>
        </p:nvCxnSpPr>
        <p:spPr>
          <a:xfrm>
            <a:off x="8003459" y="4412357"/>
            <a:ext cx="419100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/>
          <p:cNvCxnSpPr/>
          <p:nvPr/>
        </p:nvCxnSpPr>
        <p:spPr>
          <a:xfrm>
            <a:off x="3579819" y="4412357"/>
            <a:ext cx="1750685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/>
          <p:cNvCxnSpPr/>
          <p:nvPr/>
        </p:nvCxnSpPr>
        <p:spPr>
          <a:xfrm>
            <a:off x="8467766" y="4412357"/>
            <a:ext cx="419100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/>
          <p:cNvCxnSpPr/>
          <p:nvPr/>
        </p:nvCxnSpPr>
        <p:spPr>
          <a:xfrm>
            <a:off x="5439550" y="4412357"/>
            <a:ext cx="1750685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604742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500"/>
                            </p:stCondLst>
                            <p:childTnLst>
                              <p:par>
                                <p:cTn id="1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500"/>
                            </p:stCondLst>
                            <p:childTnLst>
                              <p:par>
                                <p:cTn id="3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5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6" fill="hold">
                            <p:stCondLst>
                              <p:cond delay="500"/>
                            </p:stCondLst>
                            <p:childTnLst>
                              <p:par>
                                <p:cTn id="6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9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8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4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5" fill="hold">
                            <p:stCondLst>
                              <p:cond delay="500"/>
                            </p:stCondLst>
                            <p:childTnLst>
                              <p:par>
                                <p:cTn id="8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8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/>
      <p:bldP spid="23" grpId="0"/>
      <p:bldP spid="31" grpId="0"/>
      <p:bldP spid="22" grpId="0"/>
      <p:bldP spid="33" grpId="0"/>
      <p:bldP spid="35" grpId="0"/>
      <p:bldP spid="38" grpId="0"/>
      <p:bldP spid="39" grpId="0"/>
      <p:bldP spid="41" grpId="0"/>
      <p:bldP spid="24" grpId="0"/>
      <p:bldP spid="28" grpId="0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ECFC8A-BC0D-5D72-FE99-20313653BC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1" name="Content Placeholder 4">
                <a:extLst>
                  <a:ext uri="{FF2B5EF4-FFF2-40B4-BE49-F238E27FC236}">
                    <a16:creationId xmlns:a16="http://schemas.microsoft.com/office/drawing/2014/main" id="{C2E3A768-B2DD-49B5-A909-9453EEB041E3}"/>
                  </a:ext>
                </a:extLst>
              </p:cNvPr>
              <p:cNvSpPr txBox="1">
                <a:spLocks/>
              </p:cNvSpPr>
              <p:nvPr/>
            </p:nvSpPr>
            <p:spPr>
              <a:xfrm flipH="1">
                <a:off x="-1" y="865206"/>
                <a:ext cx="5499100" cy="540000"/>
              </a:xfrm>
              <a:prstGeom prst="rect">
                <a:avLst/>
              </a:prstGeom>
              <a:gradFill>
                <a:gsLst>
                  <a:gs pos="10000">
                    <a:srgbClr val="0E47A1"/>
                  </a:gs>
                  <a:gs pos="100000">
                    <a:srgbClr val="03A9F5"/>
                  </a:gs>
                </a:gsLst>
                <a:lin ang="10800000" scaled="1"/>
              </a:gradFill>
              <a:ln>
                <a:noFill/>
              </a:ln>
            </p:spPr>
            <p:txBody>
              <a:bodyPr vert="horz" wrap="square" lIns="91440" tIns="45720" rIns="91440" bIns="45720" numCol="1" anchor="ctr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algn="ctr">
                  <a:defRPr sz="2800">
                    <a:solidFill>
                      <a:schemeClr val="bg1"/>
                    </a:solidFill>
                  </a:defRPr>
                </a:lvl1pPr>
                <a:lvl2pPr>
                  <a:defRPr>
                    <a:solidFill>
                      <a:schemeClr val="tx1"/>
                    </a:solidFill>
                  </a:defRPr>
                </a:lvl2pPr>
                <a:lvl3pPr>
                  <a:defRPr>
                    <a:solidFill>
                      <a:schemeClr val="tx1"/>
                    </a:solidFill>
                  </a:defRPr>
                </a:lvl3pPr>
                <a:lvl4pPr>
                  <a:defRPr>
                    <a:solidFill>
                      <a:schemeClr val="tx1"/>
                    </a:solidFill>
                  </a:defRPr>
                </a:lvl4pPr>
                <a:lvl5pPr>
                  <a:defRPr>
                    <a:solidFill>
                      <a:schemeClr val="tx1"/>
                    </a:solidFill>
                  </a:defRPr>
                </a:lvl5pPr>
                <a:lvl6pPr>
                  <a:defRPr>
                    <a:solidFill>
                      <a:schemeClr val="tx1"/>
                    </a:solidFill>
                  </a:defRPr>
                </a:lvl6pPr>
                <a:lvl7pPr>
                  <a:defRPr>
                    <a:solidFill>
                      <a:schemeClr val="tx1"/>
                    </a:solidFill>
                  </a:defRPr>
                </a:lvl7pPr>
                <a:lvl8pPr>
                  <a:defRPr>
                    <a:solidFill>
                      <a:schemeClr val="tx1"/>
                    </a:solidFill>
                  </a:defRPr>
                </a:lvl8pPr>
                <a:lvl9pPr>
                  <a:defRPr>
                    <a:solidFill>
                      <a:schemeClr val="tx1"/>
                    </a:solidFill>
                  </a:defRPr>
                </a:lvl9pPr>
              </a:lstStyle>
              <a:p>
                <a:pPr algn="l"/>
                <a:r>
                  <a:rPr lang="en-US" b="1" dirty="0">
                    <a:solidFill>
                      <a:schemeClr val="bg1"/>
                    </a:solidFill>
                  </a:rPr>
                  <a:t>Axiom 4: </a:t>
                </a:r>
                <a14:m>
                  <m:oMath xmlns:m="http://schemas.openxmlformats.org/officeDocument/2006/math">
                    <m:r>
                      <a:rPr lang="en-US" b="1" i="0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𝐮</m:t>
                    </m:r>
                    <m:r>
                      <a:rPr lang="en-US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⊕</m:t>
                    </m:r>
                    <m:r>
                      <a:rPr lang="en-US" b="1" i="0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𝐞</m:t>
                    </m:r>
                    <m:r>
                      <a:rPr lang="en-US" b="1" i="0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1" i="0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𝐮</m:t>
                    </m:r>
                  </m:oMath>
                </a14:m>
                <a:endParaRPr lang="en-US" b="1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21" name="Content Placeholder 4">
                <a:extLst>
                  <a:ext uri="{FF2B5EF4-FFF2-40B4-BE49-F238E27FC236}">
                    <a16:creationId xmlns:a16="http://schemas.microsoft.com/office/drawing/2014/main" id="{C2E3A768-B2DD-49B5-A909-9453EEB041E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-1" y="865206"/>
                <a:ext cx="5499100" cy="540000"/>
              </a:xfrm>
              <a:prstGeom prst="rect">
                <a:avLst/>
              </a:prstGeom>
              <a:blipFill>
                <a:blip r:embed="rId2"/>
                <a:stretch>
                  <a:fillRect l="-2217" t="-10112" b="-29213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FDFDD70C-3AAE-183B-5AED-36C59E3E9B77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IN" dirty="0"/>
                  <a:t>Method:1 </a:t>
                </a:r>
                <a14:m>
                  <m:oMath xmlns:m="http://schemas.openxmlformats.org/officeDocument/2006/math">
                    <m:r>
                      <a:rPr lang="en-I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⇝</m:t>
                    </m:r>
                  </m:oMath>
                </a14:m>
                <a:r>
                  <a:rPr lang="en-IN" dirty="0"/>
                  <a:t> Example:8(continue)</a:t>
                </a:r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FDFDD70C-3AAE-183B-5AED-36C59E3E9B7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3"/>
                <a:stretch>
                  <a:fillRect l="-400" t="-8547" b="-1965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Content Placeholder 4">
                <a:extLst>
                  <a:ext uri="{FF2B5EF4-FFF2-40B4-BE49-F238E27FC236}">
                    <a16:creationId xmlns:a16="http://schemas.microsoft.com/office/drawing/2014/main" id="{E2369E14-FB7F-439F-B8BC-3D00ED9ED33E}"/>
                  </a:ext>
                </a:extLst>
              </p:cNvPr>
              <p:cNvSpPr txBox="1">
                <a:spLocks/>
              </p:cNvSpPr>
              <p:nvPr/>
            </p:nvSpPr>
            <p:spPr>
              <a:xfrm flipH="1">
                <a:off x="132607" y="1514100"/>
                <a:ext cx="6834249" cy="540000"/>
              </a:xfrm>
              <a:prstGeom prst="rect">
                <a:avLst/>
              </a:prstGeom>
              <a:noFill/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vert="horz" lIns="91440" tIns="45720" rIns="91440" bIns="45720" rtlCol="0" anchor="ctr">
                <a:noAutofit/>
              </a:bodyPr>
              <a:lstStyle>
                <a:lvl1pPr marL="265113" indent="-265113" algn="just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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809625" indent="-352425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lnSpc>
                    <a:spcPct val="115000"/>
                  </a:lnSpc>
                  <a:spcAft>
                    <a:spcPts val="800"/>
                  </a:spcAft>
                  <a:buNone/>
                </a:pPr>
                <a:r>
                  <a:rPr lang="en-US" sz="2800" dirty="0">
                    <a:solidFill>
                      <a:srgbClr val="002060"/>
                    </a:solidFill>
                    <a:latin typeface="+mj-lt"/>
                  </a:rPr>
                  <a:t>Let,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800" b="0" i="0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e</m:t>
                    </m:r>
                    <m:r>
                      <a:rPr lang="en-US" sz="2800" b="0" i="0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sz="2800" b="0" i="1" dirty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sz="2800" b="0" i="1" dirty="0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lang="en-US" sz="2800" b="0" i="0" dirty="0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a</m:t>
                            </m:r>
                          </m:e>
                          <m:sup>
                            <m:r>
                              <a:rPr lang="en-US" sz="2800" b="0" i="0" dirty="0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  <m:r>
                          <a:rPr lang="en-US" sz="2800" b="0" i="0" dirty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sSup>
                          <m:sSupPr>
                            <m:ctrlPr>
                              <a:rPr lang="en-US" sz="2800" b="0" i="1" dirty="0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lang="en-US" sz="2800" b="0" i="0" dirty="0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b</m:t>
                            </m:r>
                          </m:e>
                          <m:sup>
                            <m:r>
                              <a:rPr lang="en-US" sz="2800" b="0" i="0" dirty="0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</m:e>
                    </m:d>
                    <m:r>
                      <a:rPr lang="en-US" sz="2800" dirty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US" sz="2800" b="0" i="0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V</m:t>
                    </m:r>
                  </m:oMath>
                </a14:m>
                <a:r>
                  <a:rPr lang="en-US" sz="2800" dirty="0">
                    <a:solidFill>
                      <a:srgbClr val="002060"/>
                    </a:solidFill>
                    <a:latin typeface="+mj-lt"/>
                  </a:rPr>
                  <a:t> such that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800" b="0" i="0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u</m:t>
                    </m:r>
                    <m:r>
                      <a:rPr lang="en-US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⊕</m:t>
                    </m:r>
                    <m:r>
                      <m:rPr>
                        <m:sty m:val="p"/>
                      </m:rPr>
                      <a:rPr lang="en-US" sz="2800" b="0" i="0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e</m:t>
                    </m:r>
                    <m:r>
                      <a:rPr lang="en-US" sz="2800" dirty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sz="2800" b="0" i="0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u</m:t>
                    </m:r>
                  </m:oMath>
                </a14:m>
                <a:r>
                  <a:rPr lang="en-US" sz="2800" dirty="0">
                    <a:solidFill>
                      <a:srgbClr val="002060"/>
                    </a:solidFill>
                    <a:latin typeface="+mj-lt"/>
                  </a:rPr>
                  <a:t>. </a:t>
                </a:r>
              </a:p>
            </p:txBody>
          </p:sp>
        </mc:Choice>
        <mc:Fallback xmlns="">
          <p:sp>
            <p:nvSpPr>
              <p:cNvPr id="26" name="Content Placeholder 4">
                <a:extLst>
                  <a:ext uri="{FF2B5EF4-FFF2-40B4-BE49-F238E27FC236}">
                    <a16:creationId xmlns:a16="http://schemas.microsoft.com/office/drawing/2014/main" id="{E2369E14-FB7F-439F-B8BC-3D00ED9ED33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132607" y="1514100"/>
                <a:ext cx="6834249" cy="540000"/>
              </a:xfrm>
              <a:prstGeom prst="rect">
                <a:avLst/>
              </a:prstGeom>
              <a:blipFill>
                <a:blip r:embed="rId4"/>
                <a:stretch>
                  <a:fillRect l="-1873" t="-6742" b="-32584"/>
                </a:stretch>
              </a:blipFill>
              <a:ln w="12700" cap="flat" cmpd="sng" algn="ctr">
                <a:noFill/>
                <a:prstDash val="solid"/>
                <a:miter lim="800000"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Content Placeholder 4">
                <a:extLst>
                  <a:ext uri="{FF2B5EF4-FFF2-40B4-BE49-F238E27FC236}">
                    <a16:creationId xmlns:a16="http://schemas.microsoft.com/office/drawing/2014/main" id="{E2369E14-FB7F-439F-B8BC-3D00ED9ED33E}"/>
                  </a:ext>
                </a:extLst>
              </p:cNvPr>
              <p:cNvSpPr txBox="1">
                <a:spLocks/>
              </p:cNvSpPr>
              <p:nvPr/>
            </p:nvSpPr>
            <p:spPr>
              <a:xfrm flipH="1">
                <a:off x="507308" y="2814027"/>
                <a:ext cx="4864792" cy="540000"/>
              </a:xfrm>
              <a:prstGeom prst="rect">
                <a:avLst/>
              </a:prstGeom>
              <a:noFill/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vert="horz" lIns="91440" tIns="45720" rIns="91440" bIns="45720" rtlCol="0" anchor="ctr">
                <a:noAutofit/>
              </a:bodyPr>
              <a:lstStyle>
                <a:lvl1pPr marL="265113" indent="-265113" algn="just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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809625" indent="-352425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lnSpc>
                    <a:spcPct val="115000"/>
                  </a:lnSpc>
                  <a:spcAft>
                    <a:spcPts val="8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dirty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⇒</m:t>
                      </m:r>
                      <m:d>
                        <m:dPr>
                          <m:ctrlP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a</m:t>
                              </m:r>
                            </m:e>
                            <m:sub>
                              <m: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b</m:t>
                              </m:r>
                            </m:e>
                            <m:sub>
                              <m: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r>
                        <a:rPr lang="en-US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⊕</m:t>
                      </m:r>
                      <m:d>
                        <m:dPr>
                          <m:ctrlPr>
                            <a:rPr lang="en-US" sz="2800" i="1" dirty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sz="2800" i="1" dirty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n-US" sz="2800" dirty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a</m:t>
                              </m:r>
                            </m:e>
                            <m:sup>
                              <m:r>
                                <a:rPr lang="en-US" sz="2800" dirty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  <m:r>
                            <a:rPr lang="en-US" sz="2800" dirty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sSup>
                            <m:sSupPr>
                              <m:ctrlPr>
                                <a:rPr lang="en-US" sz="2800" i="1" dirty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n-US" sz="2800" dirty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b</m:t>
                              </m:r>
                            </m:e>
                            <m:sup>
                              <m:r>
                                <a:rPr lang="en-US" sz="2800" dirty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</m:e>
                      </m:d>
                      <m:r>
                        <a:rPr lang="en-US" sz="2800" dirty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a</m:t>
                              </m:r>
                            </m:e>
                            <m:sub>
                              <m: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b</m:t>
                              </m:r>
                            </m:e>
                            <m:sub>
                              <m: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32" name="Content Placeholder 4">
                <a:extLst>
                  <a:ext uri="{FF2B5EF4-FFF2-40B4-BE49-F238E27FC236}">
                    <a16:creationId xmlns:a16="http://schemas.microsoft.com/office/drawing/2014/main" id="{E2369E14-FB7F-439F-B8BC-3D00ED9ED33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507308" y="2814027"/>
                <a:ext cx="4864792" cy="54000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ln w="12700" cap="flat" cmpd="sng" algn="ctr">
                <a:noFill/>
                <a:prstDash val="solid"/>
                <a:miter lim="800000"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Content Placeholder 4">
                <a:extLst>
                  <a:ext uri="{FF2B5EF4-FFF2-40B4-BE49-F238E27FC236}">
                    <a16:creationId xmlns:a16="http://schemas.microsoft.com/office/drawing/2014/main" id="{E2369E14-FB7F-439F-B8BC-3D00ED9ED33E}"/>
                  </a:ext>
                </a:extLst>
              </p:cNvPr>
              <p:cNvSpPr txBox="1">
                <a:spLocks/>
              </p:cNvSpPr>
              <p:nvPr/>
            </p:nvSpPr>
            <p:spPr>
              <a:xfrm flipH="1">
                <a:off x="132608" y="2162867"/>
                <a:ext cx="2813688" cy="540000"/>
              </a:xfrm>
              <a:prstGeom prst="rect">
                <a:avLst/>
              </a:prstGeom>
              <a:noFill/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vert="horz" lIns="91440" tIns="45720" rIns="91440" bIns="45720" rtlCol="0" anchor="ctr">
                <a:noAutofit/>
              </a:bodyPr>
              <a:lstStyle>
                <a:lvl1pPr marL="265113" indent="-265113" algn="just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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809625" indent="-352425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lnSpc>
                    <a:spcPct val="115000"/>
                  </a:lnSpc>
                  <a:spcAft>
                    <a:spcPts val="800"/>
                  </a:spcAft>
                  <a:buNone/>
                </a:pPr>
                <a:r>
                  <a:rPr lang="en-US" sz="2800" dirty="0">
                    <a:solidFill>
                      <a:srgbClr val="002060"/>
                    </a:solidFill>
                    <a:latin typeface="+mj-lt"/>
                  </a:rPr>
                  <a:t>Now,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800" b="0" i="0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u</m:t>
                    </m:r>
                    <m:r>
                      <a:rPr lang="en-US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⊕</m:t>
                    </m:r>
                    <m:r>
                      <m:rPr>
                        <m:sty m:val="p"/>
                      </m:rPr>
                      <a:rPr lang="en-US" sz="2800" b="0" i="0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e</m:t>
                    </m:r>
                    <m:r>
                      <a:rPr lang="en-US" sz="2800" dirty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sz="2800" b="0" i="0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u</m:t>
                    </m:r>
                  </m:oMath>
                </a14:m>
                <a:endParaRPr lang="en-US" sz="2800" dirty="0">
                  <a:solidFill>
                    <a:srgbClr val="002060"/>
                  </a:solidFill>
                  <a:latin typeface="+mj-lt"/>
                </a:endParaRPr>
              </a:p>
            </p:txBody>
          </p:sp>
        </mc:Choice>
        <mc:Fallback xmlns="">
          <p:sp>
            <p:nvSpPr>
              <p:cNvPr id="16" name="Content Placeholder 4">
                <a:extLst>
                  <a:ext uri="{FF2B5EF4-FFF2-40B4-BE49-F238E27FC236}">
                    <a16:creationId xmlns:a16="http://schemas.microsoft.com/office/drawing/2014/main" id="{E2369E14-FB7F-439F-B8BC-3D00ED9ED33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132608" y="2162867"/>
                <a:ext cx="2813688" cy="540000"/>
              </a:xfrm>
              <a:prstGeom prst="rect">
                <a:avLst/>
              </a:prstGeom>
              <a:blipFill>
                <a:blip r:embed="rId7"/>
                <a:stretch>
                  <a:fillRect l="-4555" t="-10227" b="-29545"/>
                </a:stretch>
              </a:blipFill>
              <a:ln w="12700" cap="flat" cmpd="sng" algn="ctr">
                <a:noFill/>
                <a:prstDash val="solid"/>
                <a:miter lim="800000"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Content Placeholder 4">
                <a:extLst>
                  <a:ext uri="{FF2B5EF4-FFF2-40B4-BE49-F238E27FC236}">
                    <a16:creationId xmlns:a16="http://schemas.microsoft.com/office/drawing/2014/main" id="{E2369E14-FB7F-439F-B8BC-3D00ED9ED33E}"/>
                  </a:ext>
                </a:extLst>
              </p:cNvPr>
              <p:cNvSpPr txBox="1">
                <a:spLocks/>
              </p:cNvSpPr>
              <p:nvPr/>
            </p:nvSpPr>
            <p:spPr>
              <a:xfrm flipH="1">
                <a:off x="135395" y="5333675"/>
                <a:ext cx="9231888" cy="540000"/>
              </a:xfrm>
              <a:prstGeom prst="rect">
                <a:avLst/>
              </a:prstGeom>
              <a:noFill/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vert="horz" lIns="91440" tIns="45720" rIns="91440" bIns="45720" rtlCol="0" anchor="ctr">
                <a:noAutofit/>
              </a:bodyPr>
              <a:lstStyle>
                <a:lvl1pPr marL="265113" indent="-265113" algn="just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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809625" indent="-352425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lnSpc>
                    <a:spcPct val="115000"/>
                  </a:lnSpc>
                  <a:spcAft>
                    <a:spcPts val="800"/>
                  </a:spcAft>
                  <a:buNone/>
                </a:pPr>
                <a:r>
                  <a:rPr lang="en-US" sz="2800" dirty="0">
                    <a:solidFill>
                      <a:srgbClr val="002060"/>
                    </a:solidFill>
                    <a:latin typeface="+mj-lt"/>
                  </a:rPr>
                  <a:t>So,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28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sz="2800" b="1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800" b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𝐚</m:t>
                            </m:r>
                          </m:e>
                          <m:sup>
                            <m:r>
                              <a:rPr lang="en-US" sz="2800" b="1" i="0" dirty="0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  <m:r>
                          <a:rPr lang="en-US" sz="2800" b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sSup>
                          <m:sSupPr>
                            <m:ctrlPr>
                              <a:rPr lang="en-US" sz="2800" b="1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800" b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𝐛</m:t>
                            </m:r>
                          </m:e>
                          <m:sup>
                            <m:r>
                              <a:rPr lang="en-US" sz="2800" b="1" i="0" dirty="0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</m:e>
                    </m:d>
                    <m:r>
                      <a:rPr lang="en-US" sz="2800" b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sz="28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28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  <m:r>
                          <a:rPr lang="en-US" sz="28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,−</m:t>
                        </m:r>
                        <m:r>
                          <a:rPr lang="en-US" sz="28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e>
                    </m:d>
                  </m:oMath>
                </a14:m>
                <a:r>
                  <a:rPr lang="en-US" sz="2800" dirty="0">
                    <a:solidFill>
                      <a:srgbClr val="002060"/>
                    </a:solidFill>
                    <a:latin typeface="+mj-lt"/>
                  </a:rPr>
                  <a:t> is the identity element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V</m:t>
                    </m:r>
                  </m:oMath>
                </a14:m>
                <a:r>
                  <a:rPr lang="en-US" sz="2800" dirty="0">
                    <a:solidFill>
                      <a:srgbClr val="002060"/>
                    </a:solidFill>
                    <a:latin typeface="+mj-lt"/>
                  </a:rPr>
                  <a:t>.</a:t>
                </a:r>
              </a:p>
            </p:txBody>
          </p:sp>
        </mc:Choice>
        <mc:Fallback xmlns="">
          <p:sp>
            <p:nvSpPr>
              <p:cNvPr id="18" name="Content Placeholder 4">
                <a:extLst>
                  <a:ext uri="{FF2B5EF4-FFF2-40B4-BE49-F238E27FC236}">
                    <a16:creationId xmlns:a16="http://schemas.microsoft.com/office/drawing/2014/main" id="{E2369E14-FB7F-439F-B8BC-3D00ED9ED33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135395" y="5333675"/>
                <a:ext cx="9231888" cy="540000"/>
              </a:xfrm>
              <a:prstGeom prst="rect">
                <a:avLst/>
              </a:prstGeom>
              <a:blipFill>
                <a:blip r:embed="rId8"/>
                <a:stretch>
                  <a:fillRect l="-1320" t="-6742" b="-31461"/>
                </a:stretch>
              </a:blipFill>
              <a:ln w="12700" cap="flat" cmpd="sng" algn="ctr">
                <a:noFill/>
                <a:prstDash val="solid"/>
                <a:miter lim="800000"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Content Placeholder 4">
                <a:extLst>
                  <a:ext uri="{FF2B5EF4-FFF2-40B4-BE49-F238E27FC236}">
                    <a16:creationId xmlns:a16="http://schemas.microsoft.com/office/drawing/2014/main" id="{E2369E14-FB7F-439F-B8BC-3D00ED9ED33E}"/>
                  </a:ext>
                </a:extLst>
              </p:cNvPr>
              <p:cNvSpPr txBox="1">
                <a:spLocks/>
              </p:cNvSpPr>
              <p:nvPr/>
            </p:nvSpPr>
            <p:spPr>
              <a:xfrm flipH="1">
                <a:off x="510479" y="3462104"/>
                <a:ext cx="6009584" cy="540000"/>
              </a:xfrm>
              <a:prstGeom prst="rect">
                <a:avLst/>
              </a:prstGeom>
              <a:noFill/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vert="horz" lIns="91440" tIns="45720" rIns="91440" bIns="45720" rtlCol="0" anchor="ctr">
                <a:noAutofit/>
              </a:bodyPr>
              <a:lstStyle>
                <a:lvl1pPr marL="265113" indent="-265113" algn="just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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809625" indent="-352425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lnSpc>
                    <a:spcPct val="115000"/>
                  </a:lnSpc>
                  <a:spcAft>
                    <a:spcPts val="8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dirty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⇒</m:t>
                      </m:r>
                      <m:d>
                        <m:dPr>
                          <m:ctrlP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a</m:t>
                              </m:r>
                            </m:e>
                            <m:sub>
                              <m: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en-US" sz="2800" i="1" dirty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n-US" sz="2800" dirty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a</m:t>
                              </m:r>
                            </m:e>
                            <m:sup>
                              <m:r>
                                <a:rPr lang="en-US" sz="2800" dirty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  <m:r>
                            <a:rPr lang="en-US" sz="2800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sz="2800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  <m: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b</m:t>
                              </m:r>
                            </m:e>
                            <m:sub>
                              <m: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en-US" sz="2800" i="1" dirty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n-US" sz="2800" dirty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b</m:t>
                              </m:r>
                            </m:e>
                            <m:sup>
                              <m:r>
                                <a:rPr lang="en-US" sz="2800" dirty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  <m:r>
                            <a:rPr lang="en-US" sz="2800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sz="2800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e>
                      </m:d>
                      <m:r>
                        <a:rPr lang="en-US" sz="2800" dirty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a</m:t>
                              </m:r>
                            </m:e>
                            <m:sub>
                              <m: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b</m:t>
                              </m:r>
                            </m:e>
                            <m:sub>
                              <m: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22" name="Content Placeholder 4">
                <a:extLst>
                  <a:ext uri="{FF2B5EF4-FFF2-40B4-BE49-F238E27FC236}">
                    <a16:creationId xmlns:a16="http://schemas.microsoft.com/office/drawing/2014/main" id="{E2369E14-FB7F-439F-B8BC-3D00ED9ED33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510479" y="3462104"/>
                <a:ext cx="6009584" cy="540000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  <a:ln w="12700" cap="flat" cmpd="sng" algn="ctr">
                <a:noFill/>
                <a:prstDash val="solid"/>
                <a:miter lim="800000"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Content Placeholder 4">
                <a:extLst>
                  <a:ext uri="{FF2B5EF4-FFF2-40B4-BE49-F238E27FC236}">
                    <a16:creationId xmlns:a16="http://schemas.microsoft.com/office/drawing/2014/main" id="{E2369E14-FB7F-439F-B8BC-3D00ED9ED33E}"/>
                  </a:ext>
                </a:extLst>
              </p:cNvPr>
              <p:cNvSpPr txBox="1">
                <a:spLocks/>
              </p:cNvSpPr>
              <p:nvPr/>
            </p:nvSpPr>
            <p:spPr>
              <a:xfrm flipH="1">
                <a:off x="97298" y="5947250"/>
                <a:ext cx="6161834" cy="540000"/>
              </a:xfrm>
              <a:prstGeom prst="rect">
                <a:avLst/>
              </a:prstGeom>
              <a:noFill/>
              <a:ln w="12700" cap="flat" cmpd="sng" algn="ctr">
                <a:solidFill>
                  <a:srgbClr val="FF0000"/>
                </a:solidFill>
                <a:prstDash val="dash"/>
                <a:miter lim="800000"/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vert="horz" lIns="91440" tIns="45720" rIns="91440" bIns="45720" rtlCol="0" anchor="ctr">
                <a:noAutofit/>
              </a:bodyPr>
              <a:lstStyle>
                <a:lvl1pPr marL="265113" indent="-265113" algn="just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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809625" indent="-352425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lnSpc>
                    <a:spcPct val="115000"/>
                  </a:lnSpc>
                  <a:spcAft>
                    <a:spcPts val="800"/>
                  </a:spcAft>
                  <a:buNone/>
                </a:pPr>
                <a:r>
                  <a:rPr lang="en-US" sz="2800" b="1" dirty="0">
                    <a:solidFill>
                      <a:srgbClr val="FF0000"/>
                    </a:solidFill>
                  </a:rPr>
                  <a:t>In general, we use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28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28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  <m:r>
                          <a:rPr lang="en-US" sz="28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8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28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e>
                    </m:d>
                  </m:oMath>
                </a14:m>
                <a:r>
                  <a:rPr lang="en-US" sz="2800" b="1" dirty="0">
                    <a:solidFill>
                      <a:srgbClr val="FF0000"/>
                    </a:solidFill>
                  </a:rPr>
                  <a:t> instead of 0.</a:t>
                </a:r>
              </a:p>
            </p:txBody>
          </p:sp>
        </mc:Choice>
        <mc:Fallback xmlns="">
          <p:sp>
            <p:nvSpPr>
              <p:cNvPr id="31" name="Content Placeholder 4">
                <a:extLst>
                  <a:ext uri="{FF2B5EF4-FFF2-40B4-BE49-F238E27FC236}">
                    <a16:creationId xmlns:a16="http://schemas.microsoft.com/office/drawing/2014/main" id="{E2369E14-FB7F-439F-B8BC-3D00ED9ED33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97298" y="5947250"/>
                <a:ext cx="6161834" cy="540000"/>
              </a:xfrm>
              <a:prstGeom prst="rect">
                <a:avLst/>
              </a:prstGeom>
              <a:blipFill>
                <a:blip r:embed="rId10"/>
                <a:stretch>
                  <a:fillRect l="-1974" t="-8889" r="-790" b="-27778"/>
                </a:stretch>
              </a:blipFill>
              <a:ln w="12700" cap="flat" cmpd="sng" algn="ctr">
                <a:solidFill>
                  <a:srgbClr val="FF0000"/>
                </a:solidFill>
                <a:prstDash val="dash"/>
                <a:miter lim="800000"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Content Placeholder 4">
                <a:extLst>
                  <a:ext uri="{FF2B5EF4-FFF2-40B4-BE49-F238E27FC236}">
                    <a16:creationId xmlns:a16="http://schemas.microsoft.com/office/drawing/2014/main" id="{E2369E14-FB7F-439F-B8BC-3D00ED9ED33E}"/>
                  </a:ext>
                </a:extLst>
              </p:cNvPr>
              <p:cNvSpPr txBox="1">
                <a:spLocks/>
              </p:cNvSpPr>
              <p:nvPr/>
            </p:nvSpPr>
            <p:spPr>
              <a:xfrm flipH="1">
                <a:off x="521913" y="4107323"/>
                <a:ext cx="6416368" cy="540000"/>
              </a:xfrm>
              <a:prstGeom prst="rect">
                <a:avLst/>
              </a:prstGeom>
              <a:noFill/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vert="horz" lIns="91440" tIns="45720" rIns="91440" bIns="45720" rtlCol="0" anchor="ctr">
                <a:noAutofit/>
              </a:bodyPr>
              <a:lstStyle>
                <a:lvl1pPr marL="265113" indent="-265113" algn="just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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809625" indent="-352425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lnSpc>
                    <a:spcPct val="115000"/>
                  </a:lnSpc>
                  <a:spcAft>
                    <a:spcPts val="800"/>
                  </a:spcAft>
                  <a:buNone/>
                </a:pPr>
                <a14:m>
                  <m:oMath xmlns:m="http://schemas.openxmlformats.org/officeDocument/2006/math">
                    <m:r>
                      <a:rPr lang="en-US" sz="2800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⇒</m:t>
                    </m:r>
                    <m:sSub>
                      <m:sSubPr>
                        <m:ctrlPr>
                          <a:rPr lang="en-US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a</m:t>
                        </m:r>
                      </m:e>
                      <m:sub>
                        <m:r>
                          <a:rPr lang="en-US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800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en-US" sz="2800" i="1" dirty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sz="2800" dirty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a</m:t>
                        </m:r>
                      </m:e>
                      <m:sup>
                        <m:r>
                          <a:rPr lang="en-US" sz="2800" dirty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US" sz="2800" b="1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2800" b="1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𝟏</m:t>
                    </m:r>
                    <m:r>
                      <a:rPr lang="en-US" sz="2800" i="1" dirty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a</m:t>
                        </m:r>
                      </m:e>
                      <m:sub>
                        <m:r>
                          <a:rPr lang="en-US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2800" b="0" i="0" dirty="0">
                    <a:solidFill>
                      <a:srgbClr val="002060"/>
                    </a:solidFill>
                    <a:latin typeface="+mj-lt"/>
                  </a:rPr>
                  <a:t> and</a:t>
                </a:r>
                <a14:m>
                  <m:oMath xmlns:m="http://schemas.openxmlformats.org/officeDocument/2006/math">
                    <m:r>
                      <a:rPr lang="en-US" sz="2800" b="0" i="1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  </m:t>
                    </m:r>
                    <m:sSub>
                      <m:sSubPr>
                        <m:ctrlPr>
                          <a:rPr lang="en-US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b</m:t>
                        </m:r>
                      </m:e>
                      <m:sub>
                        <m:r>
                          <a:rPr lang="en-US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800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en-US" sz="2800" i="1" dirty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sz="2800" dirty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b</m:t>
                        </m:r>
                      </m:e>
                      <m:sup>
                        <m:r>
                          <a:rPr lang="en-US" sz="2800" dirty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US" sz="2800" b="1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2800" b="1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𝟏</m:t>
                    </m:r>
                    <m:r>
                      <a:rPr lang="en-US" sz="2800" i="1" dirty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b</m:t>
                        </m:r>
                      </m:e>
                      <m:sub>
                        <m:r>
                          <a:rPr lang="en-US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endParaRPr lang="en-US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19" name="Content Placeholder 4">
                <a:extLst>
                  <a:ext uri="{FF2B5EF4-FFF2-40B4-BE49-F238E27FC236}">
                    <a16:creationId xmlns:a16="http://schemas.microsoft.com/office/drawing/2014/main" id="{E2369E14-FB7F-439F-B8BC-3D00ED9ED33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521913" y="4107323"/>
                <a:ext cx="6416368" cy="540000"/>
              </a:xfrm>
              <a:prstGeom prst="rect">
                <a:avLst/>
              </a:prstGeom>
              <a:blipFill>
                <a:blip r:embed="rId16"/>
                <a:stretch>
                  <a:fillRect t="-10227" b="-29545"/>
                </a:stretch>
              </a:blipFill>
              <a:ln w="12700" cap="flat" cmpd="sng" algn="ctr">
                <a:noFill/>
                <a:prstDash val="solid"/>
                <a:miter lim="800000"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Content Placeholder 4">
                <a:extLst>
                  <a:ext uri="{FF2B5EF4-FFF2-40B4-BE49-F238E27FC236}">
                    <a16:creationId xmlns:a16="http://schemas.microsoft.com/office/drawing/2014/main" id="{E2369E14-FB7F-439F-B8BC-3D00ED9ED33E}"/>
                  </a:ext>
                </a:extLst>
              </p:cNvPr>
              <p:cNvSpPr txBox="1">
                <a:spLocks/>
              </p:cNvSpPr>
              <p:nvPr/>
            </p:nvSpPr>
            <p:spPr>
              <a:xfrm flipH="1">
                <a:off x="521913" y="4756888"/>
                <a:ext cx="5202612" cy="540000"/>
              </a:xfrm>
              <a:prstGeom prst="rect">
                <a:avLst/>
              </a:prstGeom>
              <a:noFill/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vert="horz" lIns="91440" tIns="45720" rIns="91440" bIns="45720" rtlCol="0" anchor="ctr">
                <a:noAutofit/>
              </a:bodyPr>
              <a:lstStyle>
                <a:lvl1pPr marL="265113" indent="-265113" algn="just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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809625" indent="-352425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lnSpc>
                    <a:spcPct val="115000"/>
                  </a:lnSpc>
                  <a:spcAft>
                    <a:spcPts val="800"/>
                  </a:spcAft>
                  <a:buNone/>
                </a:pPr>
                <a14:m>
                  <m:oMath xmlns:m="http://schemas.openxmlformats.org/officeDocument/2006/math">
                    <m:r>
                      <a:rPr lang="en-US" sz="2800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⇒</m:t>
                    </m:r>
                    <m:sSup>
                      <m:sSupPr>
                        <m:ctrlPr>
                          <a:rPr lang="en-US" sz="2800" i="1" dirty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sz="2800" dirty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a</m:t>
                        </m:r>
                      </m:e>
                      <m:sup>
                        <m:r>
                          <a:rPr lang="en-US" sz="2800" dirty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US" sz="2800" i="1" dirty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8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2800" b="1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𝟏</m:t>
                    </m:r>
                  </m:oMath>
                </a14:m>
                <a:r>
                  <a:rPr lang="en-US" sz="2800" b="0" i="0" dirty="0">
                    <a:solidFill>
                      <a:srgbClr val="002060"/>
                    </a:solidFill>
                    <a:latin typeface="+mj-lt"/>
                  </a:rPr>
                  <a:t>  and 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800" i="1" dirty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sz="2800" dirty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b</m:t>
                        </m:r>
                      </m:e>
                      <m:sup>
                        <m:r>
                          <a:rPr lang="en-US" sz="2800" dirty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US" sz="2800" i="1" dirty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8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2800" b="1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𝟏</m:t>
                    </m:r>
                  </m:oMath>
                </a14:m>
                <a:endParaRPr lang="en-US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23" name="Content Placeholder 4">
                <a:extLst>
                  <a:ext uri="{FF2B5EF4-FFF2-40B4-BE49-F238E27FC236}">
                    <a16:creationId xmlns:a16="http://schemas.microsoft.com/office/drawing/2014/main" id="{E2369E14-FB7F-439F-B8BC-3D00ED9ED33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521913" y="4756888"/>
                <a:ext cx="5202612" cy="540000"/>
              </a:xfrm>
              <a:prstGeom prst="rect">
                <a:avLst/>
              </a:prstGeom>
              <a:blipFill>
                <a:blip r:embed="rId17"/>
                <a:stretch>
                  <a:fillRect t="-10112" b="-29213"/>
                </a:stretch>
              </a:blipFill>
              <a:ln w="12700" cap="flat" cmpd="sng" algn="ctr">
                <a:noFill/>
                <a:prstDash val="solid"/>
                <a:miter lim="800000"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Right Arrow 3">
            <a:extLst>
              <a:ext uri="{FF2B5EF4-FFF2-40B4-BE49-F238E27FC236}">
                <a16:creationId xmlns:a16="http://schemas.microsoft.com/office/drawing/2014/main" id="{3FE11F38-A8D0-406B-A77F-9DE69C4F1B02}"/>
              </a:ext>
            </a:extLst>
          </p:cNvPr>
          <p:cNvSpPr/>
          <p:nvPr/>
        </p:nvSpPr>
        <p:spPr>
          <a:xfrm flipV="1">
            <a:off x="8102872" y="1327327"/>
            <a:ext cx="144000" cy="180000"/>
          </a:xfrm>
          <a:prstGeom prst="rightArrow">
            <a:avLst/>
          </a:prstGeom>
          <a:gradFill>
            <a:gsLst>
              <a:gs pos="10000">
                <a:srgbClr val="0E47A1"/>
              </a:gs>
              <a:gs pos="100000">
                <a:srgbClr val="03A9F5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Wingdings 3" panose="05040102010807070707" pitchFamily="18" charset="2"/>
              <a:buNone/>
            </a:pPr>
            <a:endParaRPr lang="en-IN" sz="2800" dirty="0">
              <a:solidFill>
                <a:schemeClr val="bg1"/>
              </a:solidFill>
            </a:endParaRPr>
          </a:p>
        </p:txBody>
      </p:sp>
      <p:pic>
        <p:nvPicPr>
          <p:cNvPr id="20" name="Picture 19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8093665" y="821738"/>
            <a:ext cx="3964985" cy="1095273"/>
          </a:xfrm>
          <a:prstGeom prst="rect">
            <a:avLst/>
          </a:prstGeom>
        </p:spPr>
      </p:pic>
      <p:cxnSp>
        <p:nvCxnSpPr>
          <p:cNvPr id="17" name="Straight Connector 16"/>
          <p:cNvCxnSpPr/>
          <p:nvPr/>
        </p:nvCxnSpPr>
        <p:spPr>
          <a:xfrm flipH="1">
            <a:off x="1003990" y="4211034"/>
            <a:ext cx="405357" cy="405357"/>
          </a:xfrm>
          <a:prstGeom prst="line">
            <a:avLst/>
          </a:prstGeom>
          <a:ln w="38100">
            <a:solidFill>
              <a:srgbClr val="FF00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/>
          <p:cNvCxnSpPr/>
          <p:nvPr/>
        </p:nvCxnSpPr>
        <p:spPr>
          <a:xfrm flipH="1">
            <a:off x="3098220" y="4244538"/>
            <a:ext cx="405357" cy="405357"/>
          </a:xfrm>
          <a:prstGeom prst="line">
            <a:avLst/>
          </a:prstGeom>
          <a:ln w="38100">
            <a:solidFill>
              <a:srgbClr val="FF00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/>
          <p:cNvCxnSpPr/>
          <p:nvPr/>
        </p:nvCxnSpPr>
        <p:spPr>
          <a:xfrm flipH="1">
            <a:off x="4228520" y="4208462"/>
            <a:ext cx="405357" cy="405357"/>
          </a:xfrm>
          <a:prstGeom prst="line">
            <a:avLst/>
          </a:prstGeom>
          <a:ln w="38100">
            <a:solidFill>
              <a:srgbClr val="FF00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/>
          <p:cNvCxnSpPr/>
          <p:nvPr/>
        </p:nvCxnSpPr>
        <p:spPr>
          <a:xfrm flipH="1">
            <a:off x="6391330" y="4241966"/>
            <a:ext cx="405357" cy="405357"/>
          </a:xfrm>
          <a:prstGeom prst="line">
            <a:avLst/>
          </a:prstGeom>
          <a:ln w="38100">
            <a:solidFill>
              <a:srgbClr val="FF00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607539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0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3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/>
      <p:bldP spid="32" grpId="0"/>
      <p:bldP spid="16" grpId="0"/>
      <p:bldP spid="18" grpId="0"/>
      <p:bldP spid="22" grpId="0"/>
      <p:bldP spid="31" grpId="0" animBg="1"/>
      <p:bldP spid="19" grpId="0"/>
      <p:bldP spid="23" grpId="0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ECFC8A-BC0D-5D72-FE99-20313653BC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1" name="Content Placeholder 4">
                <a:extLst>
                  <a:ext uri="{FF2B5EF4-FFF2-40B4-BE49-F238E27FC236}">
                    <a16:creationId xmlns:a16="http://schemas.microsoft.com/office/drawing/2014/main" id="{C2E3A768-B2DD-49B5-A909-9453EEB041E3}"/>
                  </a:ext>
                </a:extLst>
              </p:cNvPr>
              <p:cNvSpPr txBox="1">
                <a:spLocks/>
              </p:cNvSpPr>
              <p:nvPr/>
            </p:nvSpPr>
            <p:spPr>
              <a:xfrm flipH="1">
                <a:off x="-1" y="865206"/>
                <a:ext cx="5499100" cy="540000"/>
              </a:xfrm>
              <a:prstGeom prst="rect">
                <a:avLst/>
              </a:prstGeom>
              <a:gradFill>
                <a:gsLst>
                  <a:gs pos="10000">
                    <a:srgbClr val="0E47A1"/>
                  </a:gs>
                  <a:gs pos="100000">
                    <a:srgbClr val="03A9F5"/>
                  </a:gs>
                </a:gsLst>
                <a:lin ang="10800000" scaled="1"/>
              </a:gradFill>
              <a:ln>
                <a:noFill/>
              </a:ln>
            </p:spPr>
            <p:txBody>
              <a:bodyPr vert="horz" wrap="square" lIns="91440" tIns="45720" rIns="91440" bIns="45720" numCol="1" anchor="ctr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algn="ctr">
                  <a:defRPr sz="2800">
                    <a:solidFill>
                      <a:schemeClr val="bg1"/>
                    </a:solidFill>
                  </a:defRPr>
                </a:lvl1pPr>
                <a:lvl2pPr>
                  <a:defRPr>
                    <a:solidFill>
                      <a:schemeClr val="tx1"/>
                    </a:solidFill>
                  </a:defRPr>
                </a:lvl2pPr>
                <a:lvl3pPr>
                  <a:defRPr>
                    <a:solidFill>
                      <a:schemeClr val="tx1"/>
                    </a:solidFill>
                  </a:defRPr>
                </a:lvl3pPr>
                <a:lvl4pPr>
                  <a:defRPr>
                    <a:solidFill>
                      <a:schemeClr val="tx1"/>
                    </a:solidFill>
                  </a:defRPr>
                </a:lvl4pPr>
                <a:lvl5pPr>
                  <a:defRPr>
                    <a:solidFill>
                      <a:schemeClr val="tx1"/>
                    </a:solidFill>
                  </a:defRPr>
                </a:lvl5pPr>
                <a:lvl6pPr>
                  <a:defRPr>
                    <a:solidFill>
                      <a:schemeClr val="tx1"/>
                    </a:solidFill>
                  </a:defRPr>
                </a:lvl6pPr>
                <a:lvl7pPr>
                  <a:defRPr>
                    <a:solidFill>
                      <a:schemeClr val="tx1"/>
                    </a:solidFill>
                  </a:defRPr>
                </a:lvl7pPr>
                <a:lvl8pPr>
                  <a:defRPr>
                    <a:solidFill>
                      <a:schemeClr val="tx1"/>
                    </a:solidFill>
                  </a:defRPr>
                </a:lvl8pPr>
                <a:lvl9pPr>
                  <a:defRPr>
                    <a:solidFill>
                      <a:schemeClr val="tx1"/>
                    </a:solidFill>
                  </a:defRPr>
                </a:lvl9pPr>
              </a:lstStyle>
              <a:p>
                <a:pPr algn="l"/>
                <a:r>
                  <a:rPr lang="en-US" b="1" dirty="0"/>
                  <a:t>Axiom 5: </a:t>
                </a:r>
                <a14:m>
                  <m:oMath xmlns:m="http://schemas.openxmlformats.org/officeDocument/2006/math">
                    <m:r>
                      <a:rPr lang="en-US" b="1" i="0" dirty="0" smtClean="0">
                        <a:latin typeface="Cambria Math" panose="02040503050406030204" pitchFamily="18" charset="0"/>
                      </a:rPr>
                      <m:t>𝐮</m:t>
                    </m:r>
                    <m:r>
                      <a:rPr lang="en-US">
                        <a:latin typeface="Cambria Math" panose="02040503050406030204" pitchFamily="18" charset="0"/>
                      </a:rPr>
                      <m:t>⊕</m:t>
                    </m:r>
                    <m:r>
                      <a:rPr lang="en-US" b="1" i="0" dirty="0" smtClean="0">
                        <a:latin typeface="Cambria Math" panose="02040503050406030204" pitchFamily="18" charset="0"/>
                      </a:rPr>
                      <m:t>𝐰</m:t>
                    </m:r>
                    <m:r>
                      <a:rPr lang="en-US" b="1" i="0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1" i="0" dirty="0" smtClean="0">
                        <a:latin typeface="Cambria Math" panose="02040503050406030204" pitchFamily="18" charset="0"/>
                      </a:rPr>
                      <m:t>𝟎</m:t>
                    </m:r>
                  </m:oMath>
                </a14:m>
                <a:endParaRPr lang="en-US" b="1" dirty="0"/>
              </a:p>
            </p:txBody>
          </p:sp>
        </mc:Choice>
        <mc:Fallback xmlns="">
          <p:sp>
            <p:nvSpPr>
              <p:cNvPr id="21" name="Content Placeholder 4">
                <a:extLst>
                  <a:ext uri="{FF2B5EF4-FFF2-40B4-BE49-F238E27FC236}">
                    <a16:creationId xmlns:a16="http://schemas.microsoft.com/office/drawing/2014/main" id="{C2E3A768-B2DD-49B5-A909-9453EEB041E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-1" y="865206"/>
                <a:ext cx="5499100" cy="540000"/>
              </a:xfrm>
              <a:prstGeom prst="rect">
                <a:avLst/>
              </a:prstGeom>
              <a:blipFill>
                <a:blip r:embed="rId2"/>
                <a:stretch>
                  <a:fillRect l="-2217" t="-10112" b="-29213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FDFDD70C-3AAE-183B-5AED-36C59E3E9B77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IN" dirty="0"/>
                  <a:t>Method:1 </a:t>
                </a:r>
                <a14:m>
                  <m:oMath xmlns:m="http://schemas.openxmlformats.org/officeDocument/2006/math">
                    <m:r>
                      <a:rPr lang="en-I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⇝</m:t>
                    </m:r>
                  </m:oMath>
                </a14:m>
                <a:r>
                  <a:rPr lang="en-IN" dirty="0"/>
                  <a:t> Example:8(continue)</a:t>
                </a:r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FDFDD70C-3AAE-183B-5AED-36C59E3E9B7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3"/>
                <a:stretch>
                  <a:fillRect l="-400" t="-8547" b="-1965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Content Placeholder 4">
                <a:extLst>
                  <a:ext uri="{FF2B5EF4-FFF2-40B4-BE49-F238E27FC236}">
                    <a16:creationId xmlns:a16="http://schemas.microsoft.com/office/drawing/2014/main" id="{E2369E14-FB7F-439F-B8BC-3D00ED9ED33E}"/>
                  </a:ext>
                </a:extLst>
              </p:cNvPr>
              <p:cNvSpPr txBox="1">
                <a:spLocks/>
              </p:cNvSpPr>
              <p:nvPr/>
            </p:nvSpPr>
            <p:spPr>
              <a:xfrm flipH="1">
                <a:off x="132604" y="1514100"/>
                <a:ext cx="6810455" cy="540000"/>
              </a:xfrm>
              <a:prstGeom prst="rect">
                <a:avLst/>
              </a:prstGeom>
              <a:noFill/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vert="horz" lIns="91440" tIns="45720" rIns="91440" bIns="45720" rtlCol="0" anchor="ctr">
                <a:noAutofit/>
              </a:bodyPr>
              <a:lstStyle>
                <a:lvl1pPr marL="265113" indent="-265113" algn="just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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809625" indent="-352425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 algn="l">
                  <a:lnSpc>
                    <a:spcPct val="115000"/>
                  </a:lnSpc>
                  <a:spcAft>
                    <a:spcPts val="800"/>
                  </a:spcAft>
                  <a:buNone/>
                </a:pPr>
                <a:r>
                  <a:rPr lang="en-US" sz="2800" dirty="0">
                    <a:solidFill>
                      <a:srgbClr val="002060"/>
                    </a:solidFill>
                  </a:rPr>
                  <a:t>Let,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800" b="0" i="0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w</m:t>
                    </m:r>
                    <m:r>
                      <a:rPr lang="en-US" sz="2800" dirty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sz="2800" i="1" dirty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sz="2800" i="1" dirty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lang="en-US" sz="2800" dirty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a</m:t>
                            </m:r>
                          </m:e>
                          <m:sup>
                            <m:r>
                              <a:rPr lang="en-US" sz="2800" b="0" i="0" dirty="0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∗</m:t>
                            </m:r>
                          </m:sup>
                        </m:sSup>
                        <m:r>
                          <a:rPr lang="en-US" sz="2800" dirty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sSup>
                          <m:sSupPr>
                            <m:ctrlPr>
                              <a:rPr lang="en-US" sz="2800" i="1" dirty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lang="en-US" sz="2800" dirty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b</m:t>
                            </m:r>
                          </m:e>
                          <m:sup>
                            <m:r>
                              <a:rPr lang="en-US" sz="2800" b="0" i="0" dirty="0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∗</m:t>
                            </m:r>
                          </m:sup>
                        </m:sSup>
                      </m:e>
                    </m:d>
                    <m:r>
                      <a:rPr lang="en-US" sz="2800" dirty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US" sz="2800" dirty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V</m:t>
                    </m:r>
                  </m:oMath>
                </a14:m>
                <a:r>
                  <a:rPr lang="en-US" sz="2800" dirty="0">
                    <a:solidFill>
                      <a:srgbClr val="002060"/>
                    </a:solidFill>
                  </a:rPr>
                  <a:t> such that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800" dirty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u</m:t>
                    </m:r>
                    <m:r>
                      <a:rPr lang="en-US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⊕</m:t>
                    </m:r>
                    <m:r>
                      <m:rPr>
                        <m:sty m:val="p"/>
                      </m:rPr>
                      <a:rPr lang="en-US" sz="2800" b="0" i="0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w</m:t>
                    </m:r>
                    <m:r>
                      <a:rPr lang="en-US" sz="2800" dirty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800" b="0" i="0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en-US" sz="2800" dirty="0">
                    <a:solidFill>
                      <a:srgbClr val="002060"/>
                    </a:solidFill>
                  </a:rPr>
                  <a:t>. </a:t>
                </a:r>
              </a:p>
            </p:txBody>
          </p:sp>
        </mc:Choice>
        <mc:Fallback xmlns="">
          <p:sp>
            <p:nvSpPr>
              <p:cNvPr id="26" name="Content Placeholder 4">
                <a:extLst>
                  <a:ext uri="{FF2B5EF4-FFF2-40B4-BE49-F238E27FC236}">
                    <a16:creationId xmlns:a16="http://schemas.microsoft.com/office/drawing/2014/main" id="{E2369E14-FB7F-439F-B8BC-3D00ED9ED33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132604" y="1514100"/>
                <a:ext cx="6810455" cy="540000"/>
              </a:xfrm>
              <a:prstGeom prst="rect">
                <a:avLst/>
              </a:prstGeom>
              <a:blipFill>
                <a:blip r:embed="rId4"/>
                <a:stretch>
                  <a:fillRect l="-1880" t="-6742" b="-32584"/>
                </a:stretch>
              </a:blipFill>
              <a:ln w="12700" cap="flat" cmpd="sng" algn="ctr">
                <a:noFill/>
                <a:prstDash val="solid"/>
                <a:miter lim="800000"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Content Placeholder 4">
                <a:extLst>
                  <a:ext uri="{FF2B5EF4-FFF2-40B4-BE49-F238E27FC236}">
                    <a16:creationId xmlns:a16="http://schemas.microsoft.com/office/drawing/2014/main" id="{E2369E14-FB7F-439F-B8BC-3D00ED9ED33E}"/>
                  </a:ext>
                </a:extLst>
              </p:cNvPr>
              <p:cNvSpPr txBox="1">
                <a:spLocks/>
              </p:cNvSpPr>
              <p:nvPr/>
            </p:nvSpPr>
            <p:spPr>
              <a:xfrm flipH="1">
                <a:off x="462856" y="2814027"/>
                <a:ext cx="5233094" cy="540000"/>
              </a:xfrm>
              <a:prstGeom prst="rect">
                <a:avLst/>
              </a:prstGeom>
              <a:noFill/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vert="horz" lIns="91440" tIns="45720" rIns="91440" bIns="45720" rtlCol="0" anchor="ctr">
                <a:noAutofit/>
              </a:bodyPr>
              <a:lstStyle>
                <a:lvl1pPr marL="265113" indent="-265113" algn="just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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809625" indent="-352425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lnSpc>
                    <a:spcPct val="115000"/>
                  </a:lnSpc>
                  <a:spcAft>
                    <a:spcPts val="8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dirty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⇒</m:t>
                      </m:r>
                      <m:d>
                        <m:dPr>
                          <m:ctrlP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a</m:t>
                              </m:r>
                            </m:e>
                            <m:sub>
                              <m: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b</m:t>
                              </m:r>
                            </m:e>
                            <m:sub>
                              <m: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r>
                        <a:rPr lang="en-US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⊕</m:t>
                      </m:r>
                      <m:d>
                        <m:dPr>
                          <m:ctrlPr>
                            <a:rPr lang="en-US" sz="2800" i="1" dirty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sz="2800" i="1" dirty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n-US" sz="2800" dirty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a</m:t>
                              </m:r>
                            </m:e>
                            <m:sup>
                              <m:r>
                                <a:rPr lang="en-US" sz="2800" b="0" i="0" dirty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∗</m:t>
                              </m:r>
                            </m:sup>
                          </m:sSup>
                          <m:r>
                            <a:rPr lang="en-US" sz="2800" dirty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sSup>
                            <m:sSupPr>
                              <m:ctrlPr>
                                <a:rPr lang="en-US" sz="2800" i="1" dirty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n-US" sz="2800" dirty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b</m:t>
                              </m:r>
                            </m:e>
                            <m:sup>
                              <m:r>
                                <a:rPr lang="en-US" sz="2800" b="0" i="0" dirty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∗</m:t>
                              </m:r>
                            </m:sup>
                          </m:sSup>
                        </m:e>
                      </m:d>
                      <m:r>
                        <a:rPr lang="en-US" sz="2800" dirty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−1</m:t>
                          </m:r>
                          <m: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−1</m:t>
                          </m:r>
                        </m:e>
                      </m:d>
                    </m:oMath>
                  </m:oMathPara>
                </a14:m>
                <a:endParaRPr lang="en-US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14" name="Content Placeholder 4">
                <a:extLst>
                  <a:ext uri="{FF2B5EF4-FFF2-40B4-BE49-F238E27FC236}">
                    <a16:creationId xmlns:a16="http://schemas.microsoft.com/office/drawing/2014/main" id="{E2369E14-FB7F-439F-B8BC-3D00ED9ED33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462856" y="2814027"/>
                <a:ext cx="5233094" cy="540000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  <a:ln w="12700" cap="flat" cmpd="sng" algn="ctr">
                <a:noFill/>
                <a:prstDash val="solid"/>
                <a:miter lim="800000"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Content Placeholder 4">
                <a:extLst>
                  <a:ext uri="{FF2B5EF4-FFF2-40B4-BE49-F238E27FC236}">
                    <a16:creationId xmlns:a16="http://schemas.microsoft.com/office/drawing/2014/main" id="{E2369E14-FB7F-439F-B8BC-3D00ED9ED33E}"/>
                  </a:ext>
                </a:extLst>
              </p:cNvPr>
              <p:cNvSpPr txBox="1">
                <a:spLocks/>
              </p:cNvSpPr>
              <p:nvPr/>
            </p:nvSpPr>
            <p:spPr>
              <a:xfrm flipH="1">
                <a:off x="132608" y="2162867"/>
                <a:ext cx="2813688" cy="540000"/>
              </a:xfrm>
              <a:prstGeom prst="rect">
                <a:avLst/>
              </a:prstGeom>
              <a:noFill/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vert="horz" lIns="91440" tIns="45720" rIns="91440" bIns="45720" rtlCol="0" anchor="ctr">
                <a:noAutofit/>
              </a:bodyPr>
              <a:lstStyle>
                <a:lvl1pPr marL="265113" indent="-265113" algn="just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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809625" indent="-352425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lnSpc>
                    <a:spcPct val="115000"/>
                  </a:lnSpc>
                  <a:spcAft>
                    <a:spcPts val="800"/>
                  </a:spcAft>
                  <a:buNone/>
                </a:pPr>
                <a:r>
                  <a:rPr lang="en-US" sz="2800" dirty="0">
                    <a:solidFill>
                      <a:srgbClr val="002060"/>
                    </a:solidFill>
                    <a:latin typeface="+mj-lt"/>
                  </a:rPr>
                  <a:t>Now,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800" b="0" i="0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u</m:t>
                    </m:r>
                    <m:r>
                      <a:rPr lang="en-US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⊕</m:t>
                    </m:r>
                    <m:r>
                      <m:rPr>
                        <m:sty m:val="p"/>
                      </m:rPr>
                      <a:rPr lang="en-US" sz="2800" b="0" i="0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w</m:t>
                    </m:r>
                    <m:r>
                      <a:rPr lang="en-US" sz="2800" dirty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800" b="0" i="0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endParaRPr lang="en-US" sz="2800" dirty="0">
                  <a:solidFill>
                    <a:srgbClr val="002060"/>
                  </a:solidFill>
                  <a:latin typeface="+mj-lt"/>
                </a:endParaRPr>
              </a:p>
            </p:txBody>
          </p:sp>
        </mc:Choice>
        <mc:Fallback xmlns="">
          <p:sp>
            <p:nvSpPr>
              <p:cNvPr id="15" name="Content Placeholder 4">
                <a:extLst>
                  <a:ext uri="{FF2B5EF4-FFF2-40B4-BE49-F238E27FC236}">
                    <a16:creationId xmlns:a16="http://schemas.microsoft.com/office/drawing/2014/main" id="{E2369E14-FB7F-439F-B8BC-3D00ED9ED33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132608" y="2162867"/>
                <a:ext cx="2813688" cy="540000"/>
              </a:xfrm>
              <a:prstGeom prst="rect">
                <a:avLst/>
              </a:prstGeom>
              <a:blipFill>
                <a:blip r:embed="rId7"/>
                <a:stretch>
                  <a:fillRect l="-4555" t="-10227" b="-29545"/>
                </a:stretch>
              </a:blipFill>
              <a:ln w="12700" cap="flat" cmpd="sng" algn="ctr">
                <a:noFill/>
                <a:prstDash val="solid"/>
                <a:miter lim="800000"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Content Placeholder 4">
                <a:extLst>
                  <a:ext uri="{FF2B5EF4-FFF2-40B4-BE49-F238E27FC236}">
                    <a16:creationId xmlns:a16="http://schemas.microsoft.com/office/drawing/2014/main" id="{E2369E14-FB7F-439F-B8BC-3D00ED9ED33E}"/>
                  </a:ext>
                </a:extLst>
              </p:cNvPr>
              <p:cNvSpPr txBox="1">
                <a:spLocks/>
              </p:cNvSpPr>
              <p:nvPr/>
            </p:nvSpPr>
            <p:spPr>
              <a:xfrm flipH="1">
                <a:off x="135393" y="5384475"/>
                <a:ext cx="10848040" cy="540000"/>
              </a:xfrm>
              <a:prstGeom prst="rect">
                <a:avLst/>
              </a:prstGeom>
              <a:noFill/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vert="horz" lIns="91440" tIns="45720" rIns="91440" bIns="45720" rtlCol="0" anchor="ctr">
                <a:noAutofit/>
              </a:bodyPr>
              <a:lstStyle>
                <a:lvl1pPr marL="265113" indent="-265113" algn="just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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809625" indent="-352425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 algn="l">
                  <a:lnSpc>
                    <a:spcPct val="115000"/>
                  </a:lnSpc>
                  <a:spcAft>
                    <a:spcPts val="800"/>
                  </a:spcAft>
                  <a:buNone/>
                </a:pPr>
                <a:r>
                  <a:rPr lang="en-US" sz="2800" dirty="0">
                    <a:solidFill>
                      <a:srgbClr val="002060"/>
                    </a:solidFill>
                    <a:latin typeface="+mj-lt"/>
                  </a:rPr>
                  <a:t>So,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28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sz="2800" b="1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800" b="1" i="0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𝐚</m:t>
                            </m:r>
                          </m:e>
                          <m:sup>
                            <m:r>
                              <a:rPr lang="en-US" sz="2800" b="1" i="0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∗</m:t>
                            </m:r>
                          </m:sup>
                        </m:sSup>
                        <m:r>
                          <a:rPr lang="en-US" sz="2800" b="1" i="0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sSup>
                          <m:sSupPr>
                            <m:ctrlPr>
                              <a:rPr lang="en-US" sz="2800" b="1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800" b="1" i="0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𝐛</m:t>
                            </m:r>
                          </m:e>
                          <m:sup>
                            <m:r>
                              <a:rPr lang="en-US" sz="2800" b="1" i="0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∗</m:t>
                            </m:r>
                          </m:sup>
                        </m:sSup>
                      </m:e>
                    </m:d>
                    <m:r>
                      <a:rPr lang="en-US" sz="2800" b="1" i="0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sz="28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b="1" i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2800" b="1" i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  <m:r>
                          <a:rPr lang="en-US" sz="2800" b="1" i="0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sz="2800" b="1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00" b="1" i="0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𝐚</m:t>
                            </m:r>
                          </m:e>
                          <m:sub>
                            <m:r>
                              <a:rPr lang="en-US" sz="2800" b="1" i="0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  <m:r>
                          <a:rPr lang="en-US" sz="2800" b="1" i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,−</m:t>
                        </m:r>
                        <m:r>
                          <a:rPr lang="en-US" sz="2800" b="1" i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  <m:r>
                          <a:rPr lang="en-US" sz="2800" b="1" i="0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sz="2800" b="1" i="1" dirty="0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00" b="1" i="0" dirty="0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𝐛</m:t>
                            </m:r>
                          </m:e>
                          <m:sub>
                            <m:r>
                              <a:rPr lang="en-US" sz="2800" b="1" i="0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sz="2800" dirty="0">
                    <a:solidFill>
                      <a:srgbClr val="00206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sz="2800" dirty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US" sz="2800" dirty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V</m:t>
                    </m:r>
                  </m:oMath>
                </a14:m>
                <a:r>
                  <a:rPr lang="en-US" sz="2800" dirty="0">
                    <a:solidFill>
                      <a:srgbClr val="002060"/>
                    </a:solidFill>
                    <a:latin typeface="+mj-lt"/>
                  </a:rPr>
                  <a:t> is the </a:t>
                </a:r>
                <a:r>
                  <a:rPr lang="en-US" sz="2800" dirty="0">
                    <a:solidFill>
                      <a:srgbClr val="002060"/>
                    </a:solidFill>
                  </a:rPr>
                  <a:t>additive inverse of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80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sz="280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a</m:t>
                            </m:r>
                          </m:e>
                          <m:sub>
                            <m:r>
                              <a:rPr lang="en-US" sz="280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sz="280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sz="280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b</m:t>
                            </m:r>
                          </m:e>
                          <m:sub>
                            <m:r>
                              <a:rPr lang="en-US" sz="280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sz="2800" dirty="0">
                    <a:solidFill>
                      <a:srgbClr val="002060"/>
                    </a:solidFill>
                  </a:rPr>
                  <a:t>.</a:t>
                </a:r>
              </a:p>
            </p:txBody>
          </p:sp>
        </mc:Choice>
        <mc:Fallback xmlns="">
          <p:sp>
            <p:nvSpPr>
              <p:cNvPr id="23" name="Content Placeholder 4">
                <a:extLst>
                  <a:ext uri="{FF2B5EF4-FFF2-40B4-BE49-F238E27FC236}">
                    <a16:creationId xmlns:a16="http://schemas.microsoft.com/office/drawing/2014/main" id="{E2369E14-FB7F-439F-B8BC-3D00ED9ED33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135393" y="5384475"/>
                <a:ext cx="10848040" cy="540000"/>
              </a:xfrm>
              <a:prstGeom prst="rect">
                <a:avLst/>
              </a:prstGeom>
              <a:blipFill>
                <a:blip r:embed="rId14"/>
                <a:stretch>
                  <a:fillRect l="-1124" t="-6742" b="-32584"/>
                </a:stretch>
              </a:blipFill>
              <a:ln w="12700" cap="flat" cmpd="sng" algn="ctr">
                <a:noFill/>
                <a:prstDash val="solid"/>
                <a:miter lim="800000"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Content Placeholder 4">
                <a:extLst>
                  <a:ext uri="{FF2B5EF4-FFF2-40B4-BE49-F238E27FC236}">
                    <a16:creationId xmlns:a16="http://schemas.microsoft.com/office/drawing/2014/main" id="{E2369E14-FB7F-439F-B8BC-3D00ED9ED33E}"/>
                  </a:ext>
                </a:extLst>
              </p:cNvPr>
              <p:cNvSpPr txBox="1">
                <a:spLocks/>
              </p:cNvSpPr>
              <p:nvPr/>
            </p:nvSpPr>
            <p:spPr>
              <a:xfrm flipH="1">
                <a:off x="523891" y="3462104"/>
                <a:ext cx="6292918" cy="540000"/>
              </a:xfrm>
              <a:prstGeom prst="rect">
                <a:avLst/>
              </a:prstGeom>
              <a:noFill/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vert="horz" lIns="91440" tIns="45720" rIns="91440" bIns="45720" rtlCol="0" anchor="ctr">
                <a:noAutofit/>
              </a:bodyPr>
              <a:lstStyle>
                <a:lvl1pPr marL="265113" indent="-265113" algn="just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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809625" indent="-352425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lnSpc>
                    <a:spcPct val="115000"/>
                  </a:lnSpc>
                  <a:spcAft>
                    <a:spcPts val="8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dirty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⇒</m:t>
                      </m:r>
                      <m:d>
                        <m:dPr>
                          <m:ctrlP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a</m:t>
                              </m:r>
                            </m:e>
                            <m:sub>
                              <m: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en-US" sz="2800" i="1" dirty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n-US" sz="2800" dirty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a</m:t>
                              </m:r>
                            </m:e>
                            <m:sup>
                              <m:r>
                                <a:rPr lang="en-US" sz="2800" b="0" i="0" dirty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∗</m:t>
                              </m:r>
                            </m:sup>
                          </m:sSup>
                          <m:r>
                            <a:rPr lang="en-US" sz="2800" b="1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sz="2800" b="1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  <m: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b</m:t>
                              </m:r>
                            </m:e>
                            <m:sub>
                              <m: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en-US" sz="2800" i="1" dirty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n-US" sz="2800" dirty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b</m:t>
                              </m:r>
                            </m:e>
                            <m:sup>
                              <m:r>
                                <a:rPr lang="en-US" sz="2800" b="0" i="0" dirty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∗</m:t>
                              </m:r>
                            </m:sup>
                          </m:sSup>
                          <m:r>
                            <a:rPr lang="en-US" sz="2800" b="1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sz="2800" b="1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e>
                      </m:d>
                      <m:r>
                        <a:rPr lang="en-US" sz="2800" dirty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−1</m:t>
                          </m:r>
                          <m: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−1</m:t>
                          </m:r>
                        </m:e>
                      </m:d>
                    </m:oMath>
                  </m:oMathPara>
                </a14:m>
                <a:endParaRPr lang="en-US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24" name="Content Placeholder 4">
                <a:extLst>
                  <a:ext uri="{FF2B5EF4-FFF2-40B4-BE49-F238E27FC236}">
                    <a16:creationId xmlns:a16="http://schemas.microsoft.com/office/drawing/2014/main" id="{E2369E14-FB7F-439F-B8BC-3D00ED9ED33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523891" y="3462104"/>
                <a:ext cx="6292918" cy="540000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  <a:ln w="12700" cap="flat" cmpd="sng" algn="ctr">
                <a:noFill/>
                <a:prstDash val="solid"/>
                <a:miter lim="800000"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Content Placeholder 4">
                <a:extLst>
                  <a:ext uri="{FF2B5EF4-FFF2-40B4-BE49-F238E27FC236}">
                    <a16:creationId xmlns:a16="http://schemas.microsoft.com/office/drawing/2014/main" id="{E2369E14-FB7F-439F-B8BC-3D00ED9ED33E}"/>
                  </a:ext>
                </a:extLst>
              </p:cNvPr>
              <p:cNvSpPr txBox="1">
                <a:spLocks/>
              </p:cNvSpPr>
              <p:nvPr/>
            </p:nvSpPr>
            <p:spPr>
              <a:xfrm flipH="1">
                <a:off x="526671" y="4107323"/>
                <a:ext cx="6674561" cy="540000"/>
              </a:xfrm>
              <a:prstGeom prst="rect">
                <a:avLst/>
              </a:prstGeom>
              <a:noFill/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vert="horz" lIns="91440" tIns="45720" rIns="91440" bIns="45720" rtlCol="0" anchor="ctr">
                <a:noAutofit/>
              </a:bodyPr>
              <a:lstStyle>
                <a:lvl1pPr marL="265113" indent="-265113" algn="just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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809625" indent="-352425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lnSpc>
                    <a:spcPct val="115000"/>
                  </a:lnSpc>
                  <a:spcAft>
                    <a:spcPts val="800"/>
                  </a:spcAft>
                  <a:buNone/>
                </a:pPr>
                <a14:m>
                  <m:oMath xmlns:m="http://schemas.openxmlformats.org/officeDocument/2006/math">
                    <m:r>
                      <a:rPr lang="en-US" sz="2800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⇒</m:t>
                    </m:r>
                    <m:sSub>
                      <m:sSubPr>
                        <m:ctrlPr>
                          <a:rPr lang="en-US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a</m:t>
                        </m:r>
                      </m:e>
                      <m:sub>
                        <m:r>
                          <a:rPr lang="en-US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800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en-US" sz="2800" i="1" dirty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sz="2800" dirty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a</m:t>
                        </m:r>
                      </m:e>
                      <m:sup>
                        <m:r>
                          <a:rPr lang="en-US" sz="2800" b="0" i="0" dirty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r>
                      <a:rPr lang="en-US" sz="2800" b="1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2800" b="1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𝟏</m:t>
                    </m:r>
                    <m:r>
                      <a:rPr lang="en-US" sz="2800" i="1" dirty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800" b="0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−1</m:t>
                    </m:r>
                  </m:oMath>
                </a14:m>
                <a:r>
                  <a:rPr lang="en-US" sz="2800" b="0" i="0" dirty="0">
                    <a:solidFill>
                      <a:srgbClr val="002060"/>
                    </a:solidFill>
                    <a:latin typeface="+mj-lt"/>
                  </a:rPr>
                  <a:t> and</a:t>
                </a:r>
                <a14:m>
                  <m:oMath xmlns:m="http://schemas.openxmlformats.org/officeDocument/2006/math">
                    <m:r>
                      <a:rPr lang="en-US" sz="2800" b="0" i="1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  </m:t>
                    </m:r>
                    <m:sSub>
                      <m:sSubPr>
                        <m:ctrlPr>
                          <a:rPr lang="en-US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b</m:t>
                        </m:r>
                      </m:e>
                      <m:sub>
                        <m:r>
                          <a:rPr lang="en-US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800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en-US" sz="2800" i="1" dirty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sz="2800" dirty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b</m:t>
                        </m:r>
                      </m:e>
                      <m:sup>
                        <m:r>
                          <a:rPr lang="en-US" sz="2800" b="0" i="0" dirty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r>
                      <a:rPr lang="en-US" sz="2800" b="1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2800" b="1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𝟏</m:t>
                    </m:r>
                    <m:r>
                      <a:rPr lang="en-US" sz="2800" i="1" dirty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800" b="0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−1</m:t>
                    </m:r>
                  </m:oMath>
                </a14:m>
                <a:endParaRPr lang="en-US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25" name="Content Placeholder 4">
                <a:extLst>
                  <a:ext uri="{FF2B5EF4-FFF2-40B4-BE49-F238E27FC236}">
                    <a16:creationId xmlns:a16="http://schemas.microsoft.com/office/drawing/2014/main" id="{E2369E14-FB7F-439F-B8BC-3D00ED9ED33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526671" y="4107323"/>
                <a:ext cx="6674561" cy="540000"/>
              </a:xfrm>
              <a:prstGeom prst="rect">
                <a:avLst/>
              </a:prstGeom>
              <a:blipFill>
                <a:blip r:embed="rId16"/>
                <a:stretch>
                  <a:fillRect t="-10227" b="-29545"/>
                </a:stretch>
              </a:blipFill>
              <a:ln w="12700" cap="flat" cmpd="sng" algn="ctr">
                <a:noFill/>
                <a:prstDash val="solid"/>
                <a:miter lim="800000"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Content Placeholder 4">
                <a:extLst>
                  <a:ext uri="{FF2B5EF4-FFF2-40B4-BE49-F238E27FC236}">
                    <a16:creationId xmlns:a16="http://schemas.microsoft.com/office/drawing/2014/main" id="{E2369E14-FB7F-439F-B8BC-3D00ED9ED33E}"/>
                  </a:ext>
                </a:extLst>
              </p:cNvPr>
              <p:cNvSpPr txBox="1">
                <a:spLocks/>
              </p:cNvSpPr>
              <p:nvPr/>
            </p:nvSpPr>
            <p:spPr>
              <a:xfrm flipH="1">
                <a:off x="526672" y="4756888"/>
                <a:ext cx="5515461" cy="540000"/>
              </a:xfrm>
              <a:prstGeom prst="rect">
                <a:avLst/>
              </a:prstGeom>
              <a:noFill/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vert="horz" lIns="91440" tIns="45720" rIns="91440" bIns="45720" rtlCol="0" anchor="ctr">
                <a:noAutofit/>
              </a:bodyPr>
              <a:lstStyle>
                <a:lvl1pPr marL="265113" indent="-265113" algn="just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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809625" indent="-352425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lnSpc>
                    <a:spcPct val="115000"/>
                  </a:lnSpc>
                  <a:spcAft>
                    <a:spcPts val="800"/>
                  </a:spcAft>
                  <a:buNone/>
                </a:pPr>
                <a14:m>
                  <m:oMath xmlns:m="http://schemas.openxmlformats.org/officeDocument/2006/math">
                    <m:r>
                      <a:rPr lang="en-US" sz="2800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⇒</m:t>
                    </m:r>
                    <m:sSup>
                      <m:sSupPr>
                        <m:ctrlPr>
                          <a:rPr lang="en-US" sz="2800" i="1" dirty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sz="2800" dirty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a</m:t>
                        </m:r>
                      </m:e>
                      <m:sup>
                        <m:r>
                          <a:rPr lang="en-US" sz="2800" b="0" i="0" dirty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r>
                      <a:rPr lang="en-US" sz="2800" i="1" dirty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800" b="0" i="1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−2−</m:t>
                    </m:r>
                    <m:sSub>
                      <m:sSubPr>
                        <m:ctrlPr>
                          <a:rPr lang="en-US" sz="2800" b="0" i="1" dirty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2800" b="0" i="0" dirty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a</m:t>
                        </m:r>
                      </m:e>
                      <m:sub>
                        <m:r>
                          <a:rPr lang="en-US" sz="2800" b="0" i="0" dirty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800" b="0" i="1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  </m:t>
                    </m:r>
                  </m:oMath>
                </a14:m>
                <a:r>
                  <a:rPr lang="en-US" sz="2800" b="0" i="0" dirty="0">
                    <a:solidFill>
                      <a:srgbClr val="002060"/>
                    </a:solidFill>
                    <a:latin typeface="+mj-lt"/>
                  </a:rPr>
                  <a:t>and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800" i="1" dirty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sz="2800" dirty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b</m:t>
                        </m:r>
                      </m:e>
                      <m:sup>
                        <m:r>
                          <a:rPr lang="en-US" sz="2800" b="0" i="0" dirty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r>
                      <a:rPr lang="en-US" sz="2800" i="1" dirty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800" b="0" i="1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−2</m:t>
                    </m:r>
                    <m:r>
                      <a:rPr lang="en-US" sz="2800" i="1" dirty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sz="2800" b="0" i="1" dirty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2800" b="0" i="0" dirty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b</m:t>
                        </m:r>
                      </m:e>
                      <m:sub>
                        <m:r>
                          <a:rPr lang="en-US" sz="2800" dirty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endParaRPr lang="en-US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28" name="Content Placeholder 4">
                <a:extLst>
                  <a:ext uri="{FF2B5EF4-FFF2-40B4-BE49-F238E27FC236}">
                    <a16:creationId xmlns:a16="http://schemas.microsoft.com/office/drawing/2014/main" id="{E2369E14-FB7F-439F-B8BC-3D00ED9ED33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526672" y="4756888"/>
                <a:ext cx="5515461" cy="540000"/>
              </a:xfrm>
              <a:prstGeom prst="rect">
                <a:avLst/>
              </a:prstGeom>
              <a:blipFill>
                <a:blip r:embed="rId17"/>
                <a:stretch>
                  <a:fillRect t="-10112" b="-29213"/>
                </a:stretch>
              </a:blipFill>
              <a:ln w="12700" cap="flat" cmpd="sng" algn="ctr">
                <a:noFill/>
                <a:prstDash val="solid"/>
                <a:miter lim="800000"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Right Arrow 3">
            <a:extLst>
              <a:ext uri="{FF2B5EF4-FFF2-40B4-BE49-F238E27FC236}">
                <a16:creationId xmlns:a16="http://schemas.microsoft.com/office/drawing/2014/main" id="{3FE11F38-A8D0-406B-A77F-9DE69C4F1B02}"/>
              </a:ext>
            </a:extLst>
          </p:cNvPr>
          <p:cNvSpPr/>
          <p:nvPr/>
        </p:nvSpPr>
        <p:spPr>
          <a:xfrm flipV="1">
            <a:off x="8102872" y="1327327"/>
            <a:ext cx="144000" cy="180000"/>
          </a:xfrm>
          <a:prstGeom prst="rightArrow">
            <a:avLst/>
          </a:prstGeom>
          <a:gradFill>
            <a:gsLst>
              <a:gs pos="10000">
                <a:srgbClr val="0E47A1"/>
              </a:gs>
              <a:gs pos="100000">
                <a:srgbClr val="03A9F5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Wingdings 3" panose="05040102010807070707" pitchFamily="18" charset="2"/>
              <a:buNone/>
            </a:pPr>
            <a:endParaRPr lang="en-IN" sz="2800" dirty="0">
              <a:solidFill>
                <a:schemeClr val="bg1"/>
              </a:solidFill>
            </a:endParaRPr>
          </a:p>
        </p:txBody>
      </p:sp>
      <p:pic>
        <p:nvPicPr>
          <p:cNvPr id="18" name="Picture 17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8093665" y="821738"/>
            <a:ext cx="3964985" cy="10952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93191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/>
      <p:bldP spid="14" grpId="0"/>
      <p:bldP spid="15" grpId="0"/>
      <p:bldP spid="23" grpId="0"/>
      <p:bldP spid="24" grpId="0"/>
      <p:bldP spid="25" grpId="0"/>
      <p:bldP spid="28" grpId="0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ECFC8A-BC0D-5D72-FE99-20313653BC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FDFDD70C-3AAE-183B-5AED-36C59E3E9B77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IN" dirty="0"/>
                  <a:t>Method:1 </a:t>
                </a:r>
                <a14:m>
                  <m:oMath xmlns:m="http://schemas.openxmlformats.org/officeDocument/2006/math">
                    <m:r>
                      <a:rPr lang="en-IN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⇝</m:t>
                    </m:r>
                  </m:oMath>
                </a14:m>
                <a:r>
                  <a:rPr lang="en-IN" dirty="0"/>
                  <a:t> Example:11</a:t>
                </a:r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FDFDD70C-3AAE-183B-5AED-36C59E3E9B7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400" t="-8547" b="-1965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Content Placeholder 4">
            <a:extLst>
              <a:ext uri="{FF2B5EF4-FFF2-40B4-BE49-F238E27FC236}">
                <a16:creationId xmlns:a16="http://schemas.microsoft.com/office/drawing/2014/main" id="{CAE77E5B-BF33-5497-20B0-3BFB83C99976}"/>
              </a:ext>
            </a:extLst>
          </p:cNvPr>
          <p:cNvSpPr txBox="1">
            <a:spLocks/>
          </p:cNvSpPr>
          <p:nvPr/>
        </p:nvSpPr>
        <p:spPr>
          <a:xfrm>
            <a:off x="205273" y="800163"/>
            <a:ext cx="1558214" cy="522081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marL="265113" indent="-265113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Wingdings 3" panose="05040102010807070707" pitchFamily="18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9625" indent="-352425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 3" panose="05040102010807070707" pitchFamily="18" charset="2"/>
              <a:buChar char="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endParaRPr lang="en-IN" sz="2800" dirty="0">
              <a:solidFill>
                <a:schemeClr val="tx2"/>
              </a:solidFill>
            </a:endParaRPr>
          </a:p>
        </p:txBody>
      </p:sp>
      <p:sp>
        <p:nvSpPr>
          <p:cNvPr id="7" name="Content Placeholder 4">
            <a:extLst>
              <a:ext uri="{FF2B5EF4-FFF2-40B4-BE49-F238E27FC236}">
                <a16:creationId xmlns:a16="http://schemas.microsoft.com/office/drawing/2014/main" id="{D0F31B58-9644-11ED-9321-574F96F65607}"/>
              </a:ext>
            </a:extLst>
          </p:cNvPr>
          <p:cNvSpPr txBox="1">
            <a:spLocks/>
          </p:cNvSpPr>
          <p:nvPr/>
        </p:nvSpPr>
        <p:spPr>
          <a:xfrm>
            <a:off x="132610" y="1690078"/>
            <a:ext cx="7639790" cy="133538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marL="265113" indent="-265113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Wingdings 3" panose="05040102010807070707" pitchFamily="18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9625" indent="-352425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 3" panose="05040102010807070707" pitchFamily="18" charset="2"/>
              <a:buChar char="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lang="en-IN" sz="2800" dirty="0"/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E7272109-8DE2-50AC-004B-6C788F2ADE24}"/>
              </a:ext>
            </a:extLst>
          </p:cNvPr>
          <p:cNvSpPr/>
          <p:nvPr/>
        </p:nvSpPr>
        <p:spPr>
          <a:xfrm>
            <a:off x="122278" y="3406558"/>
            <a:ext cx="1450657" cy="468000"/>
          </a:xfrm>
          <a:prstGeom prst="roundRect">
            <a:avLst/>
          </a:prstGeom>
          <a:gradFill>
            <a:gsLst>
              <a:gs pos="10000">
                <a:srgbClr val="0E47A1"/>
              </a:gs>
              <a:gs pos="100000">
                <a:srgbClr val="03A9F5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en-IN" sz="2800" dirty="0">
                <a:solidFill>
                  <a:schemeClr val="bg1"/>
                </a:solidFill>
              </a:rPr>
              <a:t>Solution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4" name="Content Placeholder 4">
                <a:extLst>
                  <a:ext uri="{FF2B5EF4-FFF2-40B4-BE49-F238E27FC236}">
                    <a16:creationId xmlns:a16="http://schemas.microsoft.com/office/drawing/2014/main" id="{ED23B262-736E-4535-FBA7-00FB33ACCCF0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655930" y="795159"/>
                <a:ext cx="10536070" cy="2493731"/>
              </a:xfrm>
              <a:prstGeom prst="rect">
                <a:avLst/>
              </a:prstGeom>
              <a:noFill/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vert="horz" lIns="91440" tIns="45720" rIns="91440" bIns="45720" rtlCol="0" anchor="ctr">
                <a:noAutofit/>
              </a:bodyPr>
              <a:lstStyle>
                <a:lvl1pPr marL="265113" indent="-265113" algn="just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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809625" indent="-352425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lnSpc>
                    <a:spcPct val="150000"/>
                  </a:lnSpc>
                  <a:buNone/>
                </a:pPr>
                <a:r>
                  <a:rPr lang="en-US" sz="2800" dirty="0">
                    <a:solidFill>
                      <a:srgbClr val="002060"/>
                    </a:solidFill>
                    <a:latin typeface="+mj-lt"/>
                  </a:rPr>
                  <a:t>The set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800" i="0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V</m:t>
                    </m:r>
                  </m:oMath>
                </a14:m>
                <a:r>
                  <a:rPr lang="en-US" sz="2800" dirty="0">
                    <a:solidFill>
                      <a:srgbClr val="002060"/>
                    </a:solidFill>
                    <a:latin typeface="+mj-lt"/>
                  </a:rPr>
                  <a:t> of all triples of real numbers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2800" i="1" dirty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sz="2800" dirty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x</m:t>
                        </m:r>
                        <m:r>
                          <a:rPr lang="en-US" sz="2800" dirty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m:rPr>
                            <m:sty m:val="p"/>
                          </m:rPr>
                          <a:rPr lang="en-US" sz="2800" dirty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y</m:t>
                        </m:r>
                        <m:r>
                          <a:rPr lang="en-US" sz="2800" dirty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m:rPr>
                            <m:sty m:val="p"/>
                          </m:rPr>
                          <a:rPr lang="en-US" sz="2800" dirty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z</m:t>
                        </m:r>
                      </m:e>
                    </m:d>
                  </m:oMath>
                </a14:m>
                <a:r>
                  <a:rPr lang="en-US" sz="2800" dirty="0">
                    <a:solidFill>
                      <a:srgbClr val="002060"/>
                    </a:solidFill>
                    <a:latin typeface="+mj-lt"/>
                  </a:rPr>
                  <a:t> with the operations: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x</m:t>
                        </m:r>
                        <m:r>
                          <a:rPr lang="en-US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m:rPr>
                            <m:sty m:val="p"/>
                          </m:rPr>
                          <a:rPr lang="en-US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y</m:t>
                        </m:r>
                        <m:r>
                          <a:rPr lang="en-US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m:rPr>
                            <m:sty m:val="p"/>
                          </m:rPr>
                          <a:rPr lang="en-US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z</m:t>
                        </m:r>
                      </m:e>
                    </m:d>
                    <m:r>
                      <a:rPr lang="en-US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+</m:t>
                    </m:r>
                    <m:d>
                      <m:dPr>
                        <m:ctrlPr>
                          <a:rPr lang="en-US" sz="28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sz="2800" b="0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x</m:t>
                        </m:r>
                        <m:r>
                          <a:rPr lang="en-US" sz="2800" b="0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′,</m:t>
                        </m:r>
                        <m:r>
                          <m:rPr>
                            <m:sty m:val="p"/>
                          </m:rPr>
                          <a:rPr lang="en-US" sz="2800" b="0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y</m:t>
                        </m:r>
                        <m:r>
                          <a:rPr lang="en-US" sz="2800" b="0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′,</m:t>
                        </m:r>
                        <m:r>
                          <m:rPr>
                            <m:sty m:val="p"/>
                          </m:rPr>
                          <a:rPr lang="en-US" sz="2800" b="0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z</m:t>
                        </m:r>
                        <m:r>
                          <a:rPr lang="en-US" sz="2800" b="0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e>
                    </m:d>
                    <m:r>
                      <a:rPr lang="en-US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x</m:t>
                        </m:r>
                        <m:r>
                          <a:rPr lang="en-US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sSupPr>
                            <m:ctrlPr>
                              <a:rPr lang="en-US" sz="2800" b="0" i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lang="en-US" sz="2800" b="0" i="0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x</m:t>
                            </m:r>
                          </m:e>
                          <m:sup>
                            <m:r>
                              <a:rPr lang="en-US" sz="2800" b="0" i="0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  <m:r>
                          <a:rPr lang="en-US" sz="2800" b="0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m:rPr>
                            <m:sty m:val="p"/>
                          </m:rPr>
                          <a:rPr lang="en-US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y</m:t>
                        </m:r>
                        <m:r>
                          <a:rPr lang="en-US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sSupPr>
                            <m:ctrlPr>
                              <a:rPr lang="en-US" sz="2800" b="0" i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lang="en-US" sz="2800" b="0" i="0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y</m:t>
                            </m:r>
                          </m:e>
                          <m:sup>
                            <m:r>
                              <a:rPr lang="en-US" sz="2800" b="0" i="0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  <m:r>
                          <a:rPr lang="en-US" sz="2800" b="0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m:rPr>
                            <m:sty m:val="p"/>
                          </m:rPr>
                          <a:rPr lang="en-US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z</m:t>
                        </m:r>
                        <m:r>
                          <a:rPr lang="en-US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sSupPr>
                            <m:ctrlPr>
                              <a:rPr lang="en-US" sz="2800" b="0" i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lang="en-US" sz="2800" b="0" i="0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z</m:t>
                            </m:r>
                          </m:e>
                          <m:sup>
                            <m:r>
                              <a:rPr lang="en-US" sz="2800" b="0" i="0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</m:e>
                    </m:d>
                    <m:r>
                      <a:rPr lang="en-US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 &amp; </m:t>
                    </m:r>
                    <m:r>
                      <m:rPr>
                        <m:sty m:val="p"/>
                      </m:rPr>
                      <a:rPr lang="en-US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k</m:t>
                    </m:r>
                    <m:r>
                      <a:rPr lang="en-US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∙</m:t>
                    </m:r>
                    <m:d>
                      <m:dPr>
                        <m:ctrlPr>
                          <a:rPr lang="en-US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x</m:t>
                        </m:r>
                        <m:r>
                          <a:rPr lang="en-US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m:rPr>
                            <m:sty m:val="p"/>
                          </m:rPr>
                          <a:rPr lang="en-US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y</m:t>
                        </m:r>
                        <m:r>
                          <a:rPr lang="en-US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m:rPr>
                            <m:sty m:val="p"/>
                          </m:rPr>
                          <a:rPr lang="en-US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z</m:t>
                        </m:r>
                      </m:e>
                    </m:d>
                    <m:r>
                      <a:rPr lang="en-US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kx</m:t>
                        </m:r>
                        <m:r>
                          <a:rPr lang="en-US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m:rPr>
                            <m:sty m:val="p"/>
                          </m:rPr>
                          <a:rPr lang="en-US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y</m:t>
                        </m:r>
                        <m:r>
                          <a:rPr lang="en-US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m:rPr>
                            <m:sty m:val="p"/>
                          </m:rPr>
                          <a:rPr lang="en-US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z</m:t>
                        </m:r>
                      </m:e>
                    </m:d>
                    <m:r>
                      <a:rPr lang="en-US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r>
                  <a:rPr lang="en-IN" sz="2800" dirty="0">
                    <a:solidFill>
                      <a:srgbClr val="002060"/>
                    </a:solidFill>
                    <a:latin typeface="+mj-lt"/>
                  </a:rPr>
                  <a:t> Determine whether the set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800" i="0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V</m:t>
                    </m:r>
                  </m:oMath>
                </a14:m>
                <a:r>
                  <a:rPr lang="en-IN" sz="2800" dirty="0">
                    <a:solidFill>
                      <a:srgbClr val="002060"/>
                    </a:solidFill>
                    <a:latin typeface="+mj-lt"/>
                  </a:rPr>
                  <a:t> is a vector space or not under the given operations</a:t>
                </a:r>
                <a:r>
                  <a:rPr lang="en-US" sz="2800" dirty="0">
                    <a:solidFill>
                      <a:srgbClr val="002060"/>
                    </a:solidFill>
                    <a:latin typeface="+mj-lt"/>
                  </a:rPr>
                  <a:t>.</a:t>
                </a:r>
                <a:endParaRPr lang="en-IN" sz="2800" dirty="0">
                  <a:solidFill>
                    <a:srgbClr val="002060"/>
                  </a:solidFill>
                  <a:latin typeface="+mj-lt"/>
                </a:endParaRPr>
              </a:p>
            </p:txBody>
          </p:sp>
        </mc:Choice>
        <mc:Fallback xmlns="">
          <p:sp>
            <p:nvSpPr>
              <p:cNvPr id="34" name="Content Placeholder 4">
                <a:extLst>
                  <a:ext uri="{FF2B5EF4-FFF2-40B4-BE49-F238E27FC236}">
                    <a16:creationId xmlns:a16="http://schemas.microsoft.com/office/drawing/2014/main" id="{ED23B262-736E-4535-FBA7-00FB33ACCCF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55930" y="795159"/>
                <a:ext cx="10536070" cy="2493731"/>
              </a:xfrm>
              <a:prstGeom prst="rect">
                <a:avLst/>
              </a:prstGeom>
              <a:blipFill>
                <a:blip r:embed="rId3"/>
                <a:stretch>
                  <a:fillRect l="-1215" r="-1157" b="-8537"/>
                </a:stretch>
              </a:blipFill>
              <a:ln w="12700" cap="flat" cmpd="sng" algn="ctr">
                <a:noFill/>
                <a:prstDash val="solid"/>
                <a:miter lim="800000"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5" name="Rectangle: Rounded Corners 34">
            <a:extLst>
              <a:ext uri="{FF2B5EF4-FFF2-40B4-BE49-F238E27FC236}">
                <a16:creationId xmlns:a16="http://schemas.microsoft.com/office/drawing/2014/main" id="{7FC45F7B-4A36-49BB-E330-CB7BC1EEC8DC}"/>
              </a:ext>
            </a:extLst>
          </p:cNvPr>
          <p:cNvSpPr/>
          <p:nvPr/>
        </p:nvSpPr>
        <p:spPr>
          <a:xfrm>
            <a:off x="122278" y="953512"/>
            <a:ext cx="1450657" cy="468000"/>
          </a:xfrm>
          <a:prstGeom prst="roundRect">
            <a:avLst/>
          </a:prstGeom>
          <a:gradFill>
            <a:gsLst>
              <a:gs pos="10000">
                <a:srgbClr val="0E47A1"/>
              </a:gs>
              <a:gs pos="100000">
                <a:srgbClr val="03A9F5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r>
              <a:rPr lang="en-IN" sz="2800" dirty="0">
                <a:solidFill>
                  <a:schemeClr val="bg1"/>
                </a:solidFill>
              </a:rPr>
              <a:t>Example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Content Placeholder 4">
                <a:extLst>
                  <a:ext uri="{FF2B5EF4-FFF2-40B4-BE49-F238E27FC236}">
                    <a16:creationId xmlns:a16="http://schemas.microsoft.com/office/drawing/2014/main" id="{C2E3A768-B2DD-49B5-A909-9453EEB041E3}"/>
                  </a:ext>
                </a:extLst>
              </p:cNvPr>
              <p:cNvSpPr txBox="1">
                <a:spLocks/>
              </p:cNvSpPr>
              <p:nvPr/>
            </p:nvSpPr>
            <p:spPr>
              <a:xfrm flipH="1">
                <a:off x="1540494" y="3365636"/>
                <a:ext cx="10448306" cy="544460"/>
              </a:xfrm>
              <a:prstGeom prst="rect">
                <a:avLst/>
              </a:prstGeom>
              <a:noFill/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vert="horz" lIns="91440" tIns="45720" rIns="91440" bIns="45720" rtlCol="0" anchor="ctr">
                <a:noAutofit/>
              </a:bodyPr>
              <a:lstStyle>
                <a:lvl1pPr marL="265113" indent="-265113" algn="just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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809625" indent="-352425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118745" indent="0">
                  <a:lnSpc>
                    <a:spcPct val="115000"/>
                  </a:lnSpc>
                  <a:spcAft>
                    <a:spcPts val="800"/>
                  </a:spcAft>
                  <a:buNone/>
                </a:pPr>
                <a:r>
                  <a:rPr lang="en-US" sz="2800" dirty="0">
                    <a:solidFill>
                      <a:srgbClr val="002060"/>
                    </a:solidFill>
                    <a:latin typeface="+mj-lt"/>
                  </a:rPr>
                  <a:t>Here,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800" dirty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V</m:t>
                    </m:r>
                    <m:r>
                      <a:rPr lang="en-US" sz="2800" b="0" i="0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 </m:t>
                    </m:r>
                  </m:oMath>
                </a14:m>
                <a:r>
                  <a:rPr lang="en-US" sz="2800" dirty="0">
                    <a:solidFill>
                      <a:srgbClr val="002060"/>
                    </a:solidFill>
                  </a:rPr>
                  <a:t>Set of all triples of real numbers</a:t>
                </a:r>
                <a14:m>
                  <m:oMath xmlns:m="http://schemas.openxmlformats.org/officeDocument/2006/math">
                    <m:r>
                      <a:rPr lang="en-US" sz="2800" b="0" i="0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800" dirty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|"/>
                        <m:ctrlPr>
                          <a:rPr lang="en-US" sz="2800" b="0" i="1" dirty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b="0" i="0" dirty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d>
                          <m:dPr>
                            <m:ctrlPr>
                              <a:rPr lang="en-US" sz="2800" i="1" dirty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m:rPr>
                                <m:sty m:val="p"/>
                              </m:rPr>
                              <a:rPr lang="en-US" sz="2800" dirty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x</m:t>
                            </m:r>
                            <m:r>
                              <a:rPr lang="en-US" sz="2800" dirty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m:rPr>
                                <m:sty m:val="p"/>
                              </m:rPr>
                              <a:rPr lang="en-US" sz="2800" dirty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y</m:t>
                            </m:r>
                            <m:r>
                              <a:rPr lang="en-US" sz="2800" b="0" i="0" dirty="0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, </m:t>
                            </m:r>
                            <m:r>
                              <m:rPr>
                                <m:sty m:val="p"/>
                              </m:rPr>
                              <a:rPr lang="en-US" sz="2800" b="0" i="0" dirty="0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z</m:t>
                            </m:r>
                          </m:e>
                        </m:d>
                        <m:r>
                          <a:rPr lang="en-US" sz="2800" b="0" i="1" dirty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</m:e>
                    </m:d>
                    <m:r>
                      <a:rPr lang="en-US" sz="2800" b="0" i="1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sz="2800" dirty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x</m:t>
                    </m:r>
                    <m:r>
                      <a:rPr lang="en-US" sz="2800" dirty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US" sz="2800" dirty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y</m:t>
                    </m:r>
                    <m:r>
                      <a:rPr lang="en-US" sz="2800" b="0" i="0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, </m:t>
                    </m:r>
                    <m:r>
                      <m:rPr>
                        <m:sty m:val="p"/>
                      </m:rPr>
                      <a:rPr lang="en-US" sz="2800" b="0" i="0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z</m:t>
                    </m:r>
                    <m:r>
                      <a:rPr lang="en-US" sz="2800" dirty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ℝ</m:t>
                    </m:r>
                    <m:r>
                      <a:rPr lang="en-US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800" dirty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endParaRPr lang="en-US" sz="2800" dirty="0">
                  <a:solidFill>
                    <a:srgbClr val="002060"/>
                  </a:solidFill>
                  <a:latin typeface="+mj-lt"/>
                </a:endParaRPr>
              </a:p>
            </p:txBody>
          </p:sp>
        </mc:Choice>
        <mc:Fallback xmlns="">
          <p:sp>
            <p:nvSpPr>
              <p:cNvPr id="12" name="Content Placeholder 4">
                <a:extLst>
                  <a:ext uri="{FF2B5EF4-FFF2-40B4-BE49-F238E27FC236}">
                    <a16:creationId xmlns:a16="http://schemas.microsoft.com/office/drawing/2014/main" id="{C2E3A768-B2DD-49B5-A909-9453EEB041E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1540494" y="3365636"/>
                <a:ext cx="10448306" cy="544460"/>
              </a:xfrm>
              <a:prstGeom prst="rect">
                <a:avLst/>
              </a:prstGeom>
              <a:blipFill>
                <a:blip r:embed="rId4"/>
                <a:stretch>
                  <a:fillRect l="-117" t="-8989" b="-29213"/>
                </a:stretch>
              </a:blipFill>
              <a:ln w="12700" cap="flat" cmpd="sng" algn="ctr">
                <a:noFill/>
                <a:prstDash val="solid"/>
                <a:miter lim="800000"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Content Placeholder 4">
            <a:extLst>
              <a:ext uri="{FF2B5EF4-FFF2-40B4-BE49-F238E27FC236}">
                <a16:creationId xmlns:a16="http://schemas.microsoft.com/office/drawing/2014/main" id="{C2E3A768-B2DD-49B5-A909-9453EEB041E3}"/>
              </a:ext>
            </a:extLst>
          </p:cNvPr>
          <p:cNvSpPr txBox="1">
            <a:spLocks/>
          </p:cNvSpPr>
          <p:nvPr/>
        </p:nvSpPr>
        <p:spPr>
          <a:xfrm flipH="1">
            <a:off x="66095" y="5953487"/>
            <a:ext cx="7706304" cy="54446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marL="265113" indent="-265113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Wingdings 3" panose="05040102010807070707" pitchFamily="18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9625" indent="-352425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 3" panose="05040102010807070707" pitchFamily="18" charset="2"/>
              <a:buChar char="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18745" indent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2800" dirty="0">
                <a:solidFill>
                  <a:srgbClr val="002060"/>
                </a:solidFill>
                <a:latin typeface="+mj-lt"/>
              </a:rPr>
              <a:t>Let us check </a:t>
            </a:r>
            <a:r>
              <a:rPr lang="en-US" sz="2800" b="1" dirty="0">
                <a:solidFill>
                  <a:srgbClr val="FF0000"/>
                </a:solidFill>
                <a:latin typeface="+mj-lt"/>
              </a:rPr>
              <a:t>axioms</a:t>
            </a:r>
            <a:r>
              <a:rPr lang="en-US" sz="2800" dirty="0">
                <a:solidFill>
                  <a:srgbClr val="002060"/>
                </a:solidFill>
                <a:latin typeface="+mj-lt"/>
              </a:rPr>
              <a:t> for a vector space.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Content Placeholder 4">
                <a:extLst>
                  <a:ext uri="{FF2B5EF4-FFF2-40B4-BE49-F238E27FC236}">
                    <a16:creationId xmlns:a16="http://schemas.microsoft.com/office/drawing/2014/main" id="{C2E3A768-B2DD-49B5-A909-9453EEB041E3}"/>
                  </a:ext>
                </a:extLst>
              </p:cNvPr>
              <p:cNvSpPr txBox="1">
                <a:spLocks/>
              </p:cNvSpPr>
              <p:nvPr/>
            </p:nvSpPr>
            <p:spPr>
              <a:xfrm flipH="1">
                <a:off x="132608" y="3939480"/>
                <a:ext cx="12059392" cy="1962116"/>
              </a:xfrm>
              <a:prstGeom prst="rect">
                <a:avLst/>
              </a:prstGeom>
              <a:noFill/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vert="horz" lIns="91440" tIns="45720" rIns="91440" bIns="45720" rtlCol="0" anchor="ctr">
                <a:noAutofit/>
              </a:bodyPr>
              <a:lstStyle>
                <a:defPPr>
                  <a:defRPr lang="en-US"/>
                </a:defPPr>
                <a:lvl1pPr marL="118745" algn="just">
                  <a:lnSpc>
                    <a:spcPct val="115000"/>
                  </a:lnSpc>
                  <a:spcBef>
                    <a:spcPts val="1000"/>
                  </a:spcBef>
                  <a:spcAft>
                    <a:spcPts val="800"/>
                  </a:spcAft>
                  <a:buClr>
                    <a:schemeClr val="accent6"/>
                  </a:buClr>
                  <a:buFont typeface="Wingdings 3" panose="05040102010807070707" pitchFamily="18" charset="2"/>
                  <a:buNone/>
                  <a:defRPr sz="2800">
                    <a:solidFill>
                      <a:srgbClr val="3A4A6A"/>
                    </a:solidFill>
                  </a:defRPr>
                </a:lvl1pPr>
              </a:lstStyle>
              <a:p>
                <a:r>
                  <a:rPr lang="en-US" dirty="0">
                    <a:solidFill>
                      <a:srgbClr val="002060"/>
                    </a:solidFill>
                    <a:latin typeface="+mj-lt"/>
                  </a:rPr>
                  <a:t>Binary Operations are defined as</a:t>
                </a:r>
              </a:p>
              <a:p>
                <a:pPr marL="990600" indent="-457200">
                  <a:buFont typeface="Wingdings" panose="05000000000000000000" pitchFamily="2" charset="2"/>
                  <a:buChar char="§"/>
                </a:pPr>
                <a:r>
                  <a:rPr lang="en-US" dirty="0">
                    <a:solidFill>
                      <a:srgbClr val="002060"/>
                    </a:solidFill>
                    <a:latin typeface="+mj-lt"/>
                  </a:rPr>
                  <a:t>Vector Addition		:       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x</m:t>
                        </m:r>
                        <m:r>
                          <a:rPr lang="en-US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m:rPr>
                            <m:sty m:val="p"/>
                          </m:rPr>
                          <a:rPr lang="en-US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y</m:t>
                        </m:r>
                        <m:r>
                          <a:rPr lang="en-US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m:rPr>
                            <m:sty m:val="p"/>
                          </m:rPr>
                          <a:rPr lang="en-US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z</m:t>
                        </m:r>
                      </m:e>
                    </m:d>
                    <m:r>
                      <a:rPr lang="en-US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+</m:t>
                    </m:r>
                    <m:d>
                      <m:dPr>
                        <m:ctrlPr>
                          <a:rPr lang="en-US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x</m:t>
                        </m:r>
                        <m:r>
                          <a:rPr lang="en-US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′,</m:t>
                        </m:r>
                        <m:r>
                          <m:rPr>
                            <m:sty m:val="p"/>
                          </m:rPr>
                          <a:rPr lang="en-US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y</m:t>
                        </m:r>
                        <m:r>
                          <a:rPr lang="en-US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′,</m:t>
                        </m:r>
                        <m:r>
                          <m:rPr>
                            <m:sty m:val="p"/>
                          </m:rPr>
                          <a:rPr lang="en-US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z</m:t>
                        </m:r>
                        <m:r>
                          <a:rPr lang="en-US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e>
                    </m:d>
                    <m:r>
                      <a:rPr lang="en-US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=(</m:t>
                    </m:r>
                    <m:r>
                      <m:rPr>
                        <m:sty m:val="p"/>
                      </m:rPr>
                      <a:rPr lang="en-US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x</m:t>
                    </m:r>
                    <m:r>
                      <a:rPr lang="en-US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US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x</m:t>
                    </m:r>
                    <m:r>
                      <a:rPr lang="en-US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′,</m:t>
                    </m:r>
                    <m:r>
                      <m:rPr>
                        <m:sty m:val="p"/>
                      </m:rPr>
                      <a:rPr lang="en-US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y</m:t>
                    </m:r>
                    <m:r>
                      <a:rPr lang="en-US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US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y</m:t>
                    </m:r>
                    <m:r>
                      <a:rPr lang="en-US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′, </m:t>
                    </m:r>
                    <m:r>
                      <m:rPr>
                        <m:sty m:val="p"/>
                      </m:rPr>
                      <a:rPr lang="en-US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z</m:t>
                    </m:r>
                    <m:r>
                      <a:rPr lang="en-US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US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z</m:t>
                    </m:r>
                    <m:r>
                      <a:rPr lang="en-US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′)</m:t>
                    </m:r>
                  </m:oMath>
                </a14:m>
                <a:endParaRPr lang="en-US" dirty="0">
                  <a:solidFill>
                    <a:srgbClr val="002060"/>
                  </a:solidFill>
                  <a:latin typeface="+mj-lt"/>
                </a:endParaRPr>
              </a:p>
              <a:p>
                <a:pPr marL="990600" indent="-457200">
                  <a:buFont typeface="Wingdings" panose="05000000000000000000" pitchFamily="2" charset="2"/>
                  <a:buChar char="§"/>
                </a:pPr>
                <a:r>
                  <a:rPr lang="en-US" dirty="0">
                    <a:solidFill>
                      <a:srgbClr val="002060"/>
                    </a:solidFill>
                    <a:latin typeface="+mj-lt"/>
                  </a:rPr>
                  <a:t>Scalar Multiplication	:       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dirty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k</m:t>
                    </m:r>
                    <m:r>
                      <a:rPr lang="en-US" dirty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⋅</m:t>
                    </m:r>
                    <m:d>
                      <m:dPr>
                        <m:ctrlPr>
                          <a:rPr lang="en-US" i="1" dirty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dirty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a</m:t>
                        </m:r>
                        <m:r>
                          <a:rPr lang="en-US" dirty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m:rPr>
                            <m:sty m:val="p"/>
                          </m:rPr>
                          <a:rPr lang="en-US" dirty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b</m:t>
                        </m:r>
                      </m:e>
                    </m:d>
                    <m:r>
                      <a:rPr lang="en-US" dirty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i="1" dirty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dirty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ka</m:t>
                        </m:r>
                        <m:r>
                          <a:rPr lang="en-US" dirty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m:rPr>
                            <m:sty m:val="p"/>
                          </m:rPr>
                          <a:rPr lang="en-US" dirty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kb</m:t>
                        </m:r>
                      </m:e>
                    </m:d>
                  </m:oMath>
                </a14:m>
                <a:endParaRPr lang="en-US" dirty="0">
                  <a:solidFill>
                    <a:srgbClr val="002060"/>
                  </a:solidFill>
                  <a:latin typeface="+mj-lt"/>
                </a:endParaRPr>
              </a:p>
            </p:txBody>
          </p:sp>
        </mc:Choice>
        <mc:Fallback xmlns="">
          <p:sp>
            <p:nvSpPr>
              <p:cNvPr id="11" name="Content Placeholder 4">
                <a:extLst>
                  <a:ext uri="{FF2B5EF4-FFF2-40B4-BE49-F238E27FC236}">
                    <a16:creationId xmlns:a16="http://schemas.microsoft.com/office/drawing/2014/main" id="{C2E3A768-B2DD-49B5-A909-9453EEB041E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132608" y="3939480"/>
                <a:ext cx="12059392" cy="1962116"/>
              </a:xfrm>
              <a:prstGeom prst="rect">
                <a:avLst/>
              </a:prstGeom>
              <a:blipFill>
                <a:blip r:embed="rId5"/>
                <a:stretch>
                  <a:fillRect l="-101" t="-3106" b="-8385"/>
                </a:stretch>
              </a:blipFill>
              <a:ln w="12700" cap="flat" cmpd="sng" algn="ctr">
                <a:noFill/>
                <a:prstDash val="solid"/>
                <a:miter lim="800000"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448350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5" grpId="0"/>
      <p:bldP spid="11" grpId="0" animBg="1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ECFC8A-BC0D-5D72-FE99-20313653BC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55365" y="850686"/>
            <a:ext cx="5622335" cy="1196339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1" name="Content Placeholder 4">
                <a:extLst>
                  <a:ext uri="{FF2B5EF4-FFF2-40B4-BE49-F238E27FC236}">
                    <a16:creationId xmlns:a16="http://schemas.microsoft.com/office/drawing/2014/main" id="{C2E3A768-B2DD-49B5-A909-9453EEB041E3}"/>
                  </a:ext>
                </a:extLst>
              </p:cNvPr>
              <p:cNvSpPr txBox="1">
                <a:spLocks/>
              </p:cNvSpPr>
              <p:nvPr/>
            </p:nvSpPr>
            <p:spPr>
              <a:xfrm flipH="1">
                <a:off x="-1" y="2201096"/>
                <a:ext cx="5760000" cy="540000"/>
              </a:xfrm>
              <a:prstGeom prst="rect">
                <a:avLst/>
              </a:prstGeom>
              <a:gradFill>
                <a:gsLst>
                  <a:gs pos="10000">
                    <a:srgbClr val="0E47A1"/>
                  </a:gs>
                  <a:gs pos="100000">
                    <a:srgbClr val="03A9F5"/>
                  </a:gs>
                </a:gsLst>
                <a:lin ang="10800000" scaled="1"/>
              </a:gradFill>
              <a:ln>
                <a:noFill/>
              </a:ln>
            </p:spPr>
            <p:txBody>
              <a:bodyPr vert="horz" wrap="square" lIns="91440" tIns="45720" rIns="91440" bIns="45720" numCol="1" anchor="ctr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algn="ctr">
                  <a:defRPr sz="2800">
                    <a:solidFill>
                      <a:schemeClr val="bg1"/>
                    </a:solidFill>
                  </a:defRPr>
                </a:lvl1pPr>
                <a:lvl2pPr>
                  <a:defRPr>
                    <a:solidFill>
                      <a:schemeClr val="tx1"/>
                    </a:solidFill>
                  </a:defRPr>
                </a:lvl2pPr>
                <a:lvl3pPr>
                  <a:defRPr>
                    <a:solidFill>
                      <a:schemeClr val="tx1"/>
                    </a:solidFill>
                  </a:defRPr>
                </a:lvl3pPr>
                <a:lvl4pPr>
                  <a:defRPr>
                    <a:solidFill>
                      <a:schemeClr val="tx1"/>
                    </a:solidFill>
                  </a:defRPr>
                </a:lvl4pPr>
                <a:lvl5pPr>
                  <a:defRPr>
                    <a:solidFill>
                      <a:schemeClr val="tx1"/>
                    </a:solidFill>
                  </a:defRPr>
                </a:lvl5pPr>
                <a:lvl6pPr>
                  <a:defRPr>
                    <a:solidFill>
                      <a:schemeClr val="tx1"/>
                    </a:solidFill>
                  </a:defRPr>
                </a:lvl6pPr>
                <a:lvl7pPr>
                  <a:defRPr>
                    <a:solidFill>
                      <a:schemeClr val="tx1"/>
                    </a:solidFill>
                  </a:defRPr>
                </a:lvl7pPr>
                <a:lvl8pPr>
                  <a:defRPr>
                    <a:solidFill>
                      <a:schemeClr val="tx1"/>
                    </a:solidFill>
                  </a:defRPr>
                </a:lvl8pPr>
                <a:lvl9pPr>
                  <a:defRPr>
                    <a:solidFill>
                      <a:schemeClr val="tx1"/>
                    </a:solidFill>
                  </a:defRPr>
                </a:lvl9pPr>
              </a:lstStyle>
              <a:p>
                <a:pPr algn="l"/>
                <a:r>
                  <a:rPr lang="en-US" b="1" dirty="0"/>
                  <a:t>Axiom 1: </a:t>
                </a:r>
                <a14:m>
                  <m:oMath xmlns:m="http://schemas.openxmlformats.org/officeDocument/2006/math">
                    <m:r>
                      <a:rPr lang="en-US" b="1" i="0" dirty="0" smtClean="0">
                        <a:latin typeface="Cambria Math" panose="02040503050406030204" pitchFamily="18" charset="0"/>
                      </a:rPr>
                      <m:t>𝐮</m:t>
                    </m:r>
                    <m:r>
                      <a:rPr lang="en-US" b="1" i="0" dirty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1" i="0" dirty="0" smtClean="0">
                        <a:latin typeface="Cambria Math" panose="02040503050406030204" pitchFamily="18" charset="0"/>
                      </a:rPr>
                      <m:t>𝐯</m:t>
                    </m:r>
                    <m:r>
                      <a:rPr lang="en-US" b="1" i="0" dirty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b="1" i="0" dirty="0">
                        <a:latin typeface="Cambria Math" panose="02040503050406030204" pitchFamily="18" charset="0"/>
                      </a:rPr>
                      <m:t>𝐕</m:t>
                    </m:r>
                  </m:oMath>
                </a14:m>
                <a:endParaRPr lang="en-US" b="1" dirty="0"/>
              </a:p>
            </p:txBody>
          </p:sp>
        </mc:Choice>
        <mc:Fallback xmlns="">
          <p:sp>
            <p:nvSpPr>
              <p:cNvPr id="21" name="Content Placeholder 4">
                <a:extLst>
                  <a:ext uri="{FF2B5EF4-FFF2-40B4-BE49-F238E27FC236}">
                    <a16:creationId xmlns:a16="http://schemas.microsoft.com/office/drawing/2014/main" id="{C2E3A768-B2DD-49B5-A909-9453EEB041E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-1" y="2201096"/>
                <a:ext cx="5760000" cy="540000"/>
              </a:xfrm>
              <a:prstGeom prst="rect">
                <a:avLst/>
              </a:prstGeom>
              <a:blipFill>
                <a:blip r:embed="rId3"/>
                <a:stretch>
                  <a:fillRect l="-2116" t="-10112" b="-29213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FDFDD70C-3AAE-183B-5AED-36C59E3E9B77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IN" dirty="0"/>
                  <a:t>Method:1 </a:t>
                </a:r>
                <a14:m>
                  <m:oMath xmlns:m="http://schemas.openxmlformats.org/officeDocument/2006/math">
                    <m:r>
                      <a:rPr lang="en-I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⇝</m:t>
                    </m:r>
                  </m:oMath>
                </a14:m>
                <a:r>
                  <a:rPr lang="en-IN" dirty="0"/>
                  <a:t> Example:11(continue)</a:t>
                </a:r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FDFDD70C-3AAE-183B-5AED-36C59E3E9B7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4"/>
                <a:stretch>
                  <a:fillRect l="-400" t="-8547" b="-1965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Content Placeholder 4">
                <a:extLst>
                  <a:ext uri="{FF2B5EF4-FFF2-40B4-BE49-F238E27FC236}">
                    <a16:creationId xmlns:a16="http://schemas.microsoft.com/office/drawing/2014/main" id="{C2E3A768-B2DD-49B5-A909-9453EEB041E3}"/>
                  </a:ext>
                </a:extLst>
              </p:cNvPr>
              <p:cNvSpPr txBox="1">
                <a:spLocks/>
              </p:cNvSpPr>
              <p:nvPr/>
            </p:nvSpPr>
            <p:spPr>
              <a:xfrm flipH="1">
                <a:off x="-9" y="858197"/>
                <a:ext cx="6134108" cy="1159078"/>
              </a:xfrm>
              <a:prstGeom prst="rect">
                <a:avLst/>
              </a:prstGeom>
              <a:noFill/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vert="horz" lIns="91440" tIns="45720" rIns="91440" bIns="45720" rtlCol="0" anchor="ctr">
                <a:noAutofit/>
              </a:bodyPr>
              <a:lstStyle>
                <a:lvl1pPr marL="265113" indent="-265113" algn="just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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809625" indent="-352425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118745" indent="0">
                  <a:lnSpc>
                    <a:spcPct val="100000"/>
                  </a:lnSpc>
                  <a:spcAft>
                    <a:spcPts val="800"/>
                  </a:spcAft>
                  <a:buNone/>
                </a:pPr>
                <a:r>
                  <a:rPr lang="en-US" sz="2800" dirty="0">
                    <a:solidFill>
                      <a:srgbClr val="002060"/>
                    </a:solidFill>
                    <a:latin typeface="+mj-lt"/>
                  </a:rPr>
                  <a:t>Let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u</m:t>
                    </m:r>
                    <m:r>
                      <a:rPr lang="en-US" sz="2800" i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sz="28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sz="2800" b="0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a</m:t>
                        </m:r>
                        <m:r>
                          <a:rPr lang="en-US" sz="2800" i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m:rPr>
                            <m:sty m:val="p"/>
                          </m:rPr>
                          <a:rPr lang="en-US" sz="2800" b="0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b</m:t>
                        </m:r>
                        <m:r>
                          <a:rPr lang="en-US" sz="2800" b="0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m:rPr>
                            <m:sty m:val="p"/>
                          </m:rPr>
                          <a:rPr lang="en-US" sz="2800" b="0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c</m:t>
                        </m:r>
                      </m:e>
                    </m:d>
                    <m:r>
                      <a:rPr lang="en-US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US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v</m:t>
                    </m:r>
                    <m:r>
                      <a:rPr lang="en-US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a</m:t>
                        </m:r>
                        <m:r>
                          <a:rPr lang="en-US" sz="2800" b="0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  <m:r>
                          <a:rPr lang="en-US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m:rPr>
                            <m:sty m:val="p"/>
                          </m:rPr>
                          <a:rPr lang="en-US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b</m:t>
                        </m:r>
                        <m:r>
                          <a:rPr lang="en-US" sz="2800" b="0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  <m:r>
                          <a:rPr lang="en-US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m:rPr>
                            <m:sty m:val="p"/>
                          </m:rPr>
                          <a:rPr lang="en-US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c</m:t>
                        </m:r>
                        <m:r>
                          <a:rPr lang="en-US" sz="2800" b="0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e>
                    </m:d>
                  </m:oMath>
                </a14:m>
                <a:r>
                  <a:rPr lang="en-US" sz="2800" dirty="0">
                    <a:solidFill>
                      <a:srgbClr val="002060"/>
                    </a:solidFill>
                    <a:latin typeface="+mj-lt"/>
                  </a:rPr>
                  <a:t>, </a:t>
                </a:r>
              </a:p>
              <a:p>
                <a:pPr marL="118745" indent="0">
                  <a:lnSpc>
                    <a:spcPct val="100000"/>
                  </a:lnSpc>
                  <a:spcAft>
                    <a:spcPts val="800"/>
                  </a:spcAft>
                  <a:buNone/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w</m:t>
                    </m:r>
                    <m:r>
                      <a:rPr lang="en-US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a</m:t>
                        </m:r>
                        <m:r>
                          <a:rPr lang="en-US" sz="2800" b="0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′′</m:t>
                        </m:r>
                        <m:r>
                          <a:rPr lang="en-US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m:rPr>
                            <m:sty m:val="p"/>
                          </m:rPr>
                          <a:rPr lang="en-US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b</m:t>
                        </m:r>
                        <m:r>
                          <a:rPr lang="en-US" sz="2800" b="0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′′</m:t>
                        </m:r>
                        <m:r>
                          <a:rPr lang="en-US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m:rPr>
                            <m:sty m:val="p"/>
                          </m:rPr>
                          <a:rPr lang="en-US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c</m:t>
                        </m:r>
                        <m:r>
                          <a:rPr lang="en-US" sz="2800" b="0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′′</m:t>
                        </m:r>
                      </m:e>
                    </m:d>
                  </m:oMath>
                </a14:m>
                <a:r>
                  <a:rPr lang="en-US" sz="2800" dirty="0">
                    <a:solidFill>
                      <a:srgbClr val="002060"/>
                    </a:solidFill>
                    <a:latin typeface="+mj-lt"/>
                  </a:rPr>
                  <a:t> ∈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800" dirty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V</m:t>
                    </m:r>
                  </m:oMath>
                </a14:m>
                <a:r>
                  <a:rPr lang="en-US" sz="2800" dirty="0">
                    <a:solidFill>
                      <a:srgbClr val="002060"/>
                    </a:solidFill>
                    <a:latin typeface="+mj-lt"/>
                  </a:rPr>
                  <a:t>    ;   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k</m:t>
                    </m:r>
                    <m:r>
                      <a:rPr lang="en-US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US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m</m:t>
                    </m:r>
                    <m:r>
                      <a:rPr lang="en-US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ℝ</m:t>
                    </m:r>
                  </m:oMath>
                </a14:m>
                <a:endParaRPr lang="en-US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22" name="Content Placeholder 4">
                <a:extLst>
                  <a:ext uri="{FF2B5EF4-FFF2-40B4-BE49-F238E27FC236}">
                    <a16:creationId xmlns:a16="http://schemas.microsoft.com/office/drawing/2014/main" id="{C2E3A768-B2DD-49B5-A909-9453EEB041E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-9" y="858197"/>
                <a:ext cx="6134108" cy="1159078"/>
              </a:xfrm>
              <a:prstGeom prst="rect">
                <a:avLst/>
              </a:prstGeom>
              <a:blipFill>
                <a:blip r:embed="rId15"/>
                <a:stretch>
                  <a:fillRect l="-199" t="-6316" b="-15789"/>
                </a:stretch>
              </a:blipFill>
              <a:ln w="12700" cap="flat" cmpd="sng" algn="ctr">
                <a:noFill/>
                <a:prstDash val="solid"/>
                <a:miter lim="800000"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Content Placeholder 4">
                <a:extLst>
                  <a:ext uri="{FF2B5EF4-FFF2-40B4-BE49-F238E27FC236}">
                    <a16:creationId xmlns:a16="http://schemas.microsoft.com/office/drawing/2014/main" id="{E2369E14-FB7F-439F-B8BC-3D00ED9ED33E}"/>
                  </a:ext>
                </a:extLst>
              </p:cNvPr>
              <p:cNvSpPr txBox="1">
                <a:spLocks/>
              </p:cNvSpPr>
              <p:nvPr/>
            </p:nvSpPr>
            <p:spPr>
              <a:xfrm flipH="1">
                <a:off x="132610" y="2805355"/>
                <a:ext cx="5627389" cy="540000"/>
              </a:xfrm>
              <a:prstGeom prst="rect">
                <a:avLst/>
              </a:prstGeom>
              <a:noFill/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vert="horz" lIns="91440" tIns="45720" rIns="91440" bIns="45720" rtlCol="0" anchor="ctr">
                <a:noAutofit/>
              </a:bodyPr>
              <a:lstStyle>
                <a:lvl1pPr marL="265113" indent="-265113" algn="just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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809625" indent="-352425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lnSpc>
                    <a:spcPct val="115000"/>
                  </a:lnSpc>
                  <a:spcAft>
                    <a:spcPts val="800"/>
                  </a:spcAft>
                  <a:buNone/>
                </a:pPr>
                <a:r>
                  <a:rPr lang="en-US" sz="2800" dirty="0">
                    <a:solidFill>
                      <a:srgbClr val="002060"/>
                    </a:solidFill>
                  </a:rPr>
                  <a:t>Now,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800" dirty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u</m:t>
                    </m:r>
                    <m:r>
                      <a:rPr lang="en-US" sz="2800" dirty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US" sz="2800" dirty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v</m:t>
                    </m:r>
                    <m:r>
                      <a:rPr lang="en-US" sz="2800" dirty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a</m:t>
                        </m:r>
                        <m:r>
                          <a:rPr lang="en-US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m:rPr>
                            <m:sty m:val="p"/>
                          </m:rPr>
                          <a:rPr lang="en-US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b</m:t>
                        </m:r>
                        <m:r>
                          <a:rPr lang="en-US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m:rPr>
                            <m:sty m:val="p"/>
                          </m:rPr>
                          <a:rPr lang="en-US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c</m:t>
                        </m:r>
                      </m:e>
                    </m:d>
                    <m:r>
                      <a:rPr lang="en-US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+</m:t>
                    </m:r>
                    <m:d>
                      <m:dPr>
                        <m:ctrlPr>
                          <a:rPr lang="en-US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a</m:t>
                        </m:r>
                        <m:r>
                          <a:rPr lang="en-US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′,</m:t>
                        </m:r>
                        <m:r>
                          <m:rPr>
                            <m:sty m:val="p"/>
                          </m:rPr>
                          <a:rPr lang="en-US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b</m:t>
                        </m:r>
                        <m:r>
                          <a:rPr lang="en-US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′,</m:t>
                        </m:r>
                        <m:r>
                          <m:rPr>
                            <m:sty m:val="p"/>
                          </m:rPr>
                          <a:rPr lang="en-US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c</m:t>
                        </m:r>
                        <m:r>
                          <a:rPr lang="en-US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e>
                    </m:d>
                  </m:oMath>
                </a14:m>
                <a:endParaRPr lang="en-US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32" name="Content Placeholder 4">
                <a:extLst>
                  <a:ext uri="{FF2B5EF4-FFF2-40B4-BE49-F238E27FC236}">
                    <a16:creationId xmlns:a16="http://schemas.microsoft.com/office/drawing/2014/main" id="{E2369E14-FB7F-439F-B8BC-3D00ED9ED33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132610" y="2805355"/>
                <a:ext cx="5627389" cy="540000"/>
              </a:xfrm>
              <a:prstGeom prst="rect">
                <a:avLst/>
              </a:prstGeom>
              <a:blipFill>
                <a:blip r:embed="rId16"/>
                <a:stretch>
                  <a:fillRect l="-2275" t="-10112" b="-29213"/>
                </a:stretch>
              </a:blipFill>
              <a:ln w="12700" cap="flat" cmpd="sng" algn="ctr">
                <a:noFill/>
                <a:prstDash val="solid"/>
                <a:miter lim="800000"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" name="Content Placeholder 4">
                <a:extLst>
                  <a:ext uri="{FF2B5EF4-FFF2-40B4-BE49-F238E27FC236}">
                    <a16:creationId xmlns:a16="http://schemas.microsoft.com/office/drawing/2014/main" id="{E2369E14-FB7F-439F-B8BC-3D00ED9ED33E}"/>
                  </a:ext>
                </a:extLst>
              </p:cNvPr>
              <p:cNvSpPr txBox="1">
                <a:spLocks/>
              </p:cNvSpPr>
              <p:nvPr/>
            </p:nvSpPr>
            <p:spPr>
              <a:xfrm flipH="1">
                <a:off x="1758207" y="3487791"/>
                <a:ext cx="3795925" cy="540000"/>
              </a:xfrm>
              <a:prstGeom prst="rect">
                <a:avLst/>
              </a:prstGeom>
              <a:noFill/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vert="horz" lIns="91440" tIns="45720" rIns="91440" bIns="45720" rtlCol="0" anchor="ctr">
                <a:noAutofit/>
              </a:bodyPr>
              <a:lstStyle>
                <a:lvl1pPr marL="265113" indent="-265113" algn="just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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809625" indent="-352425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lnSpc>
                    <a:spcPct val="115000"/>
                  </a:lnSpc>
                  <a:spcAft>
                    <a:spcPts val="8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dirty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a</m:t>
                          </m:r>
                          <m:r>
                            <a:rPr lang="en-US" sz="280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m:rPr>
                              <m:sty m:val="p"/>
                            </m:rPr>
                            <a:rPr lang="en-US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a</m:t>
                          </m:r>
                          <m:r>
                            <a:rPr lang="en-US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′,</m:t>
                          </m:r>
                          <m:r>
                            <m:rPr>
                              <m:sty m:val="p"/>
                            </m:rPr>
                            <a:rPr lang="en-US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b</m:t>
                          </m:r>
                          <m:r>
                            <a:rPr lang="en-US" sz="280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m:rPr>
                              <m:sty m:val="p"/>
                            </m:rPr>
                            <a:rPr lang="en-US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b</m:t>
                          </m:r>
                          <m:r>
                            <a:rPr lang="en-US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′,</m:t>
                          </m:r>
                          <m:r>
                            <m:rPr>
                              <m:sty m:val="p"/>
                            </m:rPr>
                            <a:rPr lang="en-US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c</m:t>
                          </m:r>
                          <m: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m:rPr>
                              <m:sty m:val="p"/>
                            </m:rPr>
                            <a:rPr lang="en-US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c</m:t>
                          </m:r>
                          <m: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′</m:t>
                          </m:r>
                        </m:e>
                      </m:d>
                    </m:oMath>
                  </m:oMathPara>
                </a14:m>
                <a:endParaRPr lang="en-US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33" name="Content Placeholder 4">
                <a:extLst>
                  <a:ext uri="{FF2B5EF4-FFF2-40B4-BE49-F238E27FC236}">
                    <a16:creationId xmlns:a16="http://schemas.microsoft.com/office/drawing/2014/main" id="{E2369E14-FB7F-439F-B8BC-3D00ED9ED33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1758207" y="3487791"/>
                <a:ext cx="3795925" cy="540000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  <a:ln w="12700" cap="flat" cmpd="sng" algn="ctr">
                <a:noFill/>
                <a:prstDash val="solid"/>
                <a:miter lim="800000"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6" name="Content Placeholder 4">
                <a:extLst>
                  <a:ext uri="{FF2B5EF4-FFF2-40B4-BE49-F238E27FC236}">
                    <a16:creationId xmlns:a16="http://schemas.microsoft.com/office/drawing/2014/main" id="{E2369E14-FB7F-439F-B8BC-3D00ED9ED33E}"/>
                  </a:ext>
                </a:extLst>
              </p:cNvPr>
              <p:cNvSpPr txBox="1">
                <a:spLocks/>
              </p:cNvSpPr>
              <p:nvPr/>
            </p:nvSpPr>
            <p:spPr>
              <a:xfrm flipH="1">
                <a:off x="132610" y="4113077"/>
                <a:ext cx="4993182" cy="540000"/>
              </a:xfrm>
              <a:prstGeom prst="rect">
                <a:avLst/>
              </a:prstGeom>
              <a:noFill/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vert="horz" lIns="91440" tIns="45720" rIns="91440" bIns="45720" rtlCol="0" anchor="ctr">
                <a:noAutofit/>
              </a:bodyPr>
              <a:lstStyle>
                <a:lvl1pPr marL="265113" indent="-265113" algn="just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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809625" indent="-352425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lnSpc>
                    <a:spcPct val="115000"/>
                  </a:lnSpc>
                  <a:spcAft>
                    <a:spcPts val="800"/>
                  </a:spcAft>
                  <a:buNone/>
                </a:pPr>
                <a:r>
                  <a:rPr lang="en-US" sz="2800" dirty="0">
                    <a:solidFill>
                      <a:srgbClr val="002060"/>
                    </a:solidFill>
                  </a:rPr>
                  <a:t>Since,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a</m:t>
                        </m:r>
                        <m:r>
                          <a:rPr lang="en-US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m:rPr>
                            <m:sty m:val="p"/>
                          </m:rPr>
                          <a:rPr lang="en-US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b</m:t>
                        </m:r>
                        <m:r>
                          <a:rPr lang="en-US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m:rPr>
                            <m:sty m:val="p"/>
                          </m:rPr>
                          <a:rPr lang="en-US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c</m:t>
                        </m:r>
                      </m:e>
                    </m:d>
                    <m:r>
                      <a:rPr lang="en-US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,</m:t>
                    </m:r>
                    <m:d>
                      <m:dPr>
                        <m:ctrlPr>
                          <a:rPr lang="en-US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a</m:t>
                        </m:r>
                        <m:r>
                          <a:rPr lang="en-US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′,</m:t>
                        </m:r>
                        <m:r>
                          <m:rPr>
                            <m:sty m:val="p"/>
                          </m:rPr>
                          <a:rPr lang="en-US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b</m:t>
                        </m:r>
                        <m:r>
                          <a:rPr lang="en-US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′,</m:t>
                        </m:r>
                        <m:r>
                          <m:rPr>
                            <m:sty m:val="p"/>
                          </m:rPr>
                          <a:rPr lang="en-US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c</m:t>
                        </m:r>
                        <m:r>
                          <a:rPr lang="en-US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e>
                    </m:d>
                    <m:r>
                      <m:rPr>
                        <m:nor/>
                      </m:rPr>
                      <a:rPr lang="en-US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en-US" sz="2800" i="0" dirty="0">
                        <a:solidFill>
                          <a:srgbClr val="002060"/>
                        </a:solidFill>
                      </a:rPr>
                      <m:t>∈ </m:t>
                    </m:r>
                    <m:r>
                      <m:rPr>
                        <m:nor/>
                      </m:rPr>
                      <a:rPr lang="en-US" sz="2800" b="0" i="0" dirty="0" smtClean="0">
                        <a:solidFill>
                          <a:srgbClr val="002060"/>
                        </a:solidFill>
                      </a:rPr>
                      <m:t> </m:t>
                    </m:r>
                    <m:r>
                      <m:rPr>
                        <m:sty m:val="p"/>
                      </m:rPr>
                      <a:rPr lang="en-US" sz="2800" dirty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V</m:t>
                    </m:r>
                  </m:oMath>
                </a14:m>
                <a:endParaRPr lang="en-US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36" name="Content Placeholder 4">
                <a:extLst>
                  <a:ext uri="{FF2B5EF4-FFF2-40B4-BE49-F238E27FC236}">
                    <a16:creationId xmlns:a16="http://schemas.microsoft.com/office/drawing/2014/main" id="{E2369E14-FB7F-439F-B8BC-3D00ED9ED33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132610" y="4113077"/>
                <a:ext cx="4993182" cy="540000"/>
              </a:xfrm>
              <a:prstGeom prst="rect">
                <a:avLst/>
              </a:prstGeom>
              <a:blipFill>
                <a:blip r:embed="rId18"/>
                <a:stretch>
                  <a:fillRect l="-2564" t="-10227" b="-29545"/>
                </a:stretch>
              </a:blipFill>
              <a:ln w="12700" cap="flat" cmpd="sng" algn="ctr">
                <a:noFill/>
                <a:prstDash val="solid"/>
                <a:miter lim="800000"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8" name="Content Placeholder 4">
                <a:extLst>
                  <a:ext uri="{FF2B5EF4-FFF2-40B4-BE49-F238E27FC236}">
                    <a16:creationId xmlns:a16="http://schemas.microsoft.com/office/drawing/2014/main" id="{E2369E14-FB7F-439F-B8BC-3D00ED9ED33E}"/>
                  </a:ext>
                </a:extLst>
              </p:cNvPr>
              <p:cNvSpPr txBox="1">
                <a:spLocks/>
              </p:cNvSpPr>
              <p:nvPr/>
            </p:nvSpPr>
            <p:spPr>
              <a:xfrm flipH="1">
                <a:off x="764142" y="4795513"/>
                <a:ext cx="3299858" cy="540000"/>
              </a:xfrm>
              <a:prstGeom prst="rect">
                <a:avLst/>
              </a:prstGeom>
              <a:noFill/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vert="horz" lIns="91440" tIns="45720" rIns="91440" bIns="45720" rtlCol="0" anchor="ctr">
                <a:noAutofit/>
              </a:bodyPr>
              <a:lstStyle>
                <a:lvl1pPr marL="265113" indent="-265113" algn="just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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809625" indent="-352425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lnSpc>
                    <a:spcPct val="115000"/>
                  </a:lnSpc>
                  <a:spcAft>
                    <a:spcPts val="8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dirty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⇒</m:t>
                      </m:r>
                      <m:r>
                        <m:rPr>
                          <m:sty m:val="p"/>
                        </m:rPr>
                        <a:rPr lang="en-US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a</m:t>
                      </m:r>
                      <m:r>
                        <a:rPr lang="en-US" sz="2800" i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m:rPr>
                          <m:sty m:val="p"/>
                        </m:rPr>
                        <a:rPr lang="en-US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b</m:t>
                      </m:r>
                      <m:r>
                        <a:rPr lang="en-US" sz="2800" i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m:rPr>
                          <m:sty m:val="p"/>
                        </m:rPr>
                        <a:rPr lang="en-US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c</m:t>
                      </m:r>
                      <m:r>
                        <a:rPr lang="en-US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m:rPr>
                          <m:sty m:val="p"/>
                        </m:rPr>
                        <a:rPr lang="en-US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a</m:t>
                      </m:r>
                      <m:r>
                        <a:rPr lang="en-US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′</m:t>
                      </m:r>
                      <m:r>
                        <a:rPr lang="en-US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m:rPr>
                          <m:sty m:val="p"/>
                        </m:rPr>
                        <a:rPr lang="en-US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b</m:t>
                      </m:r>
                      <m:r>
                        <a:rPr lang="en-US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′</m:t>
                      </m:r>
                      <m:r>
                        <a:rPr lang="en-US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m:rPr>
                          <m:sty m:val="p"/>
                        </m:rPr>
                        <a:rPr lang="en-US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c</m:t>
                      </m:r>
                      <m:r>
                        <a:rPr lang="en-US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′</m:t>
                      </m:r>
                      <m:r>
                        <a:rPr lang="en-US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∈</m:t>
                      </m:r>
                      <m:r>
                        <a:rPr lang="en-US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ℝ</m:t>
                      </m:r>
                    </m:oMath>
                  </m:oMathPara>
                </a14:m>
                <a:endParaRPr lang="en-US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38" name="Content Placeholder 4">
                <a:extLst>
                  <a:ext uri="{FF2B5EF4-FFF2-40B4-BE49-F238E27FC236}">
                    <a16:creationId xmlns:a16="http://schemas.microsoft.com/office/drawing/2014/main" id="{E2369E14-FB7F-439F-B8BC-3D00ED9ED33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764142" y="4795513"/>
                <a:ext cx="3299858" cy="540000"/>
              </a:xfrm>
              <a:prstGeom prst="rect">
                <a:avLst/>
              </a:prstGeom>
              <a:blipFill>
                <a:blip r:embed="rId19"/>
                <a:stretch>
                  <a:fillRect/>
                </a:stretch>
              </a:blipFill>
              <a:ln w="12700" cap="flat" cmpd="sng" algn="ctr">
                <a:noFill/>
                <a:prstDash val="solid"/>
                <a:miter lim="800000"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4" name="Right Arrow 3">
            <a:extLst>
              <a:ext uri="{FF2B5EF4-FFF2-40B4-BE49-F238E27FC236}">
                <a16:creationId xmlns:a16="http://schemas.microsoft.com/office/drawing/2014/main" id="{3FE11F38-A8D0-406B-A77F-9DE69C4F1B02}"/>
              </a:ext>
            </a:extLst>
          </p:cNvPr>
          <p:cNvSpPr/>
          <p:nvPr/>
        </p:nvSpPr>
        <p:spPr>
          <a:xfrm flipV="1">
            <a:off x="6464572" y="1327327"/>
            <a:ext cx="144000" cy="180000"/>
          </a:xfrm>
          <a:prstGeom prst="rightArrow">
            <a:avLst/>
          </a:prstGeom>
          <a:gradFill>
            <a:gsLst>
              <a:gs pos="10000">
                <a:srgbClr val="0E47A1"/>
              </a:gs>
              <a:gs pos="100000">
                <a:srgbClr val="03A9F5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Wingdings 3" panose="05040102010807070707" pitchFamily="18" charset="2"/>
              <a:buNone/>
            </a:pPr>
            <a:endParaRPr lang="en-IN" sz="2800" dirty="0">
              <a:solidFill>
                <a:schemeClr val="bg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Content Placeholder 4">
                <a:extLst>
                  <a:ext uri="{FF2B5EF4-FFF2-40B4-BE49-F238E27FC236}">
                    <a16:creationId xmlns:a16="http://schemas.microsoft.com/office/drawing/2014/main" id="{E2369E14-FB7F-439F-B8BC-3D00ED9ED33E}"/>
                  </a:ext>
                </a:extLst>
              </p:cNvPr>
              <p:cNvSpPr txBox="1">
                <a:spLocks/>
              </p:cNvSpPr>
              <p:nvPr/>
            </p:nvSpPr>
            <p:spPr>
              <a:xfrm flipH="1">
                <a:off x="701460" y="5441157"/>
                <a:ext cx="4543640" cy="540000"/>
              </a:xfrm>
              <a:prstGeom prst="rect">
                <a:avLst/>
              </a:prstGeom>
              <a:noFill/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vert="horz" lIns="91440" tIns="45720" rIns="91440" bIns="45720" rtlCol="0" anchor="ctr">
                <a:noAutofit/>
              </a:bodyPr>
              <a:lstStyle>
                <a:lvl1pPr marL="265113" indent="-265113" algn="just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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809625" indent="-352425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lnSpc>
                    <a:spcPct val="115000"/>
                  </a:lnSpc>
                  <a:spcAft>
                    <a:spcPts val="8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dirty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⇒</m:t>
                      </m:r>
                      <m:r>
                        <m:rPr>
                          <m:sty m:val="p"/>
                        </m:rPr>
                        <a:rPr lang="en-US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a</m:t>
                      </m:r>
                      <m:r>
                        <a:rPr lang="en-US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m:rPr>
                          <m:sty m:val="p"/>
                        </m:rPr>
                        <a:rPr lang="en-US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b</m:t>
                      </m:r>
                      <m:r>
                        <a:rPr lang="en-US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m:rPr>
                          <m:sty m:val="p"/>
                        </m:rPr>
                        <a:rPr lang="en-US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c</m:t>
                      </m:r>
                      <m:r>
                        <a:rPr lang="en-US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m:rPr>
                          <m:sty m:val="p"/>
                        </m:rPr>
                        <a:rPr lang="en-US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a</m:t>
                      </m:r>
                      <m:r>
                        <a:rPr lang="en-US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′</m:t>
                      </m:r>
                      <m:r>
                        <a:rPr lang="en-US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m:rPr>
                          <m:sty m:val="p"/>
                        </m:rPr>
                        <a:rPr lang="en-US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b</m:t>
                      </m:r>
                      <m:r>
                        <a:rPr lang="en-US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′</m:t>
                      </m:r>
                      <m:r>
                        <a:rPr lang="en-US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m:rPr>
                          <m:sty m:val="p"/>
                        </m:rPr>
                        <a:rPr lang="en-US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c</m:t>
                      </m:r>
                      <m:r>
                        <a:rPr lang="en-US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′</m:t>
                      </m:r>
                      <m:r>
                        <a:rPr lang="en-US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∈</m:t>
                      </m:r>
                      <m:r>
                        <a:rPr lang="en-US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ℝ</m:t>
                      </m:r>
                    </m:oMath>
                  </m:oMathPara>
                </a14:m>
                <a:endParaRPr lang="en-US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20" name="Content Placeholder 4">
                <a:extLst>
                  <a:ext uri="{FF2B5EF4-FFF2-40B4-BE49-F238E27FC236}">
                    <a16:creationId xmlns:a16="http://schemas.microsoft.com/office/drawing/2014/main" id="{E2369E14-FB7F-439F-B8BC-3D00ED9ED33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701460" y="5441157"/>
                <a:ext cx="4543640" cy="540000"/>
              </a:xfrm>
              <a:prstGeom prst="rect">
                <a:avLst/>
              </a:prstGeom>
              <a:blipFill>
                <a:blip r:embed="rId20"/>
                <a:stretch>
                  <a:fillRect/>
                </a:stretch>
              </a:blipFill>
              <a:ln w="12700" cap="flat" cmpd="sng" algn="ctr">
                <a:noFill/>
                <a:prstDash val="solid"/>
                <a:miter lim="800000"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Content Placeholder 4">
                <a:extLst>
                  <a:ext uri="{FF2B5EF4-FFF2-40B4-BE49-F238E27FC236}">
                    <a16:creationId xmlns:a16="http://schemas.microsoft.com/office/drawing/2014/main" id="{E2369E14-FB7F-439F-B8BC-3D00ED9ED33E}"/>
                  </a:ext>
                </a:extLst>
              </p:cNvPr>
              <p:cNvSpPr txBox="1">
                <a:spLocks/>
              </p:cNvSpPr>
              <p:nvPr/>
            </p:nvSpPr>
            <p:spPr>
              <a:xfrm flipH="1">
                <a:off x="132608" y="5981157"/>
                <a:ext cx="5873080" cy="540000"/>
              </a:xfrm>
              <a:prstGeom prst="rect">
                <a:avLst/>
              </a:prstGeom>
              <a:noFill/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vert="horz" lIns="91440" tIns="45720" rIns="91440" bIns="45720" rtlCol="0" anchor="ctr">
                <a:noAutofit/>
              </a:bodyPr>
              <a:lstStyle>
                <a:lvl1pPr marL="265113" indent="-265113" algn="just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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809625" indent="-352425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lnSpc>
                    <a:spcPct val="115000"/>
                  </a:lnSpc>
                  <a:spcAft>
                    <a:spcPts val="800"/>
                  </a:spcAft>
                  <a:buNone/>
                </a:pPr>
                <a:r>
                  <a:rPr lang="en-US" sz="2800" dirty="0">
                    <a:solidFill>
                      <a:srgbClr val="002060"/>
                    </a:solidFill>
                  </a:rPr>
                  <a:t>So,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800" dirty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u</m:t>
                    </m:r>
                    <m:r>
                      <a:rPr lang="en-US" sz="2800" dirty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US" sz="2800" dirty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v</m:t>
                    </m:r>
                    <m:r>
                      <a:rPr lang="en-US" sz="2800" dirty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a</m:t>
                        </m:r>
                        <m:r>
                          <a:rPr lang="en-US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US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a</m:t>
                        </m:r>
                        <m:r>
                          <a:rPr lang="en-US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′,</m:t>
                        </m:r>
                        <m:r>
                          <m:rPr>
                            <m:sty m:val="p"/>
                          </m:rPr>
                          <a:rPr lang="en-US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b</m:t>
                        </m:r>
                        <m:r>
                          <a:rPr lang="en-US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US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b</m:t>
                        </m:r>
                        <m:r>
                          <a:rPr lang="en-US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′,</m:t>
                        </m:r>
                        <m:r>
                          <m:rPr>
                            <m:sty m:val="p"/>
                          </m:rPr>
                          <a:rPr lang="en-US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c</m:t>
                        </m:r>
                        <m:r>
                          <a:rPr lang="en-US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US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c</m:t>
                        </m:r>
                        <m:r>
                          <a:rPr lang="en-US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e>
                    </m:d>
                    <m:r>
                      <a:rPr lang="en-US" sz="2800" b="0" i="1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US" sz="2800" b="0" i="0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V</m:t>
                    </m:r>
                  </m:oMath>
                </a14:m>
                <a:endParaRPr lang="en-US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23" name="Content Placeholder 4">
                <a:extLst>
                  <a:ext uri="{FF2B5EF4-FFF2-40B4-BE49-F238E27FC236}">
                    <a16:creationId xmlns:a16="http://schemas.microsoft.com/office/drawing/2014/main" id="{E2369E14-FB7F-439F-B8BC-3D00ED9ED33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132608" y="5981157"/>
                <a:ext cx="5873080" cy="540000"/>
              </a:xfrm>
              <a:prstGeom prst="rect">
                <a:avLst/>
              </a:prstGeom>
              <a:blipFill>
                <a:blip r:embed="rId21"/>
                <a:stretch>
                  <a:fillRect l="-2181" t="-10112" b="-29213"/>
                </a:stretch>
              </a:blipFill>
              <a:ln w="12700" cap="flat" cmpd="sng" algn="ctr">
                <a:noFill/>
                <a:prstDash val="solid"/>
                <a:miter lim="800000"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643394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/>
      <p:bldP spid="32" grpId="0"/>
      <p:bldP spid="33" grpId="0"/>
      <p:bldP spid="36" grpId="0"/>
      <p:bldP spid="38" grpId="0"/>
      <p:bldP spid="44" grpId="0" animBg="1"/>
      <p:bldP spid="20" grpId="0"/>
      <p:bldP spid="23" grpId="0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ECFC8A-BC0D-5D72-FE99-20313653BC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1" name="Content Placeholder 4">
                <a:extLst>
                  <a:ext uri="{FF2B5EF4-FFF2-40B4-BE49-F238E27FC236}">
                    <a16:creationId xmlns:a16="http://schemas.microsoft.com/office/drawing/2014/main" id="{C2E3A768-B2DD-49B5-A909-9453EEB041E3}"/>
                  </a:ext>
                </a:extLst>
              </p:cNvPr>
              <p:cNvSpPr txBox="1">
                <a:spLocks/>
              </p:cNvSpPr>
              <p:nvPr/>
            </p:nvSpPr>
            <p:spPr>
              <a:xfrm flipH="1">
                <a:off x="-1" y="865206"/>
                <a:ext cx="5760000" cy="540000"/>
              </a:xfrm>
              <a:prstGeom prst="rect">
                <a:avLst/>
              </a:prstGeom>
              <a:gradFill>
                <a:gsLst>
                  <a:gs pos="10000">
                    <a:srgbClr val="0E47A1"/>
                  </a:gs>
                  <a:gs pos="100000">
                    <a:srgbClr val="03A9F5"/>
                  </a:gs>
                </a:gsLst>
                <a:lin ang="10800000" scaled="1"/>
              </a:gradFill>
              <a:ln>
                <a:noFill/>
              </a:ln>
            </p:spPr>
            <p:txBody>
              <a:bodyPr vert="horz" wrap="square" lIns="91440" tIns="45720" rIns="91440" bIns="45720" numCol="1" anchor="ctr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algn="ctr">
                  <a:defRPr sz="2800">
                    <a:solidFill>
                      <a:schemeClr val="bg1"/>
                    </a:solidFill>
                  </a:defRPr>
                </a:lvl1pPr>
                <a:lvl2pPr>
                  <a:defRPr>
                    <a:solidFill>
                      <a:schemeClr val="tx1"/>
                    </a:solidFill>
                  </a:defRPr>
                </a:lvl2pPr>
                <a:lvl3pPr>
                  <a:defRPr>
                    <a:solidFill>
                      <a:schemeClr val="tx1"/>
                    </a:solidFill>
                  </a:defRPr>
                </a:lvl3pPr>
                <a:lvl4pPr>
                  <a:defRPr>
                    <a:solidFill>
                      <a:schemeClr val="tx1"/>
                    </a:solidFill>
                  </a:defRPr>
                </a:lvl4pPr>
                <a:lvl5pPr>
                  <a:defRPr>
                    <a:solidFill>
                      <a:schemeClr val="tx1"/>
                    </a:solidFill>
                  </a:defRPr>
                </a:lvl5pPr>
                <a:lvl6pPr>
                  <a:defRPr>
                    <a:solidFill>
                      <a:schemeClr val="tx1"/>
                    </a:solidFill>
                  </a:defRPr>
                </a:lvl6pPr>
                <a:lvl7pPr>
                  <a:defRPr>
                    <a:solidFill>
                      <a:schemeClr val="tx1"/>
                    </a:solidFill>
                  </a:defRPr>
                </a:lvl7pPr>
                <a:lvl8pPr>
                  <a:defRPr>
                    <a:solidFill>
                      <a:schemeClr val="tx1"/>
                    </a:solidFill>
                  </a:defRPr>
                </a:lvl8pPr>
                <a:lvl9pPr>
                  <a:defRPr>
                    <a:solidFill>
                      <a:schemeClr val="tx1"/>
                    </a:solidFill>
                  </a:defRPr>
                </a:lvl9pPr>
              </a:lstStyle>
              <a:p>
                <a:pPr algn="l"/>
                <a:r>
                  <a:rPr lang="en-US" b="1" dirty="0"/>
                  <a:t>Axiom 2: </a:t>
                </a:r>
                <a14:m>
                  <m:oMath xmlns:m="http://schemas.openxmlformats.org/officeDocument/2006/math">
                    <m:r>
                      <a:rPr lang="en-US" b="1" i="0" dirty="0" smtClean="0">
                        <a:latin typeface="Cambria Math" panose="02040503050406030204" pitchFamily="18" charset="0"/>
                      </a:rPr>
                      <m:t>𝐮</m:t>
                    </m:r>
                    <m:r>
                      <a:rPr lang="en-US" b="1" i="0" dirty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1" i="0" dirty="0" smtClean="0">
                        <a:latin typeface="Cambria Math" panose="02040503050406030204" pitchFamily="18" charset="0"/>
                      </a:rPr>
                      <m:t>𝐯</m:t>
                    </m:r>
                    <m:r>
                      <a:rPr lang="en-US" b="1" i="0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1" i="0" dirty="0" smtClean="0">
                        <a:latin typeface="Cambria Math" panose="02040503050406030204" pitchFamily="18" charset="0"/>
                      </a:rPr>
                      <m:t>𝐯</m:t>
                    </m:r>
                    <m:r>
                      <a:rPr lang="en-US" b="1" i="0" dirty="0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1" i="0" dirty="0" smtClean="0">
                        <a:latin typeface="Cambria Math" panose="02040503050406030204" pitchFamily="18" charset="0"/>
                      </a:rPr>
                      <m:t>𝐮</m:t>
                    </m:r>
                  </m:oMath>
                </a14:m>
                <a:endParaRPr lang="en-US" b="1" dirty="0"/>
              </a:p>
            </p:txBody>
          </p:sp>
        </mc:Choice>
        <mc:Fallback xmlns="">
          <p:sp>
            <p:nvSpPr>
              <p:cNvPr id="21" name="Content Placeholder 4">
                <a:extLst>
                  <a:ext uri="{FF2B5EF4-FFF2-40B4-BE49-F238E27FC236}">
                    <a16:creationId xmlns:a16="http://schemas.microsoft.com/office/drawing/2014/main" id="{C2E3A768-B2DD-49B5-A909-9453EEB041E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-1" y="865206"/>
                <a:ext cx="5760000" cy="540000"/>
              </a:xfrm>
              <a:prstGeom prst="rect">
                <a:avLst/>
              </a:prstGeom>
              <a:blipFill>
                <a:blip r:embed="rId2"/>
                <a:stretch>
                  <a:fillRect l="-2116" t="-10112" b="-29213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FDFDD70C-3AAE-183B-5AED-36C59E3E9B77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IN" dirty="0"/>
                  <a:t>Method:1 </a:t>
                </a:r>
                <a14:m>
                  <m:oMath xmlns:m="http://schemas.openxmlformats.org/officeDocument/2006/math">
                    <m:r>
                      <a:rPr lang="en-I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⇝</m:t>
                    </m:r>
                  </m:oMath>
                </a14:m>
                <a:r>
                  <a:rPr lang="en-IN" dirty="0"/>
                  <a:t> Example:11(continue)</a:t>
                </a:r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FDFDD70C-3AAE-183B-5AED-36C59E3E9B7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3"/>
                <a:stretch>
                  <a:fillRect l="-400" t="-8547" b="-1965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Content Placeholder 4">
                <a:extLst>
                  <a:ext uri="{FF2B5EF4-FFF2-40B4-BE49-F238E27FC236}">
                    <a16:creationId xmlns:a16="http://schemas.microsoft.com/office/drawing/2014/main" id="{E2369E14-FB7F-439F-B8BC-3D00ED9ED33E}"/>
                  </a:ext>
                </a:extLst>
              </p:cNvPr>
              <p:cNvSpPr txBox="1">
                <a:spLocks/>
              </p:cNvSpPr>
              <p:nvPr/>
            </p:nvSpPr>
            <p:spPr>
              <a:xfrm flipH="1">
                <a:off x="132610" y="1514100"/>
                <a:ext cx="5730176" cy="540000"/>
              </a:xfrm>
              <a:prstGeom prst="rect">
                <a:avLst/>
              </a:prstGeom>
              <a:noFill/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vert="horz" lIns="91440" tIns="45720" rIns="91440" bIns="45720" rtlCol="0" anchor="ctr">
                <a:noAutofit/>
              </a:bodyPr>
              <a:lstStyle>
                <a:lvl1pPr marL="265113" indent="-265113" algn="just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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809625" indent="-352425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lnSpc>
                    <a:spcPct val="115000"/>
                  </a:lnSpc>
                  <a:spcAft>
                    <a:spcPts val="800"/>
                  </a:spcAft>
                  <a:buNone/>
                </a:pPr>
                <a:r>
                  <a:rPr lang="en-US" sz="2800" dirty="0">
                    <a:solidFill>
                      <a:srgbClr val="002060"/>
                    </a:solidFill>
                    <a:latin typeface="+mj-lt"/>
                  </a:rPr>
                  <a:t>Now,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800" b="0" i="0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u</m:t>
                    </m:r>
                    <m:r>
                      <a:rPr lang="en-US" sz="2800" dirty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US" sz="2800" b="0" i="0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v</m:t>
                    </m:r>
                    <m:r>
                      <a:rPr lang="en-US" sz="2800" dirty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a</m:t>
                        </m:r>
                        <m:r>
                          <a:rPr lang="en-US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m:rPr>
                            <m:sty m:val="p"/>
                          </m:rPr>
                          <a:rPr lang="en-US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b</m:t>
                        </m:r>
                        <m:r>
                          <a:rPr lang="en-US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m:rPr>
                            <m:sty m:val="p"/>
                          </m:rPr>
                          <a:rPr lang="en-US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c</m:t>
                        </m:r>
                      </m:e>
                    </m:d>
                    <m:r>
                      <a:rPr lang="en-US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+</m:t>
                    </m:r>
                    <m:d>
                      <m:dPr>
                        <m:ctrlPr>
                          <a:rPr lang="en-US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a</m:t>
                        </m:r>
                        <m:r>
                          <a:rPr lang="en-US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′,</m:t>
                        </m:r>
                        <m:r>
                          <m:rPr>
                            <m:sty m:val="p"/>
                          </m:rPr>
                          <a:rPr lang="en-US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b</m:t>
                        </m:r>
                        <m:r>
                          <a:rPr lang="en-US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′,</m:t>
                        </m:r>
                        <m:r>
                          <m:rPr>
                            <m:sty m:val="p"/>
                          </m:rPr>
                          <a:rPr lang="en-US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c</m:t>
                        </m:r>
                        <m:r>
                          <a:rPr lang="en-US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e>
                    </m:d>
                  </m:oMath>
                </a14:m>
                <a:endParaRPr lang="en-US" sz="2800" dirty="0">
                  <a:solidFill>
                    <a:srgbClr val="002060"/>
                  </a:solidFill>
                  <a:latin typeface="+mj-lt"/>
                </a:endParaRPr>
              </a:p>
            </p:txBody>
          </p:sp>
        </mc:Choice>
        <mc:Fallback xmlns="">
          <p:sp>
            <p:nvSpPr>
              <p:cNvPr id="26" name="Content Placeholder 4">
                <a:extLst>
                  <a:ext uri="{FF2B5EF4-FFF2-40B4-BE49-F238E27FC236}">
                    <a16:creationId xmlns:a16="http://schemas.microsoft.com/office/drawing/2014/main" id="{E2369E14-FB7F-439F-B8BC-3D00ED9ED33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132610" y="1514100"/>
                <a:ext cx="5730176" cy="540000"/>
              </a:xfrm>
              <a:prstGeom prst="rect">
                <a:avLst/>
              </a:prstGeom>
              <a:blipFill>
                <a:blip r:embed="rId4"/>
                <a:stretch>
                  <a:fillRect l="-2234" t="-10112" b="-29213"/>
                </a:stretch>
              </a:blipFill>
              <a:ln w="12700" cap="flat" cmpd="sng" algn="ctr">
                <a:noFill/>
                <a:prstDash val="solid"/>
                <a:miter lim="800000"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Content Placeholder 4">
                <a:extLst>
                  <a:ext uri="{FF2B5EF4-FFF2-40B4-BE49-F238E27FC236}">
                    <a16:creationId xmlns:a16="http://schemas.microsoft.com/office/drawing/2014/main" id="{E2369E14-FB7F-439F-B8BC-3D00ED9ED33E}"/>
                  </a:ext>
                </a:extLst>
              </p:cNvPr>
              <p:cNvSpPr txBox="1">
                <a:spLocks/>
              </p:cNvSpPr>
              <p:nvPr/>
            </p:nvSpPr>
            <p:spPr>
              <a:xfrm flipH="1">
                <a:off x="1745639" y="2802493"/>
                <a:ext cx="3757652" cy="540000"/>
              </a:xfrm>
              <a:prstGeom prst="rect">
                <a:avLst/>
              </a:prstGeom>
              <a:noFill/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vert="horz" lIns="91440" tIns="45720" rIns="91440" bIns="45720" rtlCol="0" anchor="ctr">
                <a:noAutofit/>
              </a:bodyPr>
              <a:lstStyle>
                <a:lvl1pPr marL="265113" indent="-265113" algn="just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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809625" indent="-352425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lnSpc>
                    <a:spcPct val="115000"/>
                  </a:lnSpc>
                  <a:spcAft>
                    <a:spcPts val="8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dirty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a</m:t>
                          </m:r>
                          <m:r>
                            <a:rPr lang="en-US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′</m:t>
                          </m:r>
                          <m: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m:rPr>
                              <m:sty m:val="p"/>
                            </m:rP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a</m:t>
                          </m:r>
                          <m: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m:rPr>
                              <m:sty m:val="p"/>
                            </m:rP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b</m:t>
                          </m:r>
                          <m:r>
                            <a:rPr lang="en-US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′</m:t>
                          </m:r>
                          <m: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m:rPr>
                              <m:sty m:val="p"/>
                            </m:rP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b</m:t>
                          </m:r>
                          <m: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m:rPr>
                              <m:sty m:val="p"/>
                            </m:rP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c</m:t>
                          </m:r>
                          <m:r>
                            <a:rPr lang="en-US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′</m:t>
                          </m:r>
                          <m: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m:rPr>
                              <m:sty m:val="p"/>
                            </m:rP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c</m:t>
                          </m:r>
                        </m:e>
                      </m:d>
                    </m:oMath>
                  </m:oMathPara>
                </a14:m>
                <a:endParaRPr lang="en-US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32" name="Content Placeholder 4">
                <a:extLst>
                  <a:ext uri="{FF2B5EF4-FFF2-40B4-BE49-F238E27FC236}">
                    <a16:creationId xmlns:a16="http://schemas.microsoft.com/office/drawing/2014/main" id="{E2369E14-FB7F-439F-B8BC-3D00ED9ED33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1745639" y="2802493"/>
                <a:ext cx="3757652" cy="540000"/>
              </a:xfrm>
              <a:prstGeom prst="rect">
                <a:avLst/>
              </a:prstGeom>
              <a:blipFill>
                <a:blip r:embed="rId19"/>
                <a:stretch>
                  <a:fillRect/>
                </a:stretch>
              </a:blipFill>
              <a:ln w="12700" cap="flat" cmpd="sng" algn="ctr">
                <a:noFill/>
                <a:prstDash val="solid"/>
                <a:miter lim="800000"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Content Placeholder 4">
                <a:extLst>
                  <a:ext uri="{FF2B5EF4-FFF2-40B4-BE49-F238E27FC236}">
                    <a16:creationId xmlns:a16="http://schemas.microsoft.com/office/drawing/2014/main" id="{E2369E14-FB7F-439F-B8BC-3D00ED9ED33E}"/>
                  </a:ext>
                </a:extLst>
              </p:cNvPr>
              <p:cNvSpPr txBox="1">
                <a:spLocks/>
              </p:cNvSpPr>
              <p:nvPr/>
            </p:nvSpPr>
            <p:spPr>
              <a:xfrm flipH="1">
                <a:off x="1774450" y="2162994"/>
                <a:ext cx="3724648" cy="540000"/>
              </a:xfrm>
              <a:prstGeom prst="rect">
                <a:avLst/>
              </a:prstGeom>
              <a:noFill/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vert="horz" lIns="91440" tIns="45720" rIns="91440" bIns="45720" rtlCol="0" anchor="ctr">
                <a:noAutofit/>
              </a:bodyPr>
              <a:lstStyle>
                <a:lvl1pPr marL="265113" indent="-265113" algn="just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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809625" indent="-352425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lnSpc>
                    <a:spcPct val="115000"/>
                  </a:lnSpc>
                  <a:spcAft>
                    <a:spcPts val="8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dirty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a</m:t>
                          </m:r>
                          <m: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m:rPr>
                              <m:sty m:val="p"/>
                            </m:rP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a</m:t>
                          </m:r>
                          <m: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′,</m:t>
                          </m:r>
                          <m:r>
                            <m:rPr>
                              <m:sty m:val="p"/>
                            </m:rP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b</m:t>
                          </m:r>
                          <m: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m:rPr>
                              <m:sty m:val="p"/>
                            </m:rP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b</m:t>
                          </m:r>
                          <m: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′,</m:t>
                          </m:r>
                          <m:r>
                            <m:rPr>
                              <m:sty m:val="p"/>
                            </m:rPr>
                            <a:rPr lang="en-US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c</m:t>
                          </m:r>
                          <m: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m:rPr>
                              <m:sty m:val="p"/>
                            </m:rPr>
                            <a:rPr lang="en-US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c</m:t>
                          </m:r>
                          <m: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′</m:t>
                          </m:r>
                        </m:e>
                      </m:d>
                    </m:oMath>
                  </m:oMathPara>
                </a14:m>
                <a:endParaRPr lang="en-US" sz="2800" dirty="0">
                  <a:solidFill>
                    <a:srgbClr val="002060"/>
                  </a:solidFill>
                  <a:latin typeface="+mj-lt"/>
                </a:endParaRPr>
              </a:p>
            </p:txBody>
          </p:sp>
        </mc:Choice>
        <mc:Fallback xmlns="">
          <p:sp>
            <p:nvSpPr>
              <p:cNvPr id="16" name="Content Placeholder 4">
                <a:extLst>
                  <a:ext uri="{FF2B5EF4-FFF2-40B4-BE49-F238E27FC236}">
                    <a16:creationId xmlns:a16="http://schemas.microsoft.com/office/drawing/2014/main" id="{E2369E14-FB7F-439F-B8BC-3D00ED9ED33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1774450" y="2162994"/>
                <a:ext cx="3724648" cy="540000"/>
              </a:xfrm>
              <a:prstGeom prst="rect">
                <a:avLst/>
              </a:prstGeom>
              <a:blipFill>
                <a:blip r:embed="rId20"/>
                <a:stretch>
                  <a:fillRect/>
                </a:stretch>
              </a:blipFill>
              <a:ln w="12700" cap="flat" cmpd="sng" algn="ctr">
                <a:noFill/>
                <a:prstDash val="solid"/>
                <a:miter lim="800000"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Content Placeholder 4">
                <a:extLst>
                  <a:ext uri="{FF2B5EF4-FFF2-40B4-BE49-F238E27FC236}">
                    <a16:creationId xmlns:a16="http://schemas.microsoft.com/office/drawing/2014/main" id="{E2369E14-FB7F-439F-B8BC-3D00ED9ED33E}"/>
                  </a:ext>
                </a:extLst>
              </p:cNvPr>
              <p:cNvSpPr txBox="1">
                <a:spLocks/>
              </p:cNvSpPr>
              <p:nvPr/>
            </p:nvSpPr>
            <p:spPr>
              <a:xfrm flipH="1">
                <a:off x="137884" y="3342493"/>
                <a:ext cx="3029820" cy="540000"/>
              </a:xfrm>
              <a:prstGeom prst="rect">
                <a:avLst/>
              </a:prstGeom>
              <a:noFill/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vert="horz" lIns="91440" tIns="45720" rIns="91440" bIns="45720" rtlCol="0" anchor="ctr">
                <a:noAutofit/>
              </a:bodyPr>
              <a:lstStyle>
                <a:lvl1pPr marL="265113" indent="-265113" algn="just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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809625" indent="-352425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lnSpc>
                    <a:spcPct val="115000"/>
                  </a:lnSpc>
                  <a:spcAft>
                    <a:spcPts val="800"/>
                  </a:spcAft>
                  <a:buNone/>
                </a:pPr>
                <a:r>
                  <a:rPr lang="en-US" sz="2800" dirty="0">
                    <a:solidFill>
                      <a:srgbClr val="002060"/>
                    </a:solidFill>
                    <a:latin typeface="+mj-lt"/>
                  </a:rPr>
                  <a:t>So,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800" b="0" i="0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u</m:t>
                    </m:r>
                    <m:r>
                      <a:rPr lang="en-US" sz="2800" dirty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US" sz="2800" b="0" i="0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v</m:t>
                    </m:r>
                    <m:r>
                      <a:rPr lang="en-US" sz="2800" dirty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sz="2800" b="0" i="0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v</m:t>
                    </m:r>
                    <m:r>
                      <a:rPr lang="en-US" sz="2800" dirty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US" sz="2800" b="0" i="0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u</m:t>
                    </m:r>
                  </m:oMath>
                </a14:m>
                <a:endParaRPr lang="en-US" sz="2800" dirty="0">
                  <a:solidFill>
                    <a:srgbClr val="002060"/>
                  </a:solidFill>
                  <a:latin typeface="+mj-lt"/>
                </a:endParaRPr>
              </a:p>
            </p:txBody>
          </p:sp>
        </mc:Choice>
        <mc:Fallback xmlns="">
          <p:sp>
            <p:nvSpPr>
              <p:cNvPr id="28" name="Content Placeholder 4">
                <a:extLst>
                  <a:ext uri="{FF2B5EF4-FFF2-40B4-BE49-F238E27FC236}">
                    <a16:creationId xmlns:a16="http://schemas.microsoft.com/office/drawing/2014/main" id="{E2369E14-FB7F-439F-B8BC-3D00ED9ED33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137884" y="3342493"/>
                <a:ext cx="3029820" cy="540000"/>
              </a:xfrm>
              <a:prstGeom prst="rect">
                <a:avLst/>
              </a:prstGeom>
              <a:blipFill>
                <a:blip r:embed="rId11"/>
                <a:stretch>
                  <a:fillRect l="-4225" t="-10112" b="-29213"/>
                </a:stretch>
              </a:blipFill>
              <a:ln w="12700" cap="flat" cmpd="sng" algn="ctr">
                <a:noFill/>
                <a:prstDash val="solid"/>
                <a:miter lim="800000"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Right Arrow 3">
            <a:extLst>
              <a:ext uri="{FF2B5EF4-FFF2-40B4-BE49-F238E27FC236}">
                <a16:creationId xmlns:a16="http://schemas.microsoft.com/office/drawing/2014/main" id="{3FE11F38-A8D0-406B-A77F-9DE69C4F1B02}"/>
              </a:ext>
            </a:extLst>
          </p:cNvPr>
          <p:cNvSpPr/>
          <p:nvPr/>
        </p:nvSpPr>
        <p:spPr>
          <a:xfrm flipV="1">
            <a:off x="6464572" y="1327327"/>
            <a:ext cx="144000" cy="180000"/>
          </a:xfrm>
          <a:prstGeom prst="rightArrow">
            <a:avLst/>
          </a:prstGeom>
          <a:gradFill>
            <a:gsLst>
              <a:gs pos="10000">
                <a:srgbClr val="0E47A1"/>
              </a:gs>
              <a:gs pos="100000">
                <a:srgbClr val="03A9F5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Wingdings 3" panose="05040102010807070707" pitchFamily="18" charset="2"/>
              <a:buNone/>
            </a:pPr>
            <a:endParaRPr lang="en-IN" sz="2800" dirty="0">
              <a:solidFill>
                <a:schemeClr val="bg1"/>
              </a:solidFill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F6983D4F-2ED8-401F-BF2C-9E71DB57FE2B}"/>
              </a:ext>
            </a:extLst>
      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6455365" y="850686"/>
            <a:ext cx="5622335" cy="11963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98406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/>
      <p:bldP spid="32" grpId="0"/>
      <p:bldP spid="16" grpId="0"/>
      <p:bldP spid="28" grpId="0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ECFC8A-BC0D-5D72-FE99-20313653BC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1" name="Content Placeholder 4">
                <a:extLst>
                  <a:ext uri="{FF2B5EF4-FFF2-40B4-BE49-F238E27FC236}">
                    <a16:creationId xmlns:a16="http://schemas.microsoft.com/office/drawing/2014/main" id="{C2E3A768-B2DD-49B5-A909-9453EEB041E3}"/>
                  </a:ext>
                </a:extLst>
              </p:cNvPr>
              <p:cNvSpPr txBox="1">
                <a:spLocks/>
              </p:cNvSpPr>
              <p:nvPr/>
            </p:nvSpPr>
            <p:spPr>
              <a:xfrm flipH="1">
                <a:off x="-1" y="865206"/>
                <a:ext cx="5760000" cy="540000"/>
              </a:xfrm>
              <a:prstGeom prst="rect">
                <a:avLst/>
              </a:prstGeom>
              <a:gradFill>
                <a:gsLst>
                  <a:gs pos="10000">
                    <a:srgbClr val="0E47A1"/>
                  </a:gs>
                  <a:gs pos="100000">
                    <a:srgbClr val="03A9F5"/>
                  </a:gs>
                </a:gsLst>
                <a:lin ang="10800000" scaled="1"/>
              </a:gradFill>
              <a:ln>
                <a:noFill/>
              </a:ln>
            </p:spPr>
            <p:txBody>
              <a:bodyPr vert="horz" wrap="square" lIns="91440" tIns="45720" rIns="91440" bIns="45720" numCol="1" anchor="ctr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algn="ctr">
                  <a:defRPr sz="2800">
                    <a:solidFill>
                      <a:schemeClr val="bg1"/>
                    </a:solidFill>
                  </a:defRPr>
                </a:lvl1pPr>
                <a:lvl2pPr>
                  <a:defRPr>
                    <a:solidFill>
                      <a:schemeClr val="tx1"/>
                    </a:solidFill>
                  </a:defRPr>
                </a:lvl2pPr>
                <a:lvl3pPr>
                  <a:defRPr>
                    <a:solidFill>
                      <a:schemeClr val="tx1"/>
                    </a:solidFill>
                  </a:defRPr>
                </a:lvl3pPr>
                <a:lvl4pPr>
                  <a:defRPr>
                    <a:solidFill>
                      <a:schemeClr val="tx1"/>
                    </a:solidFill>
                  </a:defRPr>
                </a:lvl4pPr>
                <a:lvl5pPr>
                  <a:defRPr>
                    <a:solidFill>
                      <a:schemeClr val="tx1"/>
                    </a:solidFill>
                  </a:defRPr>
                </a:lvl5pPr>
                <a:lvl6pPr>
                  <a:defRPr>
                    <a:solidFill>
                      <a:schemeClr val="tx1"/>
                    </a:solidFill>
                  </a:defRPr>
                </a:lvl6pPr>
                <a:lvl7pPr>
                  <a:defRPr>
                    <a:solidFill>
                      <a:schemeClr val="tx1"/>
                    </a:solidFill>
                  </a:defRPr>
                </a:lvl7pPr>
                <a:lvl8pPr>
                  <a:defRPr>
                    <a:solidFill>
                      <a:schemeClr val="tx1"/>
                    </a:solidFill>
                  </a:defRPr>
                </a:lvl8pPr>
                <a:lvl9pPr>
                  <a:defRPr>
                    <a:solidFill>
                      <a:schemeClr val="tx1"/>
                    </a:solidFill>
                  </a:defRPr>
                </a:lvl9pPr>
              </a:lstStyle>
              <a:p>
                <a:pPr algn="l"/>
                <a:r>
                  <a:rPr lang="en-US" b="1" dirty="0"/>
                  <a:t>Axiom 3: </a:t>
                </a:r>
                <a14:m>
                  <m:oMath xmlns:m="http://schemas.openxmlformats.org/officeDocument/2006/math">
                    <m:r>
                      <a:rPr lang="en-US" b="1" dirty="0">
                        <a:latin typeface="Cambria Math" panose="02040503050406030204" pitchFamily="18" charset="0"/>
                      </a:rPr>
                      <m:t>𝐮</m:t>
                    </m:r>
                    <m:r>
                      <a:rPr lang="en-US" b="1" dirty="0">
                        <a:latin typeface="Cambria Math" panose="02040503050406030204" pitchFamily="18" charset="0"/>
                      </a:rPr>
                      <m:t>+</m:t>
                    </m:r>
                    <m:d>
                      <m:dPr>
                        <m:ctrlPr>
                          <a:rPr lang="en-US" b="1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 dirty="0">
                            <a:latin typeface="Cambria Math" panose="02040503050406030204" pitchFamily="18" charset="0"/>
                          </a:rPr>
                          <m:t>𝐯</m:t>
                        </m:r>
                        <m:r>
                          <a:rPr lang="en-US" b="1" dirty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b="1" dirty="0">
                            <a:latin typeface="Cambria Math" panose="02040503050406030204" pitchFamily="18" charset="0"/>
                          </a:rPr>
                          <m:t>𝐰</m:t>
                        </m:r>
                      </m:e>
                    </m:d>
                    <m:r>
                      <a:rPr lang="en-US" b="1" dirty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b="1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 dirty="0">
                            <a:latin typeface="Cambria Math" panose="02040503050406030204" pitchFamily="18" charset="0"/>
                          </a:rPr>
                          <m:t>𝐮</m:t>
                        </m:r>
                        <m:r>
                          <a:rPr lang="en-US" b="1" dirty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b="1" dirty="0">
                            <a:latin typeface="Cambria Math" panose="02040503050406030204" pitchFamily="18" charset="0"/>
                          </a:rPr>
                          <m:t>𝐯</m:t>
                        </m:r>
                      </m:e>
                    </m:d>
                    <m:r>
                      <a:rPr lang="en-US" b="1" dirty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1" dirty="0">
                        <a:latin typeface="Cambria Math" panose="02040503050406030204" pitchFamily="18" charset="0"/>
                      </a:rPr>
                      <m:t>𝐰</m:t>
                    </m:r>
                  </m:oMath>
                </a14:m>
                <a:endParaRPr lang="en-US" b="1" dirty="0"/>
              </a:p>
            </p:txBody>
          </p:sp>
        </mc:Choice>
        <mc:Fallback xmlns="">
          <p:sp>
            <p:nvSpPr>
              <p:cNvPr id="21" name="Content Placeholder 4">
                <a:extLst>
                  <a:ext uri="{FF2B5EF4-FFF2-40B4-BE49-F238E27FC236}">
                    <a16:creationId xmlns:a16="http://schemas.microsoft.com/office/drawing/2014/main" id="{C2E3A768-B2DD-49B5-A909-9453EEB041E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-1" y="865206"/>
                <a:ext cx="5760000" cy="540000"/>
              </a:xfrm>
              <a:prstGeom prst="rect">
                <a:avLst/>
              </a:prstGeom>
              <a:blipFill>
                <a:blip r:embed="rId2"/>
                <a:stretch>
                  <a:fillRect l="-2116" t="-10112" b="-29213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FDFDD70C-3AAE-183B-5AED-36C59E3E9B77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IN" dirty="0"/>
                  <a:t>Method:1 </a:t>
                </a:r>
                <a14:m>
                  <m:oMath xmlns:m="http://schemas.openxmlformats.org/officeDocument/2006/math">
                    <m:r>
                      <a:rPr lang="en-I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⇝</m:t>
                    </m:r>
                  </m:oMath>
                </a14:m>
                <a:r>
                  <a:rPr lang="en-IN" dirty="0"/>
                  <a:t> Example:11(continue)</a:t>
                </a:r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FDFDD70C-3AAE-183B-5AED-36C59E3E9B7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3"/>
                <a:stretch>
                  <a:fillRect l="-400" t="-8547" b="-1965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Content Placeholder 4">
                <a:extLst>
                  <a:ext uri="{FF2B5EF4-FFF2-40B4-BE49-F238E27FC236}">
                    <a16:creationId xmlns:a16="http://schemas.microsoft.com/office/drawing/2014/main" id="{E2369E14-FB7F-439F-B8BC-3D00ED9ED33E}"/>
                  </a:ext>
                </a:extLst>
              </p:cNvPr>
              <p:cNvSpPr txBox="1">
                <a:spLocks/>
              </p:cNvSpPr>
              <p:nvPr/>
            </p:nvSpPr>
            <p:spPr>
              <a:xfrm flipH="1">
                <a:off x="132610" y="1514100"/>
                <a:ext cx="3143989" cy="540000"/>
              </a:xfrm>
              <a:prstGeom prst="rect">
                <a:avLst/>
              </a:prstGeom>
              <a:noFill/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vert="horz" lIns="91440" tIns="45720" rIns="91440" bIns="45720" rtlCol="0" anchor="ctr">
                <a:noAutofit/>
              </a:bodyPr>
              <a:lstStyle>
                <a:lvl1pPr marL="265113" indent="-265113" algn="just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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809625" indent="-352425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lnSpc>
                    <a:spcPct val="115000"/>
                  </a:lnSpc>
                  <a:spcAft>
                    <a:spcPts val="800"/>
                  </a:spcAft>
                  <a:buNone/>
                </a:pPr>
                <a:r>
                  <a:rPr lang="en-US" sz="2800" dirty="0">
                    <a:solidFill>
                      <a:srgbClr val="002060"/>
                    </a:solidFill>
                  </a:rPr>
                  <a:t>Now,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800" dirty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u</m:t>
                    </m:r>
                    <m:r>
                      <a:rPr lang="en-US" sz="2800" dirty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+</m:t>
                    </m:r>
                    <m:d>
                      <m:dPr>
                        <m:ctrlPr>
                          <a:rPr lang="en-US" sz="2800" i="1" dirty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sz="2800" dirty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v</m:t>
                        </m:r>
                        <m:r>
                          <a:rPr lang="en-US" sz="2800" dirty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US" sz="2800" dirty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w</m:t>
                        </m:r>
                      </m:e>
                    </m:d>
                  </m:oMath>
                </a14:m>
                <a:endParaRPr lang="en-US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26" name="Content Placeholder 4">
                <a:extLst>
                  <a:ext uri="{FF2B5EF4-FFF2-40B4-BE49-F238E27FC236}">
                    <a16:creationId xmlns:a16="http://schemas.microsoft.com/office/drawing/2014/main" id="{E2369E14-FB7F-439F-B8BC-3D00ED9ED33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132610" y="1514100"/>
                <a:ext cx="3143989" cy="540000"/>
              </a:xfrm>
              <a:prstGeom prst="rect">
                <a:avLst/>
              </a:prstGeom>
              <a:blipFill>
                <a:blip r:embed="rId4"/>
                <a:stretch>
                  <a:fillRect l="-4078" t="-10112" b="-29213"/>
                </a:stretch>
              </a:blipFill>
              <a:ln w="12700" cap="flat" cmpd="sng" algn="ctr">
                <a:noFill/>
                <a:prstDash val="solid"/>
                <a:miter lim="800000"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Content Placeholder 4">
                <a:extLst>
                  <a:ext uri="{FF2B5EF4-FFF2-40B4-BE49-F238E27FC236}">
                    <a16:creationId xmlns:a16="http://schemas.microsoft.com/office/drawing/2014/main" id="{E2369E14-FB7F-439F-B8BC-3D00ED9ED33E}"/>
                  </a:ext>
                </a:extLst>
              </p:cNvPr>
              <p:cNvSpPr txBox="1">
                <a:spLocks/>
              </p:cNvSpPr>
              <p:nvPr/>
            </p:nvSpPr>
            <p:spPr>
              <a:xfrm flipH="1">
                <a:off x="379224" y="2811888"/>
                <a:ext cx="6141061" cy="540000"/>
              </a:xfrm>
              <a:prstGeom prst="rect">
                <a:avLst/>
              </a:prstGeom>
              <a:noFill/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vert="horz" lIns="91440" tIns="45720" rIns="91440" bIns="45720" rtlCol="0" anchor="ctr">
                <a:noAutofit/>
              </a:bodyPr>
              <a:lstStyle>
                <a:lvl1pPr marL="265113" indent="-265113" algn="just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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809625" indent="-352425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lnSpc>
                    <a:spcPct val="115000"/>
                  </a:lnSpc>
                  <a:spcAft>
                    <a:spcPts val="8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i="0" dirty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a</m:t>
                          </m:r>
                          <m:r>
                            <a:rPr lang="en-US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en-US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n-US" sz="280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a</m:t>
                              </m:r>
                            </m:e>
                            <m:sup>
                              <m:r>
                                <a:rPr lang="en-US" sz="2800" b="0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  <m:r>
                            <a:rPr lang="en-US" sz="280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en-US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n-US" sz="280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a</m:t>
                              </m:r>
                            </m:e>
                            <m:sup>
                              <m:r>
                                <a:rPr lang="en-US" sz="2800" b="0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′′</m:t>
                              </m:r>
                            </m:sup>
                          </m:sSup>
                          <m:r>
                            <a:rPr lang="en-US" sz="280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m:rPr>
                              <m:sty m:val="p"/>
                            </m:rPr>
                            <a:rPr lang="en-US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b</m:t>
                          </m:r>
                          <m:r>
                            <a:rPr lang="en-US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en-US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n-US" sz="280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b</m:t>
                              </m:r>
                            </m:e>
                            <m:sup>
                              <m:r>
                                <a:rPr lang="en-US" sz="2800" b="0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  <m:r>
                            <a:rPr lang="en-US" sz="280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en-US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n-US" sz="280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b</m:t>
                              </m:r>
                            </m:e>
                            <m:sup>
                              <m:r>
                                <a:rPr lang="en-US" sz="2800" b="0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′′</m:t>
                              </m:r>
                            </m:sup>
                          </m:sSup>
                          <m:r>
                            <a:rPr lang="en-US" sz="280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m:rPr>
                              <m:sty m:val="p"/>
                            </m:rPr>
                            <a:rPr lang="en-US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c</m:t>
                          </m:r>
                          <m:r>
                            <a:rPr lang="en-US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m:rPr>
                              <m:sty m:val="p"/>
                            </m:rPr>
                            <a:rPr lang="en-US" sz="280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c</m:t>
                          </m:r>
                          <m:r>
                            <a:rPr lang="en-US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′</m:t>
                          </m:r>
                          <m:r>
                            <a:rPr lang="en-US" sz="280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m:rPr>
                              <m:sty m:val="p"/>
                            </m:rPr>
                            <a:rPr lang="en-US" sz="280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c</m:t>
                          </m:r>
                          <m:r>
                            <a:rPr lang="en-US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′′</m:t>
                          </m:r>
                        </m:e>
                      </m:d>
                    </m:oMath>
                  </m:oMathPara>
                </a14:m>
                <a:endParaRPr lang="en-US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32" name="Content Placeholder 4">
                <a:extLst>
                  <a:ext uri="{FF2B5EF4-FFF2-40B4-BE49-F238E27FC236}">
                    <a16:creationId xmlns:a16="http://schemas.microsoft.com/office/drawing/2014/main" id="{E2369E14-FB7F-439F-B8BC-3D00ED9ED33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379224" y="2811888"/>
                <a:ext cx="6141061" cy="54000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ln w="12700" cap="flat" cmpd="sng" algn="ctr">
                <a:noFill/>
                <a:prstDash val="solid"/>
                <a:miter lim="800000"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Content Placeholder 4">
                <a:extLst>
                  <a:ext uri="{FF2B5EF4-FFF2-40B4-BE49-F238E27FC236}">
                    <a16:creationId xmlns:a16="http://schemas.microsoft.com/office/drawing/2014/main" id="{E2369E14-FB7F-439F-B8BC-3D00ED9ED33E}"/>
                  </a:ext>
                </a:extLst>
              </p:cNvPr>
              <p:cNvSpPr txBox="1">
                <a:spLocks/>
              </p:cNvSpPr>
              <p:nvPr/>
            </p:nvSpPr>
            <p:spPr>
              <a:xfrm flipH="1">
                <a:off x="379224" y="2162994"/>
                <a:ext cx="5896350" cy="540000"/>
              </a:xfrm>
              <a:prstGeom prst="rect">
                <a:avLst/>
              </a:prstGeom>
              <a:noFill/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vert="horz" lIns="91440" tIns="45720" rIns="91440" bIns="45720" rtlCol="0" anchor="ctr">
                <a:noAutofit/>
              </a:bodyPr>
              <a:lstStyle>
                <a:lvl1pPr marL="265113" indent="-265113" algn="just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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809625" indent="-352425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lnSpc>
                    <a:spcPct val="115000"/>
                  </a:lnSpc>
                  <a:spcAft>
                    <a:spcPts val="8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a</m:t>
                          </m:r>
                          <m: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m:rPr>
                              <m:sty m:val="p"/>
                            </m:rP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b</m:t>
                          </m:r>
                          <m: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m:rPr>
                              <m:sty m:val="p"/>
                            </m:rP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c</m:t>
                          </m:r>
                        </m:e>
                      </m:d>
                      <m:r>
                        <a:rPr lang="en-US" sz="2800" dirty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d>
                        <m:dPr>
                          <m:ctrlP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a</m:t>
                              </m:r>
                            </m:e>
                            <m:sup>
                              <m: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  <m: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en-US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a</m:t>
                              </m:r>
                            </m:e>
                            <m:sup>
                              <m: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′′</m:t>
                              </m:r>
                            </m:sup>
                          </m:sSup>
                          <m: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sSup>
                            <m:sSupPr>
                              <m:ctrlPr>
                                <a:rPr lang="en-US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b</m:t>
                              </m:r>
                            </m:e>
                            <m:sup>
                              <m: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  <m: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en-US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b</m:t>
                              </m:r>
                            </m:e>
                            <m:sup>
                              <m: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′′</m:t>
                              </m:r>
                            </m:sup>
                          </m:sSup>
                          <m: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sSup>
                            <m:sSupPr>
                              <m:ctrlPr>
                                <a:rPr lang="en-US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c</m:t>
                              </m:r>
                            </m:e>
                            <m:sup>
                              <m: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  <m: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m:rPr>
                              <m:sty m:val="p"/>
                            </m:rP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c</m:t>
                          </m:r>
                          <m: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′′</m:t>
                          </m:r>
                        </m:e>
                      </m:d>
                    </m:oMath>
                  </m:oMathPara>
                </a14:m>
                <a:endParaRPr lang="en-US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16" name="Content Placeholder 4">
                <a:extLst>
                  <a:ext uri="{FF2B5EF4-FFF2-40B4-BE49-F238E27FC236}">
                    <a16:creationId xmlns:a16="http://schemas.microsoft.com/office/drawing/2014/main" id="{E2369E14-FB7F-439F-B8BC-3D00ED9ED33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379224" y="2162994"/>
                <a:ext cx="5896350" cy="54000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  <a:ln w="12700" cap="flat" cmpd="sng" algn="ctr">
                <a:noFill/>
                <a:prstDash val="solid"/>
                <a:miter lim="800000"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Content Placeholder 4">
                <a:extLst>
                  <a:ext uri="{FF2B5EF4-FFF2-40B4-BE49-F238E27FC236}">
                    <a16:creationId xmlns:a16="http://schemas.microsoft.com/office/drawing/2014/main" id="{E2369E14-FB7F-439F-B8BC-3D00ED9ED33E}"/>
                  </a:ext>
                </a:extLst>
              </p:cNvPr>
              <p:cNvSpPr txBox="1">
                <a:spLocks/>
              </p:cNvSpPr>
              <p:nvPr/>
            </p:nvSpPr>
            <p:spPr>
              <a:xfrm flipH="1">
                <a:off x="145205" y="5430530"/>
                <a:ext cx="5353893" cy="540000"/>
              </a:xfrm>
              <a:prstGeom prst="rect">
                <a:avLst/>
              </a:prstGeom>
              <a:noFill/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vert="horz" lIns="91440" tIns="45720" rIns="91440" bIns="45720" rtlCol="0" anchor="ctr">
                <a:noAutofit/>
              </a:bodyPr>
              <a:lstStyle>
                <a:lvl1pPr marL="265113" indent="-265113" algn="just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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809625" indent="-352425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lnSpc>
                    <a:spcPct val="115000"/>
                  </a:lnSpc>
                  <a:spcAft>
                    <a:spcPts val="800"/>
                  </a:spcAft>
                  <a:buNone/>
                </a:pPr>
                <a:r>
                  <a:rPr lang="en-US" sz="2800" dirty="0">
                    <a:solidFill>
                      <a:srgbClr val="002060"/>
                    </a:solidFill>
                    <a:latin typeface="+mj-lt"/>
                  </a:rPr>
                  <a:t>So,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800" b="0" i="0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u</m:t>
                    </m:r>
                    <m:r>
                      <a:rPr lang="en-US" sz="2800" dirty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+</m:t>
                    </m:r>
                    <m:d>
                      <m:dPr>
                        <m:ctrlPr>
                          <a:rPr lang="en-US" sz="2800" b="0" i="1" dirty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sz="2800" b="0" i="0" dirty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v</m:t>
                        </m:r>
                        <m:r>
                          <a:rPr lang="en-US" sz="2800" dirty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US" sz="2800" b="0" i="0" dirty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w</m:t>
                        </m:r>
                      </m:e>
                    </m:d>
                    <m:r>
                      <a:rPr lang="en-US" sz="2800" dirty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sz="2800" b="0" i="1" dirty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sz="2800" b="0" i="0" dirty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u</m:t>
                        </m:r>
                        <m:r>
                          <a:rPr lang="en-US" sz="2800" dirty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US" sz="2800" b="0" i="0" dirty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v</m:t>
                        </m:r>
                      </m:e>
                    </m:d>
                    <m:r>
                      <a:rPr lang="en-US" sz="2800" dirty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US" sz="2800" b="0" i="0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w</m:t>
                    </m:r>
                  </m:oMath>
                </a14:m>
                <a:endParaRPr lang="en-US" sz="2800" dirty="0">
                  <a:solidFill>
                    <a:srgbClr val="002060"/>
                  </a:solidFill>
                  <a:latin typeface="+mj-lt"/>
                </a:endParaRPr>
              </a:p>
            </p:txBody>
          </p:sp>
        </mc:Choice>
        <mc:Fallback xmlns="">
          <p:sp>
            <p:nvSpPr>
              <p:cNvPr id="30" name="Content Placeholder 4">
                <a:extLst>
                  <a:ext uri="{FF2B5EF4-FFF2-40B4-BE49-F238E27FC236}">
                    <a16:creationId xmlns:a16="http://schemas.microsoft.com/office/drawing/2014/main" id="{E2369E14-FB7F-439F-B8BC-3D00ED9ED33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145205" y="5430530"/>
                <a:ext cx="5353893" cy="540000"/>
              </a:xfrm>
              <a:prstGeom prst="rect">
                <a:avLst/>
              </a:prstGeom>
              <a:blipFill>
                <a:blip r:embed="rId8"/>
                <a:stretch>
                  <a:fillRect l="-2392" t="-10227" b="-29545"/>
                </a:stretch>
              </a:blipFill>
              <a:ln w="12700" cap="flat" cmpd="sng" algn="ctr">
                <a:noFill/>
                <a:prstDash val="solid"/>
                <a:miter lim="800000"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Right Arrow 3">
            <a:extLst>
              <a:ext uri="{FF2B5EF4-FFF2-40B4-BE49-F238E27FC236}">
                <a16:creationId xmlns:a16="http://schemas.microsoft.com/office/drawing/2014/main" id="{3FE11F38-A8D0-406B-A77F-9DE69C4F1B02}"/>
              </a:ext>
            </a:extLst>
          </p:cNvPr>
          <p:cNvSpPr/>
          <p:nvPr/>
        </p:nvSpPr>
        <p:spPr>
          <a:xfrm flipV="1">
            <a:off x="6464572" y="1327327"/>
            <a:ext cx="144000" cy="180000"/>
          </a:xfrm>
          <a:prstGeom prst="rightArrow">
            <a:avLst/>
          </a:prstGeom>
          <a:gradFill>
            <a:gsLst>
              <a:gs pos="10000">
                <a:srgbClr val="0E47A1"/>
              </a:gs>
              <a:gs pos="100000">
                <a:srgbClr val="03A9F5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Wingdings 3" panose="05040102010807070707" pitchFamily="18" charset="2"/>
              <a:buNone/>
            </a:pPr>
            <a:endParaRPr lang="en-IN" sz="2800" dirty="0">
              <a:solidFill>
                <a:schemeClr val="bg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Content Placeholder 4">
                <a:extLst>
                  <a:ext uri="{FF2B5EF4-FFF2-40B4-BE49-F238E27FC236}">
                    <a16:creationId xmlns:a16="http://schemas.microsoft.com/office/drawing/2014/main" id="{E2369E14-FB7F-439F-B8BC-3D00ED9ED33E}"/>
                  </a:ext>
                </a:extLst>
              </p:cNvPr>
              <p:cNvSpPr txBox="1">
                <a:spLocks/>
              </p:cNvSpPr>
              <p:nvPr/>
            </p:nvSpPr>
            <p:spPr>
              <a:xfrm flipH="1">
                <a:off x="132610" y="3498178"/>
                <a:ext cx="3143989" cy="540000"/>
              </a:xfrm>
              <a:prstGeom prst="rect">
                <a:avLst/>
              </a:prstGeom>
              <a:noFill/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vert="horz" lIns="91440" tIns="45720" rIns="91440" bIns="45720" rtlCol="0" anchor="ctr">
                <a:noAutofit/>
              </a:bodyPr>
              <a:lstStyle>
                <a:lvl1pPr marL="265113" indent="-265113" algn="just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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809625" indent="-352425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lnSpc>
                    <a:spcPct val="115000"/>
                  </a:lnSpc>
                  <a:spcAft>
                    <a:spcPts val="800"/>
                  </a:spcAft>
                  <a:buNone/>
                </a:pPr>
                <a:r>
                  <a:rPr lang="en-US" sz="2800" dirty="0">
                    <a:solidFill>
                      <a:srgbClr val="002060"/>
                    </a:solidFill>
                  </a:rPr>
                  <a:t>Now,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2800" i="1" dirty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sz="2800" dirty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u</m:t>
                        </m:r>
                        <m:r>
                          <a:rPr lang="en-US" sz="2800" dirty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US" sz="2800" dirty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v</m:t>
                        </m:r>
                      </m:e>
                    </m:d>
                    <m:r>
                      <a:rPr lang="en-US" sz="2800" dirty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US" sz="2800" dirty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w</m:t>
                    </m:r>
                  </m:oMath>
                </a14:m>
                <a:endParaRPr lang="en-US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22" name="Content Placeholder 4">
                <a:extLst>
                  <a:ext uri="{FF2B5EF4-FFF2-40B4-BE49-F238E27FC236}">
                    <a16:creationId xmlns:a16="http://schemas.microsoft.com/office/drawing/2014/main" id="{E2369E14-FB7F-439F-B8BC-3D00ED9ED33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132610" y="3498178"/>
                <a:ext cx="3143989" cy="540000"/>
              </a:xfrm>
              <a:prstGeom prst="rect">
                <a:avLst/>
              </a:prstGeom>
              <a:blipFill>
                <a:blip r:embed="rId10"/>
                <a:stretch>
                  <a:fillRect l="-4078" t="-10227" b="-29545"/>
                </a:stretch>
              </a:blipFill>
              <a:ln w="12700" cap="flat" cmpd="sng" algn="ctr">
                <a:noFill/>
                <a:prstDash val="solid"/>
                <a:miter lim="800000"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Content Placeholder 4">
                <a:extLst>
                  <a:ext uri="{FF2B5EF4-FFF2-40B4-BE49-F238E27FC236}">
                    <a16:creationId xmlns:a16="http://schemas.microsoft.com/office/drawing/2014/main" id="{E2369E14-FB7F-439F-B8BC-3D00ED9ED33E}"/>
                  </a:ext>
                </a:extLst>
              </p:cNvPr>
              <p:cNvSpPr txBox="1">
                <a:spLocks/>
              </p:cNvSpPr>
              <p:nvPr/>
            </p:nvSpPr>
            <p:spPr>
              <a:xfrm flipH="1">
                <a:off x="379224" y="4795966"/>
                <a:ext cx="6141061" cy="540000"/>
              </a:xfrm>
              <a:prstGeom prst="rect">
                <a:avLst/>
              </a:prstGeom>
              <a:noFill/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vert="horz" lIns="91440" tIns="45720" rIns="91440" bIns="45720" rtlCol="0" anchor="ctr">
                <a:noAutofit/>
              </a:bodyPr>
              <a:lstStyle>
                <a:lvl1pPr marL="265113" indent="-265113" algn="just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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809625" indent="-352425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lnSpc>
                    <a:spcPct val="115000"/>
                  </a:lnSpc>
                  <a:spcAft>
                    <a:spcPts val="8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i="0" dirty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a</m:t>
                          </m:r>
                          <m:r>
                            <a:rPr lang="en-US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en-US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n-US" sz="280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a</m:t>
                              </m:r>
                            </m:e>
                            <m:sup>
                              <m:r>
                                <a:rPr lang="en-US" sz="2800" b="0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  <m:r>
                            <a:rPr lang="en-US" sz="280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en-US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n-US" sz="280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a</m:t>
                              </m:r>
                            </m:e>
                            <m:sup>
                              <m:r>
                                <a:rPr lang="en-US" sz="2800" b="0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′′</m:t>
                              </m:r>
                            </m:sup>
                          </m:sSup>
                          <m:r>
                            <a:rPr lang="en-US" sz="280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m:rPr>
                              <m:sty m:val="p"/>
                            </m:rPr>
                            <a:rPr lang="en-US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b</m:t>
                          </m:r>
                          <m:r>
                            <a:rPr lang="en-US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en-US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n-US" sz="280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b</m:t>
                              </m:r>
                            </m:e>
                            <m:sup>
                              <m:r>
                                <a:rPr lang="en-US" sz="2800" b="0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  <m:r>
                            <a:rPr lang="en-US" sz="280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en-US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n-US" sz="280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b</m:t>
                              </m:r>
                            </m:e>
                            <m:sup>
                              <m:r>
                                <a:rPr lang="en-US" sz="2800" b="0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′′</m:t>
                              </m:r>
                            </m:sup>
                          </m:sSup>
                          <m:r>
                            <a:rPr lang="en-US" sz="280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m:rPr>
                              <m:sty m:val="p"/>
                            </m:rPr>
                            <a:rPr lang="en-US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c</m:t>
                          </m:r>
                          <m:r>
                            <a:rPr lang="en-US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m:rPr>
                              <m:sty m:val="p"/>
                            </m:rPr>
                            <a:rPr lang="en-US" sz="280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c</m:t>
                          </m:r>
                          <m:r>
                            <a:rPr lang="en-US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′</m:t>
                          </m:r>
                          <m:r>
                            <a:rPr lang="en-US" sz="280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m:rPr>
                              <m:sty m:val="p"/>
                            </m:rPr>
                            <a:rPr lang="en-US" sz="280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c</m:t>
                          </m:r>
                          <m:r>
                            <a:rPr lang="en-US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′′</m:t>
                          </m:r>
                        </m:e>
                      </m:d>
                    </m:oMath>
                  </m:oMathPara>
                </a14:m>
                <a:endParaRPr lang="en-US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24" name="Content Placeholder 4">
                <a:extLst>
                  <a:ext uri="{FF2B5EF4-FFF2-40B4-BE49-F238E27FC236}">
                    <a16:creationId xmlns:a16="http://schemas.microsoft.com/office/drawing/2014/main" id="{E2369E14-FB7F-439F-B8BC-3D00ED9ED33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379224" y="4795966"/>
                <a:ext cx="6141061" cy="540000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  <a:ln w="12700" cap="flat" cmpd="sng" algn="ctr">
                <a:noFill/>
                <a:prstDash val="solid"/>
                <a:miter lim="800000"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Content Placeholder 4">
                <a:extLst>
                  <a:ext uri="{FF2B5EF4-FFF2-40B4-BE49-F238E27FC236}">
                    <a16:creationId xmlns:a16="http://schemas.microsoft.com/office/drawing/2014/main" id="{E2369E14-FB7F-439F-B8BC-3D00ED9ED33E}"/>
                  </a:ext>
                </a:extLst>
              </p:cNvPr>
              <p:cNvSpPr txBox="1">
                <a:spLocks/>
              </p:cNvSpPr>
              <p:nvPr/>
            </p:nvSpPr>
            <p:spPr>
              <a:xfrm flipH="1">
                <a:off x="350196" y="4147072"/>
                <a:ext cx="5896350" cy="540000"/>
              </a:xfrm>
              <a:prstGeom prst="rect">
                <a:avLst/>
              </a:prstGeom>
              <a:noFill/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vert="horz" lIns="91440" tIns="45720" rIns="91440" bIns="45720" rtlCol="0" anchor="ctr">
                <a:noAutofit/>
              </a:bodyPr>
              <a:lstStyle>
                <a:lvl1pPr marL="265113" indent="-265113" algn="just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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809625" indent="-352425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lnSpc>
                    <a:spcPct val="115000"/>
                  </a:lnSpc>
                  <a:spcAft>
                    <a:spcPts val="8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a</m:t>
                          </m:r>
                          <m:r>
                            <a:rPr lang="en-US" sz="280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en-US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n-US" sz="280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a</m:t>
                              </m:r>
                            </m:e>
                            <m:sup>
                              <m:r>
                                <a:rPr lang="en-US" sz="280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  <m:r>
                            <a:rPr lang="en-US" sz="280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m:rPr>
                              <m:sty m:val="p"/>
                            </m:rPr>
                            <a:rPr lang="en-US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b</m:t>
                          </m:r>
                          <m:r>
                            <a:rPr lang="en-US" sz="280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en-US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n-US" sz="280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b</m:t>
                              </m:r>
                            </m:e>
                            <m:sup>
                              <m:r>
                                <a:rPr lang="en-US" sz="280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  <m:r>
                            <a:rPr lang="en-US" sz="280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m:rPr>
                              <m:sty m:val="p"/>
                            </m:rPr>
                            <a:rPr lang="en-US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c</m:t>
                          </m:r>
                          <m:r>
                            <a:rPr lang="en-US" sz="280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m:rPr>
                              <m:sty m:val="p"/>
                            </m:rPr>
                            <a:rPr lang="en-US" sz="280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c</m:t>
                          </m:r>
                          <m:r>
                            <a:rPr lang="en-US" sz="280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′</m:t>
                          </m:r>
                        </m:e>
                      </m:d>
                      <m:r>
                        <a:rPr lang="en-US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d>
                        <m:dPr>
                          <m:ctrlP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sz="280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a</m:t>
                          </m:r>
                          <m:r>
                            <a:rPr lang="en-US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′′</m:t>
                          </m:r>
                          <m:r>
                            <a:rPr lang="en-US" sz="280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m:rPr>
                              <m:sty m:val="p"/>
                            </m:rPr>
                            <a:rPr lang="en-US" sz="280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b</m:t>
                          </m:r>
                          <m:r>
                            <a:rPr lang="en-US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′′</m:t>
                          </m:r>
                          <m:r>
                            <a:rPr lang="en-US" sz="280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m:rPr>
                              <m:sty m:val="p"/>
                            </m:rPr>
                            <a:rPr lang="en-US" sz="280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c</m:t>
                          </m:r>
                          <m:r>
                            <a:rPr lang="en-US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′′</m:t>
                          </m:r>
                        </m:e>
                      </m:d>
                    </m:oMath>
                  </m:oMathPara>
                </a14:m>
                <a:endParaRPr lang="en-US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25" name="Content Placeholder 4">
                <a:extLst>
                  <a:ext uri="{FF2B5EF4-FFF2-40B4-BE49-F238E27FC236}">
                    <a16:creationId xmlns:a16="http://schemas.microsoft.com/office/drawing/2014/main" id="{E2369E14-FB7F-439F-B8BC-3D00ED9ED33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350196" y="4147072"/>
                <a:ext cx="5896350" cy="540000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  <a:ln w="12700" cap="flat" cmpd="sng" algn="ctr">
                <a:noFill/>
                <a:prstDash val="solid"/>
                <a:miter lim="800000"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4" name="Picture 13">
            <a:extLst>
              <a:ext uri="{FF2B5EF4-FFF2-40B4-BE49-F238E27FC236}">
                <a16:creationId xmlns:a16="http://schemas.microsoft.com/office/drawing/2014/main" id="{375EEC01-6E38-4186-A1EE-AB945B4C368E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455365" y="850686"/>
            <a:ext cx="5622335" cy="11963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24704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/>
      <p:bldP spid="32" grpId="0"/>
      <p:bldP spid="16" grpId="0"/>
      <p:bldP spid="30" grpId="0"/>
      <p:bldP spid="22" grpId="0"/>
      <p:bldP spid="24" grpId="0"/>
      <p:bldP spid="25" grpId="0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ECFC8A-BC0D-5D72-FE99-20313653BC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1" name="Content Placeholder 4">
                <a:extLst>
                  <a:ext uri="{FF2B5EF4-FFF2-40B4-BE49-F238E27FC236}">
                    <a16:creationId xmlns:a16="http://schemas.microsoft.com/office/drawing/2014/main" id="{C2E3A768-B2DD-49B5-A909-9453EEB041E3}"/>
                  </a:ext>
                </a:extLst>
              </p:cNvPr>
              <p:cNvSpPr txBox="1">
                <a:spLocks/>
              </p:cNvSpPr>
              <p:nvPr/>
            </p:nvSpPr>
            <p:spPr>
              <a:xfrm flipH="1">
                <a:off x="-1" y="865206"/>
                <a:ext cx="5499100" cy="540000"/>
              </a:xfrm>
              <a:prstGeom prst="rect">
                <a:avLst/>
              </a:prstGeom>
              <a:gradFill>
                <a:gsLst>
                  <a:gs pos="10000">
                    <a:srgbClr val="0E47A1"/>
                  </a:gs>
                  <a:gs pos="100000">
                    <a:srgbClr val="03A9F5"/>
                  </a:gs>
                </a:gsLst>
                <a:lin ang="10800000" scaled="1"/>
              </a:gradFill>
              <a:ln>
                <a:noFill/>
              </a:ln>
            </p:spPr>
            <p:txBody>
              <a:bodyPr vert="horz" wrap="square" lIns="91440" tIns="45720" rIns="91440" bIns="45720" numCol="1" anchor="ctr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algn="ctr">
                  <a:defRPr sz="2800">
                    <a:solidFill>
                      <a:schemeClr val="bg1"/>
                    </a:solidFill>
                  </a:defRPr>
                </a:lvl1pPr>
                <a:lvl2pPr>
                  <a:defRPr>
                    <a:solidFill>
                      <a:schemeClr val="tx1"/>
                    </a:solidFill>
                  </a:defRPr>
                </a:lvl2pPr>
                <a:lvl3pPr>
                  <a:defRPr>
                    <a:solidFill>
                      <a:schemeClr val="tx1"/>
                    </a:solidFill>
                  </a:defRPr>
                </a:lvl3pPr>
                <a:lvl4pPr>
                  <a:defRPr>
                    <a:solidFill>
                      <a:schemeClr val="tx1"/>
                    </a:solidFill>
                  </a:defRPr>
                </a:lvl4pPr>
                <a:lvl5pPr>
                  <a:defRPr>
                    <a:solidFill>
                      <a:schemeClr val="tx1"/>
                    </a:solidFill>
                  </a:defRPr>
                </a:lvl5pPr>
                <a:lvl6pPr>
                  <a:defRPr>
                    <a:solidFill>
                      <a:schemeClr val="tx1"/>
                    </a:solidFill>
                  </a:defRPr>
                </a:lvl6pPr>
                <a:lvl7pPr>
                  <a:defRPr>
                    <a:solidFill>
                      <a:schemeClr val="tx1"/>
                    </a:solidFill>
                  </a:defRPr>
                </a:lvl7pPr>
                <a:lvl8pPr>
                  <a:defRPr>
                    <a:solidFill>
                      <a:schemeClr val="tx1"/>
                    </a:solidFill>
                  </a:defRPr>
                </a:lvl8pPr>
                <a:lvl9pPr>
                  <a:defRPr>
                    <a:solidFill>
                      <a:schemeClr val="tx1"/>
                    </a:solidFill>
                  </a:defRPr>
                </a:lvl9pPr>
              </a:lstStyle>
              <a:p>
                <a:pPr algn="l"/>
                <a:r>
                  <a:rPr lang="en-US" b="1" dirty="0"/>
                  <a:t>Axiom 4: </a:t>
                </a:r>
                <a14:m>
                  <m:oMath xmlns:m="http://schemas.openxmlformats.org/officeDocument/2006/math">
                    <m:r>
                      <a:rPr lang="en-US" b="1" i="0" dirty="0" smtClean="0">
                        <a:latin typeface="Cambria Math" panose="02040503050406030204" pitchFamily="18" charset="0"/>
                      </a:rPr>
                      <m:t>𝐮</m:t>
                    </m:r>
                    <m:r>
                      <a:rPr lang="en-US" b="1" i="0" dirty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1" i="0" dirty="0" smtClean="0">
                        <a:latin typeface="Cambria Math" panose="02040503050406030204" pitchFamily="18" charset="0"/>
                      </a:rPr>
                      <m:t>𝐞</m:t>
                    </m:r>
                    <m:r>
                      <a:rPr lang="en-US" b="1" i="0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1" i="0" dirty="0" smtClean="0">
                        <a:latin typeface="Cambria Math" panose="02040503050406030204" pitchFamily="18" charset="0"/>
                      </a:rPr>
                      <m:t>𝐮</m:t>
                    </m:r>
                  </m:oMath>
                </a14:m>
                <a:endParaRPr lang="en-US" b="1" dirty="0"/>
              </a:p>
            </p:txBody>
          </p:sp>
        </mc:Choice>
        <mc:Fallback xmlns="">
          <p:sp>
            <p:nvSpPr>
              <p:cNvPr id="21" name="Content Placeholder 4">
                <a:extLst>
                  <a:ext uri="{FF2B5EF4-FFF2-40B4-BE49-F238E27FC236}">
                    <a16:creationId xmlns:a16="http://schemas.microsoft.com/office/drawing/2014/main" id="{C2E3A768-B2DD-49B5-A909-9453EEB041E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-1" y="865206"/>
                <a:ext cx="5499100" cy="540000"/>
              </a:xfrm>
              <a:prstGeom prst="rect">
                <a:avLst/>
              </a:prstGeom>
              <a:blipFill>
                <a:blip r:embed="rId2"/>
                <a:stretch>
                  <a:fillRect l="-2217" t="-10112" b="-29213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FDFDD70C-3AAE-183B-5AED-36C59E3E9B77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IN" dirty="0"/>
                  <a:t>Method:1 </a:t>
                </a:r>
                <a14:m>
                  <m:oMath xmlns:m="http://schemas.openxmlformats.org/officeDocument/2006/math">
                    <m:r>
                      <a:rPr lang="en-I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⇝</m:t>
                    </m:r>
                  </m:oMath>
                </a14:m>
                <a:r>
                  <a:rPr lang="en-IN" dirty="0"/>
                  <a:t> Example:11(continue)</a:t>
                </a:r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FDFDD70C-3AAE-183B-5AED-36C59E3E9B7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3"/>
                <a:stretch>
                  <a:fillRect l="-400" t="-8547" b="-1965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Content Placeholder 4">
                <a:extLst>
                  <a:ext uri="{FF2B5EF4-FFF2-40B4-BE49-F238E27FC236}">
                    <a16:creationId xmlns:a16="http://schemas.microsoft.com/office/drawing/2014/main" id="{E2369E14-FB7F-439F-B8BC-3D00ED9ED33E}"/>
                  </a:ext>
                </a:extLst>
              </p:cNvPr>
              <p:cNvSpPr txBox="1">
                <a:spLocks/>
              </p:cNvSpPr>
              <p:nvPr/>
            </p:nvSpPr>
            <p:spPr>
              <a:xfrm flipH="1">
                <a:off x="132607" y="1514100"/>
                <a:ext cx="5366492" cy="898650"/>
              </a:xfrm>
              <a:prstGeom prst="rect">
                <a:avLst/>
              </a:prstGeom>
              <a:noFill/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vert="horz" lIns="91440" tIns="45720" rIns="91440" bIns="45720" rtlCol="0" anchor="ctr">
                <a:noAutofit/>
              </a:bodyPr>
              <a:lstStyle>
                <a:lvl1pPr marL="265113" indent="-265113" algn="just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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809625" indent="-352425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lnSpc>
                    <a:spcPct val="115000"/>
                  </a:lnSpc>
                  <a:spcAft>
                    <a:spcPts val="800"/>
                  </a:spcAft>
                  <a:buNone/>
                </a:pPr>
                <a:r>
                  <a:rPr lang="en-US" sz="2800" dirty="0">
                    <a:solidFill>
                      <a:srgbClr val="002060"/>
                    </a:solidFill>
                    <a:latin typeface="+mj-lt"/>
                  </a:rPr>
                  <a:t>Let,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800" b="0" i="0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e</m:t>
                    </m:r>
                    <m:r>
                      <a:rPr lang="en-US" sz="2800" b="0" i="0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sz="2800" b="0" i="1" dirty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800" b="0" i="1" dirty="0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sz="2800" b="0" i="0" dirty="0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a</m:t>
                            </m:r>
                          </m:e>
                          <m:sub>
                            <m:r>
                              <a:rPr lang="en-US" sz="2800" b="0" i="0" dirty="0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sz="2800" b="0" i="0" dirty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sz="2800" b="0" i="1" dirty="0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sz="2800" b="0" i="0" dirty="0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b</m:t>
                            </m:r>
                          </m:e>
                          <m:sub>
                            <m:r>
                              <a:rPr lang="en-US" sz="2800" b="0" i="0" dirty="0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sz="2800" b="0" i="0" dirty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sz="2800" b="0" i="1" dirty="0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sz="2800" b="0" i="0" dirty="0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c</m:t>
                            </m:r>
                          </m:e>
                          <m:sub>
                            <m:r>
                              <a:rPr lang="en-US" sz="2800" b="0" i="0" dirty="0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  <m:r>
                      <a:rPr lang="en-US" sz="2800" dirty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US" sz="2800" b="0" i="0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V</m:t>
                    </m:r>
                  </m:oMath>
                </a14:m>
                <a:r>
                  <a:rPr lang="en-US" sz="2800" dirty="0">
                    <a:solidFill>
                      <a:srgbClr val="002060"/>
                    </a:solidFill>
                    <a:latin typeface="+mj-lt"/>
                  </a:rPr>
                  <a:t> such that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800" b="0" i="0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u</m:t>
                    </m:r>
                    <m:r>
                      <a:rPr lang="en-US" sz="2800" dirty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US" sz="2800" b="0" i="0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e</m:t>
                    </m:r>
                    <m:r>
                      <a:rPr lang="en-US" sz="2800" dirty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sz="2800" b="0" i="0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u</m:t>
                    </m:r>
                  </m:oMath>
                </a14:m>
                <a:r>
                  <a:rPr lang="en-US" sz="2800" dirty="0">
                    <a:solidFill>
                      <a:srgbClr val="002060"/>
                    </a:solidFill>
                    <a:latin typeface="+mj-lt"/>
                  </a:rPr>
                  <a:t>. </a:t>
                </a:r>
              </a:p>
            </p:txBody>
          </p:sp>
        </mc:Choice>
        <mc:Fallback xmlns="">
          <p:sp>
            <p:nvSpPr>
              <p:cNvPr id="26" name="Content Placeholder 4">
                <a:extLst>
                  <a:ext uri="{FF2B5EF4-FFF2-40B4-BE49-F238E27FC236}">
                    <a16:creationId xmlns:a16="http://schemas.microsoft.com/office/drawing/2014/main" id="{E2369E14-FB7F-439F-B8BC-3D00ED9ED33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132607" y="1514100"/>
                <a:ext cx="5366492" cy="898650"/>
              </a:xfrm>
              <a:prstGeom prst="rect">
                <a:avLst/>
              </a:prstGeom>
              <a:blipFill>
                <a:blip r:embed="rId16"/>
                <a:stretch>
                  <a:fillRect l="-2386" t="-12838" r="-2273" b="-25000"/>
                </a:stretch>
              </a:blipFill>
              <a:ln w="12700" cap="flat" cmpd="sng" algn="ctr">
                <a:noFill/>
                <a:prstDash val="solid"/>
                <a:miter lim="800000"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Content Placeholder 4">
                <a:extLst>
                  <a:ext uri="{FF2B5EF4-FFF2-40B4-BE49-F238E27FC236}">
                    <a16:creationId xmlns:a16="http://schemas.microsoft.com/office/drawing/2014/main" id="{E2369E14-FB7F-439F-B8BC-3D00ED9ED33E}"/>
                  </a:ext>
                </a:extLst>
              </p:cNvPr>
              <p:cNvSpPr txBox="1">
                <a:spLocks/>
              </p:cNvSpPr>
              <p:nvPr/>
            </p:nvSpPr>
            <p:spPr>
              <a:xfrm flipH="1">
                <a:off x="520006" y="3162366"/>
                <a:ext cx="5233093" cy="540000"/>
              </a:xfrm>
              <a:prstGeom prst="rect">
                <a:avLst/>
              </a:prstGeom>
              <a:noFill/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vert="horz" lIns="91440" tIns="45720" rIns="91440" bIns="45720" rtlCol="0" anchor="ctr">
                <a:noAutofit/>
              </a:bodyPr>
              <a:lstStyle>
                <a:lvl1pPr marL="265113" indent="-265113" algn="just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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809625" indent="-352425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lnSpc>
                    <a:spcPct val="115000"/>
                  </a:lnSpc>
                  <a:spcAft>
                    <a:spcPts val="8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i="0" dirty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⇒</m:t>
                      </m:r>
                      <m:d>
                        <m:dPr>
                          <m:ctrlPr>
                            <a:rPr lang="en-US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a</m:t>
                          </m:r>
                          <m:r>
                            <a:rPr lang="en-US" sz="280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m:rPr>
                              <m:sty m:val="p"/>
                            </m:rPr>
                            <a:rPr lang="en-US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b</m:t>
                          </m:r>
                          <m:r>
                            <a:rPr lang="en-US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m:rPr>
                              <m:sty m:val="p"/>
                            </m:rPr>
                            <a:rPr lang="en-US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c</m:t>
                          </m:r>
                        </m:e>
                      </m:d>
                      <m:r>
                        <a:rPr lang="en-US" sz="2800" i="0" dirty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d>
                        <m:dPr>
                          <m:ctrlPr>
                            <a:rPr lang="en-US" sz="2800" i="1" dirty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800" i="1" dirty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2800" i="0" dirty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a</m:t>
                              </m:r>
                            </m:e>
                            <m:sub>
                              <m:r>
                                <a:rPr lang="en-US" sz="2800" i="0" dirty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2800" i="0" dirty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2800" i="1" dirty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2800" i="0" dirty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b</m:t>
                              </m:r>
                            </m:e>
                            <m:sub>
                              <m:r>
                                <a:rPr lang="en-US" sz="2800" i="0" dirty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2800" i="0" dirty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2800" i="1" dirty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2800" i="0" dirty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c</m:t>
                              </m:r>
                            </m:e>
                            <m:sub>
                              <m:r>
                                <a:rPr lang="en-US" sz="2800" i="0" dirty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r>
                        <a:rPr lang="en-US" sz="2800" i="0" dirty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sz="280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a</m:t>
                          </m:r>
                          <m:r>
                            <a:rPr lang="en-US" sz="280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m:rPr>
                              <m:sty m:val="p"/>
                            </m:rPr>
                            <a:rPr lang="en-US" sz="280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b</m:t>
                          </m:r>
                          <m:r>
                            <a:rPr lang="en-US" sz="280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m:rPr>
                              <m:sty m:val="p"/>
                            </m:rPr>
                            <a:rPr lang="en-US" sz="280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c</m:t>
                          </m:r>
                        </m:e>
                      </m:d>
                    </m:oMath>
                  </m:oMathPara>
                </a14:m>
                <a:endParaRPr lang="en-US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32" name="Content Placeholder 4">
                <a:extLst>
                  <a:ext uri="{FF2B5EF4-FFF2-40B4-BE49-F238E27FC236}">
                    <a16:creationId xmlns:a16="http://schemas.microsoft.com/office/drawing/2014/main" id="{E2369E14-FB7F-439F-B8BC-3D00ED9ED33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520006" y="3162366"/>
                <a:ext cx="5233093" cy="540000"/>
              </a:xfrm>
              <a:prstGeom prst="rect">
                <a:avLst/>
              </a:prstGeom>
              <a:blipFill>
                <a:blip r:embed="rId24"/>
                <a:stretch>
                  <a:fillRect/>
                </a:stretch>
              </a:blipFill>
              <a:ln w="12700" cap="flat" cmpd="sng" algn="ctr">
                <a:noFill/>
                <a:prstDash val="solid"/>
                <a:miter lim="800000"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Content Placeholder 4">
                <a:extLst>
                  <a:ext uri="{FF2B5EF4-FFF2-40B4-BE49-F238E27FC236}">
                    <a16:creationId xmlns:a16="http://schemas.microsoft.com/office/drawing/2014/main" id="{E2369E14-FB7F-439F-B8BC-3D00ED9ED33E}"/>
                  </a:ext>
                </a:extLst>
              </p:cNvPr>
              <p:cNvSpPr txBox="1">
                <a:spLocks/>
              </p:cNvSpPr>
              <p:nvPr/>
            </p:nvSpPr>
            <p:spPr>
              <a:xfrm flipH="1">
                <a:off x="132608" y="2511206"/>
                <a:ext cx="2813688" cy="540000"/>
              </a:xfrm>
              <a:prstGeom prst="rect">
                <a:avLst/>
              </a:prstGeom>
              <a:noFill/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vert="horz" lIns="91440" tIns="45720" rIns="91440" bIns="45720" rtlCol="0" anchor="ctr">
                <a:noAutofit/>
              </a:bodyPr>
              <a:lstStyle>
                <a:lvl1pPr marL="265113" indent="-265113" algn="just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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809625" indent="-352425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lnSpc>
                    <a:spcPct val="115000"/>
                  </a:lnSpc>
                  <a:spcAft>
                    <a:spcPts val="800"/>
                  </a:spcAft>
                  <a:buNone/>
                </a:pPr>
                <a:r>
                  <a:rPr lang="en-US" sz="2800" dirty="0">
                    <a:solidFill>
                      <a:srgbClr val="002060"/>
                    </a:solidFill>
                    <a:latin typeface="+mj-lt"/>
                  </a:rPr>
                  <a:t>Now,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800" b="0" i="0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u</m:t>
                    </m:r>
                    <m:r>
                      <a:rPr lang="en-US" sz="2800" dirty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US" sz="2800" b="0" i="0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e</m:t>
                    </m:r>
                    <m:r>
                      <a:rPr lang="en-US" sz="2800" dirty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sz="2800" b="0" i="0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u</m:t>
                    </m:r>
                  </m:oMath>
                </a14:m>
                <a:endParaRPr lang="en-US" sz="2800" dirty="0">
                  <a:solidFill>
                    <a:srgbClr val="002060"/>
                  </a:solidFill>
                  <a:latin typeface="+mj-lt"/>
                </a:endParaRPr>
              </a:p>
            </p:txBody>
          </p:sp>
        </mc:Choice>
        <mc:Fallback xmlns="">
          <p:sp>
            <p:nvSpPr>
              <p:cNvPr id="16" name="Content Placeholder 4">
                <a:extLst>
                  <a:ext uri="{FF2B5EF4-FFF2-40B4-BE49-F238E27FC236}">
                    <a16:creationId xmlns:a16="http://schemas.microsoft.com/office/drawing/2014/main" id="{E2369E14-FB7F-439F-B8BC-3D00ED9ED33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132608" y="2511206"/>
                <a:ext cx="2813688" cy="540000"/>
              </a:xfrm>
              <a:prstGeom prst="rect">
                <a:avLst/>
              </a:prstGeom>
              <a:blipFill>
                <a:blip r:embed="rId25"/>
                <a:stretch>
                  <a:fillRect l="-4555" t="-10112" b="-28090"/>
                </a:stretch>
              </a:blipFill>
              <a:ln w="12700" cap="flat" cmpd="sng" algn="ctr">
                <a:noFill/>
                <a:prstDash val="solid"/>
                <a:miter lim="800000"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Content Placeholder 4">
                <a:extLst>
                  <a:ext uri="{FF2B5EF4-FFF2-40B4-BE49-F238E27FC236}">
                    <a16:creationId xmlns:a16="http://schemas.microsoft.com/office/drawing/2014/main" id="{E2369E14-FB7F-439F-B8BC-3D00ED9ED33E}"/>
                  </a:ext>
                </a:extLst>
              </p:cNvPr>
              <p:cNvSpPr txBox="1">
                <a:spLocks/>
              </p:cNvSpPr>
              <p:nvPr/>
            </p:nvSpPr>
            <p:spPr>
              <a:xfrm flipH="1">
                <a:off x="135394" y="5682014"/>
                <a:ext cx="8616719" cy="540000"/>
              </a:xfrm>
              <a:prstGeom prst="rect">
                <a:avLst/>
              </a:prstGeom>
              <a:noFill/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vert="horz" lIns="91440" tIns="45720" rIns="91440" bIns="45720" rtlCol="0" anchor="ctr">
                <a:noAutofit/>
              </a:bodyPr>
              <a:lstStyle>
                <a:lvl1pPr marL="265113" indent="-265113" algn="just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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809625" indent="-352425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lnSpc>
                    <a:spcPct val="115000"/>
                  </a:lnSpc>
                  <a:spcAft>
                    <a:spcPts val="800"/>
                  </a:spcAft>
                  <a:buNone/>
                </a:pPr>
                <a:r>
                  <a:rPr lang="en-US" sz="2800" dirty="0">
                    <a:solidFill>
                      <a:srgbClr val="002060"/>
                    </a:solidFill>
                    <a:latin typeface="+mj-lt"/>
                  </a:rPr>
                  <a:t>So,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28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800" b="1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00" b="1" i="0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𝐚</m:t>
                            </m:r>
                          </m:e>
                          <m:sub>
                            <m:r>
                              <a:rPr lang="en-US" sz="2800" b="1" i="0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  <m:r>
                          <a:rPr lang="en-US" sz="2800" b="1" i="0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sz="2800" b="1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00" b="1" i="0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𝐛</m:t>
                            </m:r>
                          </m:e>
                          <m:sub>
                            <m:r>
                              <a:rPr lang="en-US" sz="2800" b="1" i="0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  <m:r>
                          <a:rPr lang="en-US" sz="2800" b="1" i="0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sz="2800" b="1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00" b="1" i="0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𝐜</m:t>
                            </m:r>
                          </m:e>
                          <m:sub>
                            <m:r>
                              <a:rPr lang="en-US" sz="2800" b="1" i="0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</m:e>
                    </m:d>
                    <m:r>
                      <a:rPr lang="en-US" sz="2800" b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sz="28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𝟎</m:t>
                        </m:r>
                        <m:r>
                          <a:rPr lang="en-US" sz="28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8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𝟎</m:t>
                        </m:r>
                        <m:r>
                          <a:rPr lang="en-US" sz="28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8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𝟎</m:t>
                        </m:r>
                      </m:e>
                    </m:d>
                  </m:oMath>
                </a14:m>
                <a:r>
                  <a:rPr lang="en-US" sz="2800" dirty="0">
                    <a:solidFill>
                      <a:srgbClr val="002060"/>
                    </a:solidFill>
                    <a:latin typeface="+mj-lt"/>
                  </a:rPr>
                  <a:t> is the identity element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V</m:t>
                    </m:r>
                  </m:oMath>
                </a14:m>
                <a:r>
                  <a:rPr lang="en-US" sz="2800" dirty="0">
                    <a:solidFill>
                      <a:srgbClr val="002060"/>
                    </a:solidFill>
                    <a:latin typeface="+mj-lt"/>
                  </a:rPr>
                  <a:t>.</a:t>
                </a:r>
              </a:p>
            </p:txBody>
          </p:sp>
        </mc:Choice>
        <mc:Fallback xmlns="">
          <p:sp>
            <p:nvSpPr>
              <p:cNvPr id="18" name="Content Placeholder 4">
                <a:extLst>
                  <a:ext uri="{FF2B5EF4-FFF2-40B4-BE49-F238E27FC236}">
                    <a16:creationId xmlns:a16="http://schemas.microsoft.com/office/drawing/2014/main" id="{E2369E14-FB7F-439F-B8BC-3D00ED9ED33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135394" y="5682014"/>
                <a:ext cx="8616719" cy="540000"/>
              </a:xfrm>
              <a:prstGeom prst="rect">
                <a:avLst/>
              </a:prstGeom>
              <a:blipFill>
                <a:blip r:embed="rId26"/>
                <a:stretch>
                  <a:fillRect l="-1414" t="-6742" b="-31461"/>
                </a:stretch>
              </a:blipFill>
              <a:ln w="12700" cap="flat" cmpd="sng" algn="ctr">
                <a:noFill/>
                <a:prstDash val="solid"/>
                <a:miter lim="800000"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Content Placeholder 4">
                <a:extLst>
                  <a:ext uri="{FF2B5EF4-FFF2-40B4-BE49-F238E27FC236}">
                    <a16:creationId xmlns:a16="http://schemas.microsoft.com/office/drawing/2014/main" id="{E2369E14-FB7F-439F-B8BC-3D00ED9ED33E}"/>
                  </a:ext>
                </a:extLst>
              </p:cNvPr>
              <p:cNvSpPr txBox="1">
                <a:spLocks/>
              </p:cNvSpPr>
              <p:nvPr/>
            </p:nvSpPr>
            <p:spPr>
              <a:xfrm flipH="1">
                <a:off x="520007" y="3810443"/>
                <a:ext cx="5517936" cy="540000"/>
              </a:xfrm>
              <a:prstGeom prst="rect">
                <a:avLst/>
              </a:prstGeom>
              <a:noFill/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vert="horz" lIns="91440" tIns="45720" rIns="91440" bIns="45720" rtlCol="0" anchor="ctr">
                <a:noAutofit/>
              </a:bodyPr>
              <a:lstStyle>
                <a:lvl1pPr marL="265113" indent="-265113" algn="just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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809625" indent="-352425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lnSpc>
                    <a:spcPct val="115000"/>
                  </a:lnSpc>
                  <a:spcAft>
                    <a:spcPts val="8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dirty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⇒</m:t>
                      </m:r>
                      <m:d>
                        <m:dPr>
                          <m:ctrlP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a</m:t>
                          </m:r>
                          <m:r>
                            <a:rPr lang="en-US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sz="2800" i="1" dirty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2800" dirty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a</m:t>
                              </m:r>
                            </m:e>
                            <m:sub>
                              <m:r>
                                <a:rPr lang="en-US" sz="2800" dirty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m:rPr>
                              <m:sty m:val="p"/>
                            </m:rP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b</m:t>
                          </m:r>
                          <m:r>
                            <a:rPr lang="en-US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sz="2800" b="0" i="1" dirty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2800" b="0" i="0" dirty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b</m:t>
                              </m:r>
                            </m:e>
                            <m:sub>
                              <m:r>
                                <a:rPr lang="en-US" sz="2800" dirty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m:rPr>
                              <m:sty m:val="p"/>
                            </m:rP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c</m:t>
                          </m:r>
                          <m:r>
                            <a:rPr lang="en-US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sz="2800" b="0" i="1" dirty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2800" b="0" i="0" dirty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c</m:t>
                              </m:r>
                            </m:e>
                            <m:sub>
                              <m:r>
                                <a:rPr lang="en-US" sz="2800" dirty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r>
                        <a:rPr lang="en-US" sz="2800" dirty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a</m:t>
                          </m:r>
                          <m: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m:rPr>
                              <m:sty m:val="p"/>
                            </m:rP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b</m:t>
                          </m:r>
                          <m: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m:rPr>
                              <m:sty m:val="p"/>
                            </m:rP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c</m:t>
                          </m:r>
                        </m:e>
                      </m:d>
                    </m:oMath>
                  </m:oMathPara>
                </a14:m>
                <a:endParaRPr lang="en-US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22" name="Content Placeholder 4">
                <a:extLst>
                  <a:ext uri="{FF2B5EF4-FFF2-40B4-BE49-F238E27FC236}">
                    <a16:creationId xmlns:a16="http://schemas.microsoft.com/office/drawing/2014/main" id="{E2369E14-FB7F-439F-B8BC-3D00ED9ED33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520007" y="3810443"/>
                <a:ext cx="5517936" cy="540000"/>
              </a:xfrm>
              <a:prstGeom prst="rect">
                <a:avLst/>
              </a:prstGeom>
              <a:blipFill>
                <a:blip r:embed="rId27"/>
                <a:stretch>
                  <a:fillRect/>
                </a:stretch>
              </a:blipFill>
              <a:ln w="12700" cap="flat" cmpd="sng" algn="ctr">
                <a:noFill/>
                <a:prstDash val="solid"/>
                <a:miter lim="800000"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Content Placeholder 4">
                <a:extLst>
                  <a:ext uri="{FF2B5EF4-FFF2-40B4-BE49-F238E27FC236}">
                    <a16:creationId xmlns:a16="http://schemas.microsoft.com/office/drawing/2014/main" id="{E2369E14-FB7F-439F-B8BC-3D00ED9ED33E}"/>
                  </a:ext>
                </a:extLst>
              </p:cNvPr>
              <p:cNvSpPr txBox="1">
                <a:spLocks/>
              </p:cNvSpPr>
              <p:nvPr/>
            </p:nvSpPr>
            <p:spPr>
              <a:xfrm flipH="1">
                <a:off x="6028198" y="2042772"/>
                <a:ext cx="6049502" cy="540000"/>
              </a:xfrm>
              <a:prstGeom prst="rect">
                <a:avLst/>
              </a:prstGeom>
              <a:noFill/>
              <a:ln w="12700" cap="flat" cmpd="sng" algn="ctr">
                <a:solidFill>
                  <a:srgbClr val="FF0000"/>
                </a:solidFill>
                <a:prstDash val="dash"/>
                <a:miter lim="800000"/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vert="horz" lIns="91440" tIns="45720" rIns="91440" bIns="45720" rtlCol="0" anchor="ctr">
                <a:noAutofit/>
              </a:bodyPr>
              <a:lstStyle>
                <a:lvl1pPr marL="265113" indent="-265113" algn="just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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809625" indent="-352425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lnSpc>
                    <a:spcPct val="115000"/>
                  </a:lnSpc>
                  <a:spcAft>
                    <a:spcPts val="800"/>
                  </a:spcAft>
                  <a:buNone/>
                </a:pPr>
                <a:r>
                  <a:rPr lang="en-US" sz="2800" b="1" dirty="0">
                    <a:solidFill>
                      <a:srgbClr val="FF0000"/>
                    </a:solidFill>
                  </a:rPr>
                  <a:t>In general, we use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28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𝟎</m:t>
                        </m:r>
                        <m:r>
                          <a:rPr lang="en-US" sz="28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8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𝟎</m:t>
                        </m:r>
                        <m:r>
                          <a:rPr lang="en-US" sz="28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8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𝟎</m:t>
                        </m:r>
                      </m:e>
                    </m:d>
                  </m:oMath>
                </a14:m>
                <a:r>
                  <a:rPr lang="en-US" sz="2800" b="1" dirty="0">
                    <a:solidFill>
                      <a:srgbClr val="FF0000"/>
                    </a:solidFill>
                  </a:rPr>
                  <a:t> instead of 0.</a:t>
                </a:r>
              </a:p>
            </p:txBody>
          </p:sp>
        </mc:Choice>
        <mc:Fallback xmlns="">
          <p:sp>
            <p:nvSpPr>
              <p:cNvPr id="31" name="Content Placeholder 4">
                <a:extLst>
                  <a:ext uri="{FF2B5EF4-FFF2-40B4-BE49-F238E27FC236}">
                    <a16:creationId xmlns:a16="http://schemas.microsoft.com/office/drawing/2014/main" id="{E2369E14-FB7F-439F-B8BC-3D00ED9ED33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6028198" y="2042772"/>
                <a:ext cx="6049502" cy="540000"/>
              </a:xfrm>
              <a:prstGeom prst="rect">
                <a:avLst/>
              </a:prstGeom>
              <a:blipFill>
                <a:blip r:embed="rId28"/>
                <a:stretch>
                  <a:fillRect l="-2012" t="-8791" b="-27473"/>
                </a:stretch>
              </a:blipFill>
              <a:ln w="12700" cap="flat" cmpd="sng" algn="ctr">
                <a:solidFill>
                  <a:srgbClr val="FF0000"/>
                </a:solidFill>
                <a:prstDash val="dash"/>
                <a:miter lim="800000"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Content Placeholder 4">
                <a:extLst>
                  <a:ext uri="{FF2B5EF4-FFF2-40B4-BE49-F238E27FC236}">
                    <a16:creationId xmlns:a16="http://schemas.microsoft.com/office/drawing/2014/main" id="{E2369E14-FB7F-439F-B8BC-3D00ED9ED33E}"/>
                  </a:ext>
                </a:extLst>
              </p:cNvPr>
              <p:cNvSpPr txBox="1">
                <a:spLocks/>
              </p:cNvSpPr>
              <p:nvPr/>
            </p:nvSpPr>
            <p:spPr>
              <a:xfrm flipH="1">
                <a:off x="550488" y="4455662"/>
                <a:ext cx="8201626" cy="540000"/>
              </a:xfrm>
              <a:prstGeom prst="rect">
                <a:avLst/>
              </a:prstGeom>
              <a:noFill/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vert="horz" lIns="91440" tIns="45720" rIns="91440" bIns="45720" rtlCol="0" anchor="ctr">
                <a:noAutofit/>
              </a:bodyPr>
              <a:lstStyle>
                <a:lvl1pPr marL="265113" indent="-265113" algn="just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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809625" indent="-352425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lnSpc>
                    <a:spcPct val="115000"/>
                  </a:lnSpc>
                  <a:spcAft>
                    <a:spcPts val="800"/>
                  </a:spcAft>
                  <a:buNone/>
                </a:pPr>
                <a14:m>
                  <m:oMath xmlns:m="http://schemas.openxmlformats.org/officeDocument/2006/math">
                    <m:r>
                      <a:rPr lang="en-US" sz="2800" i="0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m:rPr>
                        <m:sty m:val="p"/>
                      </m:rPr>
                      <a:rPr lang="en-US" sz="2800" i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a</m:t>
                    </m:r>
                    <m:r>
                      <a:rPr lang="en-US" sz="2800" i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sz="2800" i="1" dirty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2800" i="0" dirty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a</m:t>
                        </m:r>
                      </m:e>
                      <m:sub>
                        <m:r>
                          <a:rPr lang="en-US" sz="2800" i="0" dirty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800" i="0" dirty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a</m:t>
                    </m:r>
                  </m:oMath>
                </a14:m>
                <a:r>
                  <a:rPr lang="en-US" sz="2800" b="0" dirty="0">
                    <a:solidFill>
                      <a:srgbClr val="002060"/>
                    </a:solidFill>
                    <a:latin typeface="+mj-lt"/>
                  </a:rPr>
                  <a:t>  ,  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800" i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b</m:t>
                    </m:r>
                    <m:r>
                      <a:rPr lang="en-US" sz="2800" i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sz="2800" i="1" dirty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2800" i="0" dirty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b</m:t>
                        </m:r>
                      </m:e>
                      <m:sub>
                        <m:r>
                          <a:rPr lang="en-US" sz="2800" i="0" dirty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800" i="0" dirty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b</m:t>
                    </m:r>
                  </m:oMath>
                </a14:m>
                <a:r>
                  <a:rPr lang="en-US" sz="2800" b="0" dirty="0">
                    <a:solidFill>
                      <a:srgbClr val="002060"/>
                    </a:solidFill>
                    <a:latin typeface="+mj-lt"/>
                  </a:rPr>
                  <a:t>  and  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800" i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c</m:t>
                    </m:r>
                    <m:r>
                      <a:rPr lang="en-US" sz="2800" i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sz="2800" i="1" dirty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2800" i="0" dirty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c</m:t>
                        </m:r>
                      </m:e>
                      <m:sub>
                        <m:r>
                          <a:rPr lang="en-US" sz="2800" i="0" dirty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800" i="0" dirty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c</m:t>
                    </m:r>
                  </m:oMath>
                </a14:m>
                <a:endParaRPr lang="en-US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19" name="Content Placeholder 4">
                <a:extLst>
                  <a:ext uri="{FF2B5EF4-FFF2-40B4-BE49-F238E27FC236}">
                    <a16:creationId xmlns:a16="http://schemas.microsoft.com/office/drawing/2014/main" id="{E2369E14-FB7F-439F-B8BC-3D00ED9ED33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550488" y="4455662"/>
                <a:ext cx="8201626" cy="540000"/>
              </a:xfrm>
              <a:prstGeom prst="rect">
                <a:avLst/>
              </a:prstGeom>
              <a:blipFill>
                <a:blip r:embed="rId29"/>
                <a:stretch>
                  <a:fillRect t="-10227" b="-29545"/>
                </a:stretch>
              </a:blipFill>
              <a:ln w="12700" cap="flat" cmpd="sng" algn="ctr">
                <a:noFill/>
                <a:prstDash val="solid"/>
                <a:miter lim="800000"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Content Placeholder 4">
                <a:extLst>
                  <a:ext uri="{FF2B5EF4-FFF2-40B4-BE49-F238E27FC236}">
                    <a16:creationId xmlns:a16="http://schemas.microsoft.com/office/drawing/2014/main" id="{E2369E14-FB7F-439F-B8BC-3D00ED9ED33E}"/>
                  </a:ext>
                </a:extLst>
              </p:cNvPr>
              <p:cNvSpPr txBox="1">
                <a:spLocks/>
              </p:cNvSpPr>
              <p:nvPr/>
            </p:nvSpPr>
            <p:spPr>
              <a:xfrm flipH="1">
                <a:off x="550488" y="5105227"/>
                <a:ext cx="6982426" cy="540000"/>
              </a:xfrm>
              <a:prstGeom prst="rect">
                <a:avLst/>
              </a:prstGeom>
              <a:noFill/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vert="horz" lIns="91440" tIns="45720" rIns="91440" bIns="45720" rtlCol="0" anchor="ctr">
                <a:noAutofit/>
              </a:bodyPr>
              <a:lstStyle>
                <a:lvl1pPr marL="265113" indent="-265113" algn="just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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809625" indent="-352425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lnSpc>
                    <a:spcPct val="115000"/>
                  </a:lnSpc>
                  <a:spcAft>
                    <a:spcPts val="800"/>
                  </a:spcAft>
                  <a:buNone/>
                </a:pPr>
                <a14:m>
                  <m:oMath xmlns:m="http://schemas.openxmlformats.org/officeDocument/2006/math">
                    <m:r>
                      <a:rPr lang="en-US" sz="2800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⇒</m:t>
                    </m:r>
                    <m:sSub>
                      <m:sSubPr>
                        <m:ctrlPr>
                          <a:rPr lang="en-US" sz="2800" i="1" dirty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2800" dirty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a</m:t>
                        </m:r>
                      </m:e>
                      <m:sub>
                        <m:r>
                          <a:rPr lang="en-US" sz="2800" dirty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800" dirty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en-US" sz="2800" dirty="0">
                    <a:solidFill>
                      <a:srgbClr val="002060"/>
                    </a:solidFill>
                  </a:rPr>
                  <a:t>  ,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i="1" dirty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2800" dirty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b</m:t>
                        </m:r>
                      </m:e>
                      <m:sub>
                        <m:r>
                          <a:rPr lang="en-US" sz="2800" dirty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800" dirty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en-US" sz="2800" dirty="0">
                    <a:solidFill>
                      <a:srgbClr val="002060"/>
                    </a:solidFill>
                  </a:rPr>
                  <a:t>  and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i="1" dirty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2800" dirty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c</m:t>
                        </m:r>
                      </m:e>
                      <m:sub>
                        <m:r>
                          <a:rPr lang="en-US" sz="2800" dirty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800" dirty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endParaRPr lang="en-US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23" name="Content Placeholder 4">
                <a:extLst>
                  <a:ext uri="{FF2B5EF4-FFF2-40B4-BE49-F238E27FC236}">
                    <a16:creationId xmlns:a16="http://schemas.microsoft.com/office/drawing/2014/main" id="{E2369E14-FB7F-439F-B8BC-3D00ED9ED33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550488" y="5105227"/>
                <a:ext cx="6982426" cy="540000"/>
              </a:xfrm>
              <a:prstGeom prst="rect">
                <a:avLst/>
              </a:prstGeom>
              <a:blipFill>
                <a:blip r:embed="rId30"/>
                <a:stretch>
                  <a:fillRect t="-8989" b="-29213"/>
                </a:stretch>
              </a:blipFill>
              <a:ln w="12700" cap="flat" cmpd="sng" algn="ctr">
                <a:noFill/>
                <a:prstDash val="solid"/>
                <a:miter lim="800000"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Right Arrow 3">
            <a:extLst>
              <a:ext uri="{FF2B5EF4-FFF2-40B4-BE49-F238E27FC236}">
                <a16:creationId xmlns:a16="http://schemas.microsoft.com/office/drawing/2014/main" id="{3FE11F38-A8D0-406B-A77F-9DE69C4F1B02}"/>
              </a:ext>
            </a:extLst>
          </p:cNvPr>
          <p:cNvSpPr/>
          <p:nvPr/>
        </p:nvSpPr>
        <p:spPr>
          <a:xfrm flipV="1">
            <a:off x="6464572" y="1327327"/>
            <a:ext cx="144000" cy="180000"/>
          </a:xfrm>
          <a:prstGeom prst="rightArrow">
            <a:avLst/>
          </a:prstGeom>
          <a:gradFill>
            <a:gsLst>
              <a:gs pos="10000">
                <a:srgbClr val="0E47A1"/>
              </a:gs>
              <a:gs pos="100000">
                <a:srgbClr val="03A9F5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Wingdings 3" panose="05040102010807070707" pitchFamily="18" charset="2"/>
              <a:buNone/>
            </a:pPr>
            <a:endParaRPr lang="en-IN" sz="2800" dirty="0">
              <a:solidFill>
                <a:schemeClr val="bg1"/>
              </a:solidFill>
            </a:endParaRPr>
          </a:p>
        </p:txBody>
      </p:sp>
      <p:cxnSp>
        <p:nvCxnSpPr>
          <p:cNvPr id="17" name="Straight Connector 16"/>
          <p:cNvCxnSpPr/>
          <p:nvPr/>
        </p:nvCxnSpPr>
        <p:spPr>
          <a:xfrm flipH="1">
            <a:off x="947546" y="4562420"/>
            <a:ext cx="405357" cy="405357"/>
          </a:xfrm>
          <a:prstGeom prst="line">
            <a:avLst/>
          </a:prstGeom>
          <a:ln w="38100">
            <a:solidFill>
              <a:srgbClr val="FF00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/>
          <p:cNvCxnSpPr/>
          <p:nvPr/>
        </p:nvCxnSpPr>
        <p:spPr>
          <a:xfrm flipH="1">
            <a:off x="2336912" y="4595924"/>
            <a:ext cx="405357" cy="405357"/>
          </a:xfrm>
          <a:prstGeom prst="line">
            <a:avLst/>
          </a:prstGeom>
          <a:ln w="38100">
            <a:solidFill>
              <a:srgbClr val="FF00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/>
          <p:cNvCxnSpPr/>
          <p:nvPr/>
        </p:nvCxnSpPr>
        <p:spPr>
          <a:xfrm flipH="1">
            <a:off x="2962394" y="4559848"/>
            <a:ext cx="405357" cy="405357"/>
          </a:xfrm>
          <a:prstGeom prst="line">
            <a:avLst/>
          </a:prstGeom>
          <a:ln w="38100">
            <a:solidFill>
              <a:srgbClr val="FF00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/>
          <p:cNvCxnSpPr/>
          <p:nvPr/>
        </p:nvCxnSpPr>
        <p:spPr>
          <a:xfrm flipH="1">
            <a:off x="4382242" y="4593352"/>
            <a:ext cx="405357" cy="405357"/>
          </a:xfrm>
          <a:prstGeom prst="line">
            <a:avLst/>
          </a:prstGeom>
          <a:ln w="38100">
            <a:solidFill>
              <a:srgbClr val="FF00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/>
          <p:cNvCxnSpPr/>
          <p:nvPr/>
        </p:nvCxnSpPr>
        <p:spPr>
          <a:xfrm flipH="1">
            <a:off x="5524198" y="4559848"/>
            <a:ext cx="405357" cy="405357"/>
          </a:xfrm>
          <a:prstGeom prst="line">
            <a:avLst/>
          </a:prstGeom>
          <a:ln w="38100">
            <a:solidFill>
              <a:srgbClr val="FF00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/>
          <p:cNvCxnSpPr/>
          <p:nvPr/>
        </p:nvCxnSpPr>
        <p:spPr>
          <a:xfrm flipH="1">
            <a:off x="6837366" y="4593352"/>
            <a:ext cx="405357" cy="405357"/>
          </a:xfrm>
          <a:prstGeom prst="line">
            <a:avLst/>
          </a:prstGeom>
          <a:ln w="38100">
            <a:solidFill>
              <a:srgbClr val="FF00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3" name="Picture 32">
            <a:extLst>
              <a:ext uri="{FF2B5EF4-FFF2-40B4-BE49-F238E27FC236}">
                <a16:creationId xmlns:a16="http://schemas.microsoft.com/office/drawing/2014/main" id="{691644FE-3996-44D2-A3EB-30BD80DA0B47}"/>
              </a:ext>
            </a:extLst>
          </p:cNvPr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6455365" y="850686"/>
            <a:ext cx="5622335" cy="11963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22606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0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3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9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/>
      <p:bldP spid="32" grpId="0"/>
      <p:bldP spid="16" grpId="0"/>
      <p:bldP spid="18" grpId="0"/>
      <p:bldP spid="22" grpId="0"/>
      <p:bldP spid="31" grpId="0" animBg="1"/>
      <p:bldP spid="19" grpId="0"/>
      <p:bldP spid="23" grpId="0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ECFC8A-BC0D-5D72-FE99-20313653BC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1" name="Content Placeholder 4">
                <a:extLst>
                  <a:ext uri="{FF2B5EF4-FFF2-40B4-BE49-F238E27FC236}">
                    <a16:creationId xmlns:a16="http://schemas.microsoft.com/office/drawing/2014/main" id="{C2E3A768-B2DD-49B5-A909-9453EEB041E3}"/>
                  </a:ext>
                </a:extLst>
              </p:cNvPr>
              <p:cNvSpPr txBox="1">
                <a:spLocks/>
              </p:cNvSpPr>
              <p:nvPr/>
            </p:nvSpPr>
            <p:spPr>
              <a:xfrm flipH="1">
                <a:off x="-1" y="865206"/>
                <a:ext cx="5499100" cy="540000"/>
              </a:xfrm>
              <a:prstGeom prst="rect">
                <a:avLst/>
              </a:prstGeom>
              <a:gradFill>
                <a:gsLst>
                  <a:gs pos="10000">
                    <a:srgbClr val="0E47A1"/>
                  </a:gs>
                  <a:gs pos="100000">
                    <a:srgbClr val="03A9F5"/>
                  </a:gs>
                </a:gsLst>
                <a:lin ang="10800000" scaled="1"/>
              </a:gradFill>
              <a:ln>
                <a:noFill/>
              </a:ln>
            </p:spPr>
            <p:txBody>
              <a:bodyPr vert="horz" wrap="square" lIns="91440" tIns="45720" rIns="91440" bIns="45720" numCol="1" anchor="ctr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algn="ctr">
                  <a:defRPr sz="2800">
                    <a:solidFill>
                      <a:schemeClr val="bg1"/>
                    </a:solidFill>
                  </a:defRPr>
                </a:lvl1pPr>
                <a:lvl2pPr>
                  <a:defRPr>
                    <a:solidFill>
                      <a:schemeClr val="tx1"/>
                    </a:solidFill>
                  </a:defRPr>
                </a:lvl2pPr>
                <a:lvl3pPr>
                  <a:defRPr>
                    <a:solidFill>
                      <a:schemeClr val="tx1"/>
                    </a:solidFill>
                  </a:defRPr>
                </a:lvl3pPr>
                <a:lvl4pPr>
                  <a:defRPr>
                    <a:solidFill>
                      <a:schemeClr val="tx1"/>
                    </a:solidFill>
                  </a:defRPr>
                </a:lvl4pPr>
                <a:lvl5pPr>
                  <a:defRPr>
                    <a:solidFill>
                      <a:schemeClr val="tx1"/>
                    </a:solidFill>
                  </a:defRPr>
                </a:lvl5pPr>
                <a:lvl6pPr>
                  <a:defRPr>
                    <a:solidFill>
                      <a:schemeClr val="tx1"/>
                    </a:solidFill>
                  </a:defRPr>
                </a:lvl6pPr>
                <a:lvl7pPr>
                  <a:defRPr>
                    <a:solidFill>
                      <a:schemeClr val="tx1"/>
                    </a:solidFill>
                  </a:defRPr>
                </a:lvl7pPr>
                <a:lvl8pPr>
                  <a:defRPr>
                    <a:solidFill>
                      <a:schemeClr val="tx1"/>
                    </a:solidFill>
                  </a:defRPr>
                </a:lvl8pPr>
                <a:lvl9pPr>
                  <a:defRPr>
                    <a:solidFill>
                      <a:schemeClr val="tx1"/>
                    </a:solidFill>
                  </a:defRPr>
                </a:lvl9pPr>
              </a:lstStyle>
              <a:p>
                <a:pPr algn="l"/>
                <a:r>
                  <a:rPr lang="en-US" b="1" dirty="0"/>
                  <a:t>Axiom 5: </a:t>
                </a:r>
                <a14:m>
                  <m:oMath xmlns:m="http://schemas.openxmlformats.org/officeDocument/2006/math">
                    <m:r>
                      <a:rPr lang="en-US" b="1" i="0" dirty="0" smtClean="0">
                        <a:latin typeface="Cambria Math" panose="02040503050406030204" pitchFamily="18" charset="0"/>
                      </a:rPr>
                      <m:t>𝐮</m:t>
                    </m:r>
                    <m:r>
                      <a:rPr lang="en-US" b="1" i="0" dirty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1" i="0" dirty="0" smtClean="0">
                        <a:latin typeface="Cambria Math" panose="02040503050406030204" pitchFamily="18" charset="0"/>
                      </a:rPr>
                      <m:t>𝐰</m:t>
                    </m:r>
                    <m:r>
                      <a:rPr lang="en-US" b="1" i="0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1" i="0" dirty="0" smtClean="0">
                        <a:latin typeface="Cambria Math" panose="02040503050406030204" pitchFamily="18" charset="0"/>
                      </a:rPr>
                      <m:t>𝟎</m:t>
                    </m:r>
                  </m:oMath>
                </a14:m>
                <a:endParaRPr lang="en-US" b="1" dirty="0"/>
              </a:p>
            </p:txBody>
          </p:sp>
        </mc:Choice>
        <mc:Fallback xmlns="">
          <p:sp>
            <p:nvSpPr>
              <p:cNvPr id="21" name="Content Placeholder 4">
                <a:extLst>
                  <a:ext uri="{FF2B5EF4-FFF2-40B4-BE49-F238E27FC236}">
                    <a16:creationId xmlns:a16="http://schemas.microsoft.com/office/drawing/2014/main" id="{C2E3A768-B2DD-49B5-A909-9453EEB041E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-1" y="865206"/>
                <a:ext cx="5499100" cy="540000"/>
              </a:xfrm>
              <a:prstGeom prst="rect">
                <a:avLst/>
              </a:prstGeom>
              <a:blipFill>
                <a:blip r:embed="rId2"/>
                <a:stretch>
                  <a:fillRect l="-2217" t="-10112" b="-29213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FDFDD70C-3AAE-183B-5AED-36C59E3E9B77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IN" dirty="0"/>
                  <a:t>Method:1 </a:t>
                </a:r>
                <a14:m>
                  <m:oMath xmlns:m="http://schemas.openxmlformats.org/officeDocument/2006/math">
                    <m:r>
                      <a:rPr lang="en-I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⇝</m:t>
                    </m:r>
                  </m:oMath>
                </a14:m>
                <a:r>
                  <a:rPr lang="en-IN" dirty="0"/>
                  <a:t> Example:11(continue)</a:t>
                </a:r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FDFDD70C-3AAE-183B-5AED-36C59E3E9B7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3"/>
                <a:stretch>
                  <a:fillRect l="-400" t="-8547" b="-1965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Content Placeholder 4">
                <a:extLst>
                  <a:ext uri="{FF2B5EF4-FFF2-40B4-BE49-F238E27FC236}">
                    <a16:creationId xmlns:a16="http://schemas.microsoft.com/office/drawing/2014/main" id="{E2369E14-FB7F-439F-B8BC-3D00ED9ED33E}"/>
                  </a:ext>
                </a:extLst>
              </p:cNvPr>
              <p:cNvSpPr txBox="1">
                <a:spLocks/>
              </p:cNvSpPr>
              <p:nvPr/>
            </p:nvSpPr>
            <p:spPr>
              <a:xfrm flipH="1">
                <a:off x="132605" y="1514100"/>
                <a:ext cx="5366494" cy="1011386"/>
              </a:xfrm>
              <a:prstGeom prst="rect">
                <a:avLst/>
              </a:prstGeom>
              <a:noFill/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vert="horz" lIns="91440" tIns="45720" rIns="91440" bIns="45720" rtlCol="0" anchor="ctr">
                <a:noAutofit/>
              </a:bodyPr>
              <a:lstStyle>
                <a:lvl1pPr marL="265113" indent="-265113" algn="just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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809625" indent="-352425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lnSpc>
                    <a:spcPct val="115000"/>
                  </a:lnSpc>
                  <a:spcAft>
                    <a:spcPts val="800"/>
                  </a:spcAft>
                  <a:buNone/>
                </a:pPr>
                <a:r>
                  <a:rPr lang="en-US" sz="2800" dirty="0">
                    <a:solidFill>
                      <a:srgbClr val="002060"/>
                    </a:solidFill>
                  </a:rPr>
                  <a:t>Let,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800" b="0" i="0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w</m:t>
                    </m:r>
                    <m:r>
                      <a:rPr lang="en-US" sz="2800" dirty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sz="2800" i="1" dirty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800" i="1" dirty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sz="2800" dirty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a</m:t>
                            </m:r>
                          </m:e>
                          <m:sub>
                            <m:r>
                              <a:rPr lang="en-US" sz="2800" b="0" i="0" dirty="0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sz="2800" dirty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sz="2800" i="1" dirty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sz="2800" dirty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b</m:t>
                            </m:r>
                          </m:e>
                          <m:sub>
                            <m:r>
                              <a:rPr lang="en-US" sz="2800" b="0" i="0" dirty="0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sz="2800" dirty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sz="2800" i="1" dirty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sz="2800" dirty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c</m:t>
                            </m:r>
                          </m:e>
                          <m:sub>
                            <m:r>
                              <a:rPr lang="en-US" sz="2800" b="0" i="0" dirty="0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  <m:r>
                      <a:rPr lang="en-US" sz="2800" dirty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US" sz="2800" dirty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V</m:t>
                    </m:r>
                  </m:oMath>
                </a14:m>
                <a:r>
                  <a:rPr lang="en-US" sz="2800" dirty="0">
                    <a:solidFill>
                      <a:srgbClr val="002060"/>
                    </a:solidFill>
                  </a:rPr>
                  <a:t> such that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800" dirty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u</m:t>
                    </m:r>
                    <m:r>
                      <a:rPr lang="en-US" sz="2800" dirty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US" sz="2800" b="0" i="0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w</m:t>
                    </m:r>
                    <m:r>
                      <a:rPr lang="en-US" sz="2800" dirty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800" b="0" i="0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en-US" sz="2800" dirty="0">
                    <a:solidFill>
                      <a:srgbClr val="002060"/>
                    </a:solidFill>
                  </a:rPr>
                  <a:t>. </a:t>
                </a:r>
              </a:p>
            </p:txBody>
          </p:sp>
        </mc:Choice>
        <mc:Fallback xmlns="">
          <p:sp>
            <p:nvSpPr>
              <p:cNvPr id="26" name="Content Placeholder 4">
                <a:extLst>
                  <a:ext uri="{FF2B5EF4-FFF2-40B4-BE49-F238E27FC236}">
                    <a16:creationId xmlns:a16="http://schemas.microsoft.com/office/drawing/2014/main" id="{E2369E14-FB7F-439F-B8BC-3D00ED9ED33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132605" y="1514100"/>
                <a:ext cx="5366494" cy="1011386"/>
              </a:xfrm>
              <a:prstGeom prst="rect">
                <a:avLst/>
              </a:prstGeom>
              <a:blipFill>
                <a:blip r:embed="rId13"/>
                <a:stretch>
                  <a:fillRect l="-2386" t="-6024" r="-2273" b="-16867"/>
                </a:stretch>
              </a:blipFill>
              <a:ln w="12700" cap="flat" cmpd="sng" algn="ctr">
                <a:noFill/>
                <a:prstDash val="solid"/>
                <a:miter lim="800000"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Content Placeholder 4">
                <a:extLst>
                  <a:ext uri="{FF2B5EF4-FFF2-40B4-BE49-F238E27FC236}">
                    <a16:creationId xmlns:a16="http://schemas.microsoft.com/office/drawing/2014/main" id="{E2369E14-FB7F-439F-B8BC-3D00ED9ED33E}"/>
                  </a:ext>
                </a:extLst>
              </p:cNvPr>
              <p:cNvSpPr txBox="1">
                <a:spLocks/>
              </p:cNvSpPr>
              <p:nvPr/>
            </p:nvSpPr>
            <p:spPr>
              <a:xfrm flipH="1">
                <a:off x="520008" y="3162371"/>
                <a:ext cx="5233092" cy="540000"/>
              </a:xfrm>
              <a:prstGeom prst="rect">
                <a:avLst/>
              </a:prstGeom>
              <a:noFill/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vert="horz" lIns="91440" tIns="45720" rIns="91440" bIns="45720" rtlCol="0" anchor="ctr">
                <a:noAutofit/>
              </a:bodyPr>
              <a:lstStyle>
                <a:lvl1pPr marL="265113" indent="-265113" algn="just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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809625" indent="-352425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lnSpc>
                    <a:spcPct val="115000"/>
                  </a:lnSpc>
                  <a:spcAft>
                    <a:spcPts val="8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dirty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⇒</m:t>
                      </m:r>
                      <m:d>
                        <m:dPr>
                          <m:ctrlP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a</m:t>
                          </m:r>
                          <m: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m:rPr>
                              <m:sty m:val="p"/>
                            </m:rP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b</m:t>
                          </m:r>
                          <m: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m:rPr>
                              <m:sty m:val="p"/>
                            </m:rP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c</m:t>
                          </m:r>
                        </m:e>
                      </m:d>
                      <m:r>
                        <a:rPr lang="en-US" sz="2800" dirty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d>
                        <m:dPr>
                          <m:ctrlPr>
                            <a:rPr lang="en-US" sz="2800" i="1" dirty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800" i="1" dirty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2800" dirty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a</m:t>
                              </m:r>
                            </m:e>
                            <m:sub>
                              <m:r>
                                <a:rPr lang="en-US" sz="2800" dirty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sz="2800" dirty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2800" i="1" dirty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2800" dirty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b</m:t>
                              </m:r>
                            </m:e>
                            <m:sub>
                              <m:r>
                                <a:rPr lang="en-US" sz="2800" dirty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sz="2800" dirty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2800" i="1" dirty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2800" dirty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c</m:t>
                              </m:r>
                            </m:e>
                            <m:sub>
                              <m:r>
                                <a:rPr lang="en-US" sz="2800" dirty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  <m:r>
                        <a:rPr lang="en-US" sz="2800" dirty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  <m: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0,0</m:t>
                          </m:r>
                        </m:e>
                      </m:d>
                    </m:oMath>
                  </m:oMathPara>
                </a14:m>
                <a:endParaRPr lang="en-US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14" name="Content Placeholder 4">
                <a:extLst>
                  <a:ext uri="{FF2B5EF4-FFF2-40B4-BE49-F238E27FC236}">
                    <a16:creationId xmlns:a16="http://schemas.microsoft.com/office/drawing/2014/main" id="{E2369E14-FB7F-439F-B8BC-3D00ED9ED33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520008" y="3162371"/>
                <a:ext cx="5233092" cy="540000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  <a:ln w="12700" cap="flat" cmpd="sng" algn="ctr">
                <a:noFill/>
                <a:prstDash val="solid"/>
                <a:miter lim="800000"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Content Placeholder 4">
                <a:extLst>
                  <a:ext uri="{FF2B5EF4-FFF2-40B4-BE49-F238E27FC236}">
                    <a16:creationId xmlns:a16="http://schemas.microsoft.com/office/drawing/2014/main" id="{E2369E14-FB7F-439F-B8BC-3D00ED9ED33E}"/>
                  </a:ext>
                </a:extLst>
              </p:cNvPr>
              <p:cNvSpPr txBox="1">
                <a:spLocks/>
              </p:cNvSpPr>
              <p:nvPr/>
            </p:nvSpPr>
            <p:spPr>
              <a:xfrm flipH="1">
                <a:off x="132608" y="2511211"/>
                <a:ext cx="2813688" cy="540000"/>
              </a:xfrm>
              <a:prstGeom prst="rect">
                <a:avLst/>
              </a:prstGeom>
              <a:noFill/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vert="horz" lIns="91440" tIns="45720" rIns="91440" bIns="45720" rtlCol="0" anchor="ctr">
                <a:noAutofit/>
              </a:bodyPr>
              <a:lstStyle>
                <a:lvl1pPr marL="265113" indent="-265113" algn="just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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809625" indent="-352425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lnSpc>
                    <a:spcPct val="115000"/>
                  </a:lnSpc>
                  <a:spcAft>
                    <a:spcPts val="800"/>
                  </a:spcAft>
                  <a:buNone/>
                </a:pPr>
                <a:r>
                  <a:rPr lang="en-US" sz="2800" dirty="0">
                    <a:solidFill>
                      <a:srgbClr val="002060"/>
                    </a:solidFill>
                    <a:latin typeface="+mj-lt"/>
                  </a:rPr>
                  <a:t>Now,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800" b="0" i="0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u</m:t>
                    </m:r>
                    <m:r>
                      <a:rPr lang="en-US" sz="2800" dirty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US" sz="2800" b="0" i="0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w</m:t>
                    </m:r>
                    <m:r>
                      <a:rPr lang="en-US" sz="2800" dirty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800" b="0" i="0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endParaRPr lang="en-US" sz="2800" dirty="0">
                  <a:solidFill>
                    <a:srgbClr val="002060"/>
                  </a:solidFill>
                  <a:latin typeface="+mj-lt"/>
                </a:endParaRPr>
              </a:p>
            </p:txBody>
          </p:sp>
        </mc:Choice>
        <mc:Fallback xmlns="">
          <p:sp>
            <p:nvSpPr>
              <p:cNvPr id="15" name="Content Placeholder 4">
                <a:extLst>
                  <a:ext uri="{FF2B5EF4-FFF2-40B4-BE49-F238E27FC236}">
                    <a16:creationId xmlns:a16="http://schemas.microsoft.com/office/drawing/2014/main" id="{E2369E14-FB7F-439F-B8BC-3D00ED9ED33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132608" y="2511211"/>
                <a:ext cx="2813688" cy="540000"/>
              </a:xfrm>
              <a:prstGeom prst="rect">
                <a:avLst/>
              </a:prstGeom>
              <a:blipFill>
                <a:blip r:embed="rId15"/>
                <a:stretch>
                  <a:fillRect l="-4555" t="-10112" b="-28090"/>
                </a:stretch>
              </a:blipFill>
              <a:ln w="12700" cap="flat" cmpd="sng" algn="ctr">
                <a:noFill/>
                <a:prstDash val="solid"/>
                <a:miter lim="800000"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Content Placeholder 4">
                <a:extLst>
                  <a:ext uri="{FF2B5EF4-FFF2-40B4-BE49-F238E27FC236}">
                    <a16:creationId xmlns:a16="http://schemas.microsoft.com/office/drawing/2014/main" id="{E2369E14-FB7F-439F-B8BC-3D00ED9ED33E}"/>
                  </a:ext>
                </a:extLst>
              </p:cNvPr>
              <p:cNvSpPr txBox="1">
                <a:spLocks/>
              </p:cNvSpPr>
              <p:nvPr/>
            </p:nvSpPr>
            <p:spPr>
              <a:xfrm flipH="1">
                <a:off x="132605" y="5731440"/>
                <a:ext cx="8081026" cy="540000"/>
              </a:xfrm>
              <a:prstGeom prst="rect">
                <a:avLst/>
              </a:prstGeom>
              <a:noFill/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vert="horz" lIns="91440" tIns="45720" rIns="91440" bIns="45720" rtlCol="0" anchor="ctr">
                <a:noAutofit/>
              </a:bodyPr>
              <a:lstStyle>
                <a:lvl1pPr marL="265113" indent="-265113" algn="just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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809625" indent="-352425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lnSpc>
                    <a:spcPct val="115000"/>
                  </a:lnSpc>
                  <a:spcAft>
                    <a:spcPts val="800"/>
                  </a:spcAft>
                  <a:buNone/>
                </a:pPr>
                <a:r>
                  <a:rPr lang="en-US" sz="2800" dirty="0">
                    <a:solidFill>
                      <a:srgbClr val="002060"/>
                    </a:solidFill>
                    <a:latin typeface="+mj-lt"/>
                  </a:rPr>
                  <a:t>So,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28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800" b="1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00" b="1" i="0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𝐚</m:t>
                            </m:r>
                          </m:e>
                          <m:sub>
                            <m:r>
                              <a:rPr lang="en-US" sz="2800" b="1" i="0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b>
                        </m:sSub>
                        <m:r>
                          <a:rPr lang="en-US" sz="2800" b="1" i="0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sz="2800" b="1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00" b="1" i="0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𝐛</m:t>
                            </m:r>
                          </m:e>
                          <m:sub>
                            <m:r>
                              <a:rPr lang="en-US" sz="2800" b="1" i="0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b>
                        </m:sSub>
                        <m:r>
                          <a:rPr lang="en-US" sz="2800" b="1" i="0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sz="2800" b="1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00" b="1" i="0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𝐜</m:t>
                            </m:r>
                          </m:e>
                          <m:sub>
                            <m:r>
                              <a:rPr lang="en-US" sz="2800" b="1" i="0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b>
                        </m:sSub>
                      </m:e>
                    </m:d>
                    <m:r>
                      <a:rPr lang="en-US" sz="2800" b="1" i="0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sz="28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b="1" i="0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2800" b="1" i="0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𝐚</m:t>
                        </m:r>
                        <m:r>
                          <a:rPr lang="en-US" sz="2800" b="1" i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800" b="1" i="0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2800" b="1" i="0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𝐛</m:t>
                        </m:r>
                        <m:r>
                          <a:rPr lang="en-US" sz="2800" b="1" i="0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, −</m:t>
                        </m:r>
                        <m:r>
                          <a:rPr lang="en-US" sz="2800" b="1" i="0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𝐜</m:t>
                        </m:r>
                      </m:e>
                    </m:d>
                  </m:oMath>
                </a14:m>
                <a:r>
                  <a:rPr lang="en-US" sz="2800" dirty="0">
                    <a:solidFill>
                      <a:srgbClr val="002060"/>
                    </a:solidFill>
                    <a:latin typeface="+mj-lt"/>
                  </a:rPr>
                  <a:t> is the </a:t>
                </a:r>
                <a:r>
                  <a:rPr lang="en-US" sz="2800" dirty="0">
                    <a:solidFill>
                      <a:srgbClr val="002060"/>
                    </a:solidFill>
                  </a:rPr>
                  <a:t>additive inverse.</a:t>
                </a:r>
              </a:p>
            </p:txBody>
          </p:sp>
        </mc:Choice>
        <mc:Fallback xmlns="">
          <p:sp>
            <p:nvSpPr>
              <p:cNvPr id="23" name="Content Placeholder 4">
                <a:extLst>
                  <a:ext uri="{FF2B5EF4-FFF2-40B4-BE49-F238E27FC236}">
                    <a16:creationId xmlns:a16="http://schemas.microsoft.com/office/drawing/2014/main" id="{E2369E14-FB7F-439F-B8BC-3D00ED9ED33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132605" y="5731440"/>
                <a:ext cx="8081026" cy="540000"/>
              </a:xfrm>
              <a:prstGeom prst="rect">
                <a:avLst/>
              </a:prstGeom>
              <a:blipFill>
                <a:blip r:embed="rId16"/>
                <a:stretch>
                  <a:fillRect l="-1585" t="-10112" r="-75" b="-29213"/>
                </a:stretch>
              </a:blipFill>
              <a:ln w="12700" cap="flat" cmpd="sng" algn="ctr">
                <a:noFill/>
                <a:prstDash val="solid"/>
                <a:miter lim="800000"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Content Placeholder 4">
                <a:extLst>
                  <a:ext uri="{FF2B5EF4-FFF2-40B4-BE49-F238E27FC236}">
                    <a16:creationId xmlns:a16="http://schemas.microsoft.com/office/drawing/2014/main" id="{E2369E14-FB7F-439F-B8BC-3D00ED9ED33E}"/>
                  </a:ext>
                </a:extLst>
              </p:cNvPr>
              <p:cNvSpPr txBox="1">
                <a:spLocks/>
              </p:cNvSpPr>
              <p:nvPr/>
            </p:nvSpPr>
            <p:spPr>
              <a:xfrm flipH="1">
                <a:off x="520005" y="3810448"/>
                <a:ext cx="5488908" cy="540000"/>
              </a:xfrm>
              <a:prstGeom prst="rect">
                <a:avLst/>
              </a:prstGeom>
              <a:noFill/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vert="horz" lIns="91440" tIns="45720" rIns="91440" bIns="45720" rtlCol="0" anchor="ctr">
                <a:noAutofit/>
              </a:bodyPr>
              <a:lstStyle>
                <a:lvl1pPr marL="265113" indent="-265113" algn="just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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809625" indent="-352425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lnSpc>
                    <a:spcPct val="115000"/>
                  </a:lnSpc>
                  <a:spcAft>
                    <a:spcPts val="8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dirty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⇒</m:t>
                      </m:r>
                      <m:d>
                        <m:dPr>
                          <m:ctrlPr>
                            <a:rPr lang="en-US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a</m:t>
                          </m:r>
                          <m:r>
                            <a:rPr lang="en-US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sz="2800" i="1" dirty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2800" i="0" dirty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a</m:t>
                              </m:r>
                            </m:e>
                            <m:sub>
                              <m:r>
                                <a:rPr lang="en-US" sz="2800" b="0" i="0" dirty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sz="280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m:rPr>
                              <m:sty m:val="p"/>
                            </m:rPr>
                            <a:rPr lang="en-US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b</m:t>
                          </m:r>
                          <m: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sz="2800" b="0" i="1" dirty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2800" b="0" i="0" dirty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b</m:t>
                              </m:r>
                            </m:e>
                            <m:sub>
                              <m:r>
                                <a:rPr lang="en-US" sz="2800" b="0" i="0" dirty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sz="2800" b="0" i="1" dirty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m:rPr>
                              <m:sty m:val="p"/>
                            </m:rPr>
                            <a:rPr lang="en-US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c</m:t>
                          </m:r>
                          <m: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sz="2800" b="0" i="1" dirty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2800" b="0" i="0" dirty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c</m:t>
                              </m:r>
                            </m:e>
                            <m:sub>
                              <m:r>
                                <a:rPr lang="en-US" sz="2800" b="0" i="0" dirty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  <m:r>
                        <a:rPr lang="en-US" sz="2800" dirty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  <m: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  <m:r>
                            <a:rPr lang="en-US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,0</m:t>
                          </m:r>
                        </m:e>
                      </m:d>
                    </m:oMath>
                  </m:oMathPara>
                </a14:m>
                <a:endParaRPr lang="en-US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24" name="Content Placeholder 4">
                <a:extLst>
                  <a:ext uri="{FF2B5EF4-FFF2-40B4-BE49-F238E27FC236}">
                    <a16:creationId xmlns:a16="http://schemas.microsoft.com/office/drawing/2014/main" id="{E2369E14-FB7F-439F-B8BC-3D00ED9ED33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520005" y="3810448"/>
                <a:ext cx="5488908" cy="540000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  <a:ln w="12700" cap="flat" cmpd="sng" algn="ctr">
                <a:noFill/>
                <a:prstDash val="solid"/>
                <a:miter lim="800000"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Content Placeholder 4">
                <a:extLst>
                  <a:ext uri="{FF2B5EF4-FFF2-40B4-BE49-F238E27FC236}">
                    <a16:creationId xmlns:a16="http://schemas.microsoft.com/office/drawing/2014/main" id="{E2369E14-FB7F-439F-B8BC-3D00ED9ED33E}"/>
                  </a:ext>
                </a:extLst>
              </p:cNvPr>
              <p:cNvSpPr txBox="1">
                <a:spLocks/>
              </p:cNvSpPr>
              <p:nvPr/>
            </p:nvSpPr>
            <p:spPr>
              <a:xfrm flipH="1">
                <a:off x="520005" y="4457155"/>
                <a:ext cx="7693626" cy="540000"/>
              </a:xfrm>
              <a:prstGeom prst="rect">
                <a:avLst/>
              </a:prstGeom>
              <a:noFill/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vert="horz" lIns="91440" tIns="45720" rIns="91440" bIns="45720" rtlCol="0" anchor="ctr">
                <a:noAutofit/>
              </a:bodyPr>
              <a:lstStyle>
                <a:lvl1pPr marL="265113" indent="-265113" algn="just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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809625" indent="-352425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lnSpc>
                    <a:spcPct val="115000"/>
                  </a:lnSpc>
                  <a:spcAft>
                    <a:spcPts val="800"/>
                  </a:spcAft>
                  <a:buNone/>
                </a:pPr>
                <a14:m>
                  <m:oMath xmlns:m="http://schemas.openxmlformats.org/officeDocument/2006/math">
                    <m:r>
                      <a:rPr lang="en-US" sz="2800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m:rPr>
                        <m:sty m:val="p"/>
                      </m:rPr>
                      <a:rPr lang="en-US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a</m:t>
                    </m:r>
                    <m:r>
                      <a:rPr lang="en-US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sz="2800" i="1" dirty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2800" dirty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a</m:t>
                        </m:r>
                      </m:e>
                      <m:sub>
                        <m:r>
                          <a:rPr lang="en-US" sz="2800" b="0" i="0" dirty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2800" dirty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en-US" sz="2800" dirty="0">
                    <a:solidFill>
                      <a:srgbClr val="002060"/>
                    </a:solidFill>
                  </a:rPr>
                  <a:t>  ,  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b</m:t>
                    </m:r>
                    <m:r>
                      <a:rPr lang="en-US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sz="2800" i="1" dirty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2800" dirty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b</m:t>
                        </m:r>
                      </m:e>
                      <m:sub>
                        <m:r>
                          <a:rPr lang="en-US" sz="2800" b="0" i="0" dirty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2800" dirty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en-US" sz="2800" dirty="0">
                    <a:solidFill>
                      <a:srgbClr val="002060"/>
                    </a:solidFill>
                  </a:rPr>
                  <a:t>  and  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c</m:t>
                    </m:r>
                    <m:r>
                      <a:rPr lang="en-US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sz="2800" i="1" dirty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2800" dirty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c</m:t>
                        </m:r>
                      </m:e>
                      <m:sub>
                        <m:r>
                          <a:rPr lang="en-US" sz="2800" b="0" i="0" dirty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2800" dirty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endParaRPr lang="en-US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25" name="Content Placeholder 4">
                <a:extLst>
                  <a:ext uri="{FF2B5EF4-FFF2-40B4-BE49-F238E27FC236}">
                    <a16:creationId xmlns:a16="http://schemas.microsoft.com/office/drawing/2014/main" id="{E2369E14-FB7F-439F-B8BC-3D00ED9ED33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520005" y="4457155"/>
                <a:ext cx="7693626" cy="540000"/>
              </a:xfrm>
              <a:prstGeom prst="rect">
                <a:avLst/>
              </a:prstGeom>
              <a:blipFill>
                <a:blip r:embed="rId18"/>
                <a:stretch>
                  <a:fillRect t="-10112" b="-29213"/>
                </a:stretch>
              </a:blipFill>
              <a:ln w="12700" cap="flat" cmpd="sng" algn="ctr">
                <a:noFill/>
                <a:prstDash val="solid"/>
                <a:miter lim="800000"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Content Placeholder 4">
                <a:extLst>
                  <a:ext uri="{FF2B5EF4-FFF2-40B4-BE49-F238E27FC236}">
                    <a16:creationId xmlns:a16="http://schemas.microsoft.com/office/drawing/2014/main" id="{E2369E14-FB7F-439F-B8BC-3D00ED9ED33E}"/>
                  </a:ext>
                </a:extLst>
              </p:cNvPr>
              <p:cNvSpPr txBox="1">
                <a:spLocks/>
              </p:cNvSpPr>
              <p:nvPr/>
            </p:nvSpPr>
            <p:spPr>
              <a:xfrm flipH="1">
                <a:off x="520004" y="5103862"/>
                <a:ext cx="5692109" cy="540000"/>
              </a:xfrm>
              <a:prstGeom prst="rect">
                <a:avLst/>
              </a:prstGeom>
              <a:noFill/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vert="horz" lIns="91440" tIns="45720" rIns="91440" bIns="45720" rtlCol="0" anchor="ctr">
                <a:noAutofit/>
              </a:bodyPr>
              <a:lstStyle>
                <a:lvl1pPr marL="265113" indent="-265113" algn="just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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809625" indent="-352425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lnSpc>
                    <a:spcPct val="115000"/>
                  </a:lnSpc>
                  <a:spcAft>
                    <a:spcPts val="800"/>
                  </a:spcAft>
                  <a:buNone/>
                </a:pPr>
                <a14:m>
                  <m:oMath xmlns:m="http://schemas.openxmlformats.org/officeDocument/2006/math">
                    <m:r>
                      <a:rPr lang="en-US" sz="2800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⇒</m:t>
                    </m:r>
                    <m:sSub>
                      <m:sSubPr>
                        <m:ctrlPr>
                          <a:rPr lang="en-US" sz="2800" i="1" dirty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2800" dirty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a</m:t>
                        </m:r>
                      </m:e>
                      <m:sub>
                        <m:r>
                          <a:rPr lang="en-US" sz="2800" dirty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2800" dirty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US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a</m:t>
                    </m:r>
                  </m:oMath>
                </a14:m>
                <a:r>
                  <a:rPr lang="en-US" sz="2800" dirty="0">
                    <a:solidFill>
                      <a:srgbClr val="002060"/>
                    </a:solidFill>
                  </a:rPr>
                  <a:t>  ,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i="1" dirty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2800" dirty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b</m:t>
                        </m:r>
                      </m:e>
                      <m:sub>
                        <m:r>
                          <a:rPr lang="en-US" sz="2800" dirty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2800" dirty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US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b</m:t>
                    </m:r>
                  </m:oMath>
                </a14:m>
                <a:r>
                  <a:rPr lang="en-US" sz="2800" dirty="0">
                    <a:solidFill>
                      <a:srgbClr val="002060"/>
                    </a:solidFill>
                  </a:rPr>
                  <a:t>  and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i="1" dirty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2800" dirty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c</m:t>
                        </m:r>
                      </m:e>
                      <m:sub>
                        <m:r>
                          <a:rPr lang="en-US" sz="2800" b="0" i="0" dirty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2800" dirty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US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c</m:t>
                    </m:r>
                  </m:oMath>
                </a14:m>
                <a:endParaRPr lang="en-US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28" name="Content Placeholder 4">
                <a:extLst>
                  <a:ext uri="{FF2B5EF4-FFF2-40B4-BE49-F238E27FC236}">
                    <a16:creationId xmlns:a16="http://schemas.microsoft.com/office/drawing/2014/main" id="{E2369E14-FB7F-439F-B8BC-3D00ED9ED33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520004" y="5103862"/>
                <a:ext cx="5692109" cy="540000"/>
              </a:xfrm>
              <a:prstGeom prst="rect">
                <a:avLst/>
              </a:prstGeom>
              <a:blipFill>
                <a:blip r:embed="rId19"/>
                <a:stretch>
                  <a:fillRect t="-10112" b="-29213"/>
                </a:stretch>
              </a:blipFill>
              <a:ln w="12700" cap="flat" cmpd="sng" algn="ctr">
                <a:noFill/>
                <a:prstDash val="solid"/>
                <a:miter lim="800000"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" name="Right Arrow 3">
            <a:extLst>
              <a:ext uri="{FF2B5EF4-FFF2-40B4-BE49-F238E27FC236}">
                <a16:creationId xmlns:a16="http://schemas.microsoft.com/office/drawing/2014/main" id="{3FE11F38-A8D0-406B-A77F-9DE69C4F1B02}"/>
              </a:ext>
            </a:extLst>
          </p:cNvPr>
          <p:cNvSpPr/>
          <p:nvPr/>
        </p:nvSpPr>
        <p:spPr>
          <a:xfrm flipV="1">
            <a:off x="6464572" y="1327327"/>
            <a:ext cx="144000" cy="180000"/>
          </a:xfrm>
          <a:prstGeom prst="rightArrow">
            <a:avLst/>
          </a:prstGeom>
          <a:gradFill>
            <a:gsLst>
              <a:gs pos="10000">
                <a:srgbClr val="0E47A1"/>
              </a:gs>
              <a:gs pos="100000">
                <a:srgbClr val="03A9F5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Wingdings 3" panose="05040102010807070707" pitchFamily="18" charset="2"/>
              <a:buNone/>
            </a:pPr>
            <a:endParaRPr lang="en-IN" sz="2800" dirty="0">
              <a:solidFill>
                <a:schemeClr val="bg1"/>
              </a:solidFill>
            </a:endParaRP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836A7BD6-3453-409D-85B7-FC1C3BAEB9DF}"/>
              </a:ext>
            </a:extLst>
      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6455365" y="850686"/>
            <a:ext cx="5622335" cy="11963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48132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/>
      <p:bldP spid="14" grpId="0"/>
      <p:bldP spid="15" grpId="0"/>
      <p:bldP spid="23" grpId="0"/>
      <p:bldP spid="24" grpId="0"/>
      <p:bldP spid="25" grpId="0"/>
      <p:bldP spid="28" grpId="0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ECFC8A-BC0D-5D72-FE99-20313653BC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1" name="Content Placeholder 4">
                <a:extLst>
                  <a:ext uri="{FF2B5EF4-FFF2-40B4-BE49-F238E27FC236}">
                    <a16:creationId xmlns:a16="http://schemas.microsoft.com/office/drawing/2014/main" id="{C2E3A768-B2DD-49B5-A909-9453EEB041E3}"/>
                  </a:ext>
                </a:extLst>
              </p:cNvPr>
              <p:cNvSpPr txBox="1">
                <a:spLocks/>
              </p:cNvSpPr>
              <p:nvPr/>
            </p:nvSpPr>
            <p:spPr>
              <a:xfrm flipH="1">
                <a:off x="-1" y="865206"/>
                <a:ext cx="5499100" cy="540000"/>
              </a:xfrm>
              <a:prstGeom prst="rect">
                <a:avLst/>
              </a:prstGeom>
              <a:gradFill>
                <a:gsLst>
                  <a:gs pos="10000">
                    <a:srgbClr val="0E47A1"/>
                  </a:gs>
                  <a:gs pos="100000">
                    <a:srgbClr val="03A9F5"/>
                  </a:gs>
                </a:gsLst>
                <a:lin ang="10800000" scaled="1"/>
              </a:gradFill>
              <a:ln>
                <a:noFill/>
              </a:ln>
            </p:spPr>
            <p:txBody>
              <a:bodyPr vert="horz" wrap="square" lIns="91440" tIns="45720" rIns="91440" bIns="45720" numCol="1" anchor="ctr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algn="ctr">
                  <a:defRPr sz="2800">
                    <a:solidFill>
                      <a:schemeClr val="bg1"/>
                    </a:solidFill>
                  </a:defRPr>
                </a:lvl1pPr>
                <a:lvl2pPr>
                  <a:defRPr>
                    <a:solidFill>
                      <a:schemeClr val="tx1"/>
                    </a:solidFill>
                  </a:defRPr>
                </a:lvl2pPr>
                <a:lvl3pPr>
                  <a:defRPr>
                    <a:solidFill>
                      <a:schemeClr val="tx1"/>
                    </a:solidFill>
                  </a:defRPr>
                </a:lvl3pPr>
                <a:lvl4pPr>
                  <a:defRPr>
                    <a:solidFill>
                      <a:schemeClr val="tx1"/>
                    </a:solidFill>
                  </a:defRPr>
                </a:lvl4pPr>
                <a:lvl5pPr>
                  <a:defRPr>
                    <a:solidFill>
                      <a:schemeClr val="tx1"/>
                    </a:solidFill>
                  </a:defRPr>
                </a:lvl5pPr>
                <a:lvl6pPr>
                  <a:defRPr>
                    <a:solidFill>
                      <a:schemeClr val="tx1"/>
                    </a:solidFill>
                  </a:defRPr>
                </a:lvl6pPr>
                <a:lvl7pPr>
                  <a:defRPr>
                    <a:solidFill>
                      <a:schemeClr val="tx1"/>
                    </a:solidFill>
                  </a:defRPr>
                </a:lvl7pPr>
                <a:lvl8pPr>
                  <a:defRPr>
                    <a:solidFill>
                      <a:schemeClr val="tx1"/>
                    </a:solidFill>
                  </a:defRPr>
                </a:lvl8pPr>
                <a:lvl9pPr>
                  <a:defRPr>
                    <a:solidFill>
                      <a:schemeClr val="tx1"/>
                    </a:solidFill>
                  </a:defRPr>
                </a:lvl9pPr>
              </a:lstStyle>
              <a:p>
                <a:pPr algn="l"/>
                <a:r>
                  <a:rPr lang="en-US" b="1" dirty="0"/>
                  <a:t>Axiom 6: </a:t>
                </a:r>
                <a14:m>
                  <m:oMath xmlns:m="http://schemas.openxmlformats.org/officeDocument/2006/math">
                    <m:r>
                      <a:rPr lang="en-US" b="1" i="0" dirty="0" smtClean="0">
                        <a:latin typeface="Cambria Math" panose="02040503050406030204" pitchFamily="18" charset="0"/>
                      </a:rPr>
                      <m:t>𝐤</m:t>
                    </m:r>
                    <m:r>
                      <m:rPr>
                        <m:nor/>
                      </m:rPr>
                      <a:rPr lang="en-US" b="1" dirty="0">
                        <a:latin typeface="Cambria Math" panose="02040503050406030204" pitchFamily="18" charset="0"/>
                      </a:rPr>
                      <m:t>⋅</m:t>
                    </m:r>
                    <m:r>
                      <a:rPr lang="en-US" b="1" i="0" dirty="0" smtClean="0">
                        <a:latin typeface="Cambria Math" panose="02040503050406030204" pitchFamily="18" charset="0"/>
                      </a:rPr>
                      <m:t>𝐮</m:t>
                    </m:r>
                    <m:r>
                      <a:rPr lang="en-US" b="1" i="0" dirty="0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b="1" i="0" dirty="0" smtClean="0">
                        <a:latin typeface="Cambria Math" panose="02040503050406030204" pitchFamily="18" charset="0"/>
                      </a:rPr>
                      <m:t>𝐕</m:t>
                    </m:r>
                  </m:oMath>
                </a14:m>
                <a:endParaRPr lang="en-US" b="1" dirty="0"/>
              </a:p>
            </p:txBody>
          </p:sp>
        </mc:Choice>
        <mc:Fallback xmlns="">
          <p:sp>
            <p:nvSpPr>
              <p:cNvPr id="21" name="Content Placeholder 4">
                <a:extLst>
                  <a:ext uri="{FF2B5EF4-FFF2-40B4-BE49-F238E27FC236}">
                    <a16:creationId xmlns:a16="http://schemas.microsoft.com/office/drawing/2014/main" id="{C2E3A768-B2DD-49B5-A909-9453EEB041E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-1" y="865206"/>
                <a:ext cx="5499100" cy="540000"/>
              </a:xfrm>
              <a:prstGeom prst="rect">
                <a:avLst/>
              </a:prstGeom>
              <a:blipFill>
                <a:blip r:embed="rId2"/>
                <a:stretch>
                  <a:fillRect l="-2217" t="-10112" b="-29213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FDFDD70C-3AAE-183B-5AED-36C59E3E9B77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IN" dirty="0"/>
                  <a:t>Method:1 </a:t>
                </a:r>
                <a14:m>
                  <m:oMath xmlns:m="http://schemas.openxmlformats.org/officeDocument/2006/math">
                    <m:r>
                      <a:rPr lang="en-I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⇝</m:t>
                    </m:r>
                  </m:oMath>
                </a14:m>
                <a:r>
                  <a:rPr lang="en-IN" dirty="0"/>
                  <a:t> Example:11(continue)</a:t>
                </a:r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FDFDD70C-3AAE-183B-5AED-36C59E3E9B7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3"/>
                <a:stretch>
                  <a:fillRect l="-400" t="-8547" b="-1965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Content Placeholder 4">
                <a:extLst>
                  <a:ext uri="{FF2B5EF4-FFF2-40B4-BE49-F238E27FC236}">
                    <a16:creationId xmlns:a16="http://schemas.microsoft.com/office/drawing/2014/main" id="{E2369E14-FB7F-439F-B8BC-3D00ED9ED33E}"/>
                  </a:ext>
                </a:extLst>
              </p:cNvPr>
              <p:cNvSpPr txBox="1">
                <a:spLocks/>
              </p:cNvSpPr>
              <p:nvPr/>
            </p:nvSpPr>
            <p:spPr>
              <a:xfrm flipH="1">
                <a:off x="132607" y="1548055"/>
                <a:ext cx="3588492" cy="540000"/>
              </a:xfrm>
              <a:prstGeom prst="rect">
                <a:avLst/>
              </a:prstGeom>
              <a:noFill/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vert="horz" lIns="91440" tIns="45720" rIns="91440" bIns="45720" rtlCol="0" anchor="ctr">
                <a:noAutofit/>
              </a:bodyPr>
              <a:lstStyle>
                <a:lvl1pPr marL="265113" indent="-265113" algn="just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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809625" indent="-352425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lnSpc>
                    <a:spcPct val="115000"/>
                  </a:lnSpc>
                  <a:spcAft>
                    <a:spcPts val="800"/>
                  </a:spcAft>
                  <a:buNone/>
                </a:pPr>
                <a:r>
                  <a:rPr lang="en-US" sz="2800" dirty="0">
                    <a:solidFill>
                      <a:srgbClr val="002060"/>
                    </a:solidFill>
                  </a:rPr>
                  <a:t>Now,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800" b="0" i="0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k</m:t>
                    </m:r>
                    <m:r>
                      <a:rPr lang="en-US" sz="2800" dirty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m:rPr>
                        <m:sty m:val="p"/>
                      </m:rPr>
                      <a:rPr lang="en-US" sz="2800" dirty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u</m:t>
                    </m:r>
                    <m:r>
                      <a:rPr lang="en-US" sz="2800" dirty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sz="2800" b="0" i="0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k</m:t>
                    </m:r>
                    <m:r>
                      <m:rPr>
                        <m:nor/>
                      </m:rPr>
                      <a:rPr lang="en-US" sz="2800" dirty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⋅</m:t>
                    </m:r>
                    <m:d>
                      <m:dPr>
                        <m:ctrlPr>
                          <a:rPr lang="en-US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a</m:t>
                        </m:r>
                        <m:r>
                          <a:rPr lang="en-US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m:rPr>
                            <m:sty m:val="p"/>
                          </m:rPr>
                          <a:rPr lang="en-US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b</m:t>
                        </m:r>
                        <m:r>
                          <a:rPr lang="en-US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m:rPr>
                            <m:sty m:val="p"/>
                          </m:rPr>
                          <a:rPr lang="en-US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c</m:t>
                        </m:r>
                      </m:e>
                    </m:d>
                  </m:oMath>
                </a14:m>
                <a:endParaRPr lang="en-US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19" name="Content Placeholder 4">
                <a:extLst>
                  <a:ext uri="{FF2B5EF4-FFF2-40B4-BE49-F238E27FC236}">
                    <a16:creationId xmlns:a16="http://schemas.microsoft.com/office/drawing/2014/main" id="{E2369E14-FB7F-439F-B8BC-3D00ED9ED33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132607" y="1548055"/>
                <a:ext cx="3588492" cy="540000"/>
              </a:xfrm>
              <a:prstGeom prst="rect">
                <a:avLst/>
              </a:prstGeom>
              <a:blipFill>
                <a:blip r:embed="rId5"/>
                <a:stretch>
                  <a:fillRect l="-3571" t="-6742" b="-31461"/>
                </a:stretch>
              </a:blipFill>
              <a:ln w="12700" cap="flat" cmpd="sng" algn="ctr">
                <a:noFill/>
                <a:prstDash val="solid"/>
                <a:miter lim="800000"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Content Placeholder 4">
                <a:extLst>
                  <a:ext uri="{FF2B5EF4-FFF2-40B4-BE49-F238E27FC236}">
                    <a16:creationId xmlns:a16="http://schemas.microsoft.com/office/drawing/2014/main" id="{E2369E14-FB7F-439F-B8BC-3D00ED9ED33E}"/>
                  </a:ext>
                </a:extLst>
              </p:cNvPr>
              <p:cNvSpPr txBox="1">
                <a:spLocks/>
              </p:cNvSpPr>
              <p:nvPr/>
            </p:nvSpPr>
            <p:spPr>
              <a:xfrm flipH="1">
                <a:off x="3489389" y="1599810"/>
                <a:ext cx="1784960" cy="540000"/>
              </a:xfrm>
              <a:prstGeom prst="rect">
                <a:avLst/>
              </a:prstGeom>
              <a:noFill/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vert="horz" lIns="91440" tIns="45720" rIns="91440" bIns="45720" rtlCol="0" anchor="ctr">
                <a:noAutofit/>
              </a:bodyPr>
              <a:lstStyle>
                <a:lvl1pPr marL="265113" indent="-265113" algn="just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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809625" indent="-352425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lnSpc>
                    <a:spcPct val="115000"/>
                  </a:lnSpc>
                  <a:spcAft>
                    <a:spcPts val="8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dirty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k</m:t>
                          </m:r>
                          <m:r>
                            <m:rPr>
                              <m:sty m:val="p"/>
                            </m:rP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a</m:t>
                          </m:r>
                          <m: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m:rPr>
                              <m:sty m:val="p"/>
                            </m:rP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b</m:t>
                          </m:r>
                          <m: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m:rPr>
                              <m:sty m:val="p"/>
                            </m:rP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c</m:t>
                          </m:r>
                        </m:e>
                      </m:d>
                    </m:oMath>
                  </m:oMathPara>
                </a14:m>
                <a:endParaRPr lang="en-US" sz="2800" dirty="0">
                  <a:solidFill>
                    <a:srgbClr val="002060"/>
                  </a:solidFill>
                  <a:latin typeface="+mj-lt"/>
                </a:endParaRPr>
              </a:p>
            </p:txBody>
          </p:sp>
        </mc:Choice>
        <mc:Fallback xmlns="">
          <p:sp>
            <p:nvSpPr>
              <p:cNvPr id="20" name="Content Placeholder 4">
                <a:extLst>
                  <a:ext uri="{FF2B5EF4-FFF2-40B4-BE49-F238E27FC236}">
                    <a16:creationId xmlns:a16="http://schemas.microsoft.com/office/drawing/2014/main" id="{E2369E14-FB7F-439F-B8BC-3D00ED9ED33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3489389" y="1599810"/>
                <a:ext cx="1784960" cy="54000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ln w="12700" cap="flat" cmpd="sng" algn="ctr">
                <a:noFill/>
                <a:prstDash val="solid"/>
                <a:miter lim="800000"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Content Placeholder 4">
                <a:extLst>
                  <a:ext uri="{FF2B5EF4-FFF2-40B4-BE49-F238E27FC236}">
                    <a16:creationId xmlns:a16="http://schemas.microsoft.com/office/drawing/2014/main" id="{E2369E14-FB7F-439F-B8BC-3D00ED9ED33E}"/>
                  </a:ext>
                </a:extLst>
              </p:cNvPr>
              <p:cNvSpPr txBox="1">
                <a:spLocks/>
              </p:cNvSpPr>
              <p:nvPr/>
            </p:nvSpPr>
            <p:spPr>
              <a:xfrm flipH="1">
                <a:off x="107210" y="2912927"/>
                <a:ext cx="2432790" cy="540000"/>
              </a:xfrm>
              <a:prstGeom prst="rect">
                <a:avLst/>
              </a:prstGeom>
              <a:noFill/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vert="horz" lIns="91440" tIns="45720" rIns="91440" bIns="45720" rtlCol="0" anchor="ctr">
                <a:noAutofit/>
              </a:bodyPr>
              <a:lstStyle>
                <a:lvl1pPr marL="265113" indent="-265113" algn="just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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809625" indent="-352425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lnSpc>
                    <a:spcPct val="115000"/>
                  </a:lnSpc>
                  <a:spcAft>
                    <a:spcPts val="8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i="0" dirty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⇒</m:t>
                      </m:r>
                      <m:r>
                        <m:rPr>
                          <m:sty m:val="p"/>
                        </m:rPr>
                        <a:rPr lang="en-US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a</m:t>
                      </m:r>
                      <m:r>
                        <a:rPr lang="en-US" sz="2800" i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m:rPr>
                          <m:sty m:val="p"/>
                        </m:rPr>
                        <a:rPr lang="en-US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b</m:t>
                      </m:r>
                      <m:r>
                        <a:rPr lang="en-US" sz="2800" i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m:rPr>
                          <m:sty m:val="p"/>
                        </m:rPr>
                        <a:rPr lang="en-US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c</m:t>
                      </m:r>
                      <m:r>
                        <a:rPr lang="en-US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m:rPr>
                          <m:sty m:val="p"/>
                        </m:rPr>
                        <a:rPr lang="en-US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k</m:t>
                      </m:r>
                      <m:r>
                        <a:rPr lang="en-US" sz="2800" i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∈</m:t>
                      </m:r>
                      <m:r>
                        <a:rPr lang="en-US" sz="2800" i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ℝ</m:t>
                      </m:r>
                    </m:oMath>
                  </m:oMathPara>
                </a14:m>
                <a:endParaRPr lang="en-US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23" name="Content Placeholder 4">
                <a:extLst>
                  <a:ext uri="{FF2B5EF4-FFF2-40B4-BE49-F238E27FC236}">
                    <a16:creationId xmlns:a16="http://schemas.microsoft.com/office/drawing/2014/main" id="{E2369E14-FB7F-439F-B8BC-3D00ED9ED33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107210" y="2912927"/>
                <a:ext cx="2432790" cy="540000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  <a:ln w="12700" cap="flat" cmpd="sng" algn="ctr">
                <a:noFill/>
                <a:prstDash val="solid"/>
                <a:miter lim="800000"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Content Placeholder 4">
                <a:extLst>
                  <a:ext uri="{FF2B5EF4-FFF2-40B4-BE49-F238E27FC236}">
                    <a16:creationId xmlns:a16="http://schemas.microsoft.com/office/drawing/2014/main" id="{E2369E14-FB7F-439F-B8BC-3D00ED9ED33E}"/>
                  </a:ext>
                </a:extLst>
              </p:cNvPr>
              <p:cNvSpPr txBox="1">
                <a:spLocks/>
              </p:cNvSpPr>
              <p:nvPr/>
            </p:nvSpPr>
            <p:spPr>
              <a:xfrm flipH="1">
                <a:off x="119910" y="3595363"/>
                <a:ext cx="2267690" cy="540000"/>
              </a:xfrm>
              <a:prstGeom prst="rect">
                <a:avLst/>
              </a:prstGeom>
              <a:noFill/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vert="horz" lIns="91440" tIns="45720" rIns="91440" bIns="45720" rtlCol="0" anchor="ctr">
                <a:noAutofit/>
              </a:bodyPr>
              <a:lstStyle>
                <a:lvl1pPr marL="265113" indent="-265113" algn="just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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809625" indent="-352425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lnSpc>
                    <a:spcPct val="115000"/>
                  </a:lnSpc>
                  <a:spcAft>
                    <a:spcPts val="8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i="0" dirty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⇒</m:t>
                      </m:r>
                      <m:r>
                        <m:rPr>
                          <m:sty m:val="p"/>
                        </m:rPr>
                        <a:rPr lang="en-US" sz="2800" i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k</m:t>
                      </m:r>
                      <m:r>
                        <m:rPr>
                          <m:sty m:val="p"/>
                        </m:rPr>
                        <a:rPr lang="en-US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a</m:t>
                      </m:r>
                      <m:r>
                        <a:rPr lang="en-US" sz="2800" i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m:rPr>
                          <m:sty m:val="p"/>
                        </m:rPr>
                        <a:rPr lang="en-US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b</m:t>
                      </m:r>
                      <m:r>
                        <a:rPr lang="en-US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m:rPr>
                          <m:sty m:val="p"/>
                        </m:rPr>
                        <a:rPr lang="en-US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c</m:t>
                      </m:r>
                      <m:r>
                        <a:rPr lang="en-US" sz="2800" i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∈</m:t>
                      </m:r>
                      <m:r>
                        <a:rPr lang="en-US" sz="2800" i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ℝ</m:t>
                      </m:r>
                    </m:oMath>
                  </m:oMathPara>
                </a14:m>
                <a:endParaRPr lang="en-US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25" name="Content Placeholder 4">
                <a:extLst>
                  <a:ext uri="{FF2B5EF4-FFF2-40B4-BE49-F238E27FC236}">
                    <a16:creationId xmlns:a16="http://schemas.microsoft.com/office/drawing/2014/main" id="{E2369E14-FB7F-439F-B8BC-3D00ED9ED33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119910" y="3595363"/>
                <a:ext cx="2267690" cy="540000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  <a:ln w="12700" cap="flat" cmpd="sng" algn="ctr">
                <a:noFill/>
                <a:prstDash val="solid"/>
                <a:miter lim="800000"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Content Placeholder 4">
                <a:extLst>
                  <a:ext uri="{FF2B5EF4-FFF2-40B4-BE49-F238E27FC236}">
                    <a16:creationId xmlns:a16="http://schemas.microsoft.com/office/drawing/2014/main" id="{E2369E14-FB7F-439F-B8BC-3D00ED9ED33E}"/>
                  </a:ext>
                </a:extLst>
              </p:cNvPr>
              <p:cNvSpPr txBox="1">
                <a:spLocks/>
              </p:cNvSpPr>
              <p:nvPr/>
            </p:nvSpPr>
            <p:spPr>
              <a:xfrm flipH="1">
                <a:off x="56410" y="4277799"/>
                <a:ext cx="3952064" cy="540000"/>
              </a:xfrm>
              <a:prstGeom prst="rect">
                <a:avLst/>
              </a:prstGeom>
              <a:noFill/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vert="horz" lIns="91440" tIns="45720" rIns="91440" bIns="45720" rtlCol="0" anchor="ctr">
                <a:noAutofit/>
              </a:bodyPr>
              <a:lstStyle>
                <a:lvl1pPr marL="265113" indent="-265113" algn="just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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809625" indent="-352425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lnSpc>
                    <a:spcPct val="115000"/>
                  </a:lnSpc>
                  <a:spcAft>
                    <a:spcPts val="8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sz="2800" i="0" dirty="0" smtClean="0">
                          <a:solidFill>
                            <a:srgbClr val="002060"/>
                          </a:solidFill>
                        </a:rPr>
                        <m:t>So</m:t>
                      </m:r>
                      <m:r>
                        <m:rPr>
                          <m:nor/>
                        </m:rPr>
                        <a:rPr lang="en-US" sz="2800" i="0" dirty="0" smtClean="0">
                          <a:solidFill>
                            <a:srgbClr val="002060"/>
                          </a:solidFill>
                        </a:rPr>
                        <m:t>, </m:t>
                      </m:r>
                      <m:r>
                        <m:rPr>
                          <m:sty m:val="p"/>
                        </m:rPr>
                        <a:rPr lang="en-US" sz="2800" b="0" i="0" dirty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k</m:t>
                      </m:r>
                      <m:r>
                        <a:rPr lang="en-US" sz="2800" dirty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⋅</m:t>
                      </m:r>
                      <m:r>
                        <m:rPr>
                          <m:sty m:val="p"/>
                        </m:rPr>
                        <a:rPr lang="en-US" sz="2800" dirty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u</m:t>
                      </m:r>
                      <m:r>
                        <a:rPr lang="en-US" sz="2800" dirty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ka</m:t>
                          </m:r>
                          <m: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m:rPr>
                              <m:sty m:val="p"/>
                            </m:rP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b</m:t>
                          </m:r>
                          <m: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m:rPr>
                              <m:sty m:val="p"/>
                            </m:rP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c</m:t>
                          </m:r>
                        </m:e>
                      </m:d>
                      <m:r>
                        <a:rPr lang="en-US" sz="2800" i="1" dirty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∈</m:t>
                      </m:r>
                      <m:r>
                        <m:rPr>
                          <m:sty m:val="p"/>
                        </m:rPr>
                        <a:rPr lang="en-US" sz="2800" dirty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V</m:t>
                      </m:r>
                    </m:oMath>
                  </m:oMathPara>
                </a14:m>
                <a:endParaRPr lang="en-US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27" name="Content Placeholder 4">
                <a:extLst>
                  <a:ext uri="{FF2B5EF4-FFF2-40B4-BE49-F238E27FC236}">
                    <a16:creationId xmlns:a16="http://schemas.microsoft.com/office/drawing/2014/main" id="{E2369E14-FB7F-439F-B8BC-3D00ED9ED33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56410" y="4277799"/>
                <a:ext cx="3952064" cy="540000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  <a:ln w="12700" cap="flat" cmpd="sng" algn="ctr">
                <a:noFill/>
                <a:prstDash val="solid"/>
                <a:miter lim="800000"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" name="Content Placeholder 4">
                <a:extLst>
                  <a:ext uri="{FF2B5EF4-FFF2-40B4-BE49-F238E27FC236}">
                    <a16:creationId xmlns:a16="http://schemas.microsoft.com/office/drawing/2014/main" id="{E2369E14-FB7F-439F-B8BC-3D00ED9ED33E}"/>
                  </a:ext>
                </a:extLst>
              </p:cNvPr>
              <p:cNvSpPr txBox="1">
                <a:spLocks/>
              </p:cNvSpPr>
              <p:nvPr/>
            </p:nvSpPr>
            <p:spPr>
              <a:xfrm flipH="1">
                <a:off x="132608" y="2195993"/>
                <a:ext cx="4993182" cy="540000"/>
              </a:xfrm>
              <a:prstGeom prst="rect">
                <a:avLst/>
              </a:prstGeom>
              <a:noFill/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vert="horz" lIns="91440" tIns="45720" rIns="91440" bIns="45720" rtlCol="0" anchor="ctr">
                <a:noAutofit/>
              </a:bodyPr>
              <a:lstStyle>
                <a:lvl1pPr marL="265113" indent="-265113" algn="just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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809625" indent="-352425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lnSpc>
                    <a:spcPct val="115000"/>
                  </a:lnSpc>
                  <a:spcAft>
                    <a:spcPts val="800"/>
                  </a:spcAft>
                  <a:buNone/>
                </a:pPr>
                <a:r>
                  <a:rPr lang="en-US" sz="2800" dirty="0">
                    <a:solidFill>
                      <a:srgbClr val="002060"/>
                    </a:solidFill>
                  </a:rPr>
                  <a:t>Since,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a</m:t>
                        </m:r>
                        <m:r>
                          <a:rPr lang="en-US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m:rPr>
                            <m:sty m:val="p"/>
                          </m:rPr>
                          <a:rPr lang="en-US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b</m:t>
                        </m:r>
                        <m:r>
                          <a:rPr lang="en-US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m:rPr>
                            <m:sty m:val="p"/>
                          </m:rPr>
                          <a:rPr lang="en-US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c</m:t>
                        </m:r>
                      </m:e>
                    </m:d>
                    <m:r>
                      <m:rPr>
                        <m:nor/>
                      </m:rPr>
                      <a:rPr lang="en-US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en-US" sz="2800" i="0" dirty="0">
                        <a:solidFill>
                          <a:srgbClr val="002060"/>
                        </a:solidFill>
                      </a:rPr>
                      <m:t>∈ </m:t>
                    </m:r>
                    <m:r>
                      <m:rPr>
                        <m:sty m:val="p"/>
                      </m:rPr>
                      <a:rPr lang="en-US" sz="2800" dirty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V</m:t>
                    </m:r>
                  </m:oMath>
                </a14:m>
                <a:r>
                  <a:rPr lang="en-US" sz="2800" dirty="0">
                    <a:solidFill>
                      <a:srgbClr val="002060"/>
                    </a:solidFill>
                  </a:rPr>
                  <a:t> 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k</m:t>
                    </m:r>
                    <m:r>
                      <a:rPr lang="en-US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ℝ</m:t>
                    </m:r>
                  </m:oMath>
                </a14:m>
                <a:r>
                  <a:rPr lang="en-US" sz="2800" dirty="0">
                    <a:solidFill>
                      <a:srgbClr val="002060"/>
                    </a:solidFill>
                  </a:rPr>
                  <a:t>  </a:t>
                </a:r>
              </a:p>
            </p:txBody>
          </p:sp>
        </mc:Choice>
        <mc:Fallback xmlns="">
          <p:sp>
            <p:nvSpPr>
              <p:cNvPr id="33" name="Content Placeholder 4">
                <a:extLst>
                  <a:ext uri="{FF2B5EF4-FFF2-40B4-BE49-F238E27FC236}">
                    <a16:creationId xmlns:a16="http://schemas.microsoft.com/office/drawing/2014/main" id="{E2369E14-FB7F-439F-B8BC-3D00ED9ED33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132608" y="2195993"/>
                <a:ext cx="4993182" cy="540000"/>
              </a:xfrm>
              <a:prstGeom prst="rect">
                <a:avLst/>
              </a:prstGeom>
              <a:blipFill>
                <a:blip r:embed="rId18"/>
                <a:stretch>
                  <a:fillRect l="-2564" t="-10112" b="-29213"/>
                </a:stretch>
              </a:blipFill>
              <a:ln w="12700" cap="flat" cmpd="sng" algn="ctr">
                <a:noFill/>
                <a:prstDash val="solid"/>
                <a:miter lim="800000"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Right Arrow 3">
            <a:extLst>
              <a:ext uri="{FF2B5EF4-FFF2-40B4-BE49-F238E27FC236}">
                <a16:creationId xmlns:a16="http://schemas.microsoft.com/office/drawing/2014/main" id="{3FE11F38-A8D0-406B-A77F-9DE69C4F1B02}"/>
              </a:ext>
            </a:extLst>
          </p:cNvPr>
          <p:cNvSpPr/>
          <p:nvPr/>
        </p:nvSpPr>
        <p:spPr>
          <a:xfrm flipV="1">
            <a:off x="6464572" y="1727379"/>
            <a:ext cx="144000" cy="180000"/>
          </a:xfrm>
          <a:prstGeom prst="rightArrow">
            <a:avLst/>
          </a:prstGeom>
          <a:gradFill>
            <a:gsLst>
              <a:gs pos="10000">
                <a:srgbClr val="0E47A1"/>
              </a:gs>
              <a:gs pos="100000">
                <a:srgbClr val="03A9F5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Wingdings 3" panose="05040102010807070707" pitchFamily="18" charset="2"/>
              <a:buNone/>
            </a:pPr>
            <a:endParaRPr lang="en-IN" sz="2800" dirty="0">
              <a:solidFill>
                <a:schemeClr val="bg1"/>
              </a:solidFill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C4432AC5-F347-4F2F-BD5B-1A1C1E7C21CD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6455365" y="850686"/>
            <a:ext cx="5622335" cy="11963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72411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23" grpId="0"/>
      <p:bldP spid="25" grpId="0"/>
      <p:bldP spid="27" grpId="0"/>
      <p:bldP spid="33" grpId="0"/>
      <p:bldP spid="18" grpId="0" animBg="1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ECFC8A-BC0D-5D72-FE99-20313653BC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1" name="Content Placeholder 4">
                <a:extLst>
                  <a:ext uri="{FF2B5EF4-FFF2-40B4-BE49-F238E27FC236}">
                    <a16:creationId xmlns:a16="http://schemas.microsoft.com/office/drawing/2014/main" id="{C2E3A768-B2DD-49B5-A909-9453EEB041E3}"/>
                  </a:ext>
                </a:extLst>
              </p:cNvPr>
              <p:cNvSpPr txBox="1">
                <a:spLocks/>
              </p:cNvSpPr>
              <p:nvPr/>
            </p:nvSpPr>
            <p:spPr>
              <a:xfrm flipH="1">
                <a:off x="-1" y="865206"/>
                <a:ext cx="5499100" cy="540000"/>
              </a:xfrm>
              <a:prstGeom prst="rect">
                <a:avLst/>
              </a:prstGeom>
              <a:gradFill>
                <a:gsLst>
                  <a:gs pos="10000">
                    <a:srgbClr val="0E47A1"/>
                  </a:gs>
                  <a:gs pos="100000">
                    <a:srgbClr val="03A9F5"/>
                  </a:gs>
                </a:gsLst>
                <a:lin ang="10800000" scaled="1"/>
              </a:gradFill>
              <a:ln>
                <a:noFill/>
              </a:ln>
            </p:spPr>
            <p:txBody>
              <a:bodyPr vert="horz" wrap="square" lIns="91440" tIns="45720" rIns="91440" bIns="45720" numCol="1" anchor="ctr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algn="ctr">
                  <a:defRPr sz="2800">
                    <a:solidFill>
                      <a:schemeClr val="bg1"/>
                    </a:solidFill>
                  </a:defRPr>
                </a:lvl1pPr>
                <a:lvl2pPr>
                  <a:defRPr>
                    <a:solidFill>
                      <a:schemeClr val="tx1"/>
                    </a:solidFill>
                  </a:defRPr>
                </a:lvl2pPr>
                <a:lvl3pPr>
                  <a:defRPr>
                    <a:solidFill>
                      <a:schemeClr val="tx1"/>
                    </a:solidFill>
                  </a:defRPr>
                </a:lvl3pPr>
                <a:lvl4pPr>
                  <a:defRPr>
                    <a:solidFill>
                      <a:schemeClr val="tx1"/>
                    </a:solidFill>
                  </a:defRPr>
                </a:lvl4pPr>
                <a:lvl5pPr>
                  <a:defRPr>
                    <a:solidFill>
                      <a:schemeClr val="tx1"/>
                    </a:solidFill>
                  </a:defRPr>
                </a:lvl5pPr>
                <a:lvl6pPr>
                  <a:defRPr>
                    <a:solidFill>
                      <a:schemeClr val="tx1"/>
                    </a:solidFill>
                  </a:defRPr>
                </a:lvl6pPr>
                <a:lvl7pPr>
                  <a:defRPr>
                    <a:solidFill>
                      <a:schemeClr val="tx1"/>
                    </a:solidFill>
                  </a:defRPr>
                </a:lvl7pPr>
                <a:lvl8pPr>
                  <a:defRPr>
                    <a:solidFill>
                      <a:schemeClr val="tx1"/>
                    </a:solidFill>
                  </a:defRPr>
                </a:lvl8pPr>
                <a:lvl9pPr>
                  <a:defRPr>
                    <a:solidFill>
                      <a:schemeClr val="tx1"/>
                    </a:solidFill>
                  </a:defRPr>
                </a:lvl9pPr>
              </a:lstStyle>
              <a:p>
                <a:pPr algn="l"/>
                <a:r>
                  <a:rPr lang="en-US" b="1" dirty="0"/>
                  <a:t>Axiom 7: </a:t>
                </a:r>
                <a14:m>
                  <m:oMath xmlns:m="http://schemas.openxmlformats.org/officeDocument/2006/math">
                    <m:r>
                      <a:rPr lang="en-US" b="1" i="0" dirty="0" smtClean="0">
                        <a:latin typeface="Cambria Math" panose="02040503050406030204" pitchFamily="18" charset="0"/>
                      </a:rPr>
                      <m:t>𝐤</m:t>
                    </m:r>
                    <m:r>
                      <a:rPr lang="en-US" b="1" i="1" dirty="0" smtClean="0">
                        <a:latin typeface="Cambria Math" panose="02040503050406030204" pitchFamily="18" charset="0"/>
                      </a:rPr>
                      <m:t>⋅</m:t>
                    </m:r>
                    <m:d>
                      <m:dPr>
                        <m:ctrlPr>
                          <a:rPr lang="en-US" b="1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 i="0" dirty="0" smtClean="0">
                            <a:latin typeface="Cambria Math" panose="02040503050406030204" pitchFamily="18" charset="0"/>
                          </a:rPr>
                          <m:t>𝐮</m:t>
                        </m:r>
                        <m:r>
                          <a:rPr lang="en-US" b="1" i="0" dirty="0" err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b="1" i="0" dirty="0" smtClean="0">
                            <a:latin typeface="Cambria Math" panose="02040503050406030204" pitchFamily="18" charset="0"/>
                          </a:rPr>
                          <m:t>𝐯</m:t>
                        </m:r>
                      </m:e>
                    </m:d>
                    <m:r>
                      <a:rPr lang="en-US" b="1" i="0" dirty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1" i="0" dirty="0">
                        <a:latin typeface="Cambria Math" panose="02040503050406030204" pitchFamily="18" charset="0"/>
                      </a:rPr>
                      <m:t>𝐤</m:t>
                    </m:r>
                    <m:r>
                      <a:rPr lang="en-US" b="1" i="0" dirty="0" smtClean="0">
                        <a:latin typeface="Cambria Math" panose="02040503050406030204" pitchFamily="18" charset="0"/>
                      </a:rPr>
                      <m:t>⋅</m:t>
                    </m:r>
                    <m:r>
                      <a:rPr lang="en-US" b="1" i="0" dirty="0" smtClean="0">
                        <a:latin typeface="Cambria Math" panose="02040503050406030204" pitchFamily="18" charset="0"/>
                      </a:rPr>
                      <m:t>𝐮</m:t>
                    </m:r>
                    <m:r>
                      <a:rPr lang="en-US" b="1" i="0" dirty="0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1" dirty="0">
                        <a:latin typeface="Cambria Math" panose="02040503050406030204" pitchFamily="18" charset="0"/>
                      </a:rPr>
                      <m:t>𝐤</m:t>
                    </m:r>
                    <m:r>
                      <a:rPr lang="en-US" b="1" dirty="0">
                        <a:latin typeface="Cambria Math" panose="02040503050406030204" pitchFamily="18" charset="0"/>
                      </a:rPr>
                      <m:t>⋅</m:t>
                    </m:r>
                    <m:r>
                      <a:rPr lang="en-US" b="1" i="0" dirty="0" smtClean="0">
                        <a:latin typeface="Cambria Math" panose="02040503050406030204" pitchFamily="18" charset="0"/>
                      </a:rPr>
                      <m:t>𝐯</m:t>
                    </m:r>
                  </m:oMath>
                </a14:m>
                <a:endParaRPr lang="en-US" b="1" dirty="0"/>
              </a:p>
            </p:txBody>
          </p:sp>
        </mc:Choice>
        <mc:Fallback xmlns="">
          <p:sp>
            <p:nvSpPr>
              <p:cNvPr id="21" name="Content Placeholder 4">
                <a:extLst>
                  <a:ext uri="{FF2B5EF4-FFF2-40B4-BE49-F238E27FC236}">
                    <a16:creationId xmlns:a16="http://schemas.microsoft.com/office/drawing/2014/main" id="{C2E3A768-B2DD-49B5-A909-9453EEB041E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-1" y="865206"/>
                <a:ext cx="5499100" cy="540000"/>
              </a:xfrm>
              <a:prstGeom prst="rect">
                <a:avLst/>
              </a:prstGeom>
              <a:blipFill>
                <a:blip r:embed="rId2"/>
                <a:stretch>
                  <a:fillRect l="-2217" t="-10112" b="-29213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FDFDD70C-3AAE-183B-5AED-36C59E3E9B77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IN" dirty="0"/>
                  <a:t>Method:1 </a:t>
                </a:r>
                <a14:m>
                  <m:oMath xmlns:m="http://schemas.openxmlformats.org/officeDocument/2006/math">
                    <m:r>
                      <a:rPr lang="en-I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⇝</m:t>
                    </m:r>
                  </m:oMath>
                </a14:m>
                <a:r>
                  <a:rPr lang="en-IN" dirty="0"/>
                  <a:t> Example:11(continue)</a:t>
                </a:r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FDFDD70C-3AAE-183B-5AED-36C59E3E9B7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3"/>
                <a:stretch>
                  <a:fillRect l="-400" t="-8547" b="-1965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Content Placeholder 4">
                <a:extLst>
                  <a:ext uri="{FF2B5EF4-FFF2-40B4-BE49-F238E27FC236}">
                    <a16:creationId xmlns:a16="http://schemas.microsoft.com/office/drawing/2014/main" id="{E2369E14-FB7F-439F-B8BC-3D00ED9ED33E}"/>
                  </a:ext>
                </a:extLst>
              </p:cNvPr>
              <p:cNvSpPr txBox="1">
                <a:spLocks/>
              </p:cNvSpPr>
              <p:nvPr/>
            </p:nvSpPr>
            <p:spPr>
              <a:xfrm flipH="1">
                <a:off x="132610" y="1548055"/>
                <a:ext cx="3258290" cy="540000"/>
              </a:xfrm>
              <a:prstGeom prst="rect">
                <a:avLst/>
              </a:prstGeom>
              <a:noFill/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vert="horz" lIns="91440" tIns="45720" rIns="91440" bIns="45720" rtlCol="0" anchor="ctr">
                <a:noAutofit/>
              </a:bodyPr>
              <a:lstStyle>
                <a:lvl1pPr marL="265113" indent="-265113" algn="just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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809625" indent="-352425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lnSpc>
                    <a:spcPct val="115000"/>
                  </a:lnSpc>
                  <a:spcAft>
                    <a:spcPts val="800"/>
                  </a:spcAft>
                  <a:buNone/>
                </a:pPr>
                <a:r>
                  <a:rPr lang="en-US" sz="2800" dirty="0">
                    <a:solidFill>
                      <a:srgbClr val="002060"/>
                    </a:solidFill>
                  </a:rPr>
                  <a:t>Now,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800" i="0" dirty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k</m:t>
                    </m:r>
                    <m:r>
                      <a:rPr lang="en-US" sz="2800" b="0" i="0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⋅</m:t>
                    </m:r>
                    <m:d>
                      <m:dPr>
                        <m:ctrlPr>
                          <a:rPr lang="en-US" sz="2800" b="0" i="1" dirty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sz="2800" b="0" i="0" dirty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u</m:t>
                        </m:r>
                        <m:r>
                          <a:rPr lang="en-US" sz="2800" b="0" i="0" dirty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US" sz="2800" b="0" i="0" dirty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v</m:t>
                        </m:r>
                      </m:e>
                    </m:d>
                  </m:oMath>
                </a14:m>
                <a:endParaRPr lang="en-US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19" name="Content Placeholder 4">
                <a:extLst>
                  <a:ext uri="{FF2B5EF4-FFF2-40B4-BE49-F238E27FC236}">
                    <a16:creationId xmlns:a16="http://schemas.microsoft.com/office/drawing/2014/main" id="{E2369E14-FB7F-439F-B8BC-3D00ED9ED33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132610" y="1548055"/>
                <a:ext cx="3258290" cy="540000"/>
              </a:xfrm>
              <a:prstGeom prst="rect">
                <a:avLst/>
              </a:prstGeom>
              <a:blipFill>
                <a:blip r:embed="rId5"/>
                <a:stretch>
                  <a:fillRect l="-3933" t="-10112" b="-28090"/>
                </a:stretch>
              </a:blipFill>
              <a:ln w="12700" cap="flat" cmpd="sng" algn="ctr">
                <a:noFill/>
                <a:prstDash val="solid"/>
                <a:miter lim="800000"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Content Placeholder 4">
                <a:extLst>
                  <a:ext uri="{FF2B5EF4-FFF2-40B4-BE49-F238E27FC236}">
                    <a16:creationId xmlns:a16="http://schemas.microsoft.com/office/drawing/2014/main" id="{E2369E14-FB7F-439F-B8BC-3D00ED9ED33E}"/>
                  </a:ext>
                </a:extLst>
              </p:cNvPr>
              <p:cNvSpPr txBox="1">
                <a:spLocks/>
              </p:cNvSpPr>
              <p:nvPr/>
            </p:nvSpPr>
            <p:spPr>
              <a:xfrm flipH="1">
                <a:off x="531700" y="2177503"/>
                <a:ext cx="4217533" cy="540000"/>
              </a:xfrm>
              <a:prstGeom prst="rect">
                <a:avLst/>
              </a:prstGeom>
              <a:noFill/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vert="horz" lIns="91440" tIns="45720" rIns="91440" bIns="45720" rtlCol="0" anchor="ctr">
                <a:noAutofit/>
              </a:bodyPr>
              <a:lstStyle>
                <a:lvl1pPr marL="265113" indent="-265113" algn="just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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809625" indent="-352425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lnSpc>
                    <a:spcPct val="115000"/>
                  </a:lnSpc>
                  <a:spcAft>
                    <a:spcPts val="8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800" b="0" i="0" dirty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sz="2800" i="0" dirty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k</m:t>
                      </m:r>
                      <m:r>
                        <a:rPr lang="en-US" sz="2800" i="0" dirty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⋅</m:t>
                      </m:r>
                      <m:d>
                        <m:dPr>
                          <m:ctrlP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a</m:t>
                          </m:r>
                          <m: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m:rPr>
                              <m:sty m:val="p"/>
                            </m:rP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a</m:t>
                          </m:r>
                          <m: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′,</m:t>
                          </m:r>
                          <m:r>
                            <m:rPr>
                              <m:sty m:val="p"/>
                            </m:rP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b</m:t>
                          </m:r>
                          <m: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m:rPr>
                              <m:sty m:val="p"/>
                            </m:rP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b</m:t>
                          </m:r>
                          <m: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′,</m:t>
                          </m:r>
                          <m:r>
                            <m:rPr>
                              <m:sty m:val="p"/>
                            </m:rP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c</m:t>
                          </m:r>
                          <m: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m:rPr>
                              <m:sty m:val="p"/>
                            </m:rP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c</m:t>
                          </m:r>
                          <m: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′</m:t>
                          </m:r>
                        </m:e>
                      </m:d>
                    </m:oMath>
                  </m:oMathPara>
                </a14:m>
                <a:endParaRPr lang="en-US" sz="2800" dirty="0">
                  <a:solidFill>
                    <a:srgbClr val="002060"/>
                  </a:solidFill>
                  <a:latin typeface="+mj-lt"/>
                </a:endParaRPr>
              </a:p>
            </p:txBody>
          </p:sp>
        </mc:Choice>
        <mc:Fallback xmlns="">
          <p:sp>
            <p:nvSpPr>
              <p:cNvPr id="20" name="Content Placeholder 4">
                <a:extLst>
                  <a:ext uri="{FF2B5EF4-FFF2-40B4-BE49-F238E27FC236}">
                    <a16:creationId xmlns:a16="http://schemas.microsoft.com/office/drawing/2014/main" id="{E2369E14-FB7F-439F-B8BC-3D00ED9ED33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531700" y="2177503"/>
                <a:ext cx="4217533" cy="54000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ln w="12700" cap="flat" cmpd="sng" algn="ctr">
                <a:noFill/>
                <a:prstDash val="solid"/>
                <a:miter lim="800000"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Content Placeholder 4">
                <a:extLst>
                  <a:ext uri="{FF2B5EF4-FFF2-40B4-BE49-F238E27FC236}">
                    <a16:creationId xmlns:a16="http://schemas.microsoft.com/office/drawing/2014/main" id="{E2369E14-FB7F-439F-B8BC-3D00ED9ED33E}"/>
                  </a:ext>
                </a:extLst>
              </p:cNvPr>
              <p:cNvSpPr txBox="1">
                <a:spLocks/>
              </p:cNvSpPr>
              <p:nvPr/>
            </p:nvSpPr>
            <p:spPr>
              <a:xfrm flipH="1">
                <a:off x="531700" y="2747965"/>
                <a:ext cx="4592748" cy="540000"/>
              </a:xfrm>
              <a:prstGeom prst="rect">
                <a:avLst/>
              </a:prstGeom>
              <a:noFill/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vert="horz" lIns="91440" tIns="45720" rIns="91440" bIns="45720" rtlCol="0" anchor="ctr">
                <a:noAutofit/>
              </a:bodyPr>
              <a:lstStyle>
                <a:lvl1pPr marL="265113" indent="-265113" algn="just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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809625" indent="-352425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lnSpc>
                    <a:spcPct val="115000"/>
                  </a:lnSpc>
                  <a:spcAft>
                    <a:spcPts val="8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800" i="0" dirty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k</m:t>
                          </m:r>
                          <m:r>
                            <m:rPr>
                              <m:sty m:val="p"/>
                            </m:rP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a</m:t>
                          </m:r>
                          <m: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m:rPr>
                              <m:sty m:val="p"/>
                            </m:rPr>
                            <a:rPr lang="en-US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k</m:t>
                          </m:r>
                          <m:r>
                            <m:rPr>
                              <m:sty m:val="p"/>
                            </m:rP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a</m:t>
                          </m:r>
                          <m: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′,</m:t>
                          </m:r>
                          <m:r>
                            <m:rPr>
                              <m:sty m:val="p"/>
                            </m:rP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b</m:t>
                          </m:r>
                          <m: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m:rPr>
                              <m:sty m:val="p"/>
                            </m:rP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b</m:t>
                          </m:r>
                          <m: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′,</m:t>
                          </m:r>
                          <m:r>
                            <m:rPr>
                              <m:sty m:val="p"/>
                            </m:rP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c</m:t>
                          </m:r>
                          <m: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m:rPr>
                              <m:sty m:val="p"/>
                            </m:rP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c</m:t>
                          </m:r>
                          <m: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′</m:t>
                          </m:r>
                        </m:e>
                      </m:d>
                    </m:oMath>
                  </m:oMathPara>
                </a14:m>
                <a:endParaRPr lang="en-US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23" name="Content Placeholder 4">
                <a:extLst>
                  <a:ext uri="{FF2B5EF4-FFF2-40B4-BE49-F238E27FC236}">
                    <a16:creationId xmlns:a16="http://schemas.microsoft.com/office/drawing/2014/main" id="{E2369E14-FB7F-439F-B8BC-3D00ED9ED33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531700" y="2747965"/>
                <a:ext cx="4592748" cy="54000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  <a:ln w="12700" cap="flat" cmpd="sng" algn="ctr">
                <a:noFill/>
                <a:prstDash val="solid"/>
                <a:miter lim="800000"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Content Placeholder 4">
                <a:extLst>
                  <a:ext uri="{FF2B5EF4-FFF2-40B4-BE49-F238E27FC236}">
                    <a16:creationId xmlns:a16="http://schemas.microsoft.com/office/drawing/2014/main" id="{E2369E14-FB7F-439F-B8BC-3D00ED9ED33E}"/>
                  </a:ext>
                </a:extLst>
              </p:cNvPr>
              <p:cNvSpPr txBox="1">
                <a:spLocks/>
              </p:cNvSpPr>
              <p:nvPr/>
            </p:nvSpPr>
            <p:spPr>
              <a:xfrm flipH="1">
                <a:off x="132610" y="3540286"/>
                <a:ext cx="3258290" cy="540000"/>
              </a:xfrm>
              <a:prstGeom prst="rect">
                <a:avLst/>
              </a:prstGeom>
              <a:noFill/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vert="horz" lIns="91440" tIns="45720" rIns="91440" bIns="45720" rtlCol="0" anchor="ctr">
                <a:noAutofit/>
              </a:bodyPr>
              <a:lstStyle>
                <a:lvl1pPr marL="265113" indent="-265113" algn="just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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809625" indent="-352425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lnSpc>
                    <a:spcPct val="115000"/>
                  </a:lnSpc>
                  <a:spcAft>
                    <a:spcPts val="800"/>
                  </a:spcAft>
                  <a:buNone/>
                </a:pPr>
                <a:r>
                  <a:rPr lang="en-US" sz="2800" dirty="0">
                    <a:solidFill>
                      <a:srgbClr val="002060"/>
                    </a:solidFill>
                  </a:rPr>
                  <a:t>Now,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800" i="0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k</m:t>
                    </m:r>
                    <m:r>
                      <a:rPr lang="en-US" sz="2800" b="0" i="0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m:rPr>
                        <m:sty m:val="p"/>
                      </m:rPr>
                      <a:rPr lang="en-US" sz="2800" b="0" i="0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u</m:t>
                    </m:r>
                    <m:r>
                      <a:rPr lang="en-US" sz="2800" b="0" i="0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US" sz="2800" i="0" dirty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k</m:t>
                    </m:r>
                    <m:r>
                      <a:rPr lang="en-US" sz="2800" i="0" dirty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m:rPr>
                        <m:sty m:val="p"/>
                      </m:rPr>
                      <a:rPr lang="en-US" sz="2800" b="0" i="0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v</m:t>
                    </m:r>
                  </m:oMath>
                </a14:m>
                <a:endParaRPr lang="en-US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30" name="Content Placeholder 4">
                <a:extLst>
                  <a:ext uri="{FF2B5EF4-FFF2-40B4-BE49-F238E27FC236}">
                    <a16:creationId xmlns:a16="http://schemas.microsoft.com/office/drawing/2014/main" id="{E2369E14-FB7F-439F-B8BC-3D00ED9ED33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132610" y="3540286"/>
                <a:ext cx="3258290" cy="540000"/>
              </a:xfrm>
              <a:prstGeom prst="rect">
                <a:avLst/>
              </a:prstGeom>
              <a:blipFill>
                <a:blip r:embed="rId10"/>
                <a:stretch>
                  <a:fillRect l="-3933" t="-10227" b="-29545"/>
                </a:stretch>
              </a:blipFill>
              <a:ln w="12700" cap="flat" cmpd="sng" algn="ctr">
                <a:noFill/>
                <a:prstDash val="solid"/>
                <a:miter lim="800000"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Content Placeholder 4">
                <a:extLst>
                  <a:ext uri="{FF2B5EF4-FFF2-40B4-BE49-F238E27FC236}">
                    <a16:creationId xmlns:a16="http://schemas.microsoft.com/office/drawing/2014/main" id="{E2369E14-FB7F-439F-B8BC-3D00ED9ED33E}"/>
                  </a:ext>
                </a:extLst>
              </p:cNvPr>
              <p:cNvSpPr txBox="1">
                <a:spLocks/>
              </p:cNvSpPr>
              <p:nvPr/>
            </p:nvSpPr>
            <p:spPr>
              <a:xfrm flipH="1">
                <a:off x="2770640" y="3590700"/>
                <a:ext cx="4335009" cy="540000"/>
              </a:xfrm>
              <a:prstGeom prst="rect">
                <a:avLst/>
              </a:prstGeom>
              <a:noFill/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vert="horz" lIns="91440" tIns="45720" rIns="91440" bIns="45720" rtlCol="0" anchor="ctr">
                <a:noAutofit/>
              </a:bodyPr>
              <a:lstStyle>
                <a:lvl1pPr marL="265113" indent="-265113" algn="just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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809625" indent="-352425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lnSpc>
                    <a:spcPct val="115000"/>
                  </a:lnSpc>
                  <a:spcAft>
                    <a:spcPts val="8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800" b="0" i="0" dirty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sz="2800" i="0" dirty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k</m:t>
                      </m:r>
                      <m:r>
                        <a:rPr lang="en-US" sz="2800" i="0" dirty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⋅</m:t>
                      </m:r>
                      <m:d>
                        <m:dPr>
                          <m:ctrlP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a</m:t>
                          </m:r>
                          <m: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m:rPr>
                              <m:sty m:val="p"/>
                            </m:rP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b</m:t>
                          </m:r>
                          <m: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m:rPr>
                              <m:sty m:val="p"/>
                            </m:rP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c</m:t>
                          </m:r>
                        </m:e>
                      </m:d>
                      <m:r>
                        <a:rPr lang="en-US" sz="2800" i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m:rPr>
                          <m:sty m:val="p"/>
                        </m:rPr>
                        <a:rPr lang="en-US" sz="2800" i="0" dirty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k</m:t>
                      </m:r>
                      <m:r>
                        <a:rPr lang="en-US" sz="2800" i="0" dirty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⋅</m:t>
                      </m:r>
                      <m:d>
                        <m:dPr>
                          <m:ctrlP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a</m:t>
                          </m:r>
                          <m: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′,</m:t>
                          </m:r>
                          <m:r>
                            <m:rPr>
                              <m:sty m:val="p"/>
                            </m:rP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b</m:t>
                          </m:r>
                          <m: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′,</m:t>
                          </m:r>
                          <m:r>
                            <m:rPr>
                              <m:sty m:val="p"/>
                            </m:rP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c</m:t>
                          </m:r>
                          <m: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′</m:t>
                          </m:r>
                        </m:e>
                      </m:d>
                    </m:oMath>
                  </m:oMathPara>
                </a14:m>
                <a:endParaRPr lang="en-US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31" name="Content Placeholder 4">
                <a:extLst>
                  <a:ext uri="{FF2B5EF4-FFF2-40B4-BE49-F238E27FC236}">
                    <a16:creationId xmlns:a16="http://schemas.microsoft.com/office/drawing/2014/main" id="{E2369E14-FB7F-439F-B8BC-3D00ED9ED33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2770640" y="3590700"/>
                <a:ext cx="4335009" cy="540000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  <a:ln w="12700" cap="flat" cmpd="sng" algn="ctr">
                <a:noFill/>
                <a:prstDash val="solid"/>
                <a:miter lim="800000"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Content Placeholder 4">
                <a:extLst>
                  <a:ext uri="{FF2B5EF4-FFF2-40B4-BE49-F238E27FC236}">
                    <a16:creationId xmlns:a16="http://schemas.microsoft.com/office/drawing/2014/main" id="{E2369E14-FB7F-439F-B8BC-3D00ED9ED33E}"/>
                  </a:ext>
                </a:extLst>
              </p:cNvPr>
              <p:cNvSpPr txBox="1">
                <a:spLocks/>
              </p:cNvSpPr>
              <p:nvPr/>
            </p:nvSpPr>
            <p:spPr>
              <a:xfrm flipH="1">
                <a:off x="2787770" y="4209366"/>
                <a:ext cx="4354060" cy="540000"/>
              </a:xfrm>
              <a:prstGeom prst="rect">
                <a:avLst/>
              </a:prstGeom>
              <a:noFill/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vert="horz" lIns="91440" tIns="45720" rIns="91440" bIns="45720" rtlCol="0" anchor="ctr">
                <a:noAutofit/>
              </a:bodyPr>
              <a:lstStyle>
                <a:lvl1pPr marL="265113" indent="-265113" algn="just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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809625" indent="-352425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lnSpc>
                    <a:spcPct val="115000"/>
                  </a:lnSpc>
                  <a:spcAft>
                    <a:spcPts val="8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800" b="0" i="0" dirty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k</m:t>
                          </m:r>
                          <m:r>
                            <m:rPr>
                              <m:sty m:val="p"/>
                            </m:rPr>
                            <a:rPr lang="en-US" sz="280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a</m:t>
                          </m:r>
                          <m:r>
                            <a:rPr lang="en-US" sz="280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m:rPr>
                              <m:sty m:val="p"/>
                            </m:rPr>
                            <a:rPr lang="en-US" sz="280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b</m:t>
                          </m:r>
                          <m:r>
                            <a:rPr lang="en-US" sz="280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m:rPr>
                              <m:sty m:val="p"/>
                            </m:rPr>
                            <a:rPr lang="en-US" sz="280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c</m:t>
                          </m:r>
                        </m:e>
                      </m:d>
                      <m:r>
                        <a:rPr lang="en-US" sz="2800" b="0" i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d>
                        <m:dPr>
                          <m:ctrlPr>
                            <a:rPr lang="en-US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k</m:t>
                          </m:r>
                          <m:r>
                            <m:rPr>
                              <m:sty m:val="p"/>
                            </m:rPr>
                            <a:rPr lang="en-US" sz="280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a</m:t>
                          </m:r>
                          <m:r>
                            <a:rPr lang="en-US" sz="280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′,</m:t>
                          </m:r>
                          <m:r>
                            <m:rPr>
                              <m:sty m:val="p"/>
                            </m:rPr>
                            <a:rPr lang="en-US" sz="280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b</m:t>
                          </m:r>
                          <m:r>
                            <a:rPr lang="en-US" sz="280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′,</m:t>
                          </m:r>
                          <m:r>
                            <m:rPr>
                              <m:sty m:val="p"/>
                            </m:rPr>
                            <a:rPr lang="en-US" sz="280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c</m:t>
                          </m:r>
                          <m:r>
                            <a:rPr lang="en-US" sz="280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′</m:t>
                          </m:r>
                        </m:e>
                      </m:d>
                    </m:oMath>
                  </m:oMathPara>
                </a14:m>
                <a:endParaRPr lang="en-US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32" name="Content Placeholder 4">
                <a:extLst>
                  <a:ext uri="{FF2B5EF4-FFF2-40B4-BE49-F238E27FC236}">
                    <a16:creationId xmlns:a16="http://schemas.microsoft.com/office/drawing/2014/main" id="{E2369E14-FB7F-439F-B8BC-3D00ED9ED33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2787770" y="4209366"/>
                <a:ext cx="4354060" cy="540000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  <a:ln w="12700" cap="flat" cmpd="sng" algn="ctr">
                <a:noFill/>
                <a:prstDash val="solid"/>
                <a:miter lim="800000"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" name="Content Placeholder 4">
                <a:extLst>
                  <a:ext uri="{FF2B5EF4-FFF2-40B4-BE49-F238E27FC236}">
                    <a16:creationId xmlns:a16="http://schemas.microsoft.com/office/drawing/2014/main" id="{E2369E14-FB7F-439F-B8BC-3D00ED9ED33E}"/>
                  </a:ext>
                </a:extLst>
              </p:cNvPr>
              <p:cNvSpPr txBox="1">
                <a:spLocks/>
              </p:cNvSpPr>
              <p:nvPr/>
            </p:nvSpPr>
            <p:spPr>
              <a:xfrm flipH="1">
                <a:off x="2794122" y="4834382"/>
                <a:ext cx="4595718" cy="462537"/>
              </a:xfrm>
              <a:prstGeom prst="rect">
                <a:avLst/>
              </a:prstGeom>
              <a:noFill/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vert="horz" lIns="91440" tIns="45720" rIns="91440" bIns="45720" rtlCol="0" anchor="ctr">
                <a:noAutofit/>
              </a:bodyPr>
              <a:lstStyle>
                <a:lvl1pPr marL="265113" indent="-265113" algn="just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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809625" indent="-352425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lnSpc>
                    <a:spcPct val="115000"/>
                  </a:lnSpc>
                  <a:spcAft>
                    <a:spcPts val="8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800" i="0" dirty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ka</m:t>
                          </m:r>
                          <m: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m:rPr>
                              <m:sty m:val="p"/>
                            </m:rP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ka</m:t>
                          </m:r>
                          <m: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′,</m:t>
                          </m:r>
                          <m:r>
                            <m:rPr>
                              <m:sty m:val="p"/>
                            </m:rP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b</m:t>
                          </m:r>
                          <m: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m:rPr>
                              <m:sty m:val="p"/>
                            </m:rP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b</m:t>
                          </m:r>
                          <m: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′,</m:t>
                          </m:r>
                          <m:r>
                            <m:rPr>
                              <m:sty m:val="p"/>
                            </m:rP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c</m:t>
                          </m:r>
                          <m: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m:rPr>
                              <m:sty m:val="p"/>
                            </m:rP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c</m:t>
                          </m:r>
                          <m: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′</m:t>
                          </m:r>
                        </m:e>
                      </m:d>
                    </m:oMath>
                  </m:oMathPara>
                </a14:m>
                <a:endParaRPr lang="en-US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33" name="Content Placeholder 4">
                <a:extLst>
                  <a:ext uri="{FF2B5EF4-FFF2-40B4-BE49-F238E27FC236}">
                    <a16:creationId xmlns:a16="http://schemas.microsoft.com/office/drawing/2014/main" id="{E2369E14-FB7F-439F-B8BC-3D00ED9ED33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2794122" y="4834382"/>
                <a:ext cx="4595718" cy="462537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  <a:ln w="12700" cap="flat" cmpd="sng" algn="ctr">
                <a:noFill/>
                <a:prstDash val="solid"/>
                <a:miter lim="800000"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" name="Content Placeholder 4">
                <a:extLst>
                  <a:ext uri="{FF2B5EF4-FFF2-40B4-BE49-F238E27FC236}">
                    <a16:creationId xmlns:a16="http://schemas.microsoft.com/office/drawing/2014/main" id="{E2369E14-FB7F-439F-B8BC-3D00ED9ED33E}"/>
                  </a:ext>
                </a:extLst>
              </p:cNvPr>
              <p:cNvSpPr txBox="1">
                <a:spLocks/>
              </p:cNvSpPr>
              <p:nvPr/>
            </p:nvSpPr>
            <p:spPr>
              <a:xfrm flipH="1">
                <a:off x="132610" y="5488453"/>
                <a:ext cx="4439391" cy="540000"/>
              </a:xfrm>
              <a:prstGeom prst="rect">
                <a:avLst/>
              </a:prstGeom>
              <a:noFill/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vert="horz" lIns="91440" tIns="45720" rIns="91440" bIns="45720" rtlCol="0" anchor="ctr">
                <a:noAutofit/>
              </a:bodyPr>
              <a:lstStyle>
                <a:lvl1pPr marL="265113" indent="-265113" algn="just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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809625" indent="-352425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lnSpc>
                    <a:spcPct val="115000"/>
                  </a:lnSpc>
                  <a:spcAft>
                    <a:spcPts val="8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sz="2800" i="0" dirty="0" smtClean="0">
                          <a:solidFill>
                            <a:srgbClr val="002060"/>
                          </a:solidFill>
                        </a:rPr>
                        <m:t>So</m:t>
                      </m:r>
                      <m:r>
                        <m:rPr>
                          <m:nor/>
                        </m:rPr>
                        <a:rPr lang="en-US" sz="2800" i="0" dirty="0" smtClean="0">
                          <a:solidFill>
                            <a:srgbClr val="002060"/>
                          </a:solidFill>
                        </a:rPr>
                        <m:t>,</m:t>
                      </m:r>
                      <m:r>
                        <a:rPr lang="en-US" sz="2800" b="0" i="0" dirty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   </m:t>
                      </m:r>
                      <m:r>
                        <m:rPr>
                          <m:sty m:val="p"/>
                        </m:rPr>
                        <a:rPr lang="en-US" sz="2800" dirty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k</m:t>
                      </m:r>
                      <m:r>
                        <a:rPr lang="en-US" sz="2800" dirty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⋅</m:t>
                      </m:r>
                      <m:d>
                        <m:dPr>
                          <m:ctrlPr>
                            <a:rPr lang="en-US" sz="2800" i="1" dirty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sz="2800" dirty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u</m:t>
                          </m:r>
                          <m:r>
                            <a:rPr lang="en-US" sz="2800" dirty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m:rPr>
                              <m:sty m:val="p"/>
                            </m:rPr>
                            <a:rPr lang="en-US" sz="2800" dirty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v</m:t>
                          </m:r>
                        </m:e>
                      </m:d>
                      <m:r>
                        <a:rPr lang="en-US" sz="2800" b="0" i="1" dirty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sz="2800" dirty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k</m:t>
                      </m:r>
                      <m:r>
                        <a:rPr lang="en-US" sz="2800" dirty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⋅</m:t>
                      </m:r>
                      <m:r>
                        <m:rPr>
                          <m:sty m:val="p"/>
                        </m:rPr>
                        <a:rPr lang="en-US" sz="2800" dirty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u</m:t>
                      </m:r>
                      <m:r>
                        <a:rPr lang="en-US" sz="2800" dirty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m:rPr>
                          <m:sty m:val="p"/>
                        </m:rPr>
                        <a:rPr lang="en-US" sz="2800" dirty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k</m:t>
                      </m:r>
                      <m:r>
                        <a:rPr lang="en-US" sz="2800" dirty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⋅</m:t>
                      </m:r>
                      <m:r>
                        <m:rPr>
                          <m:sty m:val="p"/>
                        </m:rPr>
                        <a:rPr lang="en-US" sz="2800" dirty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v</m:t>
                      </m:r>
                    </m:oMath>
                  </m:oMathPara>
                </a14:m>
                <a:endParaRPr lang="en-US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34" name="Content Placeholder 4">
                <a:extLst>
                  <a:ext uri="{FF2B5EF4-FFF2-40B4-BE49-F238E27FC236}">
                    <a16:creationId xmlns:a16="http://schemas.microsoft.com/office/drawing/2014/main" id="{E2369E14-FB7F-439F-B8BC-3D00ED9ED33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132610" y="5488453"/>
                <a:ext cx="4439391" cy="540000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  <a:ln w="12700" cap="flat" cmpd="sng" algn="ctr">
                <a:noFill/>
                <a:prstDash val="solid"/>
                <a:miter lim="800000"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Right Arrow 3">
            <a:extLst>
              <a:ext uri="{FF2B5EF4-FFF2-40B4-BE49-F238E27FC236}">
                <a16:creationId xmlns:a16="http://schemas.microsoft.com/office/drawing/2014/main" id="{3FE11F38-A8D0-406B-A77F-9DE69C4F1B02}"/>
              </a:ext>
            </a:extLst>
          </p:cNvPr>
          <p:cNvSpPr/>
          <p:nvPr/>
        </p:nvSpPr>
        <p:spPr>
          <a:xfrm flipV="1">
            <a:off x="6464572" y="1727379"/>
            <a:ext cx="144000" cy="180000"/>
          </a:xfrm>
          <a:prstGeom prst="rightArrow">
            <a:avLst/>
          </a:prstGeom>
          <a:gradFill>
            <a:gsLst>
              <a:gs pos="10000">
                <a:srgbClr val="0E47A1"/>
              </a:gs>
              <a:gs pos="100000">
                <a:srgbClr val="03A9F5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Wingdings 3" panose="05040102010807070707" pitchFamily="18" charset="2"/>
              <a:buNone/>
            </a:pPr>
            <a:endParaRPr lang="en-IN" sz="2800" dirty="0">
              <a:solidFill>
                <a:schemeClr val="bg1"/>
              </a:solidFill>
            </a:endParaRP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56CE436F-B680-4B65-9E34-5A15577EA1BC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455365" y="850686"/>
            <a:ext cx="5622335" cy="11963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48882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23" grpId="0"/>
      <p:bldP spid="30" grpId="0"/>
      <p:bldP spid="31" grpId="0"/>
      <p:bldP spid="32" grpId="0"/>
      <p:bldP spid="33" grpId="0"/>
      <p:bldP spid="34" grpId="0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ECFC8A-BC0D-5D72-FE99-20313653BC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1" name="Content Placeholder 4">
                <a:extLst>
                  <a:ext uri="{FF2B5EF4-FFF2-40B4-BE49-F238E27FC236}">
                    <a16:creationId xmlns:a16="http://schemas.microsoft.com/office/drawing/2014/main" id="{C2E3A768-B2DD-49B5-A909-9453EEB041E3}"/>
                  </a:ext>
                </a:extLst>
              </p:cNvPr>
              <p:cNvSpPr txBox="1">
                <a:spLocks/>
              </p:cNvSpPr>
              <p:nvPr/>
            </p:nvSpPr>
            <p:spPr>
              <a:xfrm flipH="1">
                <a:off x="-2" y="865206"/>
                <a:ext cx="5756857" cy="540000"/>
              </a:xfrm>
              <a:prstGeom prst="rect">
                <a:avLst/>
              </a:prstGeom>
              <a:gradFill>
                <a:gsLst>
                  <a:gs pos="10000">
                    <a:srgbClr val="0E47A1"/>
                  </a:gs>
                  <a:gs pos="100000">
                    <a:srgbClr val="03A9F5"/>
                  </a:gs>
                </a:gsLst>
                <a:lin ang="10800000" scaled="1"/>
              </a:gradFill>
              <a:ln>
                <a:noFill/>
              </a:ln>
            </p:spPr>
            <p:txBody>
              <a:bodyPr vert="horz" wrap="square" lIns="91440" tIns="45720" rIns="91440" bIns="45720" numCol="1" anchor="ctr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algn="ctr">
                  <a:defRPr sz="2800">
                    <a:solidFill>
                      <a:schemeClr val="bg1"/>
                    </a:solidFill>
                  </a:defRPr>
                </a:lvl1pPr>
                <a:lvl2pPr>
                  <a:defRPr>
                    <a:solidFill>
                      <a:schemeClr val="tx1"/>
                    </a:solidFill>
                  </a:defRPr>
                </a:lvl2pPr>
                <a:lvl3pPr>
                  <a:defRPr>
                    <a:solidFill>
                      <a:schemeClr val="tx1"/>
                    </a:solidFill>
                  </a:defRPr>
                </a:lvl3pPr>
                <a:lvl4pPr>
                  <a:defRPr>
                    <a:solidFill>
                      <a:schemeClr val="tx1"/>
                    </a:solidFill>
                  </a:defRPr>
                </a:lvl4pPr>
                <a:lvl5pPr>
                  <a:defRPr>
                    <a:solidFill>
                      <a:schemeClr val="tx1"/>
                    </a:solidFill>
                  </a:defRPr>
                </a:lvl5pPr>
                <a:lvl6pPr>
                  <a:defRPr>
                    <a:solidFill>
                      <a:schemeClr val="tx1"/>
                    </a:solidFill>
                  </a:defRPr>
                </a:lvl6pPr>
                <a:lvl7pPr>
                  <a:defRPr>
                    <a:solidFill>
                      <a:schemeClr val="tx1"/>
                    </a:solidFill>
                  </a:defRPr>
                </a:lvl7pPr>
                <a:lvl8pPr>
                  <a:defRPr>
                    <a:solidFill>
                      <a:schemeClr val="tx1"/>
                    </a:solidFill>
                  </a:defRPr>
                </a:lvl8pPr>
                <a:lvl9pPr>
                  <a:defRPr>
                    <a:solidFill>
                      <a:schemeClr val="tx1"/>
                    </a:solidFill>
                  </a:defRPr>
                </a:lvl9pPr>
              </a:lstStyle>
              <a:p>
                <a:pPr algn="l"/>
                <a:r>
                  <a:rPr lang="en-US" b="1" dirty="0"/>
                  <a:t>Axiom 8: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b="1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 i="0" dirty="0" smtClean="0">
                            <a:latin typeface="Cambria Math" panose="02040503050406030204" pitchFamily="18" charset="0"/>
                          </a:rPr>
                          <m:t>𝐤</m:t>
                        </m:r>
                        <m:r>
                          <a:rPr lang="en-US" b="1" i="0" dirty="0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b="1" i="0" dirty="0" smtClean="0">
                            <a:latin typeface="Cambria Math" panose="02040503050406030204" pitchFamily="18" charset="0"/>
                          </a:rPr>
                          <m:t>𝐦</m:t>
                        </m:r>
                      </m:e>
                    </m:d>
                    <m:r>
                      <a:rPr lang="en-US" b="1" i="1" dirty="0" smtClean="0">
                        <a:latin typeface="Cambria Math" panose="02040503050406030204" pitchFamily="18" charset="0"/>
                      </a:rPr>
                      <m:t>⋅</m:t>
                    </m:r>
                    <m:r>
                      <a:rPr lang="en-US" b="1" i="0" dirty="0" smtClean="0">
                        <a:latin typeface="Cambria Math" panose="02040503050406030204" pitchFamily="18" charset="0"/>
                      </a:rPr>
                      <m:t>𝐮</m:t>
                    </m:r>
                    <m:r>
                      <a:rPr lang="en-US" b="1" i="0" dirty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1" i="0" dirty="0">
                        <a:latin typeface="Cambria Math" panose="02040503050406030204" pitchFamily="18" charset="0"/>
                      </a:rPr>
                      <m:t>𝐤</m:t>
                    </m:r>
                    <m:r>
                      <a:rPr lang="en-US" b="1" i="0" dirty="0" smtClean="0">
                        <a:latin typeface="Cambria Math" panose="02040503050406030204" pitchFamily="18" charset="0"/>
                      </a:rPr>
                      <m:t>⋅</m:t>
                    </m:r>
                    <m:r>
                      <a:rPr lang="en-US" b="1" i="0" dirty="0" smtClean="0">
                        <a:latin typeface="Cambria Math" panose="02040503050406030204" pitchFamily="18" charset="0"/>
                      </a:rPr>
                      <m:t>𝐮</m:t>
                    </m:r>
                    <m:r>
                      <a:rPr lang="en-US" b="1" i="0" dirty="0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1" i="0" dirty="0" smtClean="0">
                        <a:latin typeface="Cambria Math" panose="02040503050406030204" pitchFamily="18" charset="0"/>
                      </a:rPr>
                      <m:t>𝐦</m:t>
                    </m:r>
                    <m:r>
                      <a:rPr lang="en-US" b="1" dirty="0">
                        <a:latin typeface="Cambria Math" panose="02040503050406030204" pitchFamily="18" charset="0"/>
                      </a:rPr>
                      <m:t>⋅</m:t>
                    </m:r>
                    <m:r>
                      <a:rPr lang="en-US" b="1" i="0" dirty="0" smtClean="0">
                        <a:latin typeface="Cambria Math" panose="02040503050406030204" pitchFamily="18" charset="0"/>
                      </a:rPr>
                      <m:t>𝐮</m:t>
                    </m:r>
                  </m:oMath>
                </a14:m>
                <a:endParaRPr lang="en-US" b="1" dirty="0"/>
              </a:p>
            </p:txBody>
          </p:sp>
        </mc:Choice>
        <mc:Fallback xmlns="">
          <p:sp>
            <p:nvSpPr>
              <p:cNvPr id="21" name="Content Placeholder 4">
                <a:extLst>
                  <a:ext uri="{FF2B5EF4-FFF2-40B4-BE49-F238E27FC236}">
                    <a16:creationId xmlns:a16="http://schemas.microsoft.com/office/drawing/2014/main" id="{C2E3A768-B2DD-49B5-A909-9453EEB041E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-2" y="865206"/>
                <a:ext cx="5756857" cy="540000"/>
              </a:xfrm>
              <a:prstGeom prst="rect">
                <a:avLst/>
              </a:prstGeom>
              <a:blipFill>
                <a:blip r:embed="rId2"/>
                <a:stretch>
                  <a:fillRect l="-2119" t="-10112" b="-29213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FDFDD70C-3AAE-183B-5AED-36C59E3E9B77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IN" dirty="0"/>
                  <a:t>Method:1 </a:t>
                </a:r>
                <a14:m>
                  <m:oMath xmlns:m="http://schemas.openxmlformats.org/officeDocument/2006/math">
                    <m:r>
                      <a:rPr lang="en-I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⇝</m:t>
                    </m:r>
                  </m:oMath>
                </a14:m>
                <a:r>
                  <a:rPr lang="en-IN" dirty="0"/>
                  <a:t> Example:11(continue)</a:t>
                </a:r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FDFDD70C-3AAE-183B-5AED-36C59E3E9B7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3"/>
                <a:stretch>
                  <a:fillRect l="-400" t="-8547" b="-1965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Right Arrow 3">
            <a:extLst>
              <a:ext uri="{FF2B5EF4-FFF2-40B4-BE49-F238E27FC236}">
                <a16:creationId xmlns:a16="http://schemas.microsoft.com/office/drawing/2014/main" id="{3FE11F38-A8D0-406B-A77F-9DE69C4F1B02}"/>
              </a:ext>
            </a:extLst>
          </p:cNvPr>
          <p:cNvSpPr/>
          <p:nvPr/>
        </p:nvSpPr>
        <p:spPr>
          <a:xfrm flipV="1">
            <a:off x="7091357" y="1733616"/>
            <a:ext cx="144000" cy="180000"/>
          </a:xfrm>
          <a:prstGeom prst="rightArrow">
            <a:avLst/>
          </a:prstGeom>
          <a:gradFill>
            <a:gsLst>
              <a:gs pos="10000">
                <a:srgbClr val="0E47A1"/>
              </a:gs>
              <a:gs pos="100000">
                <a:srgbClr val="03A9F5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Wingdings 3" panose="05040102010807070707" pitchFamily="18" charset="2"/>
              <a:buNone/>
            </a:pPr>
            <a:endParaRPr lang="en-IN" sz="2800" dirty="0">
              <a:solidFill>
                <a:schemeClr val="bg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Content Placeholder 4">
                <a:extLst>
                  <a:ext uri="{FF2B5EF4-FFF2-40B4-BE49-F238E27FC236}">
                    <a16:creationId xmlns:a16="http://schemas.microsoft.com/office/drawing/2014/main" id="{E2369E14-FB7F-439F-B8BC-3D00ED9ED33E}"/>
                  </a:ext>
                </a:extLst>
              </p:cNvPr>
              <p:cNvSpPr txBox="1">
                <a:spLocks/>
              </p:cNvSpPr>
              <p:nvPr/>
            </p:nvSpPr>
            <p:spPr>
              <a:xfrm flipH="1">
                <a:off x="132610" y="1548055"/>
                <a:ext cx="3258290" cy="540000"/>
              </a:xfrm>
              <a:prstGeom prst="rect">
                <a:avLst/>
              </a:prstGeom>
              <a:noFill/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vert="horz" lIns="91440" tIns="45720" rIns="91440" bIns="45720" rtlCol="0" anchor="ctr">
                <a:noAutofit/>
              </a:bodyPr>
              <a:lstStyle>
                <a:lvl1pPr marL="265113" indent="-265113" algn="just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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809625" indent="-352425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lnSpc>
                    <a:spcPct val="115000"/>
                  </a:lnSpc>
                  <a:spcAft>
                    <a:spcPts val="800"/>
                  </a:spcAft>
                  <a:buNone/>
                </a:pPr>
                <a:r>
                  <a:rPr lang="en-US" sz="2800" dirty="0">
                    <a:solidFill>
                      <a:srgbClr val="002060"/>
                    </a:solidFill>
                  </a:rPr>
                  <a:t>Now,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2800" b="0" i="1" dirty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sz="2800" b="0" i="0" dirty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k</m:t>
                        </m:r>
                        <m:r>
                          <a:rPr lang="en-US" sz="2800" dirty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US" sz="2800" b="0" i="0" dirty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m</m:t>
                        </m:r>
                      </m:e>
                    </m:d>
                    <m:r>
                      <a:rPr lang="en-US" sz="2800" b="0" i="0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m:rPr>
                        <m:sty m:val="p"/>
                      </m:rPr>
                      <a:rPr lang="en-US" sz="2800" b="0" i="0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u</m:t>
                    </m:r>
                  </m:oMath>
                </a14:m>
                <a:endParaRPr lang="en-US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19" name="Content Placeholder 4">
                <a:extLst>
                  <a:ext uri="{FF2B5EF4-FFF2-40B4-BE49-F238E27FC236}">
                    <a16:creationId xmlns:a16="http://schemas.microsoft.com/office/drawing/2014/main" id="{E2369E14-FB7F-439F-B8BC-3D00ED9ED33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132610" y="1548055"/>
                <a:ext cx="3258290" cy="540000"/>
              </a:xfrm>
              <a:prstGeom prst="rect">
                <a:avLst/>
              </a:prstGeom>
              <a:blipFill>
                <a:blip r:embed="rId5"/>
                <a:stretch>
                  <a:fillRect l="-3933" t="-10112" b="-28090"/>
                </a:stretch>
              </a:blipFill>
              <a:ln w="12700" cap="flat" cmpd="sng" algn="ctr">
                <a:noFill/>
                <a:prstDash val="solid"/>
                <a:miter lim="800000"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Content Placeholder 4">
                <a:extLst>
                  <a:ext uri="{FF2B5EF4-FFF2-40B4-BE49-F238E27FC236}">
                    <a16:creationId xmlns:a16="http://schemas.microsoft.com/office/drawing/2014/main" id="{E2369E14-FB7F-439F-B8BC-3D00ED9ED33E}"/>
                  </a:ext>
                </a:extLst>
              </p:cNvPr>
              <p:cNvSpPr txBox="1">
                <a:spLocks/>
              </p:cNvSpPr>
              <p:nvPr/>
            </p:nvSpPr>
            <p:spPr>
              <a:xfrm flipH="1">
                <a:off x="2544988" y="1603291"/>
                <a:ext cx="3289136" cy="540000"/>
              </a:xfrm>
              <a:prstGeom prst="rect">
                <a:avLst/>
              </a:prstGeom>
              <a:noFill/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vert="horz" lIns="91440" tIns="45720" rIns="91440" bIns="45720" rtlCol="0" anchor="ctr">
                <a:noAutofit/>
              </a:bodyPr>
              <a:lstStyle>
                <a:lvl1pPr marL="265113" indent="-265113" algn="just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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809625" indent="-352425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lnSpc>
                    <a:spcPct val="115000"/>
                  </a:lnSpc>
                  <a:spcAft>
                    <a:spcPts val="8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dirty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sz="2800" i="1" dirty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sz="2800" dirty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k</m:t>
                          </m:r>
                          <m:r>
                            <a:rPr lang="en-US" sz="2800" dirty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m:rPr>
                              <m:sty m:val="p"/>
                            </m:rPr>
                            <a:rPr lang="en-US" sz="2800" dirty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m</m:t>
                          </m:r>
                        </m:e>
                      </m:d>
                      <m:r>
                        <a:rPr lang="en-US" sz="2800" dirty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⋅</m:t>
                      </m:r>
                      <m:d>
                        <m:dPr>
                          <m:ctrlP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a</m:t>
                          </m:r>
                          <m: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m:rPr>
                              <m:sty m:val="p"/>
                            </m:rP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b</m:t>
                          </m:r>
                          <m: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m:rPr>
                              <m:sty m:val="p"/>
                            </m:rP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c</m:t>
                          </m:r>
                        </m:e>
                      </m:d>
                    </m:oMath>
                  </m:oMathPara>
                </a14:m>
                <a:endParaRPr lang="en-US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20" name="Content Placeholder 4">
                <a:extLst>
                  <a:ext uri="{FF2B5EF4-FFF2-40B4-BE49-F238E27FC236}">
                    <a16:creationId xmlns:a16="http://schemas.microsoft.com/office/drawing/2014/main" id="{E2369E14-FB7F-439F-B8BC-3D00ED9ED33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2544988" y="1603291"/>
                <a:ext cx="3289136" cy="540000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  <a:ln w="12700" cap="flat" cmpd="sng" algn="ctr">
                <a:noFill/>
                <a:prstDash val="solid"/>
                <a:miter lim="800000"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Content Placeholder 4">
                <a:extLst>
                  <a:ext uri="{FF2B5EF4-FFF2-40B4-BE49-F238E27FC236}">
                    <a16:creationId xmlns:a16="http://schemas.microsoft.com/office/drawing/2014/main" id="{E2369E14-FB7F-439F-B8BC-3D00ED9ED33E}"/>
                  </a:ext>
                </a:extLst>
              </p:cNvPr>
              <p:cNvSpPr txBox="1">
                <a:spLocks/>
              </p:cNvSpPr>
              <p:nvPr/>
            </p:nvSpPr>
            <p:spPr>
              <a:xfrm flipH="1">
                <a:off x="2632927" y="2217135"/>
                <a:ext cx="3168706" cy="540000"/>
              </a:xfrm>
              <a:prstGeom prst="rect">
                <a:avLst/>
              </a:prstGeom>
              <a:noFill/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vert="horz" lIns="91440" tIns="45720" rIns="91440" bIns="45720" rtlCol="0" anchor="ctr">
                <a:noAutofit/>
              </a:bodyPr>
              <a:lstStyle>
                <a:lvl1pPr marL="265113" indent="-265113" algn="just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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809625" indent="-352425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lnSpc>
                    <a:spcPct val="115000"/>
                  </a:lnSpc>
                  <a:spcAft>
                    <a:spcPts val="8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800" i="0" dirty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sz="2800" i="1" dirty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ctrlPr>
                                <a:rPr lang="en-US" sz="2800" i="1" dirty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m:rPr>
                                  <m:sty m:val="p"/>
                                </m:rPr>
                                <a:rPr lang="en-US" sz="2800" i="0" dirty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k</m:t>
                              </m:r>
                              <m:r>
                                <a:rPr lang="en-US" sz="2800" i="0" dirty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m:rPr>
                                  <m:sty m:val="p"/>
                                </m:rPr>
                                <a:rPr lang="en-US" sz="2800" i="0" dirty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m</m:t>
                              </m:r>
                            </m:e>
                          </m:d>
                          <m:r>
                            <m:rPr>
                              <m:sty m:val="p"/>
                            </m:rPr>
                            <a:rPr lang="en-US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a</m:t>
                          </m:r>
                          <m:r>
                            <a:rPr lang="en-US" sz="280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m:rPr>
                              <m:sty m:val="p"/>
                            </m:rPr>
                            <a:rPr lang="en-US" sz="2800" b="0" i="0" dirty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b</m:t>
                          </m:r>
                          <m:r>
                            <a:rPr lang="en-US" sz="2800" b="0" i="0" dirty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m:rPr>
                              <m:sty m:val="p"/>
                            </m:rPr>
                            <a:rPr lang="en-US" sz="2800" b="0" i="0" dirty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c</m:t>
                          </m:r>
                        </m:e>
                      </m:d>
                    </m:oMath>
                  </m:oMathPara>
                </a14:m>
                <a:endParaRPr lang="en-US" sz="2800" dirty="0">
                  <a:solidFill>
                    <a:srgbClr val="002060"/>
                  </a:solidFill>
                  <a:latin typeface="+mj-lt"/>
                </a:endParaRPr>
              </a:p>
            </p:txBody>
          </p:sp>
        </mc:Choice>
        <mc:Fallback xmlns="">
          <p:sp>
            <p:nvSpPr>
              <p:cNvPr id="23" name="Content Placeholder 4">
                <a:extLst>
                  <a:ext uri="{FF2B5EF4-FFF2-40B4-BE49-F238E27FC236}">
                    <a16:creationId xmlns:a16="http://schemas.microsoft.com/office/drawing/2014/main" id="{E2369E14-FB7F-439F-B8BC-3D00ED9ED33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2632927" y="2217135"/>
                <a:ext cx="3168706" cy="540000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  <a:ln w="12700" cap="flat" cmpd="sng" algn="ctr">
                <a:noFill/>
                <a:prstDash val="solid"/>
                <a:miter lim="800000"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Content Placeholder 4">
                <a:extLst>
                  <a:ext uri="{FF2B5EF4-FFF2-40B4-BE49-F238E27FC236}">
                    <a16:creationId xmlns:a16="http://schemas.microsoft.com/office/drawing/2014/main" id="{E2369E14-FB7F-439F-B8BC-3D00ED9ED33E}"/>
                  </a:ext>
                </a:extLst>
              </p:cNvPr>
              <p:cNvSpPr txBox="1">
                <a:spLocks/>
              </p:cNvSpPr>
              <p:nvPr/>
            </p:nvSpPr>
            <p:spPr>
              <a:xfrm flipH="1">
                <a:off x="2630681" y="2898112"/>
                <a:ext cx="3332591" cy="462537"/>
              </a:xfrm>
              <a:prstGeom prst="rect">
                <a:avLst/>
              </a:prstGeom>
              <a:noFill/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vert="horz" lIns="91440" tIns="45720" rIns="91440" bIns="45720" rtlCol="0" anchor="ctr">
                <a:noAutofit/>
              </a:bodyPr>
              <a:lstStyle>
                <a:lvl1pPr marL="265113" indent="-265113" algn="just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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809625" indent="-352425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lnSpc>
                    <a:spcPct val="115000"/>
                  </a:lnSpc>
                  <a:spcAft>
                    <a:spcPts val="8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800" i="0" dirty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sz="2800" i="1" dirty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sz="2800" i="0" dirty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k</m:t>
                          </m:r>
                          <m:r>
                            <m:rPr>
                              <m:sty m:val="p"/>
                            </m:rPr>
                            <a:rPr lang="en-US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a</m:t>
                          </m:r>
                          <m:r>
                            <a:rPr lang="en-US" sz="2800" i="0" dirty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m:rPr>
                              <m:sty m:val="p"/>
                            </m:rPr>
                            <a:rPr lang="en-US" sz="2800" i="0" dirty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ma</m:t>
                          </m:r>
                          <m:r>
                            <a:rPr lang="en-US" sz="280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m:rPr>
                              <m:sty m:val="p"/>
                            </m:rPr>
                            <a:rPr lang="en-US" sz="2800" i="0" dirty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b</m:t>
                          </m:r>
                          <m:r>
                            <a:rPr lang="en-US" sz="2800" b="0" i="0" dirty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m:rPr>
                              <m:sty m:val="p"/>
                            </m:rPr>
                            <a:rPr lang="en-US" sz="2800" b="0" i="0" dirty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c</m:t>
                          </m:r>
                        </m:e>
                      </m:d>
                      <m:r>
                        <a:rPr lang="en-US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24" name="Content Placeholder 4">
                <a:extLst>
                  <a:ext uri="{FF2B5EF4-FFF2-40B4-BE49-F238E27FC236}">
                    <a16:creationId xmlns:a16="http://schemas.microsoft.com/office/drawing/2014/main" id="{E2369E14-FB7F-439F-B8BC-3D00ED9ED33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2630681" y="2898112"/>
                <a:ext cx="3332591" cy="462537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  <a:ln w="12700" cap="flat" cmpd="sng" algn="ctr">
                <a:noFill/>
                <a:prstDash val="solid"/>
                <a:miter lim="800000"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3" name="Picture 12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7084015" y="850686"/>
            <a:ext cx="5040000" cy="1208314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6" name="Content Placeholder 4">
                <a:extLst>
                  <a:ext uri="{FF2B5EF4-FFF2-40B4-BE49-F238E27FC236}">
                    <a16:creationId xmlns:a16="http://schemas.microsoft.com/office/drawing/2014/main" id="{E2369E14-FB7F-439F-B8BC-3D00ED9ED33E}"/>
                  </a:ext>
                </a:extLst>
              </p:cNvPr>
              <p:cNvSpPr txBox="1">
                <a:spLocks/>
              </p:cNvSpPr>
              <p:nvPr/>
            </p:nvSpPr>
            <p:spPr>
              <a:xfrm flipH="1">
                <a:off x="135415" y="3501420"/>
                <a:ext cx="3258290" cy="540000"/>
              </a:xfrm>
              <a:prstGeom prst="rect">
                <a:avLst/>
              </a:prstGeom>
              <a:noFill/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vert="horz" lIns="91440" tIns="45720" rIns="91440" bIns="45720" rtlCol="0" anchor="ctr">
                <a:noAutofit/>
              </a:bodyPr>
              <a:lstStyle>
                <a:lvl1pPr marL="265113" indent="-265113" algn="just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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809625" indent="-352425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lnSpc>
                    <a:spcPct val="115000"/>
                  </a:lnSpc>
                  <a:spcAft>
                    <a:spcPts val="800"/>
                  </a:spcAft>
                  <a:buNone/>
                </a:pPr>
                <a:r>
                  <a:rPr lang="en-US" sz="2800" dirty="0">
                    <a:solidFill>
                      <a:srgbClr val="002060"/>
                    </a:solidFill>
                  </a:rPr>
                  <a:t>Now,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800" i="0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k</m:t>
                    </m:r>
                    <m:r>
                      <a:rPr lang="en-US" sz="2800" b="0" i="0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m:rPr>
                        <m:sty m:val="p"/>
                      </m:rPr>
                      <a:rPr lang="en-US" sz="2800" b="0" i="0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u</m:t>
                    </m:r>
                    <m:r>
                      <a:rPr lang="en-US" sz="2800" b="0" i="0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US" sz="2800" b="0" i="0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m</m:t>
                    </m:r>
                    <m:r>
                      <a:rPr lang="en-US" sz="2800" dirty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m:rPr>
                        <m:sty m:val="p"/>
                      </m:rPr>
                      <a:rPr lang="en-US" sz="2800" dirty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u</m:t>
                    </m:r>
                  </m:oMath>
                </a14:m>
                <a:endParaRPr lang="en-US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16" name="Content Placeholder 4">
                <a:extLst>
                  <a:ext uri="{FF2B5EF4-FFF2-40B4-BE49-F238E27FC236}">
                    <a16:creationId xmlns:a16="http://schemas.microsoft.com/office/drawing/2014/main" id="{E2369E14-FB7F-439F-B8BC-3D00ED9ED33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135415" y="3501420"/>
                <a:ext cx="3258290" cy="540000"/>
              </a:xfrm>
              <a:prstGeom prst="rect">
                <a:avLst/>
              </a:prstGeom>
              <a:blipFill>
                <a:blip r:embed="rId23"/>
                <a:stretch>
                  <a:fillRect l="-3738" t="-10112" b="-29213"/>
                </a:stretch>
              </a:blipFill>
              <a:ln w="12700" cap="flat" cmpd="sng" algn="ctr">
                <a:noFill/>
                <a:prstDash val="solid"/>
                <a:miter lim="800000"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Content Placeholder 4">
                <a:extLst>
                  <a:ext uri="{FF2B5EF4-FFF2-40B4-BE49-F238E27FC236}">
                    <a16:creationId xmlns:a16="http://schemas.microsoft.com/office/drawing/2014/main" id="{E2369E14-FB7F-439F-B8BC-3D00ED9ED33E}"/>
                  </a:ext>
                </a:extLst>
              </p:cNvPr>
              <p:cNvSpPr txBox="1">
                <a:spLocks/>
              </p:cNvSpPr>
              <p:nvPr/>
            </p:nvSpPr>
            <p:spPr>
              <a:xfrm flipH="1">
                <a:off x="2857015" y="3549429"/>
                <a:ext cx="4314547" cy="540000"/>
              </a:xfrm>
              <a:prstGeom prst="rect">
                <a:avLst/>
              </a:prstGeom>
              <a:noFill/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vert="horz" lIns="91440" tIns="45720" rIns="91440" bIns="45720" rtlCol="0" anchor="ctr">
                <a:noAutofit/>
              </a:bodyPr>
              <a:lstStyle>
                <a:lvl1pPr marL="265113" indent="-265113" algn="just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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809625" indent="-352425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lnSpc>
                    <a:spcPct val="115000"/>
                  </a:lnSpc>
                  <a:spcAft>
                    <a:spcPts val="8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800" dirty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sz="2800" b="0" i="0" dirty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k</m:t>
                      </m:r>
                      <m:r>
                        <a:rPr lang="en-US" sz="2800" dirty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⋅</m:t>
                      </m:r>
                      <m:d>
                        <m:dPr>
                          <m:ctrlP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a</m:t>
                          </m:r>
                          <m: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m:rPr>
                              <m:sty m:val="p"/>
                            </m:rP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b</m:t>
                          </m:r>
                          <m: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m:rPr>
                              <m:sty m:val="p"/>
                            </m:rP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c</m:t>
                          </m:r>
                        </m:e>
                      </m:d>
                      <m:r>
                        <a:rPr lang="en-US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m:rPr>
                          <m:sty m:val="p"/>
                        </m:rPr>
                        <a:rPr lang="en-US" sz="2800" b="0" i="0" dirty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m</m:t>
                      </m:r>
                      <m:r>
                        <a:rPr lang="en-US" sz="2800" dirty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⋅</m:t>
                      </m:r>
                      <m:d>
                        <m:dPr>
                          <m:ctrlP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a</m:t>
                          </m:r>
                          <m: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m:rPr>
                              <m:sty m:val="p"/>
                            </m:rP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b</m:t>
                          </m:r>
                          <m: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m:rPr>
                              <m:sty m:val="p"/>
                            </m:rP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c</m:t>
                          </m:r>
                        </m:e>
                      </m:d>
                    </m:oMath>
                  </m:oMathPara>
                </a14:m>
                <a:endParaRPr lang="en-US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18" name="Content Placeholder 4">
                <a:extLst>
                  <a:ext uri="{FF2B5EF4-FFF2-40B4-BE49-F238E27FC236}">
                    <a16:creationId xmlns:a16="http://schemas.microsoft.com/office/drawing/2014/main" id="{E2369E14-FB7F-439F-B8BC-3D00ED9ED33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2857015" y="3549429"/>
                <a:ext cx="4314547" cy="540000"/>
              </a:xfrm>
              <a:prstGeom prst="rect">
                <a:avLst/>
              </a:prstGeom>
              <a:blipFill>
                <a:blip r:embed="rId24"/>
                <a:stretch>
                  <a:fillRect/>
                </a:stretch>
              </a:blipFill>
              <a:ln w="12700" cap="flat" cmpd="sng" algn="ctr">
                <a:noFill/>
                <a:prstDash val="solid"/>
                <a:miter lim="800000"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Content Placeholder 4">
                <a:extLst>
                  <a:ext uri="{FF2B5EF4-FFF2-40B4-BE49-F238E27FC236}">
                    <a16:creationId xmlns:a16="http://schemas.microsoft.com/office/drawing/2014/main" id="{E2369E14-FB7F-439F-B8BC-3D00ED9ED33E}"/>
                  </a:ext>
                </a:extLst>
              </p:cNvPr>
              <p:cNvSpPr txBox="1">
                <a:spLocks/>
              </p:cNvSpPr>
              <p:nvPr/>
            </p:nvSpPr>
            <p:spPr>
              <a:xfrm flipH="1">
                <a:off x="2862786" y="4178120"/>
                <a:ext cx="4178314" cy="540000"/>
              </a:xfrm>
              <a:prstGeom prst="rect">
                <a:avLst/>
              </a:prstGeom>
              <a:noFill/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vert="horz" lIns="91440" tIns="45720" rIns="91440" bIns="45720" rtlCol="0" anchor="ctr">
                <a:noAutofit/>
              </a:bodyPr>
              <a:lstStyle>
                <a:lvl1pPr marL="265113" indent="-265113" algn="just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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809625" indent="-352425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lnSpc>
                    <a:spcPct val="115000"/>
                  </a:lnSpc>
                  <a:spcAft>
                    <a:spcPts val="8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800" dirty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sz="2800" i="1" dirty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sz="2800" i="0" dirty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k</m:t>
                          </m:r>
                          <m:r>
                            <m:rPr>
                              <m:sty m:val="p"/>
                            </m:rPr>
                            <a:rPr lang="en-US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a</m:t>
                          </m:r>
                          <m:r>
                            <a:rPr lang="en-US" sz="280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m:rPr>
                              <m:sty m:val="p"/>
                            </m:rPr>
                            <a:rPr lang="en-US" sz="2800" b="0" i="0" dirty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b</m:t>
                          </m:r>
                          <m:r>
                            <a:rPr lang="en-US" sz="2800" b="0" i="0" dirty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m:rPr>
                              <m:sty m:val="p"/>
                            </m:rPr>
                            <a:rPr lang="en-US" sz="2800" b="0" i="0" dirty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c</m:t>
                          </m:r>
                        </m:e>
                      </m:d>
                      <m:r>
                        <a:rPr lang="en-US" sz="2800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d>
                        <m:dPr>
                          <m:ctrlPr>
                            <a:rPr lang="en-US" sz="2800" i="1" dirty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sz="2800" dirty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m</m:t>
                          </m:r>
                          <m:r>
                            <m:rPr>
                              <m:sty m:val="p"/>
                            </m:rP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a</m:t>
                          </m:r>
                          <m: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m:rPr>
                              <m:sty m:val="p"/>
                            </m:rP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b</m:t>
                          </m:r>
                          <m: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m:rPr>
                              <m:sty m:val="p"/>
                            </m:rP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c</m:t>
                          </m:r>
                        </m:e>
                      </m:d>
                    </m:oMath>
                  </m:oMathPara>
                </a14:m>
                <a:endParaRPr lang="en-US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22" name="Content Placeholder 4">
                <a:extLst>
                  <a:ext uri="{FF2B5EF4-FFF2-40B4-BE49-F238E27FC236}">
                    <a16:creationId xmlns:a16="http://schemas.microsoft.com/office/drawing/2014/main" id="{E2369E14-FB7F-439F-B8BC-3D00ED9ED33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2862786" y="4178120"/>
                <a:ext cx="4178314" cy="540000"/>
              </a:xfrm>
              <a:prstGeom prst="rect">
                <a:avLst/>
              </a:prstGeom>
              <a:blipFill>
                <a:blip r:embed="rId25"/>
                <a:stretch>
                  <a:fillRect/>
                </a:stretch>
              </a:blipFill>
              <a:ln w="12700" cap="flat" cmpd="sng" algn="ctr">
                <a:noFill/>
                <a:prstDash val="solid"/>
                <a:miter lim="800000"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Content Placeholder 4">
                <a:extLst>
                  <a:ext uri="{FF2B5EF4-FFF2-40B4-BE49-F238E27FC236}">
                    <a16:creationId xmlns:a16="http://schemas.microsoft.com/office/drawing/2014/main" id="{E2369E14-FB7F-439F-B8BC-3D00ED9ED33E}"/>
                  </a:ext>
                </a:extLst>
              </p:cNvPr>
              <p:cNvSpPr txBox="1">
                <a:spLocks/>
              </p:cNvSpPr>
              <p:nvPr/>
            </p:nvSpPr>
            <p:spPr>
              <a:xfrm flipH="1">
                <a:off x="2857015" y="4828695"/>
                <a:ext cx="3702749" cy="462537"/>
              </a:xfrm>
              <a:prstGeom prst="rect">
                <a:avLst/>
              </a:prstGeom>
              <a:noFill/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vert="horz" lIns="91440" tIns="45720" rIns="91440" bIns="45720" rtlCol="0" anchor="ctr">
                <a:noAutofit/>
              </a:bodyPr>
              <a:lstStyle>
                <a:lvl1pPr marL="265113" indent="-265113" algn="just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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809625" indent="-352425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lnSpc>
                    <a:spcPct val="115000"/>
                  </a:lnSpc>
                  <a:spcAft>
                    <a:spcPts val="8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800" i="0" dirty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sz="2800" i="1" dirty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sz="2800" i="0" dirty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k</m:t>
                          </m:r>
                          <m:r>
                            <m:rPr>
                              <m:sty m:val="p"/>
                            </m:rPr>
                            <a:rPr lang="en-US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a</m:t>
                          </m:r>
                          <m:r>
                            <a:rPr lang="en-US" sz="2800" i="0" dirty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m:rPr>
                              <m:sty m:val="p"/>
                            </m:rPr>
                            <a:rPr lang="en-US" sz="2800" i="0" dirty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ma</m:t>
                          </m:r>
                          <m:r>
                            <a:rPr lang="en-US" sz="280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800" i="0" dirty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m:rPr>
                              <m:sty m:val="p"/>
                            </m:rPr>
                            <a:rPr lang="en-US" sz="2800" b="0" i="0" dirty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b</m:t>
                          </m:r>
                          <m:r>
                            <a:rPr lang="en-US" sz="2800" b="0" i="0" dirty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,2</m:t>
                          </m:r>
                          <m:r>
                            <m:rPr>
                              <m:sty m:val="p"/>
                            </m:rPr>
                            <a:rPr lang="en-US" sz="2800" b="0" i="0" dirty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c</m:t>
                          </m:r>
                        </m:e>
                      </m:d>
                      <m:r>
                        <a:rPr lang="en-US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25" name="Content Placeholder 4">
                <a:extLst>
                  <a:ext uri="{FF2B5EF4-FFF2-40B4-BE49-F238E27FC236}">
                    <a16:creationId xmlns:a16="http://schemas.microsoft.com/office/drawing/2014/main" id="{E2369E14-FB7F-439F-B8BC-3D00ED9ED33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2857015" y="4828695"/>
                <a:ext cx="3702749" cy="462537"/>
              </a:xfrm>
              <a:prstGeom prst="rect">
                <a:avLst/>
              </a:prstGeom>
              <a:blipFill>
                <a:blip r:embed="rId26"/>
                <a:stretch>
                  <a:fillRect/>
                </a:stretch>
              </a:blipFill>
              <a:ln w="12700" cap="flat" cmpd="sng" algn="ctr">
                <a:noFill/>
                <a:prstDash val="solid"/>
                <a:miter lim="800000"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Content Placeholder 4">
                <a:extLst>
                  <a:ext uri="{FF2B5EF4-FFF2-40B4-BE49-F238E27FC236}">
                    <a16:creationId xmlns:a16="http://schemas.microsoft.com/office/drawing/2014/main" id="{E2369E14-FB7F-439F-B8BC-3D00ED9ED33E}"/>
                  </a:ext>
                </a:extLst>
              </p:cNvPr>
              <p:cNvSpPr txBox="1">
                <a:spLocks/>
              </p:cNvSpPr>
              <p:nvPr/>
            </p:nvSpPr>
            <p:spPr>
              <a:xfrm flipH="1">
                <a:off x="132610" y="5395068"/>
                <a:ext cx="4684090" cy="540000"/>
              </a:xfrm>
              <a:prstGeom prst="rect">
                <a:avLst/>
              </a:prstGeom>
              <a:noFill/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vert="horz" lIns="91440" tIns="45720" rIns="91440" bIns="45720" rtlCol="0" anchor="ctr">
                <a:noAutofit/>
              </a:bodyPr>
              <a:lstStyle>
                <a:lvl1pPr marL="265113" indent="-265113" algn="just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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809625" indent="-352425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lnSpc>
                    <a:spcPct val="115000"/>
                  </a:lnSpc>
                  <a:spcAft>
                    <a:spcPts val="8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sz="2800" i="0" dirty="0" smtClean="0">
                          <a:solidFill>
                            <a:srgbClr val="002060"/>
                          </a:solidFill>
                        </a:rPr>
                        <m:t>So</m:t>
                      </m:r>
                      <m:r>
                        <m:rPr>
                          <m:nor/>
                        </m:rPr>
                        <a:rPr lang="en-US" sz="2800" i="0" dirty="0" smtClean="0">
                          <a:solidFill>
                            <a:srgbClr val="002060"/>
                          </a:solidFill>
                        </a:rPr>
                        <m:t>, </m:t>
                      </m:r>
                      <m:d>
                        <m:dPr>
                          <m:ctrlPr>
                            <a:rPr lang="en-US" sz="2800" i="1" dirty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sz="2800" dirty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k</m:t>
                          </m:r>
                          <m:r>
                            <a:rPr lang="en-US" sz="2800" dirty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m:rPr>
                              <m:sty m:val="p"/>
                            </m:rPr>
                            <a:rPr lang="en-US" sz="2800" dirty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m</m:t>
                          </m:r>
                        </m:e>
                      </m:d>
                      <m:r>
                        <a:rPr lang="en-US" sz="2800" dirty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⋅</m:t>
                      </m:r>
                      <m:r>
                        <m:rPr>
                          <m:sty m:val="p"/>
                        </m:rPr>
                        <a:rPr lang="en-US" sz="2800" b="0" i="0" dirty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u</m:t>
                      </m:r>
                      <m:r>
                        <a:rPr lang="en-US" sz="2800" b="0" i="0" dirty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≠</m:t>
                      </m:r>
                      <m:r>
                        <m:rPr>
                          <m:sty m:val="p"/>
                        </m:rPr>
                        <a:rPr lang="en-US" sz="2800" dirty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k</m:t>
                      </m:r>
                      <m:r>
                        <a:rPr lang="en-US" sz="2800" i="1" dirty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⋅</m:t>
                      </m:r>
                      <m:r>
                        <m:rPr>
                          <m:sty m:val="p"/>
                        </m:rPr>
                        <a:rPr lang="en-US" sz="2800" b="0" i="0" dirty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u</m:t>
                      </m:r>
                      <m:r>
                        <a:rPr lang="en-US" sz="2800" i="1" dirty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m:rPr>
                          <m:sty m:val="p"/>
                        </m:rPr>
                        <a:rPr lang="en-US" sz="2800" dirty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m</m:t>
                      </m:r>
                      <m:r>
                        <a:rPr lang="en-US" sz="2800" i="1" dirty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⋅</m:t>
                      </m:r>
                      <m:r>
                        <m:rPr>
                          <m:sty m:val="p"/>
                        </m:rPr>
                        <a:rPr lang="en-US" sz="2800" b="0" i="0" dirty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u</m:t>
                      </m:r>
                    </m:oMath>
                  </m:oMathPara>
                </a14:m>
                <a:endParaRPr lang="en-US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26" name="Content Placeholder 4">
                <a:extLst>
                  <a:ext uri="{FF2B5EF4-FFF2-40B4-BE49-F238E27FC236}">
                    <a16:creationId xmlns:a16="http://schemas.microsoft.com/office/drawing/2014/main" id="{E2369E14-FB7F-439F-B8BC-3D00ED9ED33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132610" y="5395068"/>
                <a:ext cx="4684090" cy="540000"/>
              </a:xfrm>
              <a:prstGeom prst="rect">
                <a:avLst/>
              </a:prstGeom>
              <a:blipFill>
                <a:blip r:embed="rId27"/>
                <a:stretch>
                  <a:fillRect/>
                </a:stretch>
              </a:blipFill>
              <a:ln w="12700" cap="flat" cmpd="sng" algn="ctr">
                <a:noFill/>
                <a:prstDash val="solid"/>
                <a:miter lim="800000"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7" name="Content Placeholder 4">
                <a:extLst>
                  <a:ext uri="{FF2B5EF4-FFF2-40B4-BE49-F238E27FC236}">
                    <a16:creationId xmlns:a16="http://schemas.microsoft.com/office/drawing/2014/main" id="{E2369E14-FB7F-439F-B8BC-3D00ED9ED33E}"/>
                  </a:ext>
                </a:extLst>
              </p:cNvPr>
              <p:cNvSpPr txBox="1">
                <a:spLocks/>
              </p:cNvSpPr>
              <p:nvPr/>
            </p:nvSpPr>
            <p:spPr>
              <a:xfrm flipH="1">
                <a:off x="132610" y="5913357"/>
                <a:ext cx="6268190" cy="617827"/>
              </a:xfrm>
              <a:prstGeom prst="rect">
                <a:avLst/>
              </a:prstGeom>
              <a:noFill/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vert="horz" lIns="91440" tIns="45720" rIns="91440" bIns="45720" rtlCol="0" anchor="ctr">
                <a:noAutofit/>
              </a:bodyPr>
              <a:lstStyle>
                <a:lvl1pPr marL="265113" indent="-265113" algn="just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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809625" indent="-352425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lnSpc>
                    <a:spcPct val="115000"/>
                  </a:lnSpc>
                  <a:spcAft>
                    <a:spcPts val="800"/>
                  </a:spcAft>
                  <a:buNone/>
                </a:pPr>
                <a:r>
                  <a:rPr lang="en-US" sz="2800" dirty="0">
                    <a:solidFill>
                      <a:srgbClr val="002060"/>
                    </a:solidFill>
                    <a:latin typeface="+mj-lt"/>
                  </a:rPr>
                  <a:t>Hence,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28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b="0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en-US" sz="2800" b="0" i="0" dirty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V</m:t>
                        </m:r>
                        <m:r>
                          <a:rPr lang="en-US" sz="2800" b="0" i="0" dirty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 , + ,  ⋅ </m:t>
                        </m:r>
                      </m:e>
                    </m:d>
                  </m:oMath>
                </a14:m>
                <a:r>
                  <a:rPr lang="en-US" sz="2800" dirty="0">
                    <a:solidFill>
                      <a:srgbClr val="002060"/>
                    </a:solidFill>
                    <a:latin typeface="+mj-lt"/>
                  </a:rPr>
                  <a:t> is </a:t>
                </a:r>
                <a:r>
                  <a:rPr lang="en-US" sz="2800" b="1" dirty="0">
                    <a:solidFill>
                      <a:srgbClr val="FF0000"/>
                    </a:solidFill>
                    <a:latin typeface="+mj-lt"/>
                  </a:rPr>
                  <a:t>not</a:t>
                </a:r>
                <a:r>
                  <a:rPr lang="en-US" sz="2800" dirty="0">
                    <a:solidFill>
                      <a:srgbClr val="002060"/>
                    </a:solidFill>
                    <a:latin typeface="+mj-lt"/>
                  </a:rPr>
                  <a:t> a vector space. </a:t>
                </a:r>
                <a:endParaRPr lang="en-US" sz="2800" dirty="0">
                  <a:solidFill>
                    <a:srgbClr val="002060"/>
                  </a:solidFill>
                </a:endParaRPr>
              </a:p>
            </p:txBody>
          </p:sp>
        </mc:Choice>
        <mc:Fallback>
          <p:sp>
            <p:nvSpPr>
              <p:cNvPr id="27" name="Content Placeholder 4">
                <a:extLst>
                  <a:ext uri="{FF2B5EF4-FFF2-40B4-BE49-F238E27FC236}">
                    <a16:creationId xmlns:a16="http://schemas.microsoft.com/office/drawing/2014/main" id="{E2369E14-FB7F-439F-B8BC-3D00ED9ED33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132610" y="5913357"/>
                <a:ext cx="6268190" cy="617827"/>
              </a:xfrm>
              <a:prstGeom prst="rect">
                <a:avLst/>
              </a:prstGeom>
              <a:blipFill>
                <a:blip r:embed="rId28"/>
                <a:stretch>
                  <a:fillRect l="-2043" b="-22772"/>
                </a:stretch>
              </a:blipFill>
              <a:ln w="12700" cap="flat" cmpd="sng" algn="ctr">
                <a:noFill/>
                <a:prstDash val="solid"/>
                <a:miter lim="800000"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228475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23" grpId="0"/>
      <p:bldP spid="24" grpId="0"/>
      <p:bldP spid="16" grpId="0"/>
      <p:bldP spid="18" grpId="0"/>
      <p:bldP spid="22" grpId="0"/>
      <p:bldP spid="25" grpId="0"/>
      <p:bldP spid="26" grpId="0"/>
      <p:bldP spid="27" grpId="0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ECFC8A-BC0D-5D72-FE99-20313653BC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FDFDD70C-3AAE-183B-5AED-36C59E3E9B77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IN" dirty="0"/>
                  <a:t>Method:1 </a:t>
                </a:r>
                <a14:m>
                  <m:oMath xmlns:m="http://schemas.openxmlformats.org/officeDocument/2006/math">
                    <m:r>
                      <a:rPr lang="en-IN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⇝</m:t>
                    </m:r>
                  </m:oMath>
                </a14:m>
                <a:r>
                  <a:rPr lang="en-IN" dirty="0"/>
                  <a:t> Example:13</a:t>
                </a:r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FDFDD70C-3AAE-183B-5AED-36C59E3E9B7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3"/>
                <a:stretch>
                  <a:fillRect l="-400" t="-8547" b="-1965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Content Placeholder 4">
            <a:extLst>
              <a:ext uri="{FF2B5EF4-FFF2-40B4-BE49-F238E27FC236}">
                <a16:creationId xmlns:a16="http://schemas.microsoft.com/office/drawing/2014/main" id="{D0F31B58-9644-11ED-9321-574F96F65607}"/>
              </a:ext>
            </a:extLst>
          </p:cNvPr>
          <p:cNvSpPr txBox="1">
            <a:spLocks/>
          </p:cNvSpPr>
          <p:nvPr/>
        </p:nvSpPr>
        <p:spPr>
          <a:xfrm>
            <a:off x="132610" y="1690078"/>
            <a:ext cx="7639790" cy="133538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marL="265113" indent="-265113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Wingdings 3" panose="05040102010807070707" pitchFamily="18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9625" indent="-352425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 3" panose="05040102010807070707" pitchFamily="18" charset="2"/>
              <a:buChar char="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lang="en-IN" sz="2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4" name="Content Placeholder 4">
                <a:extLst>
                  <a:ext uri="{FF2B5EF4-FFF2-40B4-BE49-F238E27FC236}">
                    <a16:creationId xmlns:a16="http://schemas.microsoft.com/office/drawing/2014/main" id="{ED23B262-736E-4535-FBA7-00FB33ACCCF0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655930" y="757059"/>
                <a:ext cx="10536070" cy="2341741"/>
              </a:xfrm>
              <a:prstGeom prst="rect">
                <a:avLst/>
              </a:prstGeom>
              <a:noFill/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vert="horz" lIns="91440" tIns="45720" rIns="91440" bIns="45720" rtlCol="0" anchor="ctr">
                <a:noAutofit/>
              </a:bodyPr>
              <a:lstStyle>
                <a:lvl1pPr marL="265113" indent="-265113" algn="just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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809625" indent="-352425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lnSpc>
                    <a:spcPct val="100000"/>
                  </a:lnSpc>
                  <a:buNone/>
                  <a:tabLst>
                    <a:tab pos="447675" algn="l"/>
                  </a:tabLst>
                </a:pPr>
                <a:r>
                  <a:rPr lang="en-US" sz="2800" dirty="0">
                    <a:solidFill>
                      <a:srgbClr val="002060"/>
                    </a:solidFill>
                    <a:ea typeface="Calibri" panose="020F0502020204030204" pitchFamily="34" charset="0"/>
                    <a:cs typeface="Shruti" panose="020B0502040204020203" pitchFamily="34" charset="0"/>
                  </a:rPr>
                  <a:t>Check the set of </a:t>
                </a:r>
                <a14:m>
                  <m:oMath xmlns:m="http://schemas.openxmlformats.org/officeDocument/2006/math">
                    <m:r>
                      <a:rPr lang="en-US" sz="2800" i="1" dirty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Shruti" panose="020B0502040204020203" pitchFamily="34" charset="0"/>
                      </a:rPr>
                      <m:t>2×2</m:t>
                    </m:r>
                  </m:oMath>
                </a14:m>
                <a:r>
                  <a:rPr lang="en-US" sz="2800" dirty="0">
                    <a:solidFill>
                      <a:srgbClr val="002060"/>
                    </a:solidFill>
                    <a:ea typeface="Calibri" panose="020F0502020204030204" pitchFamily="34" charset="0"/>
                    <a:cs typeface="Shruti" panose="020B0502040204020203" pitchFamily="34" charset="0"/>
                  </a:rPr>
                  <a:t> matrices</a:t>
                </a:r>
                <a:r>
                  <a:rPr lang="en-US" sz="2800" dirty="0">
                    <a:solidFill>
                      <a:srgbClr val="002060"/>
                    </a:solidFill>
                    <a:latin typeface="Cambria" panose="02040503050406030204" pitchFamily="18" charset="0"/>
                    <a:ea typeface="Calibri" panose="020F0502020204030204" pitchFamily="34" charset="0"/>
                    <a:cs typeface="Shruti" panose="020B0502040204020203" pitchFamily="34" charset="0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Shruti" panose="020B0502040204020203" pitchFamily="34" charset="0"/>
                      </a:rPr>
                      <m:t>V</m:t>
                    </m:r>
                    <m:r>
                      <a:rPr lang="en-US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Shruti" panose="020B0502040204020203" pitchFamily="34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US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Shruti" panose="020B0502040204020203" pitchFamily="34" charset="0"/>
                          </a:rPr>
                        </m:ctrlPr>
                      </m:dPr>
                      <m:e>
                        <m:r>
                          <a:rPr lang="en-US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Shruti" panose="020B0502040204020203" pitchFamily="34" charset="0"/>
                          </a:rPr>
                          <m:t> 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en-US" sz="2800" b="0" i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Shruti" panose="020B0502040204020203" pitchFamily="34" charset="0"/>
                              </a:rPr>
                            </m:ctrlPr>
                          </m:dPr>
                          <m:e>
                            <m:r>
                              <a:rPr lang="en-US" sz="2800" b="0" i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Shruti" panose="020B0502040204020203" pitchFamily="34" charset="0"/>
                              </a:rPr>
                              <m:t> </m:t>
                            </m:r>
                            <m:m>
                              <m:mPr>
                                <m:mcs>
                                  <m:mc>
                                    <m:mcPr>
                                      <m:count m:val="2"/>
                                      <m:mcJc m:val="center"/>
                                    </m:mcPr>
                                  </m:mc>
                                </m:mcs>
                                <m:ctrlPr>
                                  <a:rPr lang="en-IN" sz="2800" i="1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Shruti" panose="020B0502040204020203" pitchFamily="34" charset="0"/>
                                  </a:rPr>
                                </m:ctrlPr>
                              </m:mPr>
                              <m:m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sz="280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Shruti" panose="020B0502040204020203" pitchFamily="34" charset="0"/>
                                    </a:rPr>
                                    <m:t>a</m:t>
                                  </m:r>
                                </m:e>
                                <m:e>
                                  <m:r>
                                    <a:rPr lang="en-US" sz="280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Shruti" panose="020B0502040204020203" pitchFamily="34" charset="0"/>
                                    </a:rPr>
                                    <m:t>1</m:t>
                                  </m:r>
                                </m:e>
                              </m:mr>
                              <m:mr>
                                <m:e>
                                  <m:r>
                                    <a:rPr lang="en-US" sz="280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Shruti" panose="020B0502040204020203" pitchFamily="34" charset="0"/>
                                    </a:rPr>
                                    <m:t>1</m:t>
                                  </m:r>
                                </m:e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sz="280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Shruti" panose="020B0502040204020203" pitchFamily="34" charset="0"/>
                                    </a:rPr>
                                    <m:t>b</m:t>
                                  </m:r>
                                </m:e>
                              </m:mr>
                            </m:m>
                            <m:r>
                              <a:rPr lang="en-US" sz="2800" b="0" i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Shruti" panose="020B0502040204020203" pitchFamily="34" charset="0"/>
                              </a:rPr>
                              <m:t> </m:t>
                            </m:r>
                          </m:e>
                        </m:d>
                        <m:r>
                          <a:rPr lang="en-US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Shruti" panose="020B0502040204020203" pitchFamily="34" charset="0"/>
                          </a:rPr>
                          <m:t> / </m:t>
                        </m:r>
                        <m:r>
                          <m:rPr>
                            <m:sty m:val="p"/>
                          </m:rPr>
                          <a:rPr lang="en-US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Shruti" panose="020B0502040204020203" pitchFamily="34" charset="0"/>
                          </a:rPr>
                          <m:t>a</m:t>
                        </m:r>
                        <m:r>
                          <a:rPr lang="en-US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Shruti" panose="020B0502040204020203" pitchFamily="34" charset="0"/>
                          </a:rPr>
                          <m:t>, </m:t>
                        </m:r>
                        <m:r>
                          <m:rPr>
                            <m:sty m:val="p"/>
                          </m:rPr>
                          <a:rPr lang="en-US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Shruti" panose="020B0502040204020203" pitchFamily="34" charset="0"/>
                          </a:rPr>
                          <m:t>b</m:t>
                        </m:r>
                        <m:r>
                          <a:rPr lang="en-US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Shruti" panose="020B0502040204020203" pitchFamily="34" charset="0"/>
                          </a:rPr>
                          <m:t>∈</m:t>
                        </m:r>
                        <m:r>
                          <a:rPr lang="en-US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ℝ</m:t>
                        </m:r>
                      </m:e>
                    </m:d>
                  </m:oMath>
                </a14:m>
                <a:r>
                  <a:rPr lang="en-US" sz="2800" dirty="0">
                    <a:solidFill>
                      <a:srgbClr val="002060"/>
                    </a:solidFill>
                    <a:latin typeface="Cambria" panose="02040503050406030204" pitchFamily="18" charset="0"/>
                    <a:ea typeface="Calibri" panose="020F0502020204030204" pitchFamily="34" charset="0"/>
                    <a:cs typeface="Shruti" panose="020B0502040204020203" pitchFamily="34" charset="0"/>
                  </a:rPr>
                  <a:t> </a:t>
                </a:r>
              </a:p>
              <a:p>
                <a:pPr marL="0" indent="0">
                  <a:lnSpc>
                    <a:spcPct val="100000"/>
                  </a:lnSpc>
                  <a:buNone/>
                  <a:tabLst>
                    <a:tab pos="447675" algn="l"/>
                  </a:tabLst>
                </a:pPr>
                <a:r>
                  <a:rPr lang="en-US" sz="2800" dirty="0">
                    <a:solidFill>
                      <a:srgbClr val="002060"/>
                    </a:solidFill>
                    <a:ea typeface="Calibri" panose="020F0502020204030204" pitchFamily="34" charset="0"/>
                    <a:cs typeface="Shruti" panose="020B0502040204020203" pitchFamily="34" charset="0"/>
                  </a:rPr>
                  <a:t>is a</a:t>
                </a:r>
                <a:r>
                  <a:rPr lang="en-US" sz="2800" dirty="0">
                    <a:solidFill>
                      <a:srgbClr val="002060"/>
                    </a:solidFill>
                    <a:latin typeface="Cambria" panose="02040503050406030204" pitchFamily="18" charset="0"/>
                    <a:ea typeface="Calibri" panose="020F0502020204030204" pitchFamily="34" charset="0"/>
                    <a:cs typeface="Shruti" panose="020B0502040204020203" pitchFamily="34" charset="0"/>
                  </a:rPr>
                  <a:t> </a:t>
                </a:r>
                <a:r>
                  <a:rPr lang="en-US" sz="2800" dirty="0">
                    <a:solidFill>
                      <a:srgbClr val="002060"/>
                    </a:solidFill>
                    <a:ea typeface="Calibri" panose="020F0502020204030204" pitchFamily="34" charset="0"/>
                    <a:cs typeface="Shruti" panose="020B0502040204020203" pitchFamily="34" charset="0"/>
                  </a:rPr>
                  <a:t>vector space or not under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sz="28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Shruti" panose="020B0502040204020203" pitchFamily="34" charset="0"/>
                          </a:rPr>
                        </m:ctrlPr>
                      </m:dPr>
                      <m:e>
                        <m:r>
                          <a:rPr lang="en-US" sz="28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Shruti" panose="020B0502040204020203" pitchFamily="34" charset="0"/>
                          </a:rPr>
                          <m:t> </m:t>
                        </m:r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IN" sz="280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Shruti" panose="020B0502040204020203" pitchFamily="34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sty m:val="p"/>
                                </m:rP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Shruti" panose="020B0502040204020203" pitchFamily="34" charset="0"/>
                                </a:rPr>
                                <m:t>a</m:t>
                              </m:r>
                            </m:e>
                            <m:e>
                              <m: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Shruti" panose="020B0502040204020203" pitchFamily="34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Shruti" panose="020B0502040204020203" pitchFamily="34" charset="0"/>
                                </a:rPr>
                                <m:t>1</m:t>
                              </m:r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Shruti" panose="020B0502040204020203" pitchFamily="34" charset="0"/>
                                </a:rPr>
                                <m:t>b</m:t>
                              </m:r>
                            </m:e>
                          </m:mr>
                        </m:m>
                        <m:r>
                          <a:rPr lang="en-US" sz="28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Shruti" panose="020B0502040204020203" pitchFamily="34" charset="0"/>
                          </a:rPr>
                          <m:t> </m:t>
                        </m:r>
                      </m:e>
                    </m:d>
                    <m:r>
                      <a:rPr lang="en-US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Shruti" panose="020B0502040204020203" pitchFamily="34" charset="0"/>
                      </a:rPr>
                      <m:t>+</m:t>
                    </m:r>
                    <m:d>
                      <m:dPr>
                        <m:begChr m:val="["/>
                        <m:endChr m:val="]"/>
                        <m:ctrlPr>
                          <a:rPr lang="en-US" sz="28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Shruti" panose="020B0502040204020203" pitchFamily="34" charset="0"/>
                          </a:rPr>
                        </m:ctrlPr>
                      </m:dPr>
                      <m:e>
                        <m:r>
                          <a:rPr lang="en-US" sz="28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Shruti" panose="020B0502040204020203" pitchFamily="34" charset="0"/>
                          </a:rPr>
                          <m:t> </m:t>
                        </m:r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IN" sz="280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Shruti" panose="020B0502040204020203" pitchFamily="34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sty m:val="p"/>
                                </m:rP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Shruti" panose="020B0502040204020203" pitchFamily="34" charset="0"/>
                                </a:rPr>
                                <m:t>x</m:t>
                              </m:r>
                            </m:e>
                            <m:e>
                              <m: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Shruti" panose="020B0502040204020203" pitchFamily="34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Shruti" panose="020B0502040204020203" pitchFamily="34" charset="0"/>
                                </a:rPr>
                                <m:t>1</m:t>
                              </m:r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Shruti" panose="020B0502040204020203" pitchFamily="34" charset="0"/>
                                </a:rPr>
                                <m:t>y</m:t>
                              </m:r>
                            </m:e>
                          </m:mr>
                        </m:m>
                        <m:r>
                          <a:rPr lang="en-US" sz="28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Shruti" panose="020B0502040204020203" pitchFamily="34" charset="0"/>
                          </a:rPr>
                          <m:t> </m:t>
                        </m:r>
                      </m:e>
                    </m:d>
                    <m:r>
                      <a:rPr lang="en-US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Shruti" panose="020B0502040204020203" pitchFamily="34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sz="28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Shruti" panose="020B0502040204020203" pitchFamily="34" charset="0"/>
                          </a:rPr>
                        </m:ctrlPr>
                      </m:dPr>
                      <m:e>
                        <m:r>
                          <a:rPr lang="en-US" sz="28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Shruti" panose="020B0502040204020203" pitchFamily="34" charset="0"/>
                          </a:rPr>
                          <m:t> </m:t>
                        </m:r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IN" sz="280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Shruti" panose="020B0502040204020203" pitchFamily="34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sty m:val="p"/>
                                </m:rP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Shruti" panose="020B0502040204020203" pitchFamily="34" charset="0"/>
                                </a:rPr>
                                <m:t>a</m:t>
                              </m:r>
                              <m: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Shruti" panose="020B0502040204020203" pitchFamily="34" charset="0"/>
                                </a:rPr>
                                <m:t>+</m:t>
                              </m:r>
                              <m:r>
                                <m:rPr>
                                  <m:sty m:val="p"/>
                                </m:rP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Shruti" panose="020B0502040204020203" pitchFamily="34" charset="0"/>
                                </a:rPr>
                                <m:t>x</m:t>
                              </m:r>
                            </m:e>
                            <m:e>
                              <m: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Shruti" panose="020B0502040204020203" pitchFamily="34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Shruti" panose="020B0502040204020203" pitchFamily="34" charset="0"/>
                                </a:rPr>
                                <m:t>1</m:t>
                              </m:r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Shruti" panose="020B0502040204020203" pitchFamily="34" charset="0"/>
                                </a:rPr>
                                <m:t>b</m:t>
                              </m:r>
                              <m: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Shruti" panose="020B0502040204020203" pitchFamily="34" charset="0"/>
                                </a:rPr>
                                <m:t>+</m:t>
                              </m:r>
                              <m:r>
                                <m:rPr>
                                  <m:sty m:val="p"/>
                                </m:rP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Shruti" panose="020B0502040204020203" pitchFamily="34" charset="0"/>
                                </a:rPr>
                                <m:t>y</m:t>
                              </m:r>
                            </m:e>
                          </m:mr>
                        </m:m>
                        <m:r>
                          <a:rPr lang="en-US" sz="28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Shruti" panose="020B0502040204020203" pitchFamily="34" charset="0"/>
                          </a:rPr>
                          <m:t> </m:t>
                        </m:r>
                      </m:e>
                    </m:d>
                  </m:oMath>
                </a14:m>
                <a:br>
                  <a:rPr lang="en-US" sz="2800" dirty="0">
                    <a:solidFill>
                      <a:srgbClr val="002060"/>
                    </a:solidFill>
                    <a:ea typeface="Calibri" panose="020F0502020204030204" pitchFamily="34" charset="0"/>
                    <a:cs typeface="Shruti" panose="020B0502040204020203" pitchFamily="34" charset="0"/>
                  </a:rPr>
                </a:br>
                <a:r>
                  <a:rPr lang="en-US" sz="2800" dirty="0">
                    <a:solidFill>
                      <a:srgbClr val="002060"/>
                    </a:solidFill>
                    <a:ea typeface="Calibri" panose="020F0502020204030204" pitchFamily="34" charset="0"/>
                    <a:cs typeface="Shruti" panose="020B0502040204020203" pitchFamily="34" charset="0"/>
                  </a:rPr>
                  <a:t>and</a:t>
                </a:r>
                <a:r>
                  <a:rPr lang="en-IN" sz="2800" dirty="0">
                    <a:solidFill>
                      <a:srgbClr val="002060"/>
                    </a:solidFill>
                    <a:latin typeface="Cambria" panose="02040503050406030204" pitchFamily="18" charset="0"/>
                    <a:ea typeface="Calibri" panose="020F0502020204030204" pitchFamily="34" charset="0"/>
                    <a:cs typeface="Shruti" panose="020B0502040204020203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Shruti" panose="020B0502040204020203" pitchFamily="34" charset="0"/>
                      </a:rPr>
                      <m:t>k</m:t>
                    </m:r>
                    <m:r>
                      <a:rPr lang="en-US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Shruti" panose="020B0502040204020203" pitchFamily="34" charset="0"/>
                      </a:rPr>
                      <m:t>⋅</m:t>
                    </m:r>
                    <m:d>
                      <m:dPr>
                        <m:begChr m:val="["/>
                        <m:endChr m:val="]"/>
                        <m:ctrlPr>
                          <a:rPr lang="en-US" sz="28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Shruti" panose="020B0502040204020203" pitchFamily="34" charset="0"/>
                          </a:rPr>
                        </m:ctrlPr>
                      </m:dPr>
                      <m:e>
                        <m:r>
                          <a:rPr lang="en-US" sz="28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Shruti" panose="020B0502040204020203" pitchFamily="34" charset="0"/>
                          </a:rPr>
                          <m:t> </m:t>
                        </m:r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IN" sz="280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Shruti" panose="020B0502040204020203" pitchFamily="34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sty m:val="p"/>
                                </m:rP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Shruti" panose="020B0502040204020203" pitchFamily="34" charset="0"/>
                                </a:rPr>
                                <m:t>a</m:t>
                              </m:r>
                            </m:e>
                            <m:e>
                              <m: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Shruti" panose="020B0502040204020203" pitchFamily="34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Shruti" panose="020B0502040204020203" pitchFamily="34" charset="0"/>
                                </a:rPr>
                                <m:t>1</m:t>
                              </m:r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Shruti" panose="020B0502040204020203" pitchFamily="34" charset="0"/>
                                </a:rPr>
                                <m:t>b</m:t>
                              </m:r>
                            </m:e>
                          </m:mr>
                        </m:m>
                        <m:r>
                          <a:rPr lang="en-US" sz="28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Shruti" panose="020B0502040204020203" pitchFamily="34" charset="0"/>
                          </a:rPr>
                          <m:t> </m:t>
                        </m:r>
                      </m:e>
                    </m:d>
                    <m:r>
                      <a:rPr lang="en-US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Shruti" panose="020B0502040204020203" pitchFamily="34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sz="28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Shruti" panose="020B0502040204020203" pitchFamily="34" charset="0"/>
                          </a:rPr>
                        </m:ctrlPr>
                      </m:dPr>
                      <m:e>
                        <m:r>
                          <a:rPr lang="en-US" sz="28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Shruti" panose="020B0502040204020203" pitchFamily="34" charset="0"/>
                          </a:rPr>
                          <m:t> </m:t>
                        </m:r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IN" sz="280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Shruti" panose="020B0502040204020203" pitchFamily="34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sty m:val="p"/>
                                </m:rP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Shruti" panose="020B0502040204020203" pitchFamily="34" charset="0"/>
                                </a:rPr>
                                <m:t>ka</m:t>
                              </m:r>
                            </m:e>
                            <m:e>
                              <m: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Shruti" panose="020B0502040204020203" pitchFamily="34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Shruti" panose="020B0502040204020203" pitchFamily="34" charset="0"/>
                                </a:rPr>
                                <m:t>1</m:t>
                              </m:r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Shruti" panose="020B0502040204020203" pitchFamily="34" charset="0"/>
                                </a:rPr>
                                <m:t>kb</m:t>
                              </m:r>
                            </m:e>
                          </m:mr>
                        </m:m>
                        <m:r>
                          <a:rPr lang="en-US" sz="28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Shruti" panose="020B0502040204020203" pitchFamily="34" charset="0"/>
                          </a:rPr>
                          <m:t> </m:t>
                        </m:r>
                      </m:e>
                    </m:d>
                  </m:oMath>
                </a14:m>
                <a:r>
                  <a:rPr lang="en-US" sz="2800" dirty="0">
                    <a:solidFill>
                      <a:srgbClr val="002060"/>
                    </a:solidFill>
                    <a:latin typeface="Cambria" panose="02040503050406030204" pitchFamily="18" charset="0"/>
                    <a:ea typeface="Calibri" panose="020F0502020204030204" pitchFamily="34" charset="0"/>
                    <a:cs typeface="Shruti" panose="020B0502040204020203" pitchFamily="34" charset="0"/>
                  </a:rPr>
                  <a:t>.</a:t>
                </a:r>
                <a:endParaRPr lang="en-IN" sz="2800" dirty="0">
                  <a:solidFill>
                    <a:srgbClr val="002060"/>
                  </a:solidFill>
                  <a:latin typeface="Cambria" panose="02040503050406030204" pitchFamily="18" charset="0"/>
                  <a:ea typeface="Calibri" panose="020F0502020204030204" pitchFamily="34" charset="0"/>
                  <a:cs typeface="Shruti" panose="020B0502040204020203" pitchFamily="34" charset="0"/>
                </a:endParaRPr>
              </a:p>
            </p:txBody>
          </p:sp>
        </mc:Choice>
        <mc:Fallback xmlns="">
          <p:sp>
            <p:nvSpPr>
              <p:cNvPr id="34" name="Content Placeholder 4">
                <a:extLst>
                  <a:ext uri="{FF2B5EF4-FFF2-40B4-BE49-F238E27FC236}">
                    <a16:creationId xmlns:a16="http://schemas.microsoft.com/office/drawing/2014/main" id="{ED23B262-736E-4535-FBA7-00FB33ACCCF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55930" y="757059"/>
                <a:ext cx="10536070" cy="2341741"/>
              </a:xfrm>
              <a:prstGeom prst="rect">
                <a:avLst/>
              </a:prstGeom>
              <a:blipFill>
                <a:blip r:embed="rId4"/>
                <a:stretch>
                  <a:fillRect l="-1215" b="-4427"/>
                </a:stretch>
              </a:blipFill>
              <a:ln w="12700" cap="flat" cmpd="sng" algn="ctr">
                <a:noFill/>
                <a:prstDash val="solid"/>
                <a:miter lim="800000"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Rectangle: Rounded Corners 34">
            <a:extLst>
              <a:ext uri="{FF2B5EF4-FFF2-40B4-BE49-F238E27FC236}">
                <a16:creationId xmlns:a16="http://schemas.microsoft.com/office/drawing/2014/main" id="{7FC45F7B-4A36-49BB-E330-CB7BC1EEC8DC}"/>
              </a:ext>
            </a:extLst>
          </p:cNvPr>
          <p:cNvSpPr/>
          <p:nvPr/>
        </p:nvSpPr>
        <p:spPr>
          <a:xfrm>
            <a:off x="122279" y="854244"/>
            <a:ext cx="1450657" cy="468000"/>
          </a:xfrm>
          <a:prstGeom prst="roundRect">
            <a:avLst/>
          </a:prstGeom>
          <a:gradFill>
            <a:gsLst>
              <a:gs pos="10000">
                <a:srgbClr val="0E47A1"/>
              </a:gs>
              <a:gs pos="100000">
                <a:srgbClr val="03A9F5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r>
              <a:rPr lang="en-IN" sz="2800" dirty="0">
                <a:solidFill>
                  <a:schemeClr val="bg1"/>
                </a:solidFill>
              </a:rPr>
              <a:t>Example</a:t>
            </a:r>
          </a:p>
        </p:txBody>
      </p:sp>
      <p:sp>
        <p:nvSpPr>
          <p:cNvPr id="16" name="Rectangle: Rounded Corners 12">
            <a:extLst>
              <a:ext uri="{FF2B5EF4-FFF2-40B4-BE49-F238E27FC236}">
                <a16:creationId xmlns:a16="http://schemas.microsoft.com/office/drawing/2014/main" id="{E7272109-8DE2-50AC-004B-6C788F2ADE24}"/>
              </a:ext>
            </a:extLst>
          </p:cNvPr>
          <p:cNvSpPr/>
          <p:nvPr/>
        </p:nvSpPr>
        <p:spPr>
          <a:xfrm>
            <a:off x="122278" y="3497998"/>
            <a:ext cx="1450657" cy="468000"/>
          </a:xfrm>
          <a:prstGeom prst="roundRect">
            <a:avLst/>
          </a:prstGeom>
          <a:gradFill>
            <a:gsLst>
              <a:gs pos="10000">
                <a:srgbClr val="0E47A1"/>
              </a:gs>
              <a:gs pos="100000">
                <a:srgbClr val="03A9F5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en-IN" sz="2800" dirty="0">
                <a:solidFill>
                  <a:schemeClr val="bg1"/>
                </a:solidFill>
              </a:rPr>
              <a:t>Solution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Content Placeholder 4">
                <a:extLst>
                  <a:ext uri="{FF2B5EF4-FFF2-40B4-BE49-F238E27FC236}">
                    <a16:creationId xmlns:a16="http://schemas.microsoft.com/office/drawing/2014/main" id="{C2E3A768-B2DD-49B5-A909-9453EEB041E3}"/>
                  </a:ext>
                </a:extLst>
              </p:cNvPr>
              <p:cNvSpPr txBox="1">
                <a:spLocks/>
              </p:cNvSpPr>
              <p:nvPr/>
            </p:nvSpPr>
            <p:spPr>
              <a:xfrm flipH="1">
                <a:off x="1534835" y="3279557"/>
                <a:ext cx="10448306" cy="857051"/>
              </a:xfrm>
              <a:prstGeom prst="rect">
                <a:avLst/>
              </a:prstGeom>
              <a:noFill/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vert="horz" lIns="91440" tIns="45720" rIns="91440" bIns="45720" rtlCol="0" anchor="ctr">
                <a:noAutofit/>
              </a:bodyPr>
              <a:lstStyle>
                <a:defPPr>
                  <a:defRPr lang="en-US"/>
                </a:defPPr>
                <a:lvl1pPr marL="118745" algn="just">
                  <a:lnSpc>
                    <a:spcPct val="115000"/>
                  </a:lnSpc>
                  <a:spcBef>
                    <a:spcPts val="1000"/>
                  </a:spcBef>
                  <a:spcAft>
                    <a:spcPts val="800"/>
                  </a:spcAft>
                  <a:buClr>
                    <a:schemeClr val="accent6"/>
                  </a:buClr>
                  <a:buFont typeface="Wingdings 3" panose="05040102010807070707" pitchFamily="18" charset="2"/>
                  <a:buNone/>
                  <a:defRPr sz="2800">
                    <a:solidFill>
                      <a:srgbClr val="002060"/>
                    </a:solidFill>
                    <a:latin typeface="+mj-lt"/>
                  </a:defRPr>
                </a:lvl1pPr>
              </a:lstStyle>
              <a:p>
                <a:r>
                  <a:rPr lang="en-US" dirty="0"/>
                  <a:t>Here,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dirty="0">
                        <a:latin typeface="Cambria Math" panose="02040503050406030204" pitchFamily="18" charset="0"/>
                      </a:rPr>
                      <m:t>V</m:t>
                    </m:r>
                    <m:r>
                      <a:rPr lang="en-US" dirty="0">
                        <a:latin typeface="Cambria Math" panose="02040503050406030204" pitchFamily="18" charset="0"/>
                      </a:rPr>
                      <m:t>= </m:t>
                    </m:r>
                    <m:d>
                      <m:dPr>
                        <m:begChr m:val="{"/>
                        <m:endChr m:val="}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>
                            <a:latin typeface="Cambria Math" panose="02040503050406030204" pitchFamily="18" charset="0"/>
                          </a:rPr>
                          <m:t> 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 </m:t>
                            </m:r>
                            <m:m>
                              <m:mPr>
                                <m:mcs>
                                  <m:mc>
                                    <m:mcPr>
                                      <m:count m:val="2"/>
                                      <m:mcJc m:val="center"/>
                                    </m:mcPr>
                                  </m:mc>
                                </m:mcs>
                                <m:ctrlPr>
                                  <a:rPr lang="en-IN" i="1">
                                    <a:latin typeface="Cambria Math" panose="02040503050406030204" pitchFamily="18" charset="0"/>
                                  </a:rPr>
                                </m:ctrlPr>
                              </m:mPr>
                              <m:m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>
                                      <a:latin typeface="Cambria Math" panose="02040503050406030204" pitchFamily="18" charset="0"/>
                                    </a:rPr>
                                    <m:t>a</m:t>
                                  </m:r>
                                </m:e>
                                <m:e>
                                  <m:r>
                                    <a:rPr lang="en-US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e>
                              </m:mr>
                              <m:mr>
                                <m:e>
                                  <m:r>
                                    <a:rPr lang="en-US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e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>
                                      <a:latin typeface="Cambria Math" panose="02040503050406030204" pitchFamily="18" charset="0"/>
                                    </a:rPr>
                                    <m:t>b</m:t>
                                  </m:r>
                                </m:e>
                              </m:mr>
                            </m:m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 </m:t>
                            </m:r>
                          </m:e>
                        </m:d>
                        <m:r>
                          <a:rPr lang="en-US">
                            <a:latin typeface="Cambria Math" panose="02040503050406030204" pitchFamily="18" charset="0"/>
                          </a:rPr>
                          <m:t> / </m:t>
                        </m:r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a</m:t>
                        </m:r>
                        <m:r>
                          <a:rPr lang="en-US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b</m:t>
                        </m:r>
                        <m:r>
                          <a:rPr lang="en-US">
                            <a:latin typeface="Cambria Math" panose="02040503050406030204" pitchFamily="18" charset="0"/>
                          </a:rPr>
                          <m:t>∈</m:t>
                        </m:r>
                        <m:r>
                          <a:rPr lang="en-US">
                            <a:latin typeface="Cambria Math" panose="02040503050406030204" pitchFamily="18" charset="0"/>
                          </a:rPr>
                          <m:t>ℝ</m:t>
                        </m:r>
                      </m:e>
                    </m:d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17" name="Content Placeholder 4">
                <a:extLst>
                  <a:ext uri="{FF2B5EF4-FFF2-40B4-BE49-F238E27FC236}">
                    <a16:creationId xmlns:a16="http://schemas.microsoft.com/office/drawing/2014/main" id="{C2E3A768-B2DD-49B5-A909-9453EEB041E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1534835" y="3279557"/>
                <a:ext cx="10448306" cy="857051"/>
              </a:xfrm>
              <a:prstGeom prst="rect">
                <a:avLst/>
              </a:prstGeom>
              <a:blipFill>
                <a:blip r:embed="rId5"/>
                <a:stretch>
                  <a:fillRect l="-117" b="-7092"/>
                </a:stretch>
              </a:blipFill>
              <a:ln w="12700" cap="flat" cmpd="sng" algn="ctr">
                <a:noFill/>
                <a:prstDash val="solid"/>
                <a:miter lim="800000"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Content Placeholder 4">
                <a:extLst>
                  <a:ext uri="{FF2B5EF4-FFF2-40B4-BE49-F238E27FC236}">
                    <a16:creationId xmlns:a16="http://schemas.microsoft.com/office/drawing/2014/main" id="{C2E3A768-B2DD-49B5-A909-9453EEB041E3}"/>
                  </a:ext>
                </a:extLst>
              </p:cNvPr>
              <p:cNvSpPr txBox="1">
                <a:spLocks/>
              </p:cNvSpPr>
              <p:nvPr/>
            </p:nvSpPr>
            <p:spPr>
              <a:xfrm flipH="1">
                <a:off x="132608" y="4206180"/>
                <a:ext cx="12059392" cy="2283846"/>
              </a:xfrm>
              <a:prstGeom prst="rect">
                <a:avLst/>
              </a:prstGeom>
              <a:noFill/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vert="horz" lIns="91440" tIns="45720" rIns="91440" bIns="45720" rtlCol="0" anchor="ctr">
                <a:noAutofit/>
              </a:bodyPr>
              <a:lstStyle>
                <a:defPPr>
                  <a:defRPr lang="en-US"/>
                </a:defPPr>
                <a:lvl1pPr marL="118745" algn="just">
                  <a:lnSpc>
                    <a:spcPct val="115000"/>
                  </a:lnSpc>
                  <a:spcBef>
                    <a:spcPts val="1000"/>
                  </a:spcBef>
                  <a:spcAft>
                    <a:spcPts val="800"/>
                  </a:spcAft>
                  <a:buClr>
                    <a:schemeClr val="accent6"/>
                  </a:buClr>
                  <a:buFont typeface="Wingdings 3" panose="05040102010807070707" pitchFamily="18" charset="2"/>
                  <a:buNone/>
                  <a:defRPr sz="2800">
                    <a:solidFill>
                      <a:srgbClr val="3A4A6A"/>
                    </a:solidFill>
                  </a:defRPr>
                </a:lvl1pPr>
              </a:lstStyle>
              <a:p>
                <a:pPr>
                  <a:lnSpc>
                    <a:spcPct val="80000"/>
                  </a:lnSpc>
                </a:pPr>
                <a:r>
                  <a:rPr lang="en-US" dirty="0">
                    <a:solidFill>
                      <a:srgbClr val="002060"/>
                    </a:solidFill>
                    <a:latin typeface="+mj-lt"/>
                  </a:rPr>
                  <a:t>Binary Operations are defined as</a:t>
                </a:r>
              </a:p>
              <a:p>
                <a:pPr marL="990600" indent="-457200">
                  <a:lnSpc>
                    <a:spcPct val="80000"/>
                  </a:lnSpc>
                  <a:buFont typeface="Wingdings" panose="05000000000000000000" pitchFamily="2" charset="2"/>
                  <a:buChar char="§"/>
                </a:pPr>
                <a:r>
                  <a:rPr lang="en-US" dirty="0">
                    <a:solidFill>
                      <a:srgbClr val="002060"/>
                    </a:solidFill>
                    <a:latin typeface="+mj-lt"/>
                  </a:rPr>
                  <a:t>Vector Addition		:	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Shruti" panose="020B0502040204020203" pitchFamily="34" charset="0"/>
                          </a:rPr>
                        </m:ctrlPr>
                      </m:dPr>
                      <m:e>
                        <m:r>
                          <a:rPr lang="en-US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Shruti" panose="020B0502040204020203" pitchFamily="34" charset="0"/>
                          </a:rPr>
                          <m:t> </m:t>
                        </m:r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IN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Shruti" panose="020B0502040204020203" pitchFamily="34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sty m:val="p"/>
                                </m:rPr>
                                <a:rPr lang="en-US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Shruti" panose="020B0502040204020203" pitchFamily="34" charset="0"/>
                                </a:rPr>
                                <m:t>a</m:t>
                              </m:r>
                            </m:e>
                            <m:e>
                              <m:r>
                                <a:rPr lang="en-US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Shruti" panose="020B0502040204020203" pitchFamily="34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lang="en-US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Shruti" panose="020B0502040204020203" pitchFamily="34" charset="0"/>
                                </a:rPr>
                                <m:t>1</m:t>
                              </m:r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US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Shruti" panose="020B0502040204020203" pitchFamily="34" charset="0"/>
                                </a:rPr>
                                <m:t>b</m:t>
                              </m:r>
                            </m:e>
                          </m:mr>
                        </m:m>
                        <m:r>
                          <a:rPr lang="en-US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Shruti" panose="020B0502040204020203" pitchFamily="34" charset="0"/>
                          </a:rPr>
                          <m:t> </m:t>
                        </m:r>
                      </m:e>
                    </m:d>
                    <m:r>
                      <a:rPr lang="en-US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Shruti" panose="020B0502040204020203" pitchFamily="34" charset="0"/>
                      </a:rPr>
                      <m:t>+</m:t>
                    </m:r>
                    <m:d>
                      <m:dPr>
                        <m:begChr m:val="["/>
                        <m:endChr m:val="]"/>
                        <m:ctrlPr>
                          <a:rPr lang="en-US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Shruti" panose="020B0502040204020203" pitchFamily="34" charset="0"/>
                          </a:rPr>
                        </m:ctrlPr>
                      </m:dPr>
                      <m:e>
                        <m:r>
                          <a:rPr lang="en-US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Shruti" panose="020B0502040204020203" pitchFamily="34" charset="0"/>
                          </a:rPr>
                          <m:t> </m:t>
                        </m:r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IN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Shruti" panose="020B0502040204020203" pitchFamily="34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sty m:val="p"/>
                                </m:rPr>
                                <a:rPr lang="en-US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Shruti" panose="020B0502040204020203" pitchFamily="34" charset="0"/>
                                </a:rPr>
                                <m:t>x</m:t>
                              </m:r>
                            </m:e>
                            <m:e>
                              <m:r>
                                <a:rPr lang="en-US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Shruti" panose="020B0502040204020203" pitchFamily="34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lang="en-US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Shruti" panose="020B0502040204020203" pitchFamily="34" charset="0"/>
                                </a:rPr>
                                <m:t>1</m:t>
                              </m:r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US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Shruti" panose="020B0502040204020203" pitchFamily="34" charset="0"/>
                                </a:rPr>
                                <m:t>y</m:t>
                              </m:r>
                            </m:e>
                          </m:mr>
                        </m:m>
                        <m:r>
                          <a:rPr lang="en-US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Shruti" panose="020B0502040204020203" pitchFamily="34" charset="0"/>
                          </a:rPr>
                          <m:t> </m:t>
                        </m:r>
                      </m:e>
                    </m:d>
                    <m:r>
                      <a:rPr lang="en-US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Shruti" panose="020B0502040204020203" pitchFamily="34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Shruti" panose="020B0502040204020203" pitchFamily="34" charset="0"/>
                          </a:rPr>
                        </m:ctrlPr>
                      </m:dPr>
                      <m:e>
                        <m:r>
                          <a:rPr lang="en-US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Shruti" panose="020B0502040204020203" pitchFamily="34" charset="0"/>
                          </a:rPr>
                          <m:t> </m:t>
                        </m:r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IN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Shruti" panose="020B0502040204020203" pitchFamily="34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sty m:val="p"/>
                                </m:rPr>
                                <a:rPr lang="en-US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Shruti" panose="020B0502040204020203" pitchFamily="34" charset="0"/>
                                </a:rPr>
                                <m:t>a</m:t>
                              </m:r>
                              <m:r>
                                <a:rPr lang="en-US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Shruti" panose="020B0502040204020203" pitchFamily="34" charset="0"/>
                                </a:rPr>
                                <m:t>+</m:t>
                              </m:r>
                              <m:r>
                                <m:rPr>
                                  <m:sty m:val="p"/>
                                </m:rPr>
                                <a:rPr lang="en-US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Shruti" panose="020B0502040204020203" pitchFamily="34" charset="0"/>
                                </a:rPr>
                                <m:t>x</m:t>
                              </m:r>
                            </m:e>
                            <m:e>
                              <m:r>
                                <a:rPr lang="en-US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Shruti" panose="020B0502040204020203" pitchFamily="34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lang="en-US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Shruti" panose="020B0502040204020203" pitchFamily="34" charset="0"/>
                                </a:rPr>
                                <m:t>1</m:t>
                              </m:r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US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Shruti" panose="020B0502040204020203" pitchFamily="34" charset="0"/>
                                </a:rPr>
                                <m:t>b</m:t>
                              </m:r>
                              <m:r>
                                <a:rPr lang="en-US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Shruti" panose="020B0502040204020203" pitchFamily="34" charset="0"/>
                                </a:rPr>
                                <m:t>+</m:t>
                              </m:r>
                              <m:r>
                                <m:rPr>
                                  <m:sty m:val="p"/>
                                </m:rPr>
                                <a:rPr lang="en-US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Shruti" panose="020B0502040204020203" pitchFamily="34" charset="0"/>
                                </a:rPr>
                                <m:t>y</m:t>
                              </m:r>
                            </m:e>
                          </m:mr>
                        </m:m>
                        <m:r>
                          <a:rPr lang="en-US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Shruti" panose="020B0502040204020203" pitchFamily="34" charset="0"/>
                          </a:rPr>
                          <m:t> </m:t>
                        </m:r>
                      </m:e>
                    </m:d>
                  </m:oMath>
                </a14:m>
                <a:endParaRPr lang="en-US" dirty="0">
                  <a:solidFill>
                    <a:srgbClr val="002060"/>
                  </a:solidFill>
                  <a:latin typeface="+mj-lt"/>
                </a:endParaRPr>
              </a:p>
              <a:p>
                <a:pPr marL="990600" indent="-457200">
                  <a:lnSpc>
                    <a:spcPct val="80000"/>
                  </a:lnSpc>
                  <a:buFont typeface="Wingdings" panose="05000000000000000000" pitchFamily="2" charset="2"/>
                  <a:buChar char="§"/>
                </a:pPr>
                <a:r>
                  <a:rPr lang="en-US" dirty="0">
                    <a:solidFill>
                      <a:srgbClr val="002060"/>
                    </a:solidFill>
                    <a:latin typeface="+mj-lt"/>
                  </a:rPr>
                  <a:t>Scalar Multiplication	:	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Shruti" panose="020B0502040204020203" pitchFamily="34" charset="0"/>
                      </a:rPr>
                      <m:t>k</m:t>
                    </m:r>
                    <m:r>
                      <a:rPr lang="en-US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Shruti" panose="020B0502040204020203" pitchFamily="34" charset="0"/>
                      </a:rPr>
                      <m:t>⋅</m:t>
                    </m:r>
                    <m:d>
                      <m:dPr>
                        <m:begChr m:val="["/>
                        <m:endChr m:val="]"/>
                        <m:ctrlPr>
                          <a:rPr lang="en-US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Shruti" panose="020B0502040204020203" pitchFamily="34" charset="0"/>
                          </a:rPr>
                        </m:ctrlPr>
                      </m:dPr>
                      <m:e>
                        <m:r>
                          <a:rPr lang="en-US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Shruti" panose="020B0502040204020203" pitchFamily="34" charset="0"/>
                          </a:rPr>
                          <m:t> </m:t>
                        </m:r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IN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Shruti" panose="020B0502040204020203" pitchFamily="34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sty m:val="p"/>
                                </m:rPr>
                                <a:rPr lang="en-US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Shruti" panose="020B0502040204020203" pitchFamily="34" charset="0"/>
                                </a:rPr>
                                <m:t>a</m:t>
                              </m:r>
                            </m:e>
                            <m:e>
                              <m:r>
                                <a:rPr lang="en-US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Shruti" panose="020B0502040204020203" pitchFamily="34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lang="en-US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Shruti" panose="020B0502040204020203" pitchFamily="34" charset="0"/>
                                </a:rPr>
                                <m:t>1</m:t>
                              </m:r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US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Shruti" panose="020B0502040204020203" pitchFamily="34" charset="0"/>
                                </a:rPr>
                                <m:t>b</m:t>
                              </m:r>
                            </m:e>
                          </m:mr>
                        </m:m>
                        <m:r>
                          <a:rPr lang="en-US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Shruti" panose="020B0502040204020203" pitchFamily="34" charset="0"/>
                          </a:rPr>
                          <m:t> </m:t>
                        </m:r>
                      </m:e>
                    </m:d>
                    <m:r>
                      <a:rPr lang="en-US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Shruti" panose="020B0502040204020203" pitchFamily="34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Shruti" panose="020B0502040204020203" pitchFamily="34" charset="0"/>
                          </a:rPr>
                        </m:ctrlPr>
                      </m:dPr>
                      <m:e>
                        <m:r>
                          <a:rPr lang="en-US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Shruti" panose="020B0502040204020203" pitchFamily="34" charset="0"/>
                          </a:rPr>
                          <m:t> </m:t>
                        </m:r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IN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Shruti" panose="020B0502040204020203" pitchFamily="34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sty m:val="p"/>
                                </m:rPr>
                                <a:rPr lang="en-US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Shruti" panose="020B0502040204020203" pitchFamily="34" charset="0"/>
                                </a:rPr>
                                <m:t>ka</m:t>
                              </m:r>
                            </m:e>
                            <m:e>
                              <m:r>
                                <a:rPr lang="en-US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Shruti" panose="020B0502040204020203" pitchFamily="34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lang="en-US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Shruti" panose="020B0502040204020203" pitchFamily="34" charset="0"/>
                                </a:rPr>
                                <m:t>1</m:t>
                              </m:r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US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Shruti" panose="020B0502040204020203" pitchFamily="34" charset="0"/>
                                </a:rPr>
                                <m:t>kb</m:t>
                              </m:r>
                            </m:e>
                          </m:mr>
                        </m:m>
                        <m:r>
                          <a:rPr lang="en-US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Shruti" panose="020B0502040204020203" pitchFamily="34" charset="0"/>
                          </a:rPr>
                          <m:t> </m:t>
                        </m:r>
                      </m:e>
                    </m:d>
                  </m:oMath>
                </a14:m>
                <a:endParaRPr lang="en-US" dirty="0">
                  <a:solidFill>
                    <a:srgbClr val="002060"/>
                  </a:solidFill>
                  <a:latin typeface="+mj-lt"/>
                </a:endParaRPr>
              </a:p>
            </p:txBody>
          </p:sp>
        </mc:Choice>
        <mc:Fallback xmlns="">
          <p:sp>
            <p:nvSpPr>
              <p:cNvPr id="19" name="Content Placeholder 4">
                <a:extLst>
                  <a:ext uri="{FF2B5EF4-FFF2-40B4-BE49-F238E27FC236}">
                    <a16:creationId xmlns:a16="http://schemas.microsoft.com/office/drawing/2014/main" id="{C2E3A768-B2DD-49B5-A909-9453EEB041E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132608" y="4206180"/>
                <a:ext cx="12059392" cy="2283846"/>
              </a:xfrm>
              <a:prstGeom prst="rect">
                <a:avLst/>
              </a:prstGeom>
              <a:blipFill>
                <a:blip r:embed="rId10"/>
                <a:stretch>
                  <a:fillRect l="-101" t="-2133"/>
                </a:stretch>
              </a:blipFill>
              <a:ln w="12700" cap="flat" cmpd="sng" algn="ctr">
                <a:noFill/>
                <a:prstDash val="solid"/>
                <a:miter lim="800000"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" name="Rounded Rectangle 21"/>
          <p:cNvSpPr/>
          <p:nvPr/>
        </p:nvSpPr>
        <p:spPr>
          <a:xfrm>
            <a:off x="10502863" y="4813616"/>
            <a:ext cx="323888" cy="317183"/>
          </a:xfrm>
          <a:prstGeom prst="roundRect">
            <a:avLst/>
          </a:prstGeom>
          <a:noFill/>
          <a:ln w="28575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5" name="Rounded Rectangle 24"/>
          <p:cNvSpPr/>
          <p:nvPr/>
        </p:nvSpPr>
        <p:spPr>
          <a:xfrm>
            <a:off x="9366213" y="5227741"/>
            <a:ext cx="323888" cy="317183"/>
          </a:xfrm>
          <a:prstGeom prst="roundRect">
            <a:avLst/>
          </a:prstGeom>
          <a:noFill/>
          <a:ln w="28575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8" name="Rounded Rectangle 27"/>
          <p:cNvSpPr/>
          <p:nvPr/>
        </p:nvSpPr>
        <p:spPr>
          <a:xfrm>
            <a:off x="8728038" y="5687045"/>
            <a:ext cx="323888" cy="317183"/>
          </a:xfrm>
          <a:prstGeom prst="roundRect">
            <a:avLst/>
          </a:prstGeom>
          <a:noFill/>
          <a:ln w="28575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0" name="Rounded Rectangle 29"/>
          <p:cNvSpPr/>
          <p:nvPr/>
        </p:nvSpPr>
        <p:spPr>
          <a:xfrm>
            <a:off x="8004773" y="6100203"/>
            <a:ext cx="323888" cy="317183"/>
          </a:xfrm>
          <a:prstGeom prst="roundRect">
            <a:avLst/>
          </a:prstGeom>
          <a:noFill/>
          <a:ln w="28575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TextBox 7"/>
          <p:cNvSpPr txBox="1"/>
          <p:nvPr/>
        </p:nvSpPr>
        <p:spPr>
          <a:xfrm>
            <a:off x="9608871" y="5813836"/>
            <a:ext cx="2450521" cy="646331"/>
          </a:xfrm>
          <a:prstGeom prst="rect">
            <a:avLst/>
          </a:prstGeom>
          <a:noFill/>
          <a:ln w="38100">
            <a:solidFill>
              <a:schemeClr val="accent2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FF0000"/>
                </a:solidFill>
              </a:rPr>
              <a:t>There is no impact of Binary Operation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430575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9" grpId="0" animBg="1"/>
      <p:bldP spid="22" grpId="0" animBg="1"/>
      <p:bldP spid="25" grpId="0" animBg="1"/>
      <p:bldP spid="28" grpId="0" animBg="1"/>
      <p:bldP spid="30" grpId="0" animBg="1"/>
      <p:bldP spid="8" grpId="0" animBg="1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ECFC8A-BC0D-5D72-FE99-20313653BC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1" name="Content Placeholder 4">
                <a:extLst>
                  <a:ext uri="{FF2B5EF4-FFF2-40B4-BE49-F238E27FC236}">
                    <a16:creationId xmlns:a16="http://schemas.microsoft.com/office/drawing/2014/main" id="{C2E3A768-B2DD-49B5-A909-9453EEB041E3}"/>
                  </a:ext>
                </a:extLst>
              </p:cNvPr>
              <p:cNvSpPr txBox="1">
                <a:spLocks/>
              </p:cNvSpPr>
              <p:nvPr/>
            </p:nvSpPr>
            <p:spPr>
              <a:xfrm flipH="1">
                <a:off x="-1" y="3013896"/>
                <a:ext cx="5760000" cy="540000"/>
              </a:xfrm>
              <a:prstGeom prst="rect">
                <a:avLst/>
              </a:prstGeom>
              <a:gradFill>
                <a:gsLst>
                  <a:gs pos="10000">
                    <a:srgbClr val="0E47A1"/>
                  </a:gs>
                  <a:gs pos="100000">
                    <a:srgbClr val="03A9F5"/>
                  </a:gs>
                </a:gsLst>
                <a:lin ang="10800000" scaled="1"/>
              </a:gradFill>
              <a:ln>
                <a:noFill/>
              </a:ln>
            </p:spPr>
            <p:txBody>
              <a:bodyPr vert="horz" wrap="square" lIns="91440" tIns="45720" rIns="91440" bIns="45720" numCol="1" anchor="ctr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algn="ctr">
                  <a:defRPr sz="2800">
                    <a:solidFill>
                      <a:schemeClr val="bg1"/>
                    </a:solidFill>
                  </a:defRPr>
                </a:lvl1pPr>
                <a:lvl2pPr>
                  <a:defRPr>
                    <a:solidFill>
                      <a:schemeClr val="tx1"/>
                    </a:solidFill>
                  </a:defRPr>
                </a:lvl2pPr>
                <a:lvl3pPr>
                  <a:defRPr>
                    <a:solidFill>
                      <a:schemeClr val="tx1"/>
                    </a:solidFill>
                  </a:defRPr>
                </a:lvl3pPr>
                <a:lvl4pPr>
                  <a:defRPr>
                    <a:solidFill>
                      <a:schemeClr val="tx1"/>
                    </a:solidFill>
                  </a:defRPr>
                </a:lvl4pPr>
                <a:lvl5pPr>
                  <a:defRPr>
                    <a:solidFill>
                      <a:schemeClr val="tx1"/>
                    </a:solidFill>
                  </a:defRPr>
                </a:lvl5pPr>
                <a:lvl6pPr>
                  <a:defRPr>
                    <a:solidFill>
                      <a:schemeClr val="tx1"/>
                    </a:solidFill>
                  </a:defRPr>
                </a:lvl6pPr>
                <a:lvl7pPr>
                  <a:defRPr>
                    <a:solidFill>
                      <a:schemeClr val="tx1"/>
                    </a:solidFill>
                  </a:defRPr>
                </a:lvl7pPr>
                <a:lvl8pPr>
                  <a:defRPr>
                    <a:solidFill>
                      <a:schemeClr val="tx1"/>
                    </a:solidFill>
                  </a:defRPr>
                </a:lvl8pPr>
                <a:lvl9pPr>
                  <a:defRPr>
                    <a:solidFill>
                      <a:schemeClr val="tx1"/>
                    </a:solidFill>
                  </a:defRPr>
                </a:lvl9pPr>
              </a:lstStyle>
              <a:p>
                <a:pPr algn="l"/>
                <a:r>
                  <a:rPr lang="en-US" b="1" dirty="0"/>
                  <a:t>Axiom 1: </a:t>
                </a:r>
                <a14:m>
                  <m:oMath xmlns:m="http://schemas.openxmlformats.org/officeDocument/2006/math">
                    <m:r>
                      <a:rPr lang="en-US" b="1" i="0" dirty="0" smtClean="0">
                        <a:latin typeface="Cambria Math" panose="02040503050406030204" pitchFamily="18" charset="0"/>
                      </a:rPr>
                      <m:t>𝐮</m:t>
                    </m:r>
                    <m:r>
                      <a:rPr lang="en-US" b="1" i="0" dirty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1" i="0" dirty="0" smtClean="0">
                        <a:latin typeface="Cambria Math" panose="02040503050406030204" pitchFamily="18" charset="0"/>
                      </a:rPr>
                      <m:t>𝐯</m:t>
                    </m:r>
                    <m:r>
                      <a:rPr lang="en-US" b="1" i="0" dirty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b="1" i="0" dirty="0">
                        <a:latin typeface="Cambria Math" panose="02040503050406030204" pitchFamily="18" charset="0"/>
                      </a:rPr>
                      <m:t>𝐕</m:t>
                    </m:r>
                  </m:oMath>
                </a14:m>
                <a:endParaRPr lang="en-US" b="1" dirty="0"/>
              </a:p>
            </p:txBody>
          </p:sp>
        </mc:Choice>
        <mc:Fallback xmlns="">
          <p:sp>
            <p:nvSpPr>
              <p:cNvPr id="21" name="Content Placeholder 4">
                <a:extLst>
                  <a:ext uri="{FF2B5EF4-FFF2-40B4-BE49-F238E27FC236}">
                    <a16:creationId xmlns:a16="http://schemas.microsoft.com/office/drawing/2014/main" id="{C2E3A768-B2DD-49B5-A909-9453EEB041E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-1" y="3013896"/>
                <a:ext cx="5760000" cy="540000"/>
              </a:xfrm>
              <a:prstGeom prst="rect">
                <a:avLst/>
              </a:prstGeom>
              <a:blipFill>
                <a:blip r:embed="rId4"/>
                <a:stretch>
                  <a:fillRect l="-2116" t="-8989" b="-29213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FDFDD70C-3AAE-183B-5AED-36C59E3E9B77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IN" dirty="0"/>
                  <a:t>Method:1 </a:t>
                </a:r>
                <a14:m>
                  <m:oMath xmlns:m="http://schemas.openxmlformats.org/officeDocument/2006/math">
                    <m:r>
                      <a:rPr lang="en-I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⇝</m:t>
                    </m:r>
                  </m:oMath>
                </a14:m>
                <a:r>
                  <a:rPr lang="en-IN" dirty="0"/>
                  <a:t> Example:13(continue)</a:t>
                </a:r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FDFDD70C-3AAE-183B-5AED-36C59E3E9B7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5"/>
                <a:stretch>
                  <a:fillRect l="-400" t="-8547" b="-1965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Content Placeholder 4">
                <a:extLst>
                  <a:ext uri="{FF2B5EF4-FFF2-40B4-BE49-F238E27FC236}">
                    <a16:creationId xmlns:a16="http://schemas.microsoft.com/office/drawing/2014/main" id="{C2E3A768-B2DD-49B5-A909-9453EEB041E3}"/>
                  </a:ext>
                </a:extLst>
              </p:cNvPr>
              <p:cNvSpPr txBox="1">
                <a:spLocks/>
              </p:cNvSpPr>
              <p:nvPr/>
            </p:nvSpPr>
            <p:spPr>
              <a:xfrm flipH="1">
                <a:off x="-9" y="858196"/>
                <a:ext cx="6134108" cy="1948807"/>
              </a:xfrm>
              <a:prstGeom prst="rect">
                <a:avLst/>
              </a:prstGeom>
              <a:noFill/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vert="horz" lIns="91440" tIns="45720" rIns="91440" bIns="45720" rtlCol="0" anchor="ctr">
                <a:noAutofit/>
              </a:bodyPr>
              <a:lstStyle>
                <a:lvl1pPr marL="265113" indent="-265113" algn="just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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809625" indent="-352425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118745" indent="0">
                  <a:lnSpc>
                    <a:spcPct val="100000"/>
                  </a:lnSpc>
                  <a:spcAft>
                    <a:spcPts val="800"/>
                  </a:spcAft>
                  <a:buNone/>
                </a:pPr>
                <a:r>
                  <a:rPr lang="en-US" sz="2800" dirty="0">
                    <a:solidFill>
                      <a:srgbClr val="002060"/>
                    </a:solidFill>
                    <a:latin typeface="+mj-lt"/>
                  </a:rPr>
                  <a:t>Let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u</m:t>
                    </m:r>
                    <m:r>
                      <a:rPr lang="en-US" sz="2800" i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Shruti" panose="020B0502040204020203" pitchFamily="34" charset="0"/>
                          </a:rPr>
                        </m:ctrlPr>
                      </m:dPr>
                      <m:e>
                        <m:r>
                          <a:rPr lang="en-US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Shruti" panose="020B0502040204020203" pitchFamily="34" charset="0"/>
                          </a:rPr>
                          <m:t> </m:t>
                        </m:r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IN" sz="280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Shruti" panose="020B0502040204020203" pitchFamily="34" charset="0"/>
                              </a:rPr>
                            </m:ctrlPr>
                          </m:mPr>
                          <m:mr>
                            <m:e>
                              <m:sSub>
                                <m:sSubPr>
                                  <m:ctrlPr>
                                    <a:rPr lang="en-US" sz="2800" i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Shruti" panose="020B0502040204020203" pitchFamily="34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sz="280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Shruti" panose="020B0502040204020203" pitchFamily="34" charset="0"/>
                                    </a:rPr>
                                    <m:t>a</m:t>
                                  </m:r>
                                </m:e>
                                <m:sub>
                                  <m:r>
                                    <a:rPr lang="en-US" sz="2800" b="0" i="0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Shruti" panose="020B0502040204020203" pitchFamily="34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  <m:e>
                              <m: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Shruti" panose="020B0502040204020203" pitchFamily="34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Shruti" panose="020B0502040204020203" pitchFamily="34" charset="0"/>
                                </a:rPr>
                                <m:t>1</m:t>
                              </m:r>
                            </m:e>
                            <m:e>
                              <m:sSub>
                                <m:sSubPr>
                                  <m:ctrlPr>
                                    <a:rPr lang="en-US" sz="2800" i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Shruti" panose="020B0502040204020203" pitchFamily="34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sz="280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Shruti" panose="020B0502040204020203" pitchFamily="34" charset="0"/>
                                    </a:rPr>
                                    <m:t>b</m:t>
                                  </m:r>
                                </m:e>
                                <m:sub>
                                  <m:r>
                                    <a:rPr lang="en-US" sz="2800" b="0" i="0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Shruti" panose="020B0502040204020203" pitchFamily="34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mr>
                        </m:m>
                        <m:r>
                          <a:rPr lang="en-US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Shruti" panose="020B0502040204020203" pitchFamily="34" charset="0"/>
                          </a:rPr>
                          <m:t> </m:t>
                        </m:r>
                      </m:e>
                    </m:d>
                    <m:r>
                      <a:rPr lang="en-US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US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v</m:t>
                    </m:r>
                    <m:r>
                      <a:rPr lang="en-US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Shruti" panose="020B0502040204020203" pitchFamily="34" charset="0"/>
                          </a:rPr>
                        </m:ctrlPr>
                      </m:dPr>
                      <m:e>
                        <m:r>
                          <a:rPr lang="en-US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Shruti" panose="020B0502040204020203" pitchFamily="34" charset="0"/>
                          </a:rPr>
                          <m:t> </m:t>
                        </m:r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IN" sz="280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Shruti" panose="020B0502040204020203" pitchFamily="34" charset="0"/>
                              </a:rPr>
                            </m:ctrlPr>
                          </m:mPr>
                          <m:mr>
                            <m:e>
                              <m:sSub>
                                <m:sSubPr>
                                  <m:ctrlPr>
                                    <a:rPr lang="en-US" sz="2800" i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Shruti" panose="020B0502040204020203" pitchFamily="34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sz="280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Shruti" panose="020B0502040204020203" pitchFamily="34" charset="0"/>
                                    </a:rPr>
                                    <m:t>a</m:t>
                                  </m:r>
                                </m:e>
                                <m:sub>
                                  <m:r>
                                    <a:rPr lang="en-US" sz="2800" b="0" i="0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Shruti" panose="020B0502040204020203" pitchFamily="34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  <m:e>
                              <m: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Shruti" panose="020B0502040204020203" pitchFamily="34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Shruti" panose="020B0502040204020203" pitchFamily="34" charset="0"/>
                                </a:rPr>
                                <m:t>1</m:t>
                              </m:r>
                            </m:e>
                            <m:e>
                              <m:sSub>
                                <m:sSubPr>
                                  <m:ctrlPr>
                                    <a:rPr lang="en-US" sz="2800" i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Shruti" panose="020B0502040204020203" pitchFamily="34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sz="280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Shruti" panose="020B0502040204020203" pitchFamily="34" charset="0"/>
                                    </a:rPr>
                                    <m:t>b</m:t>
                                  </m:r>
                                </m:e>
                                <m:sub>
                                  <m:r>
                                    <a:rPr lang="en-US" sz="2800" b="0" i="0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Shruti" panose="020B0502040204020203" pitchFamily="34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mr>
                        </m:m>
                        <m:r>
                          <a:rPr lang="en-US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Shruti" panose="020B0502040204020203" pitchFamily="34" charset="0"/>
                          </a:rPr>
                          <m:t> </m:t>
                        </m:r>
                      </m:e>
                    </m:d>
                  </m:oMath>
                </a14:m>
                <a:r>
                  <a:rPr lang="en-US" sz="2800" dirty="0">
                    <a:solidFill>
                      <a:srgbClr val="002060"/>
                    </a:solidFill>
                    <a:latin typeface="+mj-lt"/>
                  </a:rPr>
                  <a:t>, </a:t>
                </a:r>
              </a:p>
              <a:p>
                <a:pPr marL="118745" indent="0">
                  <a:lnSpc>
                    <a:spcPct val="100000"/>
                  </a:lnSpc>
                  <a:spcAft>
                    <a:spcPts val="800"/>
                  </a:spcAft>
                  <a:buNone/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w</m:t>
                    </m:r>
                    <m:r>
                      <a:rPr lang="en-US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Shruti" panose="020B0502040204020203" pitchFamily="34" charset="0"/>
                          </a:rPr>
                        </m:ctrlPr>
                      </m:dPr>
                      <m:e>
                        <m:r>
                          <a:rPr lang="en-US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Shruti" panose="020B0502040204020203" pitchFamily="34" charset="0"/>
                          </a:rPr>
                          <m:t> </m:t>
                        </m:r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IN" sz="280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Shruti" panose="020B0502040204020203" pitchFamily="34" charset="0"/>
                              </a:rPr>
                            </m:ctrlPr>
                          </m:mPr>
                          <m:mr>
                            <m:e>
                              <m:sSub>
                                <m:sSubPr>
                                  <m:ctrlPr>
                                    <a:rPr lang="en-US" sz="2800" i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Shruti" panose="020B0502040204020203" pitchFamily="34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sz="280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Shruti" panose="020B0502040204020203" pitchFamily="34" charset="0"/>
                                    </a:rPr>
                                    <m:t>a</m:t>
                                  </m:r>
                                </m:e>
                                <m:sub>
                                  <m:r>
                                    <a:rPr lang="en-US" sz="2800" b="0" i="0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Shruti" panose="020B0502040204020203" pitchFamily="34" charset="0"/>
                                    </a:rPr>
                                    <m:t>3</m:t>
                                  </m:r>
                                </m:sub>
                              </m:sSub>
                            </m:e>
                            <m:e>
                              <m: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Shruti" panose="020B0502040204020203" pitchFamily="34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Shruti" panose="020B0502040204020203" pitchFamily="34" charset="0"/>
                                </a:rPr>
                                <m:t>1</m:t>
                              </m:r>
                            </m:e>
                            <m:e>
                              <m:sSub>
                                <m:sSubPr>
                                  <m:ctrlPr>
                                    <a:rPr lang="en-US" sz="2800" i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Shruti" panose="020B0502040204020203" pitchFamily="34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sz="280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Shruti" panose="020B0502040204020203" pitchFamily="34" charset="0"/>
                                    </a:rPr>
                                    <m:t>b</m:t>
                                  </m:r>
                                </m:e>
                                <m:sub>
                                  <m:r>
                                    <a:rPr lang="en-US" sz="2800" b="0" i="0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Shruti" panose="020B0502040204020203" pitchFamily="34" charset="0"/>
                                    </a:rPr>
                                    <m:t>3</m:t>
                                  </m:r>
                                </m:sub>
                              </m:sSub>
                            </m:e>
                          </m:mr>
                        </m:m>
                        <m:r>
                          <a:rPr lang="en-US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Shruti" panose="020B0502040204020203" pitchFamily="34" charset="0"/>
                          </a:rPr>
                          <m:t> </m:t>
                        </m:r>
                      </m:e>
                    </m:d>
                  </m:oMath>
                </a14:m>
                <a:r>
                  <a:rPr lang="en-US" sz="2800" dirty="0">
                    <a:solidFill>
                      <a:srgbClr val="002060"/>
                    </a:solidFill>
                    <a:latin typeface="+mj-lt"/>
                  </a:rPr>
                  <a:t> ∈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800" dirty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V</m:t>
                    </m:r>
                  </m:oMath>
                </a14:m>
                <a:r>
                  <a:rPr lang="en-US" sz="2800" dirty="0">
                    <a:solidFill>
                      <a:srgbClr val="002060"/>
                    </a:solidFill>
                    <a:latin typeface="+mj-lt"/>
                  </a:rPr>
                  <a:t>    ;   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k</m:t>
                    </m:r>
                    <m:r>
                      <a:rPr lang="en-US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US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m</m:t>
                    </m:r>
                    <m:r>
                      <a:rPr lang="en-US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ℝ</m:t>
                    </m:r>
                  </m:oMath>
                </a14:m>
                <a:endParaRPr lang="en-US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22" name="Content Placeholder 4">
                <a:extLst>
                  <a:ext uri="{FF2B5EF4-FFF2-40B4-BE49-F238E27FC236}">
                    <a16:creationId xmlns:a16="http://schemas.microsoft.com/office/drawing/2014/main" id="{C2E3A768-B2DD-49B5-A909-9453EEB041E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-9" y="858196"/>
                <a:ext cx="6134108" cy="1948807"/>
              </a:xfrm>
              <a:prstGeom prst="rect">
                <a:avLst/>
              </a:prstGeom>
              <a:blipFill>
                <a:blip r:embed="rId6"/>
                <a:stretch>
                  <a:fillRect l="-199"/>
                </a:stretch>
              </a:blipFill>
              <a:ln w="12700" cap="flat" cmpd="sng" algn="ctr">
                <a:noFill/>
                <a:prstDash val="solid"/>
                <a:miter lim="800000"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Content Placeholder 4">
                <a:extLst>
                  <a:ext uri="{FF2B5EF4-FFF2-40B4-BE49-F238E27FC236}">
                    <a16:creationId xmlns:a16="http://schemas.microsoft.com/office/drawing/2014/main" id="{E2369E14-FB7F-439F-B8BC-3D00ED9ED33E}"/>
                  </a:ext>
                </a:extLst>
              </p:cNvPr>
              <p:cNvSpPr txBox="1">
                <a:spLocks/>
              </p:cNvSpPr>
              <p:nvPr/>
            </p:nvSpPr>
            <p:spPr>
              <a:xfrm flipH="1">
                <a:off x="132609" y="3618154"/>
                <a:ext cx="5627389" cy="858595"/>
              </a:xfrm>
              <a:prstGeom prst="rect">
                <a:avLst/>
              </a:prstGeom>
              <a:noFill/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vert="horz" lIns="91440" tIns="45720" rIns="91440" bIns="45720" rtlCol="0" anchor="ctr">
                <a:noAutofit/>
              </a:bodyPr>
              <a:lstStyle>
                <a:lvl1pPr marL="265113" indent="-265113" algn="just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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809625" indent="-352425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lnSpc>
                    <a:spcPct val="115000"/>
                  </a:lnSpc>
                  <a:spcAft>
                    <a:spcPts val="800"/>
                  </a:spcAft>
                  <a:buNone/>
                </a:pPr>
                <a:r>
                  <a:rPr lang="en-US" sz="2800" dirty="0">
                    <a:solidFill>
                      <a:srgbClr val="002060"/>
                    </a:solidFill>
                  </a:rPr>
                  <a:t>Now,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800" dirty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u</m:t>
                    </m:r>
                    <m:r>
                      <a:rPr lang="en-US" sz="2800" dirty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US" sz="2800" dirty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v</m:t>
                    </m:r>
                    <m:r>
                      <a:rPr lang="en-US" sz="2800" dirty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Shruti" panose="020B0502040204020203" pitchFamily="34" charset="0"/>
                          </a:rPr>
                        </m:ctrlPr>
                      </m:dPr>
                      <m:e>
                        <m:r>
                          <a:rPr lang="en-US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Shruti" panose="020B0502040204020203" pitchFamily="34" charset="0"/>
                          </a:rPr>
                          <m:t> </m:t>
                        </m:r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IN" sz="280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Shruti" panose="020B0502040204020203" pitchFamily="34" charset="0"/>
                              </a:rPr>
                            </m:ctrlPr>
                          </m:mPr>
                          <m:mr>
                            <m:e>
                              <m:sSub>
                                <m:sSubPr>
                                  <m:ctrlPr>
                                    <a:rPr lang="en-US" sz="2800" i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Shruti" panose="020B0502040204020203" pitchFamily="34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sz="280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Shruti" panose="020B0502040204020203" pitchFamily="34" charset="0"/>
                                    </a:rPr>
                                    <m:t>a</m:t>
                                  </m:r>
                                </m:e>
                                <m:sub>
                                  <m:r>
                                    <a:rPr lang="en-US" sz="280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Shruti" panose="020B0502040204020203" pitchFamily="34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  <m:e>
                              <m: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Shruti" panose="020B0502040204020203" pitchFamily="34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Shruti" panose="020B0502040204020203" pitchFamily="34" charset="0"/>
                                </a:rPr>
                                <m:t>1</m:t>
                              </m:r>
                            </m:e>
                            <m:e>
                              <m:sSub>
                                <m:sSubPr>
                                  <m:ctrlPr>
                                    <a:rPr lang="en-US" sz="2800" i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Shruti" panose="020B0502040204020203" pitchFamily="34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sz="280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Shruti" panose="020B0502040204020203" pitchFamily="34" charset="0"/>
                                    </a:rPr>
                                    <m:t>b</m:t>
                                  </m:r>
                                </m:e>
                                <m:sub>
                                  <m:r>
                                    <a:rPr lang="en-US" sz="280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Shruti" panose="020B0502040204020203" pitchFamily="34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mr>
                        </m:m>
                        <m:r>
                          <a:rPr lang="en-US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Shruti" panose="020B0502040204020203" pitchFamily="34" charset="0"/>
                          </a:rPr>
                          <m:t> </m:t>
                        </m:r>
                      </m:e>
                    </m:d>
                    <m:r>
                      <a:rPr lang="en-US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+</m:t>
                    </m:r>
                    <m:d>
                      <m:dPr>
                        <m:begChr m:val="["/>
                        <m:endChr m:val="]"/>
                        <m:ctrlPr>
                          <a:rPr lang="en-US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Shruti" panose="020B0502040204020203" pitchFamily="34" charset="0"/>
                          </a:rPr>
                        </m:ctrlPr>
                      </m:dPr>
                      <m:e>
                        <m:r>
                          <a:rPr lang="en-US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Shruti" panose="020B0502040204020203" pitchFamily="34" charset="0"/>
                          </a:rPr>
                          <m:t> </m:t>
                        </m:r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IN" sz="280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Shruti" panose="020B0502040204020203" pitchFamily="34" charset="0"/>
                              </a:rPr>
                            </m:ctrlPr>
                          </m:mPr>
                          <m:mr>
                            <m:e>
                              <m:sSub>
                                <m:sSubPr>
                                  <m:ctrlPr>
                                    <a:rPr lang="en-US" sz="2800" i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Shruti" panose="020B0502040204020203" pitchFamily="34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sz="280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Shruti" panose="020B0502040204020203" pitchFamily="34" charset="0"/>
                                    </a:rPr>
                                    <m:t>a</m:t>
                                  </m:r>
                                </m:e>
                                <m:sub>
                                  <m:r>
                                    <a:rPr lang="en-US" sz="280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Shruti" panose="020B0502040204020203" pitchFamily="34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  <m:e>
                              <m: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Shruti" panose="020B0502040204020203" pitchFamily="34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Shruti" panose="020B0502040204020203" pitchFamily="34" charset="0"/>
                                </a:rPr>
                                <m:t>1</m:t>
                              </m:r>
                            </m:e>
                            <m:e>
                              <m:sSub>
                                <m:sSubPr>
                                  <m:ctrlPr>
                                    <a:rPr lang="en-US" sz="2800" i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Shruti" panose="020B0502040204020203" pitchFamily="34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sz="280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Shruti" panose="020B0502040204020203" pitchFamily="34" charset="0"/>
                                    </a:rPr>
                                    <m:t>b</m:t>
                                  </m:r>
                                </m:e>
                                <m:sub>
                                  <m:r>
                                    <a:rPr lang="en-US" sz="280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Shruti" panose="020B0502040204020203" pitchFamily="34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mr>
                        </m:m>
                        <m:r>
                          <a:rPr lang="en-US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Shruti" panose="020B0502040204020203" pitchFamily="34" charset="0"/>
                          </a:rPr>
                          <m:t> </m:t>
                        </m:r>
                      </m:e>
                    </m:d>
                  </m:oMath>
                </a14:m>
                <a:endParaRPr lang="en-US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32" name="Content Placeholder 4">
                <a:extLst>
                  <a:ext uri="{FF2B5EF4-FFF2-40B4-BE49-F238E27FC236}">
                    <a16:creationId xmlns:a16="http://schemas.microsoft.com/office/drawing/2014/main" id="{E2369E14-FB7F-439F-B8BC-3D00ED9ED33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132609" y="3618154"/>
                <a:ext cx="5627389" cy="858595"/>
              </a:xfrm>
              <a:prstGeom prst="rect">
                <a:avLst/>
              </a:prstGeom>
              <a:blipFill>
                <a:blip r:embed="rId13"/>
                <a:stretch>
                  <a:fillRect l="-2275" b="-7857"/>
                </a:stretch>
              </a:blipFill>
              <a:ln w="12700" cap="flat" cmpd="sng" algn="ctr">
                <a:noFill/>
                <a:prstDash val="solid"/>
                <a:miter lim="800000"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" name="Content Placeholder 4">
                <a:extLst>
                  <a:ext uri="{FF2B5EF4-FFF2-40B4-BE49-F238E27FC236}">
                    <a16:creationId xmlns:a16="http://schemas.microsoft.com/office/drawing/2014/main" id="{E2369E14-FB7F-439F-B8BC-3D00ED9ED33E}"/>
                  </a:ext>
                </a:extLst>
              </p:cNvPr>
              <p:cNvSpPr txBox="1">
                <a:spLocks/>
              </p:cNvSpPr>
              <p:nvPr/>
            </p:nvSpPr>
            <p:spPr>
              <a:xfrm flipH="1">
                <a:off x="1769183" y="4678458"/>
                <a:ext cx="3645642" cy="933865"/>
              </a:xfrm>
              <a:prstGeom prst="rect">
                <a:avLst/>
              </a:prstGeom>
              <a:noFill/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vert="horz" lIns="91440" tIns="45720" rIns="91440" bIns="45720" rtlCol="0" anchor="ctr">
                <a:noAutofit/>
              </a:bodyPr>
              <a:lstStyle>
                <a:lvl1pPr marL="265113" indent="-265113" algn="just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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809625" indent="-352425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lnSpc>
                    <a:spcPct val="115000"/>
                  </a:lnSpc>
                  <a:spcAft>
                    <a:spcPts val="8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dirty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Shruti" panose="020B0502040204020203" pitchFamily="34" charset="0"/>
                            </a:rPr>
                          </m:ctrlPr>
                        </m:dPr>
                        <m:e>
                          <m: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Shruti" panose="020B0502040204020203" pitchFamily="34" charset="0"/>
                            </a:rPr>
                            <m:t> </m:t>
                          </m:r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IN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Shruti" panose="020B0502040204020203" pitchFamily="34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US" sz="2800" i="1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Shruti" panose="020B0502040204020203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sz="280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Shruti" panose="020B0502040204020203" pitchFamily="34" charset="0"/>
                                      </a:rPr>
                                      <m:t>a</m:t>
                                    </m:r>
                                  </m:e>
                                  <m:sub>
                                    <m:r>
                                      <a:rPr lang="en-US" sz="280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Shruti" panose="020B0502040204020203" pitchFamily="34" charset="0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a:rPr lang="en-US" sz="2800" b="0" i="1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Shruti" panose="020B0502040204020203" pitchFamily="34" charset="0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en-US" sz="2800" i="1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Shruti" panose="020B0502040204020203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sz="280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Shruti" panose="020B0502040204020203" pitchFamily="34" charset="0"/>
                                      </a:rPr>
                                      <m:t>a</m:t>
                                    </m:r>
                                  </m:e>
                                  <m:sub>
                                    <m:r>
                                      <a:rPr lang="en-US" sz="280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Shruti" panose="020B0502040204020203" pitchFamily="34" charset="0"/>
                                      </a:rPr>
                                      <m:t>2</m:t>
                                    </m:r>
                                  </m:sub>
                                </m:sSub>
                              </m:e>
                              <m:e>
                                <m:r>
                                  <a:rPr lang="en-US" sz="280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Shruti" panose="020B0502040204020203" pitchFamily="34" charset="0"/>
                                  </a:rPr>
                                  <m:t>1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280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Shruti" panose="020B0502040204020203" pitchFamily="34" charset="0"/>
                                  </a:rPr>
                                  <m:t>1</m:t>
                                </m:r>
                              </m:e>
                              <m:e>
                                <m:sSub>
                                  <m:sSubPr>
                                    <m:ctrlPr>
                                      <a:rPr lang="en-US" sz="2800" b="0" i="1" smtClean="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Shruti" panose="020B0502040204020203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sz="2800" b="0" i="0" smtClean="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Shruti" panose="020B0502040204020203" pitchFamily="34" charset="0"/>
                                      </a:rPr>
                                      <m:t>b</m:t>
                                    </m:r>
                                  </m:e>
                                  <m:sub>
                                    <m:r>
                                      <a:rPr lang="en-US" sz="280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Shruti" panose="020B0502040204020203" pitchFamily="34" charset="0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a:rPr lang="en-US" sz="2800" b="0" i="1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Shruti" panose="020B0502040204020203" pitchFamily="34" charset="0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en-US" sz="2800" i="1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Shruti" panose="020B0502040204020203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sz="280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Shruti" panose="020B0502040204020203" pitchFamily="34" charset="0"/>
                                      </a:rPr>
                                      <m:t>b</m:t>
                                    </m:r>
                                  </m:e>
                                  <m:sub>
                                    <m:r>
                                      <a:rPr lang="en-US" sz="280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Shruti" panose="020B0502040204020203" pitchFamily="34" charset="0"/>
                                      </a:rPr>
                                      <m:t>2</m:t>
                                    </m:r>
                                  </m:sub>
                                </m:sSub>
                              </m:e>
                            </m:mr>
                          </m:m>
                          <m: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Shruti" panose="020B0502040204020203" pitchFamily="34" charset="0"/>
                            </a:rPr>
                            <m:t> </m:t>
                          </m:r>
                        </m:e>
                      </m:d>
                    </m:oMath>
                  </m:oMathPara>
                </a14:m>
                <a:endParaRPr lang="en-US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33" name="Content Placeholder 4">
                <a:extLst>
                  <a:ext uri="{FF2B5EF4-FFF2-40B4-BE49-F238E27FC236}">
                    <a16:creationId xmlns:a16="http://schemas.microsoft.com/office/drawing/2014/main" id="{E2369E14-FB7F-439F-B8BC-3D00ED9ED33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1769183" y="4678458"/>
                <a:ext cx="3645642" cy="933865"/>
              </a:xfrm>
              <a:prstGeom prst="rect">
                <a:avLst/>
              </a:prstGeom>
              <a:blipFill>
                <a:blip r:embed="rId19"/>
                <a:stretch>
                  <a:fillRect/>
                </a:stretch>
              </a:blipFill>
              <a:ln w="12700" cap="flat" cmpd="sng" algn="ctr">
                <a:noFill/>
                <a:prstDash val="solid"/>
                <a:miter lim="800000"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6" name="Content Placeholder 4">
                <a:extLst>
                  <a:ext uri="{FF2B5EF4-FFF2-40B4-BE49-F238E27FC236}">
                    <a16:creationId xmlns:a16="http://schemas.microsoft.com/office/drawing/2014/main" id="{E2369E14-FB7F-439F-B8BC-3D00ED9ED33E}"/>
                  </a:ext>
                </a:extLst>
              </p:cNvPr>
              <p:cNvSpPr txBox="1">
                <a:spLocks/>
              </p:cNvSpPr>
              <p:nvPr/>
            </p:nvSpPr>
            <p:spPr>
              <a:xfrm flipH="1">
                <a:off x="6520615" y="3529999"/>
                <a:ext cx="5264980" cy="1060303"/>
              </a:xfrm>
              <a:prstGeom prst="rect">
                <a:avLst/>
              </a:prstGeom>
              <a:noFill/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vert="horz" lIns="91440" tIns="45720" rIns="91440" bIns="45720" rtlCol="0" anchor="ctr">
                <a:noAutofit/>
              </a:bodyPr>
              <a:lstStyle>
                <a:lvl1pPr marL="265113" indent="-265113" algn="just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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809625" indent="-352425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 algn="l">
                  <a:lnSpc>
                    <a:spcPct val="115000"/>
                  </a:lnSpc>
                  <a:spcAft>
                    <a:spcPts val="800"/>
                  </a:spcAft>
                  <a:buNone/>
                </a:pPr>
                <a:r>
                  <a:rPr lang="en-US" sz="2800" dirty="0">
                    <a:solidFill>
                      <a:srgbClr val="002060"/>
                    </a:solidFill>
                  </a:rPr>
                  <a:t>Since,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Shruti" panose="020B0502040204020203" pitchFamily="34" charset="0"/>
                          </a:rPr>
                        </m:ctrlPr>
                      </m:dPr>
                      <m:e>
                        <m:r>
                          <a:rPr lang="en-US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Shruti" panose="020B0502040204020203" pitchFamily="34" charset="0"/>
                          </a:rPr>
                          <m:t> </m:t>
                        </m:r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IN" sz="280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Shruti" panose="020B0502040204020203" pitchFamily="34" charset="0"/>
                              </a:rPr>
                            </m:ctrlPr>
                          </m:mPr>
                          <m:mr>
                            <m:e>
                              <m:sSub>
                                <m:sSubPr>
                                  <m:ctrlPr>
                                    <a:rPr lang="en-US" sz="2800" i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Shruti" panose="020B0502040204020203" pitchFamily="34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sz="280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Shruti" panose="020B0502040204020203" pitchFamily="34" charset="0"/>
                                    </a:rPr>
                                    <m:t>a</m:t>
                                  </m:r>
                                </m:e>
                                <m:sub>
                                  <m:r>
                                    <a:rPr lang="en-US" sz="280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Shruti" panose="020B0502040204020203" pitchFamily="34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  <m:e>
                              <m: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Shruti" panose="020B0502040204020203" pitchFamily="34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Shruti" panose="020B0502040204020203" pitchFamily="34" charset="0"/>
                                </a:rPr>
                                <m:t>1</m:t>
                              </m:r>
                            </m:e>
                            <m:e>
                              <m:sSub>
                                <m:sSubPr>
                                  <m:ctrlPr>
                                    <a:rPr lang="en-US" sz="2800" i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Shruti" panose="020B0502040204020203" pitchFamily="34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sz="280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Shruti" panose="020B0502040204020203" pitchFamily="34" charset="0"/>
                                    </a:rPr>
                                    <m:t>b</m:t>
                                  </m:r>
                                </m:e>
                                <m:sub>
                                  <m:r>
                                    <a:rPr lang="en-US" sz="280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Shruti" panose="020B0502040204020203" pitchFamily="34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mr>
                        </m:m>
                        <m:r>
                          <a:rPr lang="en-US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Shruti" panose="020B0502040204020203" pitchFamily="34" charset="0"/>
                          </a:rPr>
                          <m:t> </m:t>
                        </m:r>
                      </m:e>
                    </m:d>
                    <m:r>
                      <a:rPr lang="en-US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&amp;</m:t>
                    </m:r>
                    <m:d>
                      <m:dPr>
                        <m:begChr m:val="["/>
                        <m:endChr m:val="]"/>
                        <m:ctrlPr>
                          <a:rPr lang="en-US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Shruti" panose="020B0502040204020203" pitchFamily="34" charset="0"/>
                          </a:rPr>
                        </m:ctrlPr>
                      </m:dPr>
                      <m:e>
                        <m:r>
                          <a:rPr lang="en-US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Shruti" panose="020B0502040204020203" pitchFamily="34" charset="0"/>
                          </a:rPr>
                          <m:t> </m:t>
                        </m:r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IN" sz="280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Shruti" panose="020B0502040204020203" pitchFamily="34" charset="0"/>
                              </a:rPr>
                            </m:ctrlPr>
                          </m:mPr>
                          <m:mr>
                            <m:e>
                              <m:sSub>
                                <m:sSubPr>
                                  <m:ctrlPr>
                                    <a:rPr lang="en-US" sz="2800" i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Shruti" panose="020B0502040204020203" pitchFamily="34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sz="280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Shruti" panose="020B0502040204020203" pitchFamily="34" charset="0"/>
                                    </a:rPr>
                                    <m:t>a</m:t>
                                  </m:r>
                                </m:e>
                                <m:sub>
                                  <m:r>
                                    <a:rPr lang="en-US" sz="280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Shruti" panose="020B0502040204020203" pitchFamily="34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  <m:e>
                              <m: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Shruti" panose="020B0502040204020203" pitchFamily="34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Shruti" panose="020B0502040204020203" pitchFamily="34" charset="0"/>
                                </a:rPr>
                                <m:t>1</m:t>
                              </m:r>
                            </m:e>
                            <m:e>
                              <m:sSub>
                                <m:sSubPr>
                                  <m:ctrlPr>
                                    <a:rPr lang="en-US" sz="2800" i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Shruti" panose="020B0502040204020203" pitchFamily="34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sz="280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Shruti" panose="020B0502040204020203" pitchFamily="34" charset="0"/>
                                    </a:rPr>
                                    <m:t>b</m:t>
                                  </m:r>
                                </m:e>
                                <m:sub>
                                  <m:r>
                                    <a:rPr lang="en-US" sz="280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Shruti" panose="020B0502040204020203" pitchFamily="34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mr>
                        </m:m>
                        <m:r>
                          <a:rPr lang="en-US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Shruti" panose="020B0502040204020203" pitchFamily="34" charset="0"/>
                          </a:rPr>
                          <m:t> </m:t>
                        </m:r>
                      </m:e>
                    </m:d>
                    <m:r>
                      <m:rPr>
                        <m:nor/>
                      </m:rPr>
                      <a:rPr lang="en-US" sz="2800" i="0" dirty="0">
                        <a:solidFill>
                          <a:srgbClr val="002060"/>
                        </a:solidFill>
                      </a:rPr>
                      <m:t>∈ </m:t>
                    </m:r>
                    <m:r>
                      <m:rPr>
                        <m:nor/>
                      </m:rPr>
                      <a:rPr lang="en-US" sz="2800" b="0" i="0" dirty="0" smtClean="0">
                        <a:solidFill>
                          <a:srgbClr val="002060"/>
                        </a:solidFill>
                      </a:rPr>
                      <m:t> </m:t>
                    </m:r>
                    <m:r>
                      <m:rPr>
                        <m:sty m:val="p"/>
                      </m:rPr>
                      <a:rPr lang="en-US" sz="2800" dirty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V</m:t>
                    </m:r>
                  </m:oMath>
                </a14:m>
                <a:endParaRPr lang="en-US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36" name="Content Placeholder 4">
                <a:extLst>
                  <a:ext uri="{FF2B5EF4-FFF2-40B4-BE49-F238E27FC236}">
                    <a16:creationId xmlns:a16="http://schemas.microsoft.com/office/drawing/2014/main" id="{E2369E14-FB7F-439F-B8BC-3D00ED9ED33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6520615" y="3529999"/>
                <a:ext cx="5264980" cy="1060303"/>
              </a:xfrm>
              <a:prstGeom prst="rect">
                <a:avLst/>
              </a:prstGeom>
              <a:blipFill>
                <a:blip r:embed="rId20"/>
                <a:stretch>
                  <a:fillRect l="-2433"/>
                </a:stretch>
              </a:blipFill>
              <a:ln w="12700" cap="flat" cmpd="sng" algn="ctr">
                <a:noFill/>
                <a:prstDash val="solid"/>
                <a:miter lim="800000"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8" name="Content Placeholder 4">
                <a:extLst>
                  <a:ext uri="{FF2B5EF4-FFF2-40B4-BE49-F238E27FC236}">
                    <a16:creationId xmlns:a16="http://schemas.microsoft.com/office/drawing/2014/main" id="{E2369E14-FB7F-439F-B8BC-3D00ED9ED33E}"/>
                  </a:ext>
                </a:extLst>
              </p:cNvPr>
              <p:cNvSpPr txBox="1">
                <a:spLocks/>
              </p:cNvSpPr>
              <p:nvPr/>
            </p:nvSpPr>
            <p:spPr>
              <a:xfrm flipH="1">
                <a:off x="6917556" y="4678458"/>
                <a:ext cx="3299858" cy="540000"/>
              </a:xfrm>
              <a:prstGeom prst="rect">
                <a:avLst/>
              </a:prstGeom>
              <a:noFill/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vert="horz" lIns="91440" tIns="45720" rIns="91440" bIns="45720" rtlCol="0" anchor="ctr">
                <a:noAutofit/>
              </a:bodyPr>
              <a:lstStyle>
                <a:lvl1pPr marL="265113" indent="-265113" algn="just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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809625" indent="-352425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lnSpc>
                    <a:spcPct val="115000"/>
                  </a:lnSpc>
                  <a:spcAft>
                    <a:spcPts val="8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dirty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⇒</m:t>
                      </m:r>
                      <m:sSub>
                        <m:sSubPr>
                          <m:ctrlPr>
                            <a:rPr lang="en-US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a</m:t>
                          </m:r>
                        </m:e>
                        <m:sub>
                          <m:r>
                            <a:rPr lang="en-US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2800" i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b</m:t>
                          </m:r>
                        </m:e>
                        <m:sub>
                          <m:r>
                            <a:rPr lang="en-US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2800" i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a</m:t>
                          </m:r>
                        </m:e>
                        <m:sub>
                          <m:r>
                            <a:rPr lang="en-US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b</m:t>
                          </m:r>
                        </m:e>
                        <m:sub>
                          <m:r>
                            <a:rPr lang="en-US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∈</m:t>
                      </m:r>
                      <m:r>
                        <a:rPr lang="en-US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ℝ</m:t>
                      </m:r>
                    </m:oMath>
                  </m:oMathPara>
                </a14:m>
                <a:endParaRPr lang="en-US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38" name="Content Placeholder 4">
                <a:extLst>
                  <a:ext uri="{FF2B5EF4-FFF2-40B4-BE49-F238E27FC236}">
                    <a16:creationId xmlns:a16="http://schemas.microsoft.com/office/drawing/2014/main" id="{E2369E14-FB7F-439F-B8BC-3D00ED9ED33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6917556" y="4678458"/>
                <a:ext cx="3299858" cy="540000"/>
              </a:xfrm>
              <a:prstGeom prst="rect">
                <a:avLst/>
              </a:prstGeom>
              <a:blipFill>
                <a:blip r:embed="rId21"/>
                <a:stretch>
                  <a:fillRect/>
                </a:stretch>
              </a:blipFill>
              <a:ln w="12700" cap="flat" cmpd="sng" algn="ctr">
                <a:noFill/>
                <a:prstDash val="solid"/>
                <a:miter lim="800000"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4" name="Right Arrow 3">
            <a:extLst>
              <a:ext uri="{FF2B5EF4-FFF2-40B4-BE49-F238E27FC236}">
                <a16:creationId xmlns:a16="http://schemas.microsoft.com/office/drawing/2014/main" id="{3FE11F38-A8D0-406B-A77F-9DE69C4F1B02}"/>
              </a:ext>
            </a:extLst>
          </p:cNvPr>
          <p:cNvSpPr/>
          <p:nvPr/>
        </p:nvSpPr>
        <p:spPr>
          <a:xfrm flipV="1">
            <a:off x="7056391" y="1594027"/>
            <a:ext cx="144000" cy="180000"/>
          </a:xfrm>
          <a:prstGeom prst="rightArrow">
            <a:avLst/>
          </a:prstGeom>
          <a:gradFill>
            <a:gsLst>
              <a:gs pos="10000">
                <a:srgbClr val="0E47A1"/>
              </a:gs>
              <a:gs pos="100000">
                <a:srgbClr val="03A9F5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Wingdings 3" panose="05040102010807070707" pitchFamily="18" charset="2"/>
              <a:buNone/>
            </a:pPr>
            <a:endParaRPr lang="en-IN" sz="2800" dirty="0">
              <a:solidFill>
                <a:schemeClr val="bg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Content Placeholder 4">
                <a:extLst>
                  <a:ext uri="{FF2B5EF4-FFF2-40B4-BE49-F238E27FC236}">
                    <a16:creationId xmlns:a16="http://schemas.microsoft.com/office/drawing/2014/main" id="{E2369E14-FB7F-439F-B8BC-3D00ED9ED33E}"/>
                  </a:ext>
                </a:extLst>
              </p:cNvPr>
              <p:cNvSpPr txBox="1">
                <a:spLocks/>
              </p:cNvSpPr>
              <p:nvPr/>
            </p:nvSpPr>
            <p:spPr>
              <a:xfrm flipH="1">
                <a:off x="7027290" y="5247196"/>
                <a:ext cx="3666110" cy="540000"/>
              </a:xfrm>
              <a:prstGeom prst="rect">
                <a:avLst/>
              </a:prstGeom>
              <a:noFill/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vert="horz" lIns="91440" tIns="45720" rIns="91440" bIns="45720" rtlCol="0" anchor="ctr">
                <a:noAutofit/>
              </a:bodyPr>
              <a:lstStyle>
                <a:lvl1pPr marL="265113" indent="-265113" algn="just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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809625" indent="-352425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lnSpc>
                    <a:spcPct val="115000"/>
                  </a:lnSpc>
                  <a:spcAft>
                    <a:spcPts val="8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dirty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⇒</m:t>
                      </m:r>
                      <m:sSub>
                        <m:sSubPr>
                          <m:ctrlP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a</m:t>
                          </m:r>
                        </m:e>
                        <m:sub>
                          <m: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b</m:t>
                          </m:r>
                        </m:e>
                        <m:sub>
                          <m: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a</m:t>
                          </m:r>
                        </m:e>
                        <m:sub>
                          <m: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b</m:t>
                          </m:r>
                        </m:e>
                        <m:sub>
                          <m: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∈</m:t>
                      </m:r>
                      <m:r>
                        <a:rPr lang="en-US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ℝ</m:t>
                      </m:r>
                    </m:oMath>
                  </m:oMathPara>
                </a14:m>
                <a:endParaRPr lang="en-US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20" name="Content Placeholder 4">
                <a:extLst>
                  <a:ext uri="{FF2B5EF4-FFF2-40B4-BE49-F238E27FC236}">
                    <a16:creationId xmlns:a16="http://schemas.microsoft.com/office/drawing/2014/main" id="{E2369E14-FB7F-439F-B8BC-3D00ED9ED33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7027290" y="5247196"/>
                <a:ext cx="3666110" cy="540000"/>
              </a:xfrm>
              <a:prstGeom prst="rect">
                <a:avLst/>
              </a:prstGeom>
              <a:blipFill>
                <a:blip r:embed="rId22"/>
                <a:stretch>
                  <a:fillRect/>
                </a:stretch>
              </a:blipFill>
              <a:ln w="12700" cap="flat" cmpd="sng" algn="ctr">
                <a:noFill/>
                <a:prstDash val="solid"/>
                <a:miter lim="800000"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Content Placeholder 4">
                <a:extLst>
                  <a:ext uri="{FF2B5EF4-FFF2-40B4-BE49-F238E27FC236}">
                    <a16:creationId xmlns:a16="http://schemas.microsoft.com/office/drawing/2014/main" id="{E2369E14-FB7F-439F-B8BC-3D00ED9ED33E}"/>
                  </a:ext>
                </a:extLst>
              </p:cNvPr>
              <p:cNvSpPr txBox="1">
                <a:spLocks/>
              </p:cNvSpPr>
              <p:nvPr/>
            </p:nvSpPr>
            <p:spPr>
              <a:xfrm flipH="1">
                <a:off x="6711114" y="5815934"/>
                <a:ext cx="2331285" cy="540000"/>
              </a:xfrm>
              <a:prstGeom prst="rect">
                <a:avLst/>
              </a:prstGeom>
              <a:noFill/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vert="horz" lIns="91440" tIns="45720" rIns="91440" bIns="45720" rtlCol="0" anchor="ctr">
                <a:noAutofit/>
              </a:bodyPr>
              <a:lstStyle>
                <a:lvl1pPr marL="265113" indent="-265113" algn="just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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809625" indent="-352425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lnSpc>
                    <a:spcPct val="115000"/>
                  </a:lnSpc>
                  <a:spcAft>
                    <a:spcPts val="800"/>
                  </a:spcAft>
                  <a:buNone/>
                </a:pPr>
                <a:r>
                  <a:rPr lang="en-US" sz="2800" dirty="0">
                    <a:solidFill>
                      <a:srgbClr val="002060"/>
                    </a:solidFill>
                  </a:rPr>
                  <a:t>So,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800" dirty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u</m:t>
                    </m:r>
                    <m:r>
                      <a:rPr lang="en-US" sz="2800" dirty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US" sz="2800" dirty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v</m:t>
                    </m:r>
                    <m:r>
                      <a:rPr lang="en-US" sz="2800" b="0" i="1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US" sz="2800" b="0" i="0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V</m:t>
                    </m:r>
                  </m:oMath>
                </a14:m>
                <a:endParaRPr lang="en-US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23" name="Content Placeholder 4">
                <a:extLst>
                  <a:ext uri="{FF2B5EF4-FFF2-40B4-BE49-F238E27FC236}">
                    <a16:creationId xmlns:a16="http://schemas.microsoft.com/office/drawing/2014/main" id="{E2369E14-FB7F-439F-B8BC-3D00ED9ED33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6711114" y="5815934"/>
                <a:ext cx="2331285" cy="540000"/>
              </a:xfrm>
              <a:prstGeom prst="rect">
                <a:avLst/>
              </a:prstGeom>
              <a:blipFill>
                <a:blip r:embed="rId23"/>
                <a:stretch>
                  <a:fillRect l="-5497" t="-6742" b="-31461"/>
                </a:stretch>
              </a:blipFill>
              <a:ln w="12700" cap="flat" cmpd="sng" algn="ctr">
                <a:noFill/>
                <a:prstDash val="solid"/>
                <a:miter lim="800000"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Rectangle: Rounded Corners 37">
            <a:extLst>
              <a:ext uri="{FF2B5EF4-FFF2-40B4-BE49-F238E27FC236}">
                <a16:creationId xmlns:a16="http://schemas.microsoft.com/office/drawing/2014/main" id="{23999130-9AD4-44AB-92C0-19F9097507BD}"/>
              </a:ext>
            </a:extLst>
          </p:cNvPr>
          <p:cNvSpPr/>
          <p:nvPr/>
        </p:nvSpPr>
        <p:spPr>
          <a:xfrm>
            <a:off x="6298624" y="3429000"/>
            <a:ext cx="36000" cy="2880000"/>
          </a:xfrm>
          <a:prstGeom prst="roundRect">
            <a:avLst/>
          </a:prstGeom>
          <a:gradFill>
            <a:gsLst>
              <a:gs pos="10000">
                <a:srgbClr val="0E47A1"/>
              </a:gs>
              <a:gs pos="100000">
                <a:srgbClr val="03A9F5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algn="ctr"/>
            <a:r>
              <a:rPr lang="en-IN" sz="2800" b="1" dirty="0">
                <a:solidFill>
                  <a:schemeClr val="bg1"/>
                </a:solidFill>
              </a:rPr>
              <a:t>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ABD69E2-088D-4978-BAE7-8CB2E4CF782E}"/>
              </a:ext>
            </a:extLst>
      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7034207" y="824757"/>
            <a:ext cx="5132393" cy="17465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1798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/>
      <p:bldP spid="32" grpId="0"/>
      <p:bldP spid="33" grpId="0"/>
      <p:bldP spid="36" grpId="0"/>
      <p:bldP spid="38" grpId="0"/>
      <p:bldP spid="44" grpId="0" animBg="1"/>
      <p:bldP spid="20" grpId="0"/>
      <p:bldP spid="23" grpId="0"/>
      <p:bldP spid="16" grpId="0" animBg="1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ECFC8A-BC0D-5D72-FE99-20313653BC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1" name="Content Placeholder 4">
                <a:extLst>
                  <a:ext uri="{FF2B5EF4-FFF2-40B4-BE49-F238E27FC236}">
                    <a16:creationId xmlns:a16="http://schemas.microsoft.com/office/drawing/2014/main" id="{C2E3A768-B2DD-49B5-A909-9453EEB041E3}"/>
                  </a:ext>
                </a:extLst>
              </p:cNvPr>
              <p:cNvSpPr txBox="1">
                <a:spLocks/>
              </p:cNvSpPr>
              <p:nvPr/>
            </p:nvSpPr>
            <p:spPr>
              <a:xfrm flipH="1">
                <a:off x="-1" y="865206"/>
                <a:ext cx="5760000" cy="540000"/>
              </a:xfrm>
              <a:prstGeom prst="rect">
                <a:avLst/>
              </a:prstGeom>
              <a:gradFill>
                <a:gsLst>
                  <a:gs pos="10000">
                    <a:srgbClr val="0E47A1"/>
                  </a:gs>
                  <a:gs pos="100000">
                    <a:srgbClr val="03A9F5"/>
                  </a:gs>
                </a:gsLst>
                <a:lin ang="10800000" scaled="1"/>
              </a:gradFill>
              <a:ln>
                <a:noFill/>
              </a:ln>
            </p:spPr>
            <p:txBody>
              <a:bodyPr vert="horz" wrap="square" lIns="91440" tIns="45720" rIns="91440" bIns="45720" numCol="1" anchor="ctr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algn="ctr">
                  <a:defRPr sz="2800">
                    <a:solidFill>
                      <a:schemeClr val="bg1"/>
                    </a:solidFill>
                  </a:defRPr>
                </a:lvl1pPr>
                <a:lvl2pPr>
                  <a:defRPr>
                    <a:solidFill>
                      <a:schemeClr val="tx1"/>
                    </a:solidFill>
                  </a:defRPr>
                </a:lvl2pPr>
                <a:lvl3pPr>
                  <a:defRPr>
                    <a:solidFill>
                      <a:schemeClr val="tx1"/>
                    </a:solidFill>
                  </a:defRPr>
                </a:lvl3pPr>
                <a:lvl4pPr>
                  <a:defRPr>
                    <a:solidFill>
                      <a:schemeClr val="tx1"/>
                    </a:solidFill>
                  </a:defRPr>
                </a:lvl4pPr>
                <a:lvl5pPr>
                  <a:defRPr>
                    <a:solidFill>
                      <a:schemeClr val="tx1"/>
                    </a:solidFill>
                  </a:defRPr>
                </a:lvl5pPr>
                <a:lvl6pPr>
                  <a:defRPr>
                    <a:solidFill>
                      <a:schemeClr val="tx1"/>
                    </a:solidFill>
                  </a:defRPr>
                </a:lvl6pPr>
                <a:lvl7pPr>
                  <a:defRPr>
                    <a:solidFill>
                      <a:schemeClr val="tx1"/>
                    </a:solidFill>
                  </a:defRPr>
                </a:lvl7pPr>
                <a:lvl8pPr>
                  <a:defRPr>
                    <a:solidFill>
                      <a:schemeClr val="tx1"/>
                    </a:solidFill>
                  </a:defRPr>
                </a:lvl8pPr>
                <a:lvl9pPr>
                  <a:defRPr>
                    <a:solidFill>
                      <a:schemeClr val="tx1"/>
                    </a:solidFill>
                  </a:defRPr>
                </a:lvl9pPr>
              </a:lstStyle>
              <a:p>
                <a:pPr algn="l"/>
                <a:r>
                  <a:rPr lang="en-US" b="1" dirty="0"/>
                  <a:t>Axiom 2: </a:t>
                </a:r>
                <a14:m>
                  <m:oMath xmlns:m="http://schemas.openxmlformats.org/officeDocument/2006/math">
                    <m:r>
                      <a:rPr lang="en-US" b="1" i="0" dirty="0" smtClean="0">
                        <a:latin typeface="Cambria Math" panose="02040503050406030204" pitchFamily="18" charset="0"/>
                      </a:rPr>
                      <m:t>𝐮</m:t>
                    </m:r>
                    <m:r>
                      <a:rPr lang="en-US" b="1" i="0" dirty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1" i="0" dirty="0" smtClean="0">
                        <a:latin typeface="Cambria Math" panose="02040503050406030204" pitchFamily="18" charset="0"/>
                      </a:rPr>
                      <m:t>𝐯</m:t>
                    </m:r>
                    <m:r>
                      <a:rPr lang="en-US" b="1" i="0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1" i="0" dirty="0" smtClean="0">
                        <a:latin typeface="Cambria Math" panose="02040503050406030204" pitchFamily="18" charset="0"/>
                      </a:rPr>
                      <m:t>𝐯</m:t>
                    </m:r>
                    <m:r>
                      <a:rPr lang="en-US" b="1" i="0" dirty="0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1" i="0" dirty="0" smtClean="0">
                        <a:latin typeface="Cambria Math" panose="02040503050406030204" pitchFamily="18" charset="0"/>
                      </a:rPr>
                      <m:t>𝐮</m:t>
                    </m:r>
                  </m:oMath>
                </a14:m>
                <a:endParaRPr lang="en-US" b="1" dirty="0"/>
              </a:p>
            </p:txBody>
          </p:sp>
        </mc:Choice>
        <mc:Fallback xmlns="">
          <p:sp>
            <p:nvSpPr>
              <p:cNvPr id="21" name="Content Placeholder 4">
                <a:extLst>
                  <a:ext uri="{FF2B5EF4-FFF2-40B4-BE49-F238E27FC236}">
                    <a16:creationId xmlns:a16="http://schemas.microsoft.com/office/drawing/2014/main" id="{C2E3A768-B2DD-49B5-A909-9453EEB041E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-1" y="865206"/>
                <a:ext cx="5760000" cy="540000"/>
              </a:xfrm>
              <a:prstGeom prst="rect">
                <a:avLst/>
              </a:prstGeom>
              <a:blipFill>
                <a:blip r:embed="rId2"/>
                <a:stretch>
                  <a:fillRect l="-2116" t="-10112" b="-29213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FDFDD70C-3AAE-183B-5AED-36C59E3E9B77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IN" dirty="0"/>
                  <a:t>Method:1 </a:t>
                </a:r>
                <a14:m>
                  <m:oMath xmlns:m="http://schemas.openxmlformats.org/officeDocument/2006/math">
                    <m:r>
                      <a:rPr lang="en-I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⇝</m:t>
                    </m:r>
                  </m:oMath>
                </a14:m>
                <a:r>
                  <a:rPr lang="en-IN" dirty="0"/>
                  <a:t> Example:13(continue)</a:t>
                </a:r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FDFDD70C-3AAE-183B-5AED-36C59E3E9B7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3"/>
                <a:stretch>
                  <a:fillRect l="-400" t="-8547" b="-1965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Content Placeholder 4">
                <a:extLst>
                  <a:ext uri="{FF2B5EF4-FFF2-40B4-BE49-F238E27FC236}">
                    <a16:creationId xmlns:a16="http://schemas.microsoft.com/office/drawing/2014/main" id="{E2369E14-FB7F-439F-B8BC-3D00ED9ED33E}"/>
                  </a:ext>
                </a:extLst>
              </p:cNvPr>
              <p:cNvSpPr txBox="1">
                <a:spLocks/>
              </p:cNvSpPr>
              <p:nvPr/>
            </p:nvSpPr>
            <p:spPr>
              <a:xfrm flipH="1">
                <a:off x="132610" y="1411067"/>
                <a:ext cx="1852658" cy="1049749"/>
              </a:xfrm>
              <a:prstGeom prst="rect">
                <a:avLst/>
              </a:prstGeom>
              <a:noFill/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vert="horz" lIns="91440" tIns="45720" rIns="91440" bIns="45720" rtlCol="0" anchor="ctr">
                <a:noAutofit/>
              </a:bodyPr>
              <a:lstStyle>
                <a:lvl1pPr marL="265113" indent="-265113" algn="just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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809625" indent="-352425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lnSpc>
                    <a:spcPct val="115000"/>
                  </a:lnSpc>
                  <a:spcAft>
                    <a:spcPts val="800"/>
                  </a:spcAft>
                  <a:buNone/>
                </a:pPr>
                <a:r>
                  <a:rPr lang="en-US" sz="2800" dirty="0">
                    <a:solidFill>
                      <a:srgbClr val="002060"/>
                    </a:solidFill>
                    <a:latin typeface="+mj-lt"/>
                  </a:rPr>
                  <a:t>Now,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800" b="0" i="0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u</m:t>
                    </m:r>
                    <m:r>
                      <a:rPr lang="en-US" sz="2800" dirty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US" sz="2800" b="0" i="0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v</m:t>
                    </m:r>
                  </m:oMath>
                </a14:m>
                <a:endParaRPr lang="en-US" sz="2800" dirty="0">
                  <a:solidFill>
                    <a:srgbClr val="002060"/>
                  </a:solidFill>
                  <a:latin typeface="+mj-lt"/>
                </a:endParaRPr>
              </a:p>
            </p:txBody>
          </p:sp>
        </mc:Choice>
        <mc:Fallback xmlns="">
          <p:sp>
            <p:nvSpPr>
              <p:cNvPr id="26" name="Content Placeholder 4">
                <a:extLst>
                  <a:ext uri="{FF2B5EF4-FFF2-40B4-BE49-F238E27FC236}">
                    <a16:creationId xmlns:a16="http://schemas.microsoft.com/office/drawing/2014/main" id="{E2369E14-FB7F-439F-B8BC-3D00ED9ED33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132610" y="1411067"/>
                <a:ext cx="1852658" cy="1049749"/>
              </a:xfrm>
              <a:prstGeom prst="rect">
                <a:avLst/>
              </a:prstGeom>
              <a:blipFill>
                <a:blip r:embed="rId4"/>
                <a:stretch>
                  <a:fillRect l="-6908"/>
                </a:stretch>
              </a:blipFill>
              <a:ln w="12700" cap="flat" cmpd="sng" algn="ctr">
                <a:noFill/>
                <a:prstDash val="solid"/>
                <a:miter lim="800000"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Content Placeholder 4">
                <a:extLst>
                  <a:ext uri="{FF2B5EF4-FFF2-40B4-BE49-F238E27FC236}">
                    <a16:creationId xmlns:a16="http://schemas.microsoft.com/office/drawing/2014/main" id="{E2369E14-FB7F-439F-B8BC-3D00ED9ED33E}"/>
                  </a:ext>
                </a:extLst>
              </p:cNvPr>
              <p:cNvSpPr txBox="1">
                <a:spLocks/>
              </p:cNvSpPr>
              <p:nvPr/>
            </p:nvSpPr>
            <p:spPr>
              <a:xfrm flipH="1">
                <a:off x="1795456" y="3681752"/>
                <a:ext cx="3569553" cy="1080000"/>
              </a:xfrm>
              <a:prstGeom prst="rect">
                <a:avLst/>
              </a:prstGeom>
              <a:noFill/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vert="horz" lIns="91440" tIns="45720" rIns="91440" bIns="45720" rtlCol="0" anchor="ctr">
                <a:noAutofit/>
              </a:bodyPr>
              <a:lstStyle>
                <a:lvl1pPr marL="265113" indent="-265113" algn="just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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809625" indent="-352425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lnSpc>
                    <a:spcPct val="115000"/>
                  </a:lnSpc>
                  <a:spcAft>
                    <a:spcPts val="8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dirty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Shruti" panose="020B0502040204020203" pitchFamily="34" charset="0"/>
                            </a:rPr>
                          </m:ctrlPr>
                        </m:dPr>
                        <m:e>
                          <m: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Shruti" panose="020B0502040204020203" pitchFamily="34" charset="0"/>
                            </a:rPr>
                            <m:t> </m:t>
                          </m:r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IN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Shruti" panose="020B0502040204020203" pitchFamily="34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US" sz="2800" i="1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Shruti" panose="020B0502040204020203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sz="280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Shruti" panose="020B0502040204020203" pitchFamily="34" charset="0"/>
                                      </a:rPr>
                                      <m:t>a</m:t>
                                    </m:r>
                                  </m:e>
                                  <m:sub>
                                    <m:r>
                                      <a:rPr lang="en-US" sz="2800" b="0" i="0" smtClean="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Shruti" panose="020B0502040204020203" pitchFamily="34" charset="0"/>
                                      </a:rPr>
                                      <m:t>2</m:t>
                                    </m:r>
                                  </m:sub>
                                </m:sSub>
                                <m:r>
                                  <a:rPr lang="en-US" sz="2800" i="1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Shruti" panose="020B0502040204020203" pitchFamily="34" charset="0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en-US" sz="2800" i="1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Shruti" panose="020B0502040204020203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sz="280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Shruti" panose="020B0502040204020203" pitchFamily="34" charset="0"/>
                                      </a:rPr>
                                      <m:t>a</m:t>
                                    </m:r>
                                  </m:e>
                                  <m:sub>
                                    <m:r>
                                      <a:rPr lang="en-US" sz="2800" b="0" i="0" smtClean="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Shruti" panose="020B0502040204020203" pitchFamily="34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  <m:e>
                                <m:r>
                                  <a:rPr lang="en-US" sz="280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Shruti" panose="020B0502040204020203" pitchFamily="34" charset="0"/>
                                  </a:rPr>
                                  <m:t>1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280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Shruti" panose="020B0502040204020203" pitchFamily="34" charset="0"/>
                                  </a:rPr>
                                  <m:t>1</m:t>
                                </m:r>
                              </m:e>
                              <m:e>
                                <m:sSub>
                                  <m:sSubPr>
                                    <m:ctrlPr>
                                      <a:rPr lang="en-US" sz="2800" i="1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Shruti" panose="020B0502040204020203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sz="280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Shruti" panose="020B0502040204020203" pitchFamily="34" charset="0"/>
                                      </a:rPr>
                                      <m:t>b</m:t>
                                    </m:r>
                                  </m:e>
                                  <m:sub>
                                    <m:r>
                                      <a:rPr lang="en-US" sz="2800" b="0" i="0" smtClean="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Shruti" panose="020B0502040204020203" pitchFamily="34" charset="0"/>
                                      </a:rPr>
                                      <m:t>2</m:t>
                                    </m:r>
                                  </m:sub>
                                </m:sSub>
                                <m:r>
                                  <a:rPr lang="en-US" sz="2800" i="1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Shruti" panose="020B0502040204020203" pitchFamily="34" charset="0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en-US" sz="2800" i="1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Shruti" panose="020B0502040204020203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sz="280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Shruti" panose="020B0502040204020203" pitchFamily="34" charset="0"/>
                                      </a:rPr>
                                      <m:t>b</m:t>
                                    </m:r>
                                  </m:e>
                                  <m:sub>
                                    <m:r>
                                      <a:rPr lang="en-US" sz="2800" b="0" i="0" smtClean="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Shruti" panose="020B0502040204020203" pitchFamily="34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</m:mr>
                          </m:m>
                          <m: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Shruti" panose="020B0502040204020203" pitchFamily="34" charset="0"/>
                            </a:rPr>
                            <m:t> </m:t>
                          </m:r>
                        </m:e>
                      </m:d>
                    </m:oMath>
                  </m:oMathPara>
                </a14:m>
                <a:endParaRPr lang="en-US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32" name="Content Placeholder 4">
                <a:extLst>
                  <a:ext uri="{FF2B5EF4-FFF2-40B4-BE49-F238E27FC236}">
                    <a16:creationId xmlns:a16="http://schemas.microsoft.com/office/drawing/2014/main" id="{E2369E14-FB7F-439F-B8BC-3D00ED9ED33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1795456" y="3681752"/>
                <a:ext cx="3569553" cy="1080000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  <a:ln w="12700" cap="flat" cmpd="sng" algn="ctr">
                <a:noFill/>
                <a:prstDash val="solid"/>
                <a:miter lim="800000"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Content Placeholder 4">
                <a:extLst>
                  <a:ext uri="{FF2B5EF4-FFF2-40B4-BE49-F238E27FC236}">
                    <a16:creationId xmlns:a16="http://schemas.microsoft.com/office/drawing/2014/main" id="{E2369E14-FB7F-439F-B8BC-3D00ED9ED33E}"/>
                  </a:ext>
                </a:extLst>
              </p:cNvPr>
              <p:cNvSpPr txBox="1">
                <a:spLocks/>
              </p:cNvSpPr>
              <p:nvPr/>
            </p:nvSpPr>
            <p:spPr>
              <a:xfrm flipH="1">
                <a:off x="1800208" y="2562241"/>
                <a:ext cx="3564801" cy="1018086"/>
              </a:xfrm>
              <a:prstGeom prst="rect">
                <a:avLst/>
              </a:prstGeom>
              <a:noFill/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vert="horz" lIns="91440" tIns="45720" rIns="91440" bIns="45720" rtlCol="0" anchor="ctr">
                <a:noAutofit/>
              </a:bodyPr>
              <a:lstStyle>
                <a:lvl1pPr marL="265113" indent="-265113" algn="just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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809625" indent="-352425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lnSpc>
                    <a:spcPct val="115000"/>
                  </a:lnSpc>
                  <a:spcAft>
                    <a:spcPts val="8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dirty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Shruti" panose="020B0502040204020203" pitchFamily="34" charset="0"/>
                            </a:rPr>
                          </m:ctrlPr>
                        </m:dPr>
                        <m:e>
                          <m: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Shruti" panose="020B0502040204020203" pitchFamily="34" charset="0"/>
                            </a:rPr>
                            <m:t> </m:t>
                          </m:r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IN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Shruti" panose="020B0502040204020203" pitchFamily="34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US" sz="2800" i="1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Shruti" panose="020B0502040204020203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sz="280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Shruti" panose="020B0502040204020203" pitchFamily="34" charset="0"/>
                                      </a:rPr>
                                      <m:t>a</m:t>
                                    </m:r>
                                  </m:e>
                                  <m:sub>
                                    <m:r>
                                      <a:rPr lang="en-US" sz="280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Shruti" panose="020B0502040204020203" pitchFamily="34" charset="0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a:rPr lang="en-US" sz="2800" i="1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Shruti" panose="020B0502040204020203" pitchFamily="34" charset="0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en-US" sz="2800" i="1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Shruti" panose="020B0502040204020203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sz="280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Shruti" panose="020B0502040204020203" pitchFamily="34" charset="0"/>
                                      </a:rPr>
                                      <m:t>a</m:t>
                                    </m:r>
                                  </m:e>
                                  <m:sub>
                                    <m:r>
                                      <a:rPr lang="en-US" sz="280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Shruti" panose="020B0502040204020203" pitchFamily="34" charset="0"/>
                                      </a:rPr>
                                      <m:t>2</m:t>
                                    </m:r>
                                  </m:sub>
                                </m:sSub>
                              </m:e>
                              <m:e>
                                <m:r>
                                  <a:rPr lang="en-US" sz="280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Shruti" panose="020B0502040204020203" pitchFamily="34" charset="0"/>
                                  </a:rPr>
                                  <m:t>1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280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Shruti" panose="020B0502040204020203" pitchFamily="34" charset="0"/>
                                  </a:rPr>
                                  <m:t>1</m:t>
                                </m:r>
                              </m:e>
                              <m:e>
                                <m:sSub>
                                  <m:sSubPr>
                                    <m:ctrlPr>
                                      <a:rPr lang="en-US" sz="2800" i="1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Shruti" panose="020B0502040204020203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sz="280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Shruti" panose="020B0502040204020203" pitchFamily="34" charset="0"/>
                                      </a:rPr>
                                      <m:t>b</m:t>
                                    </m:r>
                                  </m:e>
                                  <m:sub>
                                    <m:r>
                                      <a:rPr lang="en-US" sz="280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Shruti" panose="020B0502040204020203" pitchFamily="34" charset="0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a:rPr lang="en-US" sz="2800" i="1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Shruti" panose="020B0502040204020203" pitchFamily="34" charset="0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en-US" sz="2800" i="1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Shruti" panose="020B0502040204020203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sz="280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Shruti" panose="020B0502040204020203" pitchFamily="34" charset="0"/>
                                      </a:rPr>
                                      <m:t>b</m:t>
                                    </m:r>
                                  </m:e>
                                  <m:sub>
                                    <m:r>
                                      <a:rPr lang="en-US" sz="280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Shruti" panose="020B0502040204020203" pitchFamily="34" charset="0"/>
                                      </a:rPr>
                                      <m:t>2</m:t>
                                    </m:r>
                                  </m:sub>
                                </m:sSub>
                              </m:e>
                            </m:mr>
                          </m:m>
                          <m: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Shruti" panose="020B0502040204020203" pitchFamily="34" charset="0"/>
                            </a:rPr>
                            <m:t> </m:t>
                          </m:r>
                        </m:e>
                      </m:d>
                    </m:oMath>
                  </m:oMathPara>
                </a14:m>
                <a:endParaRPr lang="en-US" sz="2800" dirty="0">
                  <a:solidFill>
                    <a:srgbClr val="002060"/>
                  </a:solidFill>
                  <a:latin typeface="+mj-lt"/>
                </a:endParaRPr>
              </a:p>
            </p:txBody>
          </p:sp>
        </mc:Choice>
        <mc:Fallback xmlns="">
          <p:sp>
            <p:nvSpPr>
              <p:cNvPr id="16" name="Content Placeholder 4">
                <a:extLst>
                  <a:ext uri="{FF2B5EF4-FFF2-40B4-BE49-F238E27FC236}">
                    <a16:creationId xmlns:a16="http://schemas.microsoft.com/office/drawing/2014/main" id="{E2369E14-FB7F-439F-B8BC-3D00ED9ED33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1800208" y="2562241"/>
                <a:ext cx="3564801" cy="1018086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  <a:ln w="12700" cap="flat" cmpd="sng" algn="ctr">
                <a:noFill/>
                <a:prstDash val="solid"/>
                <a:miter lim="800000"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Content Placeholder 4">
                <a:extLst>
                  <a:ext uri="{FF2B5EF4-FFF2-40B4-BE49-F238E27FC236}">
                    <a16:creationId xmlns:a16="http://schemas.microsoft.com/office/drawing/2014/main" id="{E2369E14-FB7F-439F-B8BC-3D00ED9ED33E}"/>
                  </a:ext>
                </a:extLst>
              </p:cNvPr>
              <p:cNvSpPr txBox="1">
                <a:spLocks/>
              </p:cNvSpPr>
              <p:nvPr/>
            </p:nvSpPr>
            <p:spPr>
              <a:xfrm flipH="1">
                <a:off x="132610" y="4863177"/>
                <a:ext cx="3029820" cy="540000"/>
              </a:xfrm>
              <a:prstGeom prst="rect">
                <a:avLst/>
              </a:prstGeom>
              <a:noFill/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vert="horz" lIns="91440" tIns="45720" rIns="91440" bIns="45720" rtlCol="0" anchor="ctr">
                <a:noAutofit/>
              </a:bodyPr>
              <a:lstStyle>
                <a:lvl1pPr marL="265113" indent="-265113" algn="just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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809625" indent="-352425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lnSpc>
                    <a:spcPct val="115000"/>
                  </a:lnSpc>
                  <a:spcAft>
                    <a:spcPts val="800"/>
                  </a:spcAft>
                  <a:buNone/>
                </a:pPr>
                <a:r>
                  <a:rPr lang="en-US" sz="2800" dirty="0">
                    <a:solidFill>
                      <a:srgbClr val="002060"/>
                    </a:solidFill>
                    <a:latin typeface="+mj-lt"/>
                  </a:rPr>
                  <a:t>So,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800" b="0" i="0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u</m:t>
                    </m:r>
                    <m:r>
                      <a:rPr lang="en-US" sz="2800" dirty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US" sz="2800" b="0" i="0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v</m:t>
                    </m:r>
                    <m:r>
                      <a:rPr lang="en-US" sz="2800" dirty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sz="2800" b="0" i="0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v</m:t>
                    </m:r>
                    <m:r>
                      <a:rPr lang="en-US" sz="2800" dirty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US" sz="2800" b="0" i="0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u</m:t>
                    </m:r>
                  </m:oMath>
                </a14:m>
                <a:endParaRPr lang="en-US" sz="2800" dirty="0">
                  <a:solidFill>
                    <a:srgbClr val="002060"/>
                  </a:solidFill>
                  <a:latin typeface="+mj-lt"/>
                </a:endParaRPr>
              </a:p>
            </p:txBody>
          </p:sp>
        </mc:Choice>
        <mc:Fallback xmlns="">
          <p:sp>
            <p:nvSpPr>
              <p:cNvPr id="28" name="Content Placeholder 4">
                <a:extLst>
                  <a:ext uri="{FF2B5EF4-FFF2-40B4-BE49-F238E27FC236}">
                    <a16:creationId xmlns:a16="http://schemas.microsoft.com/office/drawing/2014/main" id="{E2369E14-FB7F-439F-B8BC-3D00ED9ED33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132610" y="4863177"/>
                <a:ext cx="3029820" cy="540000"/>
              </a:xfrm>
              <a:prstGeom prst="rect">
                <a:avLst/>
              </a:prstGeom>
              <a:blipFill>
                <a:blip r:embed="rId12"/>
                <a:stretch>
                  <a:fillRect l="-4225" t="-10227" b="-29545"/>
                </a:stretch>
              </a:blipFill>
              <a:ln w="12700" cap="flat" cmpd="sng" algn="ctr">
                <a:noFill/>
                <a:prstDash val="solid"/>
                <a:miter lim="800000"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Content Placeholder 4">
                <a:extLst>
                  <a:ext uri="{FF2B5EF4-FFF2-40B4-BE49-F238E27FC236}">
                    <a16:creationId xmlns:a16="http://schemas.microsoft.com/office/drawing/2014/main" id="{E2369E14-FB7F-439F-B8BC-3D00ED9ED33E}"/>
                  </a:ext>
                </a:extLst>
              </p:cNvPr>
              <p:cNvSpPr txBox="1">
                <a:spLocks/>
              </p:cNvSpPr>
              <p:nvPr/>
            </p:nvSpPr>
            <p:spPr>
              <a:xfrm flipH="1">
                <a:off x="1795456" y="1454253"/>
                <a:ext cx="3942368" cy="1049749"/>
              </a:xfrm>
              <a:prstGeom prst="rect">
                <a:avLst/>
              </a:prstGeom>
              <a:noFill/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vert="horz" lIns="91440" tIns="45720" rIns="91440" bIns="45720" rtlCol="0" anchor="ctr">
                <a:noAutofit/>
              </a:bodyPr>
              <a:lstStyle>
                <a:lvl1pPr marL="265113" indent="-265113" algn="just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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809625" indent="-352425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lnSpc>
                    <a:spcPct val="115000"/>
                  </a:lnSpc>
                  <a:spcAft>
                    <a:spcPts val="8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dirty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Shruti" panose="020B0502040204020203" pitchFamily="34" charset="0"/>
                            </a:rPr>
                          </m:ctrlPr>
                        </m:dPr>
                        <m:e>
                          <m: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Shruti" panose="020B0502040204020203" pitchFamily="34" charset="0"/>
                            </a:rPr>
                            <m:t> </m:t>
                          </m:r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IN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Shruti" panose="020B0502040204020203" pitchFamily="34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US" sz="2800" i="1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Shruti" panose="020B0502040204020203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sz="280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Shruti" panose="020B0502040204020203" pitchFamily="34" charset="0"/>
                                      </a:rPr>
                                      <m:t>a</m:t>
                                    </m:r>
                                  </m:e>
                                  <m:sub>
                                    <m:r>
                                      <a:rPr lang="en-US" sz="280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Shruti" panose="020B0502040204020203" pitchFamily="34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  <m:e>
                                <m:r>
                                  <a:rPr lang="en-US" sz="280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Shruti" panose="020B0502040204020203" pitchFamily="34" charset="0"/>
                                  </a:rPr>
                                  <m:t>1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280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Shruti" panose="020B0502040204020203" pitchFamily="34" charset="0"/>
                                  </a:rPr>
                                  <m:t>1</m:t>
                                </m:r>
                              </m:e>
                              <m:e>
                                <m:sSub>
                                  <m:sSubPr>
                                    <m:ctrlPr>
                                      <a:rPr lang="en-US" sz="2800" i="1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Shruti" panose="020B0502040204020203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sz="280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Shruti" panose="020B0502040204020203" pitchFamily="34" charset="0"/>
                                      </a:rPr>
                                      <m:t>b</m:t>
                                    </m:r>
                                  </m:e>
                                  <m:sub>
                                    <m:r>
                                      <a:rPr lang="en-US" sz="280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Shruti" panose="020B0502040204020203" pitchFamily="34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</m:mr>
                          </m:m>
                          <m: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Shruti" panose="020B0502040204020203" pitchFamily="34" charset="0"/>
                            </a:rPr>
                            <m:t> </m:t>
                          </m:r>
                        </m:e>
                      </m:d>
                      <m:r>
                        <a:rPr lang="en-US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Shruti" panose="020B0502040204020203" pitchFamily="34" charset="0"/>
                            </a:rPr>
                          </m:ctrlPr>
                        </m:dPr>
                        <m:e>
                          <m: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Shruti" panose="020B0502040204020203" pitchFamily="34" charset="0"/>
                            </a:rPr>
                            <m:t> </m:t>
                          </m:r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IN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Shruti" panose="020B0502040204020203" pitchFamily="34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US" sz="2800" i="1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Shruti" panose="020B0502040204020203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sz="280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Shruti" panose="020B0502040204020203" pitchFamily="34" charset="0"/>
                                      </a:rPr>
                                      <m:t>a</m:t>
                                    </m:r>
                                  </m:e>
                                  <m:sub>
                                    <m:r>
                                      <a:rPr lang="en-US" sz="280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Shruti" panose="020B0502040204020203" pitchFamily="34" charset="0"/>
                                      </a:rPr>
                                      <m:t>2</m:t>
                                    </m:r>
                                  </m:sub>
                                </m:sSub>
                              </m:e>
                              <m:e>
                                <m:r>
                                  <a:rPr lang="en-US" sz="280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Shruti" panose="020B0502040204020203" pitchFamily="34" charset="0"/>
                                  </a:rPr>
                                  <m:t>1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280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Shruti" panose="020B0502040204020203" pitchFamily="34" charset="0"/>
                                  </a:rPr>
                                  <m:t>1</m:t>
                                </m:r>
                              </m:e>
                              <m:e>
                                <m:sSub>
                                  <m:sSubPr>
                                    <m:ctrlPr>
                                      <a:rPr lang="en-US" sz="2800" i="1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Shruti" panose="020B0502040204020203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sz="280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Shruti" panose="020B0502040204020203" pitchFamily="34" charset="0"/>
                                      </a:rPr>
                                      <m:t>b</m:t>
                                    </m:r>
                                  </m:e>
                                  <m:sub>
                                    <m:r>
                                      <a:rPr lang="en-US" sz="280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Shruti" panose="020B0502040204020203" pitchFamily="34" charset="0"/>
                                      </a:rPr>
                                      <m:t>2</m:t>
                                    </m:r>
                                  </m:sub>
                                </m:sSub>
                              </m:e>
                            </m:mr>
                          </m:m>
                          <m: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Shruti" panose="020B0502040204020203" pitchFamily="34" charset="0"/>
                            </a:rPr>
                            <m:t> </m:t>
                          </m:r>
                        </m:e>
                      </m:d>
                    </m:oMath>
                  </m:oMathPara>
                </a14:m>
                <a:endParaRPr lang="en-US" sz="2800" dirty="0">
                  <a:solidFill>
                    <a:srgbClr val="002060"/>
                  </a:solidFill>
                  <a:latin typeface="+mj-lt"/>
                </a:endParaRPr>
              </a:p>
            </p:txBody>
          </p:sp>
        </mc:Choice>
        <mc:Fallback xmlns="">
          <p:sp>
            <p:nvSpPr>
              <p:cNvPr id="13" name="Content Placeholder 4">
                <a:extLst>
                  <a:ext uri="{FF2B5EF4-FFF2-40B4-BE49-F238E27FC236}">
                    <a16:creationId xmlns:a16="http://schemas.microsoft.com/office/drawing/2014/main" id="{E2369E14-FB7F-439F-B8BC-3D00ED9ED33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1795456" y="1454253"/>
                <a:ext cx="3942368" cy="1049749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  <a:ln w="12700" cap="flat" cmpd="sng" algn="ctr">
                <a:noFill/>
                <a:prstDash val="solid"/>
                <a:miter lim="800000"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Right Arrow 3">
            <a:extLst>
              <a:ext uri="{FF2B5EF4-FFF2-40B4-BE49-F238E27FC236}">
                <a16:creationId xmlns:a16="http://schemas.microsoft.com/office/drawing/2014/main" id="{82E823E9-D75A-4E1A-BF24-657B8A6E43F1}"/>
              </a:ext>
            </a:extLst>
          </p:cNvPr>
          <p:cNvSpPr/>
          <p:nvPr/>
        </p:nvSpPr>
        <p:spPr>
          <a:xfrm flipV="1">
            <a:off x="7056391" y="1594027"/>
            <a:ext cx="144000" cy="180000"/>
          </a:xfrm>
          <a:prstGeom prst="rightArrow">
            <a:avLst/>
          </a:prstGeom>
          <a:gradFill>
            <a:gsLst>
              <a:gs pos="10000">
                <a:srgbClr val="0E47A1"/>
              </a:gs>
              <a:gs pos="100000">
                <a:srgbClr val="03A9F5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Wingdings 3" panose="05040102010807070707" pitchFamily="18" charset="2"/>
              <a:buNone/>
            </a:pPr>
            <a:endParaRPr lang="en-IN" sz="2800" dirty="0">
              <a:solidFill>
                <a:schemeClr val="bg1"/>
              </a:solidFill>
            </a:endParaRP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04AF2070-320A-4443-AC68-4E13318E9814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7034207" y="824757"/>
            <a:ext cx="5132393" cy="17465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15270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/>
      <p:bldP spid="32" grpId="0"/>
      <p:bldP spid="16" grpId="0"/>
      <p:bldP spid="28" grpId="0"/>
      <p:bldP spid="13" grpId="0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ECFC8A-BC0D-5D72-FE99-20313653BC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1" name="Content Placeholder 4">
                <a:extLst>
                  <a:ext uri="{FF2B5EF4-FFF2-40B4-BE49-F238E27FC236}">
                    <a16:creationId xmlns:a16="http://schemas.microsoft.com/office/drawing/2014/main" id="{C2E3A768-B2DD-49B5-A909-9453EEB041E3}"/>
                  </a:ext>
                </a:extLst>
              </p:cNvPr>
              <p:cNvSpPr txBox="1">
                <a:spLocks/>
              </p:cNvSpPr>
              <p:nvPr/>
            </p:nvSpPr>
            <p:spPr>
              <a:xfrm flipH="1">
                <a:off x="-1" y="865206"/>
                <a:ext cx="5760000" cy="540000"/>
              </a:xfrm>
              <a:prstGeom prst="rect">
                <a:avLst/>
              </a:prstGeom>
              <a:gradFill>
                <a:gsLst>
                  <a:gs pos="10000">
                    <a:srgbClr val="0E47A1"/>
                  </a:gs>
                  <a:gs pos="100000">
                    <a:srgbClr val="03A9F5"/>
                  </a:gs>
                </a:gsLst>
                <a:lin ang="10800000" scaled="1"/>
              </a:gradFill>
              <a:ln>
                <a:noFill/>
              </a:ln>
            </p:spPr>
            <p:txBody>
              <a:bodyPr vert="horz" wrap="square" lIns="91440" tIns="45720" rIns="91440" bIns="45720" numCol="1" anchor="ctr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algn="ctr">
                  <a:defRPr sz="2800">
                    <a:solidFill>
                      <a:schemeClr val="bg1"/>
                    </a:solidFill>
                  </a:defRPr>
                </a:lvl1pPr>
                <a:lvl2pPr>
                  <a:defRPr>
                    <a:solidFill>
                      <a:schemeClr val="tx1"/>
                    </a:solidFill>
                  </a:defRPr>
                </a:lvl2pPr>
                <a:lvl3pPr>
                  <a:defRPr>
                    <a:solidFill>
                      <a:schemeClr val="tx1"/>
                    </a:solidFill>
                  </a:defRPr>
                </a:lvl3pPr>
                <a:lvl4pPr>
                  <a:defRPr>
                    <a:solidFill>
                      <a:schemeClr val="tx1"/>
                    </a:solidFill>
                  </a:defRPr>
                </a:lvl4pPr>
                <a:lvl5pPr>
                  <a:defRPr>
                    <a:solidFill>
                      <a:schemeClr val="tx1"/>
                    </a:solidFill>
                  </a:defRPr>
                </a:lvl5pPr>
                <a:lvl6pPr>
                  <a:defRPr>
                    <a:solidFill>
                      <a:schemeClr val="tx1"/>
                    </a:solidFill>
                  </a:defRPr>
                </a:lvl6pPr>
                <a:lvl7pPr>
                  <a:defRPr>
                    <a:solidFill>
                      <a:schemeClr val="tx1"/>
                    </a:solidFill>
                  </a:defRPr>
                </a:lvl7pPr>
                <a:lvl8pPr>
                  <a:defRPr>
                    <a:solidFill>
                      <a:schemeClr val="tx1"/>
                    </a:solidFill>
                  </a:defRPr>
                </a:lvl8pPr>
                <a:lvl9pPr>
                  <a:defRPr>
                    <a:solidFill>
                      <a:schemeClr val="tx1"/>
                    </a:solidFill>
                  </a:defRPr>
                </a:lvl9pPr>
              </a:lstStyle>
              <a:p>
                <a:pPr algn="l"/>
                <a:r>
                  <a:rPr lang="en-US" b="1" dirty="0"/>
                  <a:t>Axiom 3: </a:t>
                </a:r>
                <a14:m>
                  <m:oMath xmlns:m="http://schemas.openxmlformats.org/officeDocument/2006/math">
                    <m:r>
                      <a:rPr lang="en-US" b="1" dirty="0">
                        <a:latin typeface="Cambria Math" panose="02040503050406030204" pitchFamily="18" charset="0"/>
                      </a:rPr>
                      <m:t>𝐮</m:t>
                    </m:r>
                    <m:r>
                      <a:rPr lang="en-US" b="1" dirty="0">
                        <a:latin typeface="Cambria Math" panose="02040503050406030204" pitchFamily="18" charset="0"/>
                      </a:rPr>
                      <m:t>+</m:t>
                    </m:r>
                    <m:d>
                      <m:dPr>
                        <m:ctrlPr>
                          <a:rPr lang="en-US" b="1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 dirty="0">
                            <a:latin typeface="Cambria Math" panose="02040503050406030204" pitchFamily="18" charset="0"/>
                          </a:rPr>
                          <m:t>𝐯</m:t>
                        </m:r>
                        <m:r>
                          <a:rPr lang="en-US" b="1" dirty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b="1" dirty="0">
                            <a:latin typeface="Cambria Math" panose="02040503050406030204" pitchFamily="18" charset="0"/>
                          </a:rPr>
                          <m:t>𝐰</m:t>
                        </m:r>
                      </m:e>
                    </m:d>
                    <m:r>
                      <a:rPr lang="en-US" b="1" dirty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b="1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 dirty="0">
                            <a:latin typeface="Cambria Math" panose="02040503050406030204" pitchFamily="18" charset="0"/>
                          </a:rPr>
                          <m:t>𝐮</m:t>
                        </m:r>
                        <m:r>
                          <a:rPr lang="en-US" b="1" dirty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b="1" dirty="0">
                            <a:latin typeface="Cambria Math" panose="02040503050406030204" pitchFamily="18" charset="0"/>
                          </a:rPr>
                          <m:t>𝐯</m:t>
                        </m:r>
                      </m:e>
                    </m:d>
                    <m:r>
                      <a:rPr lang="en-US" b="1" dirty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1" dirty="0">
                        <a:latin typeface="Cambria Math" panose="02040503050406030204" pitchFamily="18" charset="0"/>
                      </a:rPr>
                      <m:t>𝐰</m:t>
                    </m:r>
                  </m:oMath>
                </a14:m>
                <a:endParaRPr lang="en-US" b="1" dirty="0"/>
              </a:p>
            </p:txBody>
          </p:sp>
        </mc:Choice>
        <mc:Fallback xmlns="">
          <p:sp>
            <p:nvSpPr>
              <p:cNvPr id="21" name="Content Placeholder 4">
                <a:extLst>
                  <a:ext uri="{FF2B5EF4-FFF2-40B4-BE49-F238E27FC236}">
                    <a16:creationId xmlns:a16="http://schemas.microsoft.com/office/drawing/2014/main" id="{C2E3A768-B2DD-49B5-A909-9453EEB041E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-1" y="865206"/>
                <a:ext cx="5760000" cy="540000"/>
              </a:xfrm>
              <a:prstGeom prst="rect">
                <a:avLst/>
              </a:prstGeom>
              <a:blipFill>
                <a:blip r:embed="rId2"/>
                <a:stretch>
                  <a:fillRect l="-2116" t="-10112" b="-29213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FDFDD70C-3AAE-183B-5AED-36C59E3E9B77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IN" dirty="0"/>
                  <a:t>Method:1 </a:t>
                </a:r>
                <a14:m>
                  <m:oMath xmlns:m="http://schemas.openxmlformats.org/officeDocument/2006/math">
                    <m:r>
                      <a:rPr lang="en-I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⇝</m:t>
                    </m:r>
                  </m:oMath>
                </a14:m>
                <a:r>
                  <a:rPr lang="en-IN" dirty="0"/>
                  <a:t> Example:13(continue)</a:t>
                </a:r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FDFDD70C-3AAE-183B-5AED-36C59E3E9B7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3"/>
                <a:stretch>
                  <a:fillRect l="-400" t="-8547" b="-1965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Content Placeholder 4">
                <a:extLst>
                  <a:ext uri="{FF2B5EF4-FFF2-40B4-BE49-F238E27FC236}">
                    <a16:creationId xmlns:a16="http://schemas.microsoft.com/office/drawing/2014/main" id="{E2369E14-FB7F-439F-B8BC-3D00ED9ED33E}"/>
                  </a:ext>
                </a:extLst>
              </p:cNvPr>
              <p:cNvSpPr txBox="1">
                <a:spLocks/>
              </p:cNvSpPr>
              <p:nvPr/>
            </p:nvSpPr>
            <p:spPr>
              <a:xfrm flipH="1">
                <a:off x="132610" y="1514100"/>
                <a:ext cx="3143989" cy="540000"/>
              </a:xfrm>
              <a:prstGeom prst="rect">
                <a:avLst/>
              </a:prstGeom>
              <a:noFill/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vert="horz" lIns="91440" tIns="45720" rIns="91440" bIns="45720" rtlCol="0" anchor="ctr">
                <a:noAutofit/>
              </a:bodyPr>
              <a:lstStyle>
                <a:lvl1pPr marL="265113" indent="-265113" algn="just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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809625" indent="-352425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lnSpc>
                    <a:spcPct val="115000"/>
                  </a:lnSpc>
                  <a:spcAft>
                    <a:spcPts val="800"/>
                  </a:spcAft>
                  <a:buNone/>
                </a:pPr>
                <a:r>
                  <a:rPr lang="en-US" sz="2800" dirty="0">
                    <a:solidFill>
                      <a:srgbClr val="002060"/>
                    </a:solidFill>
                  </a:rPr>
                  <a:t>Now,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800" dirty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u</m:t>
                    </m:r>
                    <m:r>
                      <a:rPr lang="en-US" sz="2800" dirty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+</m:t>
                    </m:r>
                    <m:d>
                      <m:dPr>
                        <m:ctrlPr>
                          <a:rPr lang="en-US" sz="2800" i="1" dirty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sz="2800" dirty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v</m:t>
                        </m:r>
                        <m:r>
                          <a:rPr lang="en-US" sz="2800" dirty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US" sz="2800" dirty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w</m:t>
                        </m:r>
                      </m:e>
                    </m:d>
                  </m:oMath>
                </a14:m>
                <a:endParaRPr lang="en-US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26" name="Content Placeholder 4">
                <a:extLst>
                  <a:ext uri="{FF2B5EF4-FFF2-40B4-BE49-F238E27FC236}">
                    <a16:creationId xmlns:a16="http://schemas.microsoft.com/office/drawing/2014/main" id="{E2369E14-FB7F-439F-B8BC-3D00ED9ED33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132610" y="1514100"/>
                <a:ext cx="3143989" cy="540000"/>
              </a:xfrm>
              <a:prstGeom prst="rect">
                <a:avLst/>
              </a:prstGeom>
              <a:blipFill>
                <a:blip r:embed="rId4"/>
                <a:stretch>
                  <a:fillRect l="-4078" t="-10112" b="-29213"/>
                </a:stretch>
              </a:blipFill>
              <a:ln w="12700" cap="flat" cmpd="sng" algn="ctr">
                <a:noFill/>
                <a:prstDash val="solid"/>
                <a:miter lim="800000"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Content Placeholder 4">
                <a:extLst>
                  <a:ext uri="{FF2B5EF4-FFF2-40B4-BE49-F238E27FC236}">
                    <a16:creationId xmlns:a16="http://schemas.microsoft.com/office/drawing/2014/main" id="{E2369E14-FB7F-439F-B8BC-3D00ED9ED33E}"/>
                  </a:ext>
                </a:extLst>
              </p:cNvPr>
              <p:cNvSpPr txBox="1">
                <a:spLocks/>
              </p:cNvSpPr>
              <p:nvPr/>
            </p:nvSpPr>
            <p:spPr>
              <a:xfrm flipH="1">
                <a:off x="507111" y="3329075"/>
                <a:ext cx="5538976" cy="877984"/>
              </a:xfrm>
              <a:prstGeom prst="rect">
                <a:avLst/>
              </a:prstGeom>
              <a:noFill/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vert="horz" lIns="91440" tIns="45720" rIns="91440" bIns="45720" rtlCol="0" anchor="ctr">
                <a:noAutofit/>
              </a:bodyPr>
              <a:lstStyle>
                <a:lvl1pPr marL="265113" indent="-265113" algn="just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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809625" indent="-352425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lnSpc>
                    <a:spcPct val="115000"/>
                  </a:lnSpc>
                  <a:spcAft>
                    <a:spcPts val="8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Shruti" panose="020B0502040204020203" pitchFamily="34" charset="0"/>
                            </a:rPr>
                          </m:ctrlPr>
                        </m:dPr>
                        <m:e>
                          <m: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Shruti" panose="020B0502040204020203" pitchFamily="34" charset="0"/>
                            </a:rPr>
                            <m:t> </m:t>
                          </m:r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IN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Shruti" panose="020B0502040204020203" pitchFamily="34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US" sz="2800" i="1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Shruti" panose="020B0502040204020203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sz="280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Shruti" panose="020B0502040204020203" pitchFamily="34" charset="0"/>
                                      </a:rPr>
                                      <m:t>a</m:t>
                                    </m:r>
                                  </m:e>
                                  <m:sub>
                                    <m:r>
                                      <a:rPr lang="en-US" sz="280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Shruti" panose="020B0502040204020203" pitchFamily="34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  <m:e>
                                <m:r>
                                  <a:rPr lang="en-US" sz="280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Shruti" panose="020B0502040204020203" pitchFamily="34" charset="0"/>
                                  </a:rPr>
                                  <m:t>1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280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Shruti" panose="020B0502040204020203" pitchFamily="34" charset="0"/>
                                  </a:rPr>
                                  <m:t>1</m:t>
                                </m:r>
                              </m:e>
                              <m:e>
                                <m:sSub>
                                  <m:sSubPr>
                                    <m:ctrlPr>
                                      <a:rPr lang="en-US" sz="2800" i="1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Shruti" panose="020B0502040204020203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sz="280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Shruti" panose="020B0502040204020203" pitchFamily="34" charset="0"/>
                                      </a:rPr>
                                      <m:t>b</m:t>
                                    </m:r>
                                  </m:e>
                                  <m:sub>
                                    <m:r>
                                      <a:rPr lang="en-US" sz="280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Shruti" panose="020B0502040204020203" pitchFamily="34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</m:mr>
                          </m:m>
                          <m: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Shruti" panose="020B0502040204020203" pitchFamily="34" charset="0"/>
                            </a:rPr>
                            <m:t> </m:t>
                          </m:r>
                        </m:e>
                      </m:d>
                      <m:r>
                        <a:rPr lang="en-US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Shruti" panose="020B0502040204020203" pitchFamily="34" charset="0"/>
                            </a:rPr>
                          </m:ctrlPr>
                        </m:dPr>
                        <m:e>
                          <m: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Shruti" panose="020B0502040204020203" pitchFamily="34" charset="0"/>
                            </a:rPr>
                            <m:t> </m:t>
                          </m:r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IN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Shruti" panose="020B0502040204020203" pitchFamily="34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US" sz="2800" i="1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Shruti" panose="020B0502040204020203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sz="280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Shruti" panose="020B0502040204020203" pitchFamily="34" charset="0"/>
                                      </a:rPr>
                                      <m:t>a</m:t>
                                    </m:r>
                                  </m:e>
                                  <m:sub>
                                    <m:r>
                                      <a:rPr lang="en-US" sz="280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Shruti" panose="020B0502040204020203" pitchFamily="34" charset="0"/>
                                      </a:rPr>
                                      <m:t>2</m:t>
                                    </m:r>
                                  </m:sub>
                                </m:sSub>
                                <m:r>
                                  <a:rPr lang="en-US" sz="2800" i="1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Shruti" panose="020B0502040204020203" pitchFamily="34" charset="0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en-US" sz="2800" i="1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Shruti" panose="020B0502040204020203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sz="280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Shruti" panose="020B0502040204020203" pitchFamily="34" charset="0"/>
                                      </a:rPr>
                                      <m:t>a</m:t>
                                    </m:r>
                                  </m:e>
                                  <m:sub>
                                    <m:r>
                                      <a:rPr lang="en-US" sz="280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Shruti" panose="020B0502040204020203" pitchFamily="34" charset="0"/>
                                      </a:rPr>
                                      <m:t>3</m:t>
                                    </m:r>
                                  </m:sub>
                                </m:sSub>
                              </m:e>
                              <m:e>
                                <m:r>
                                  <a:rPr lang="en-US" sz="280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Shruti" panose="020B0502040204020203" pitchFamily="34" charset="0"/>
                                  </a:rPr>
                                  <m:t>1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280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Shruti" panose="020B0502040204020203" pitchFamily="34" charset="0"/>
                                  </a:rPr>
                                  <m:t>1</m:t>
                                </m:r>
                              </m:e>
                              <m:e>
                                <m:sSub>
                                  <m:sSubPr>
                                    <m:ctrlPr>
                                      <a:rPr lang="en-US" sz="2800" i="1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Shruti" panose="020B0502040204020203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sz="280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Shruti" panose="020B0502040204020203" pitchFamily="34" charset="0"/>
                                      </a:rPr>
                                      <m:t>b</m:t>
                                    </m:r>
                                  </m:e>
                                  <m:sub>
                                    <m:r>
                                      <a:rPr lang="en-US" sz="280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Shruti" panose="020B0502040204020203" pitchFamily="34" charset="0"/>
                                      </a:rPr>
                                      <m:t>2</m:t>
                                    </m:r>
                                  </m:sub>
                                </m:sSub>
                                <m:r>
                                  <a:rPr lang="en-US" sz="2800" i="1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Shruti" panose="020B0502040204020203" pitchFamily="34" charset="0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en-US" sz="2800" i="1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Shruti" panose="020B0502040204020203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sz="280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Shruti" panose="020B0502040204020203" pitchFamily="34" charset="0"/>
                                      </a:rPr>
                                      <m:t>b</m:t>
                                    </m:r>
                                  </m:e>
                                  <m:sub>
                                    <m:r>
                                      <a:rPr lang="en-US" sz="280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Shruti" panose="020B0502040204020203" pitchFamily="34" charset="0"/>
                                      </a:rPr>
                                      <m:t>3</m:t>
                                    </m:r>
                                  </m:sub>
                                </m:sSub>
                              </m:e>
                            </m:mr>
                          </m:m>
                          <m: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Shruti" panose="020B0502040204020203" pitchFamily="34" charset="0"/>
                            </a:rPr>
                            <m:t> </m:t>
                          </m:r>
                        </m:e>
                      </m:d>
                    </m:oMath>
                  </m:oMathPara>
                </a14:m>
                <a:endParaRPr lang="en-US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32" name="Content Placeholder 4">
                <a:extLst>
                  <a:ext uri="{FF2B5EF4-FFF2-40B4-BE49-F238E27FC236}">
                    <a16:creationId xmlns:a16="http://schemas.microsoft.com/office/drawing/2014/main" id="{E2369E14-FB7F-439F-B8BC-3D00ED9ED33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507111" y="3329075"/>
                <a:ext cx="5538976" cy="877984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ln w="12700" cap="flat" cmpd="sng" algn="ctr">
                <a:noFill/>
                <a:prstDash val="solid"/>
                <a:miter lim="800000"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Content Placeholder 4">
                <a:extLst>
                  <a:ext uri="{FF2B5EF4-FFF2-40B4-BE49-F238E27FC236}">
                    <a16:creationId xmlns:a16="http://schemas.microsoft.com/office/drawing/2014/main" id="{E2369E14-FB7F-439F-B8BC-3D00ED9ED33E}"/>
                  </a:ext>
                </a:extLst>
              </p:cNvPr>
              <p:cNvSpPr txBox="1">
                <a:spLocks/>
              </p:cNvSpPr>
              <p:nvPr/>
            </p:nvSpPr>
            <p:spPr>
              <a:xfrm flipH="1">
                <a:off x="526815" y="2011576"/>
                <a:ext cx="6440677" cy="1220681"/>
              </a:xfrm>
              <a:prstGeom prst="rect">
                <a:avLst/>
              </a:prstGeom>
              <a:noFill/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vert="horz" lIns="91440" tIns="45720" rIns="91440" bIns="45720" rtlCol="0" anchor="ctr">
                <a:noAutofit/>
              </a:bodyPr>
              <a:lstStyle>
                <a:lvl1pPr marL="265113" indent="-265113" algn="just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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809625" indent="-352425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lnSpc>
                    <a:spcPct val="115000"/>
                  </a:lnSpc>
                  <a:spcAft>
                    <a:spcPts val="800"/>
                  </a:spcAft>
                  <a:buNone/>
                </a:pPr>
                <a14:m>
                  <m:oMath xmlns:m="http://schemas.openxmlformats.org/officeDocument/2006/math">
                    <m:r>
                      <a:rPr lang="en-US" sz="2800" b="0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Shruti" panose="020B0502040204020203" pitchFamily="34" charset="0"/>
                          </a:rPr>
                        </m:ctrlPr>
                      </m:dPr>
                      <m:e>
                        <m:r>
                          <a:rPr lang="en-US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Shruti" panose="020B0502040204020203" pitchFamily="34" charset="0"/>
                          </a:rPr>
                          <m:t> </m:t>
                        </m:r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IN" sz="280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Shruti" panose="020B0502040204020203" pitchFamily="34" charset="0"/>
                              </a:rPr>
                            </m:ctrlPr>
                          </m:mPr>
                          <m:mr>
                            <m:e>
                              <m:sSub>
                                <m:sSubPr>
                                  <m:ctrlPr>
                                    <a:rPr lang="en-US" sz="2800" i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Shruti" panose="020B0502040204020203" pitchFamily="34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sz="280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Shruti" panose="020B0502040204020203" pitchFamily="34" charset="0"/>
                                    </a:rPr>
                                    <m:t>a</m:t>
                                  </m:r>
                                </m:e>
                                <m:sub>
                                  <m:r>
                                    <a:rPr lang="en-US" sz="280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Shruti" panose="020B0502040204020203" pitchFamily="34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  <m:e>
                              <m: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Shruti" panose="020B0502040204020203" pitchFamily="34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Shruti" panose="020B0502040204020203" pitchFamily="34" charset="0"/>
                                </a:rPr>
                                <m:t>1</m:t>
                              </m:r>
                            </m:e>
                            <m:e>
                              <m:sSub>
                                <m:sSubPr>
                                  <m:ctrlPr>
                                    <a:rPr lang="en-US" sz="2800" i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Shruti" panose="020B0502040204020203" pitchFamily="34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sz="280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Shruti" panose="020B0502040204020203" pitchFamily="34" charset="0"/>
                                    </a:rPr>
                                    <m:t>b</m:t>
                                  </m:r>
                                </m:e>
                                <m:sub>
                                  <m:r>
                                    <a:rPr lang="en-US" sz="280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Shruti" panose="020B0502040204020203" pitchFamily="34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mr>
                        </m:m>
                        <m:r>
                          <a:rPr lang="en-US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Shruti" panose="020B0502040204020203" pitchFamily="34" charset="0"/>
                          </a:rPr>
                          <m:t> </m:t>
                        </m:r>
                      </m:e>
                    </m:d>
                    <m:r>
                      <a:rPr lang="en-US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+</m:t>
                    </m:r>
                    <m:d>
                      <m:dPr>
                        <m:ctrlPr>
                          <a:rPr lang="en-US" sz="28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en-US" sz="280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Shruti" panose="020B0502040204020203" pitchFamily="34" charset="0"/>
                              </a:rPr>
                            </m:ctrlPr>
                          </m:dPr>
                          <m:e>
                            <m:r>
                              <a:rPr lang="en-US" sz="280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Shruti" panose="020B0502040204020203" pitchFamily="34" charset="0"/>
                              </a:rPr>
                              <m:t> </m:t>
                            </m:r>
                            <m:m>
                              <m:mPr>
                                <m:mcs>
                                  <m:mc>
                                    <m:mcPr>
                                      <m:count m:val="2"/>
                                      <m:mcJc m:val="center"/>
                                    </m:mcPr>
                                  </m:mc>
                                </m:mcs>
                                <m:ctrlPr>
                                  <a:rPr lang="en-IN" sz="2800" i="1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Shruti" panose="020B0502040204020203" pitchFamily="34" charset="0"/>
                                  </a:rPr>
                                </m:ctrlPr>
                              </m:mPr>
                              <m:mr>
                                <m:e>
                                  <m:sSub>
                                    <m:sSubPr>
                                      <m:ctrlPr>
                                        <a:rPr lang="en-US" sz="2800" i="1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  <a:ea typeface="Calibri" panose="020F0502020204030204" pitchFamily="34" charset="0"/>
                                          <a:cs typeface="Shruti" panose="020B0502040204020203" pitchFamily="34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n-US" sz="2800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  <a:ea typeface="Calibri" panose="020F0502020204030204" pitchFamily="34" charset="0"/>
                                          <a:cs typeface="Shruti" panose="020B0502040204020203" pitchFamily="34" charset="0"/>
                                        </a:rPr>
                                        <m:t>a</m:t>
                                      </m:r>
                                    </m:e>
                                    <m:sub>
                                      <m:r>
                                        <a:rPr lang="en-US" sz="2800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  <a:ea typeface="Calibri" panose="020F0502020204030204" pitchFamily="34" charset="0"/>
                                          <a:cs typeface="Shruti" panose="020B0502040204020203" pitchFamily="34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</m:e>
                                <m:e>
                                  <m:r>
                                    <a:rPr lang="en-US" sz="280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Shruti" panose="020B0502040204020203" pitchFamily="34" charset="0"/>
                                    </a:rPr>
                                    <m:t>1</m:t>
                                  </m:r>
                                </m:e>
                              </m:mr>
                              <m:mr>
                                <m:e>
                                  <m:r>
                                    <a:rPr lang="en-US" sz="280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Shruti" panose="020B0502040204020203" pitchFamily="34" charset="0"/>
                                    </a:rPr>
                                    <m:t>1</m:t>
                                  </m:r>
                                </m:e>
                                <m:e>
                                  <m:sSub>
                                    <m:sSubPr>
                                      <m:ctrlPr>
                                        <a:rPr lang="en-US" sz="2800" i="1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  <a:ea typeface="Calibri" panose="020F0502020204030204" pitchFamily="34" charset="0"/>
                                          <a:cs typeface="Shruti" panose="020B0502040204020203" pitchFamily="34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n-US" sz="2800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  <a:ea typeface="Calibri" panose="020F0502020204030204" pitchFamily="34" charset="0"/>
                                          <a:cs typeface="Shruti" panose="020B0502040204020203" pitchFamily="34" charset="0"/>
                                        </a:rPr>
                                        <m:t>b</m:t>
                                      </m:r>
                                    </m:e>
                                    <m:sub>
                                      <m:r>
                                        <a:rPr lang="en-US" sz="2800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  <a:ea typeface="Calibri" panose="020F0502020204030204" pitchFamily="34" charset="0"/>
                                          <a:cs typeface="Shruti" panose="020B0502040204020203" pitchFamily="34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</m:e>
                              </m:mr>
                            </m:m>
                            <m:r>
                              <a:rPr lang="en-US" sz="280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Shruti" panose="020B0502040204020203" pitchFamily="34" charset="0"/>
                              </a:rPr>
                              <m:t> </m:t>
                            </m:r>
                          </m:e>
                        </m:d>
                        <m:r>
                          <a:rPr lang="en-US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en-US" sz="280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Shruti" panose="020B0502040204020203" pitchFamily="34" charset="0"/>
                              </a:rPr>
                            </m:ctrlPr>
                          </m:dPr>
                          <m:e>
                            <m:r>
                              <a:rPr lang="en-US" sz="280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Shruti" panose="020B0502040204020203" pitchFamily="34" charset="0"/>
                              </a:rPr>
                              <m:t> </m:t>
                            </m:r>
                            <m:m>
                              <m:mPr>
                                <m:mcs>
                                  <m:mc>
                                    <m:mcPr>
                                      <m:count m:val="2"/>
                                      <m:mcJc m:val="center"/>
                                    </m:mcPr>
                                  </m:mc>
                                </m:mcs>
                                <m:ctrlPr>
                                  <a:rPr lang="en-IN" sz="2800" i="1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Shruti" panose="020B0502040204020203" pitchFamily="34" charset="0"/>
                                  </a:rPr>
                                </m:ctrlPr>
                              </m:mPr>
                              <m:mr>
                                <m:e>
                                  <m:sSub>
                                    <m:sSubPr>
                                      <m:ctrlPr>
                                        <a:rPr lang="en-US" sz="2800" i="1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  <a:ea typeface="Calibri" panose="020F0502020204030204" pitchFamily="34" charset="0"/>
                                          <a:cs typeface="Shruti" panose="020B0502040204020203" pitchFamily="34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n-US" sz="2800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  <a:ea typeface="Calibri" panose="020F0502020204030204" pitchFamily="34" charset="0"/>
                                          <a:cs typeface="Shruti" panose="020B0502040204020203" pitchFamily="34" charset="0"/>
                                        </a:rPr>
                                        <m:t>a</m:t>
                                      </m:r>
                                    </m:e>
                                    <m:sub>
                                      <m:r>
                                        <a:rPr lang="en-US" sz="2800" b="0" i="0" smtClean="0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  <a:ea typeface="Calibri" panose="020F0502020204030204" pitchFamily="34" charset="0"/>
                                          <a:cs typeface="Shruti" panose="020B0502040204020203" pitchFamily="34" charset="0"/>
                                        </a:rPr>
                                        <m:t>3</m:t>
                                      </m:r>
                                    </m:sub>
                                  </m:sSub>
                                </m:e>
                                <m:e>
                                  <m:r>
                                    <a:rPr lang="en-US" sz="280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Shruti" panose="020B0502040204020203" pitchFamily="34" charset="0"/>
                                    </a:rPr>
                                    <m:t>1</m:t>
                                  </m:r>
                                </m:e>
                              </m:mr>
                              <m:mr>
                                <m:e>
                                  <m:r>
                                    <a:rPr lang="en-US" sz="280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Shruti" panose="020B0502040204020203" pitchFamily="34" charset="0"/>
                                    </a:rPr>
                                    <m:t>1</m:t>
                                  </m:r>
                                </m:e>
                                <m:e>
                                  <m:sSub>
                                    <m:sSubPr>
                                      <m:ctrlPr>
                                        <a:rPr lang="en-US" sz="2800" i="1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  <a:ea typeface="Calibri" panose="020F0502020204030204" pitchFamily="34" charset="0"/>
                                          <a:cs typeface="Shruti" panose="020B0502040204020203" pitchFamily="34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n-US" sz="2800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  <a:ea typeface="Calibri" panose="020F0502020204030204" pitchFamily="34" charset="0"/>
                                          <a:cs typeface="Shruti" panose="020B0502040204020203" pitchFamily="34" charset="0"/>
                                        </a:rPr>
                                        <m:t>b</m:t>
                                      </m:r>
                                    </m:e>
                                    <m:sub>
                                      <m:r>
                                        <a:rPr lang="en-US" sz="2800" b="0" i="0" smtClean="0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  <a:ea typeface="Calibri" panose="020F0502020204030204" pitchFamily="34" charset="0"/>
                                          <a:cs typeface="Shruti" panose="020B0502040204020203" pitchFamily="34" charset="0"/>
                                        </a:rPr>
                                        <m:t>3</m:t>
                                      </m:r>
                                    </m:sub>
                                  </m:sSub>
                                </m:e>
                              </m:mr>
                            </m:m>
                            <m:r>
                              <a:rPr lang="en-US" sz="280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Shruti" panose="020B0502040204020203" pitchFamily="34" charset="0"/>
                              </a:rPr>
                              <m:t> </m:t>
                            </m:r>
                          </m:e>
                        </m:d>
                        <m:r>
                          <a:rPr lang="en-US" sz="28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Shruti" panose="020B0502040204020203" pitchFamily="34" charset="0"/>
                          </a:rPr>
                          <m:t> </m:t>
                        </m:r>
                      </m:e>
                    </m:d>
                  </m:oMath>
                </a14:m>
                <a:r>
                  <a:rPr lang="en-US" sz="2800" dirty="0">
                    <a:solidFill>
                      <a:srgbClr val="002060"/>
                    </a:solidFill>
                  </a:rPr>
                  <a:t> </a:t>
                </a:r>
              </a:p>
            </p:txBody>
          </p:sp>
        </mc:Choice>
        <mc:Fallback xmlns="">
          <p:sp>
            <p:nvSpPr>
              <p:cNvPr id="16" name="Content Placeholder 4">
                <a:extLst>
                  <a:ext uri="{FF2B5EF4-FFF2-40B4-BE49-F238E27FC236}">
                    <a16:creationId xmlns:a16="http://schemas.microsoft.com/office/drawing/2014/main" id="{E2369E14-FB7F-439F-B8BC-3D00ED9ED33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526815" y="2011576"/>
                <a:ext cx="6440677" cy="1220681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  <a:ln w="12700" cap="flat" cmpd="sng" algn="ctr">
                <a:noFill/>
                <a:prstDash val="solid"/>
                <a:miter lim="800000"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Content Placeholder 4">
                <a:extLst>
                  <a:ext uri="{FF2B5EF4-FFF2-40B4-BE49-F238E27FC236}">
                    <a16:creationId xmlns:a16="http://schemas.microsoft.com/office/drawing/2014/main" id="{E2369E14-FB7F-439F-B8BC-3D00ED9ED33E}"/>
                  </a:ext>
                </a:extLst>
              </p:cNvPr>
              <p:cNvSpPr txBox="1">
                <a:spLocks/>
              </p:cNvSpPr>
              <p:nvPr/>
            </p:nvSpPr>
            <p:spPr>
              <a:xfrm flipH="1">
                <a:off x="5687999" y="4794772"/>
                <a:ext cx="1351493" cy="540000"/>
              </a:xfrm>
              <a:prstGeom prst="rect">
                <a:avLst/>
              </a:prstGeom>
              <a:noFill/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vert="horz" lIns="91440" tIns="45720" rIns="91440" bIns="45720" rtlCol="0" anchor="ctr">
                <a:noAutofit/>
              </a:bodyPr>
              <a:lstStyle>
                <a:lvl1pPr marL="265113" indent="-265113" algn="just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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809625" indent="-352425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lnSpc>
                    <a:spcPct val="115000"/>
                  </a:lnSpc>
                  <a:spcAft>
                    <a:spcPts val="8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……</m:t>
                      </m:r>
                      <m:d>
                        <m:dPr>
                          <m:ctrlPr>
                            <a:rPr lang="en-US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d>
                    </m:oMath>
                  </m:oMathPara>
                </a14:m>
                <a:endParaRPr lang="en-US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22" name="Content Placeholder 4">
                <a:extLst>
                  <a:ext uri="{FF2B5EF4-FFF2-40B4-BE49-F238E27FC236}">
                    <a16:creationId xmlns:a16="http://schemas.microsoft.com/office/drawing/2014/main" id="{E2369E14-FB7F-439F-B8BC-3D00ED9ED33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5687999" y="4794772"/>
                <a:ext cx="1351493" cy="54000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  <a:ln w="12700" cap="flat" cmpd="sng" algn="ctr">
                <a:noFill/>
                <a:prstDash val="solid"/>
                <a:miter lim="800000"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Content Placeholder 4">
                <a:extLst>
                  <a:ext uri="{FF2B5EF4-FFF2-40B4-BE49-F238E27FC236}">
                    <a16:creationId xmlns:a16="http://schemas.microsoft.com/office/drawing/2014/main" id="{E2369E14-FB7F-439F-B8BC-3D00ED9ED33E}"/>
                  </a:ext>
                </a:extLst>
              </p:cNvPr>
              <p:cNvSpPr txBox="1">
                <a:spLocks/>
              </p:cNvSpPr>
              <p:nvPr/>
            </p:nvSpPr>
            <p:spPr>
              <a:xfrm flipH="1">
                <a:off x="526814" y="4456788"/>
                <a:ext cx="5099285" cy="877984"/>
              </a:xfrm>
              <a:prstGeom prst="rect">
                <a:avLst/>
              </a:prstGeom>
              <a:noFill/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vert="horz" lIns="91440" tIns="45720" rIns="91440" bIns="45720" rtlCol="0" anchor="ctr">
                <a:noAutofit/>
              </a:bodyPr>
              <a:lstStyle>
                <a:lvl1pPr marL="265113" indent="-265113" algn="just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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809625" indent="-352425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lnSpc>
                    <a:spcPct val="115000"/>
                  </a:lnSpc>
                  <a:spcAft>
                    <a:spcPts val="8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Shruti" panose="020B0502040204020203" pitchFamily="34" charset="0"/>
                            </a:rPr>
                          </m:ctrlPr>
                        </m:dPr>
                        <m:e>
                          <m: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Shruti" panose="020B0502040204020203" pitchFamily="34" charset="0"/>
                            </a:rPr>
                            <m:t> </m:t>
                          </m:r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IN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Shruti" panose="020B0502040204020203" pitchFamily="34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US" sz="2800" i="1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Shruti" panose="020B0502040204020203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sz="280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Shruti" panose="020B0502040204020203" pitchFamily="34" charset="0"/>
                                      </a:rPr>
                                      <m:t>a</m:t>
                                    </m:r>
                                  </m:e>
                                  <m:sub>
                                    <m:r>
                                      <a:rPr lang="en-US" sz="2800" b="0" i="0" smtClean="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Shruti" panose="020B0502040204020203" pitchFamily="34" charset="0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a:rPr lang="en-US" sz="2800" i="1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Shruti" panose="020B0502040204020203" pitchFamily="34" charset="0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en-US" sz="2800" i="1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Shruti" panose="020B0502040204020203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sz="280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Shruti" panose="020B0502040204020203" pitchFamily="34" charset="0"/>
                                      </a:rPr>
                                      <m:t>a</m:t>
                                    </m:r>
                                  </m:e>
                                  <m:sub>
                                    <m:r>
                                      <a:rPr lang="en-US" sz="280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Shruti" panose="020B0502040204020203" pitchFamily="34" charset="0"/>
                                      </a:rPr>
                                      <m:t>2</m:t>
                                    </m:r>
                                  </m:sub>
                                </m:sSub>
                                <m:r>
                                  <a:rPr lang="en-US" sz="2800" i="1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Shruti" panose="020B0502040204020203" pitchFamily="34" charset="0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en-US" sz="2800" i="1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Shruti" panose="020B0502040204020203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sz="280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Shruti" panose="020B0502040204020203" pitchFamily="34" charset="0"/>
                                      </a:rPr>
                                      <m:t>a</m:t>
                                    </m:r>
                                  </m:e>
                                  <m:sub>
                                    <m:r>
                                      <a:rPr lang="en-US" sz="280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Shruti" panose="020B0502040204020203" pitchFamily="34" charset="0"/>
                                      </a:rPr>
                                      <m:t>3</m:t>
                                    </m:r>
                                  </m:sub>
                                </m:sSub>
                              </m:e>
                              <m:e>
                                <m:r>
                                  <a:rPr lang="en-US" sz="280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Shruti" panose="020B0502040204020203" pitchFamily="34" charset="0"/>
                                  </a:rPr>
                                  <m:t>1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280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Shruti" panose="020B0502040204020203" pitchFamily="34" charset="0"/>
                                  </a:rPr>
                                  <m:t>1</m:t>
                                </m:r>
                              </m:e>
                              <m:e>
                                <m:sSub>
                                  <m:sSubPr>
                                    <m:ctrlPr>
                                      <a:rPr lang="en-US" sz="2800" b="0" i="1" smtClean="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Shruti" panose="020B0502040204020203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sz="2800" b="0" i="0" smtClean="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Shruti" panose="020B0502040204020203" pitchFamily="34" charset="0"/>
                                      </a:rPr>
                                      <m:t>b</m:t>
                                    </m:r>
                                  </m:e>
                                  <m:sub>
                                    <m:r>
                                      <a:rPr lang="en-US" sz="280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Shruti" panose="020B0502040204020203" pitchFamily="34" charset="0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a:rPr lang="en-US" sz="2800" i="1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Shruti" panose="020B0502040204020203" pitchFamily="34" charset="0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en-US" sz="2800" i="1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Shruti" panose="020B0502040204020203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sz="280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Shruti" panose="020B0502040204020203" pitchFamily="34" charset="0"/>
                                      </a:rPr>
                                      <m:t>b</m:t>
                                    </m:r>
                                  </m:e>
                                  <m:sub>
                                    <m:r>
                                      <a:rPr lang="en-US" sz="280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Shruti" panose="020B0502040204020203" pitchFamily="34" charset="0"/>
                                      </a:rPr>
                                      <m:t>2</m:t>
                                    </m:r>
                                  </m:sub>
                                </m:sSub>
                                <m:r>
                                  <a:rPr lang="en-US" sz="2800" i="1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Shruti" panose="020B0502040204020203" pitchFamily="34" charset="0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en-US" sz="2800" i="1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Shruti" panose="020B0502040204020203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sz="280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Shruti" panose="020B0502040204020203" pitchFamily="34" charset="0"/>
                                      </a:rPr>
                                      <m:t>b</m:t>
                                    </m:r>
                                  </m:e>
                                  <m:sub>
                                    <m:r>
                                      <a:rPr lang="en-US" sz="280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Shruti" panose="020B0502040204020203" pitchFamily="34" charset="0"/>
                                      </a:rPr>
                                      <m:t>3</m:t>
                                    </m:r>
                                  </m:sub>
                                </m:sSub>
                              </m:e>
                            </m:mr>
                          </m:m>
                          <m: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Shruti" panose="020B0502040204020203" pitchFamily="34" charset="0"/>
                            </a:rPr>
                            <m:t> </m:t>
                          </m:r>
                        </m:e>
                      </m:d>
                    </m:oMath>
                  </m:oMathPara>
                </a14:m>
                <a:endParaRPr lang="en-US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17" name="Content Placeholder 4">
                <a:extLst>
                  <a:ext uri="{FF2B5EF4-FFF2-40B4-BE49-F238E27FC236}">
                    <a16:creationId xmlns:a16="http://schemas.microsoft.com/office/drawing/2014/main" id="{E2369E14-FB7F-439F-B8BC-3D00ED9ED33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526814" y="4456788"/>
                <a:ext cx="5099285" cy="877984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  <a:ln w="12700" cap="flat" cmpd="sng" algn="ctr">
                <a:noFill/>
                <a:prstDash val="solid"/>
                <a:miter lim="800000"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" name="Right Arrow 3">
            <a:extLst>
              <a:ext uri="{FF2B5EF4-FFF2-40B4-BE49-F238E27FC236}">
                <a16:creationId xmlns:a16="http://schemas.microsoft.com/office/drawing/2014/main" id="{B10F2665-41DC-4552-A13B-829EE8E6426D}"/>
              </a:ext>
            </a:extLst>
          </p:cNvPr>
          <p:cNvSpPr/>
          <p:nvPr/>
        </p:nvSpPr>
        <p:spPr>
          <a:xfrm flipV="1">
            <a:off x="7056391" y="1594027"/>
            <a:ext cx="144000" cy="180000"/>
          </a:xfrm>
          <a:prstGeom prst="rightArrow">
            <a:avLst/>
          </a:prstGeom>
          <a:gradFill>
            <a:gsLst>
              <a:gs pos="10000">
                <a:srgbClr val="0E47A1"/>
              </a:gs>
              <a:gs pos="100000">
                <a:srgbClr val="03A9F5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Wingdings 3" panose="05040102010807070707" pitchFamily="18" charset="2"/>
              <a:buNone/>
            </a:pPr>
            <a:endParaRPr lang="en-IN" sz="2800" dirty="0">
              <a:solidFill>
                <a:schemeClr val="bg1"/>
              </a:solidFill>
            </a:endParaRP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7725B15C-B346-4292-8C3E-40F4904A9BC8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034207" y="824757"/>
            <a:ext cx="5132393" cy="17465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80972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/>
      <p:bldP spid="32" grpId="0"/>
      <p:bldP spid="16" grpId="0"/>
      <p:bldP spid="22" grpId="0"/>
      <p:bldP spid="17" grpId="0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ECFC8A-BC0D-5D72-FE99-20313653BC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1" name="Content Placeholder 4">
                <a:extLst>
                  <a:ext uri="{FF2B5EF4-FFF2-40B4-BE49-F238E27FC236}">
                    <a16:creationId xmlns:a16="http://schemas.microsoft.com/office/drawing/2014/main" id="{C2E3A768-B2DD-49B5-A909-9453EEB041E3}"/>
                  </a:ext>
                </a:extLst>
              </p:cNvPr>
              <p:cNvSpPr txBox="1">
                <a:spLocks/>
              </p:cNvSpPr>
              <p:nvPr/>
            </p:nvSpPr>
            <p:spPr>
              <a:xfrm flipH="1">
                <a:off x="-1" y="865206"/>
                <a:ext cx="5760000" cy="540000"/>
              </a:xfrm>
              <a:prstGeom prst="rect">
                <a:avLst/>
              </a:prstGeom>
              <a:gradFill>
                <a:gsLst>
                  <a:gs pos="10000">
                    <a:srgbClr val="0E47A1"/>
                  </a:gs>
                  <a:gs pos="100000">
                    <a:srgbClr val="03A9F5"/>
                  </a:gs>
                </a:gsLst>
                <a:lin ang="10800000" scaled="1"/>
              </a:gradFill>
              <a:ln>
                <a:noFill/>
              </a:ln>
            </p:spPr>
            <p:txBody>
              <a:bodyPr vert="horz" wrap="square" lIns="91440" tIns="45720" rIns="91440" bIns="45720" numCol="1" anchor="ctr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algn="ctr">
                  <a:defRPr sz="2800">
                    <a:solidFill>
                      <a:schemeClr val="bg1"/>
                    </a:solidFill>
                  </a:defRPr>
                </a:lvl1pPr>
                <a:lvl2pPr>
                  <a:defRPr>
                    <a:solidFill>
                      <a:schemeClr val="tx1"/>
                    </a:solidFill>
                  </a:defRPr>
                </a:lvl2pPr>
                <a:lvl3pPr>
                  <a:defRPr>
                    <a:solidFill>
                      <a:schemeClr val="tx1"/>
                    </a:solidFill>
                  </a:defRPr>
                </a:lvl3pPr>
                <a:lvl4pPr>
                  <a:defRPr>
                    <a:solidFill>
                      <a:schemeClr val="tx1"/>
                    </a:solidFill>
                  </a:defRPr>
                </a:lvl4pPr>
                <a:lvl5pPr>
                  <a:defRPr>
                    <a:solidFill>
                      <a:schemeClr val="tx1"/>
                    </a:solidFill>
                  </a:defRPr>
                </a:lvl5pPr>
                <a:lvl6pPr>
                  <a:defRPr>
                    <a:solidFill>
                      <a:schemeClr val="tx1"/>
                    </a:solidFill>
                  </a:defRPr>
                </a:lvl6pPr>
                <a:lvl7pPr>
                  <a:defRPr>
                    <a:solidFill>
                      <a:schemeClr val="tx1"/>
                    </a:solidFill>
                  </a:defRPr>
                </a:lvl7pPr>
                <a:lvl8pPr>
                  <a:defRPr>
                    <a:solidFill>
                      <a:schemeClr val="tx1"/>
                    </a:solidFill>
                  </a:defRPr>
                </a:lvl8pPr>
                <a:lvl9pPr>
                  <a:defRPr>
                    <a:solidFill>
                      <a:schemeClr val="tx1"/>
                    </a:solidFill>
                  </a:defRPr>
                </a:lvl9pPr>
              </a:lstStyle>
              <a:p>
                <a:pPr algn="l"/>
                <a:r>
                  <a:rPr lang="en-US" b="1" dirty="0"/>
                  <a:t>Axiom 3: </a:t>
                </a:r>
                <a14:m>
                  <m:oMath xmlns:m="http://schemas.openxmlformats.org/officeDocument/2006/math">
                    <m:r>
                      <a:rPr lang="en-US" b="1" dirty="0">
                        <a:latin typeface="Cambria Math" panose="02040503050406030204" pitchFamily="18" charset="0"/>
                      </a:rPr>
                      <m:t>𝐮</m:t>
                    </m:r>
                    <m:r>
                      <a:rPr lang="en-US" b="1" dirty="0">
                        <a:latin typeface="Cambria Math" panose="02040503050406030204" pitchFamily="18" charset="0"/>
                      </a:rPr>
                      <m:t>+</m:t>
                    </m:r>
                    <m:d>
                      <m:dPr>
                        <m:ctrlPr>
                          <a:rPr lang="en-US" b="1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 dirty="0">
                            <a:latin typeface="Cambria Math" panose="02040503050406030204" pitchFamily="18" charset="0"/>
                          </a:rPr>
                          <m:t>𝐯</m:t>
                        </m:r>
                        <m:r>
                          <a:rPr lang="en-US" b="1" dirty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b="1" dirty="0">
                            <a:latin typeface="Cambria Math" panose="02040503050406030204" pitchFamily="18" charset="0"/>
                          </a:rPr>
                          <m:t>𝐰</m:t>
                        </m:r>
                      </m:e>
                    </m:d>
                    <m:r>
                      <a:rPr lang="en-US" b="1" dirty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b="1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 dirty="0">
                            <a:latin typeface="Cambria Math" panose="02040503050406030204" pitchFamily="18" charset="0"/>
                          </a:rPr>
                          <m:t>𝐮</m:t>
                        </m:r>
                        <m:r>
                          <a:rPr lang="en-US" b="1" dirty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b="1" dirty="0">
                            <a:latin typeface="Cambria Math" panose="02040503050406030204" pitchFamily="18" charset="0"/>
                          </a:rPr>
                          <m:t>𝐯</m:t>
                        </m:r>
                      </m:e>
                    </m:d>
                    <m:r>
                      <a:rPr lang="en-US" b="1" dirty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1" dirty="0">
                        <a:latin typeface="Cambria Math" panose="02040503050406030204" pitchFamily="18" charset="0"/>
                      </a:rPr>
                      <m:t>𝐰</m:t>
                    </m:r>
                  </m:oMath>
                </a14:m>
                <a:endParaRPr lang="en-US" b="1" dirty="0"/>
              </a:p>
            </p:txBody>
          </p:sp>
        </mc:Choice>
        <mc:Fallback xmlns="">
          <p:sp>
            <p:nvSpPr>
              <p:cNvPr id="21" name="Content Placeholder 4">
                <a:extLst>
                  <a:ext uri="{FF2B5EF4-FFF2-40B4-BE49-F238E27FC236}">
                    <a16:creationId xmlns:a16="http://schemas.microsoft.com/office/drawing/2014/main" id="{C2E3A768-B2DD-49B5-A909-9453EEB041E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-1" y="865206"/>
                <a:ext cx="5760000" cy="540000"/>
              </a:xfrm>
              <a:prstGeom prst="rect">
                <a:avLst/>
              </a:prstGeom>
              <a:blipFill>
                <a:blip r:embed="rId2"/>
                <a:stretch>
                  <a:fillRect l="-2116" t="-10112" b="-29213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FDFDD70C-3AAE-183B-5AED-36C59E3E9B77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IN" dirty="0"/>
                  <a:t>Method:1 </a:t>
                </a:r>
                <a14:m>
                  <m:oMath xmlns:m="http://schemas.openxmlformats.org/officeDocument/2006/math">
                    <m:r>
                      <a:rPr lang="en-I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⇝</m:t>
                    </m:r>
                  </m:oMath>
                </a14:m>
                <a:r>
                  <a:rPr lang="en-IN" dirty="0"/>
                  <a:t> Example:13(continue)</a:t>
                </a:r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FDFDD70C-3AAE-183B-5AED-36C59E3E9B7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3"/>
                <a:stretch>
                  <a:fillRect l="-400" t="-8547" b="-1965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Content Placeholder 4">
                <a:extLst>
                  <a:ext uri="{FF2B5EF4-FFF2-40B4-BE49-F238E27FC236}">
                    <a16:creationId xmlns:a16="http://schemas.microsoft.com/office/drawing/2014/main" id="{E2369E14-FB7F-439F-B8BC-3D00ED9ED33E}"/>
                  </a:ext>
                </a:extLst>
              </p:cNvPr>
              <p:cNvSpPr txBox="1">
                <a:spLocks/>
              </p:cNvSpPr>
              <p:nvPr/>
            </p:nvSpPr>
            <p:spPr>
              <a:xfrm flipH="1">
                <a:off x="132610" y="1514100"/>
                <a:ext cx="3143989" cy="540000"/>
              </a:xfrm>
              <a:prstGeom prst="rect">
                <a:avLst/>
              </a:prstGeom>
              <a:noFill/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vert="horz" lIns="91440" tIns="45720" rIns="91440" bIns="45720" rtlCol="0" anchor="ctr">
                <a:noAutofit/>
              </a:bodyPr>
              <a:lstStyle>
                <a:lvl1pPr marL="265113" indent="-265113" algn="just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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809625" indent="-352425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lnSpc>
                    <a:spcPct val="115000"/>
                  </a:lnSpc>
                  <a:spcAft>
                    <a:spcPts val="800"/>
                  </a:spcAft>
                  <a:buNone/>
                </a:pPr>
                <a:r>
                  <a:rPr lang="en-US" sz="2800" dirty="0">
                    <a:solidFill>
                      <a:srgbClr val="002060"/>
                    </a:solidFill>
                  </a:rPr>
                  <a:t>Now,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2800" i="1" dirty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sz="2800" dirty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u</m:t>
                        </m:r>
                        <m:r>
                          <a:rPr lang="en-US" sz="2800" dirty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US" sz="2800" dirty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v</m:t>
                        </m:r>
                      </m:e>
                    </m:d>
                    <m:r>
                      <a:rPr lang="en-US" sz="2800" dirty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US" sz="2800" dirty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w</m:t>
                    </m:r>
                  </m:oMath>
                </a14:m>
                <a:endParaRPr lang="en-US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26" name="Content Placeholder 4">
                <a:extLst>
                  <a:ext uri="{FF2B5EF4-FFF2-40B4-BE49-F238E27FC236}">
                    <a16:creationId xmlns:a16="http://schemas.microsoft.com/office/drawing/2014/main" id="{E2369E14-FB7F-439F-B8BC-3D00ED9ED33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132610" y="1514100"/>
                <a:ext cx="3143989" cy="540000"/>
              </a:xfrm>
              <a:prstGeom prst="rect">
                <a:avLst/>
              </a:prstGeom>
              <a:blipFill>
                <a:blip r:embed="rId11"/>
                <a:stretch>
                  <a:fillRect l="-4078" t="-10112" b="-29213"/>
                </a:stretch>
              </a:blipFill>
              <a:ln w="12700" cap="flat" cmpd="sng" algn="ctr">
                <a:noFill/>
                <a:prstDash val="solid"/>
                <a:miter lim="800000"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Content Placeholder 4">
                <a:extLst>
                  <a:ext uri="{FF2B5EF4-FFF2-40B4-BE49-F238E27FC236}">
                    <a16:creationId xmlns:a16="http://schemas.microsoft.com/office/drawing/2014/main" id="{E2369E14-FB7F-439F-B8BC-3D00ED9ED33E}"/>
                  </a:ext>
                </a:extLst>
              </p:cNvPr>
              <p:cNvSpPr txBox="1">
                <a:spLocks/>
              </p:cNvSpPr>
              <p:nvPr/>
            </p:nvSpPr>
            <p:spPr>
              <a:xfrm flipH="1">
                <a:off x="507111" y="3329075"/>
                <a:ext cx="5538976" cy="877984"/>
              </a:xfrm>
              <a:prstGeom prst="rect">
                <a:avLst/>
              </a:prstGeom>
              <a:noFill/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vert="horz" lIns="91440" tIns="45720" rIns="91440" bIns="45720" rtlCol="0" anchor="ctr">
                <a:noAutofit/>
              </a:bodyPr>
              <a:lstStyle>
                <a:lvl1pPr marL="265113" indent="-265113" algn="just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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809625" indent="-352425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lnSpc>
                    <a:spcPct val="115000"/>
                  </a:lnSpc>
                  <a:spcAft>
                    <a:spcPts val="8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Shruti" panose="020B0502040204020203" pitchFamily="34" charset="0"/>
                            </a:rPr>
                          </m:ctrlPr>
                        </m:dPr>
                        <m:e>
                          <m: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Shruti" panose="020B0502040204020203" pitchFamily="34" charset="0"/>
                            </a:rPr>
                            <m:t> </m:t>
                          </m:r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IN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Shruti" panose="020B0502040204020203" pitchFamily="34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US" sz="2800" i="1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Shruti" panose="020B0502040204020203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sz="280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Shruti" panose="020B0502040204020203" pitchFamily="34" charset="0"/>
                                      </a:rPr>
                                      <m:t>a</m:t>
                                    </m:r>
                                  </m:e>
                                  <m:sub>
                                    <m:r>
                                      <a:rPr lang="en-US" sz="2800" b="0" i="0" smtClean="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Shruti" panose="020B0502040204020203" pitchFamily="34" charset="0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a:rPr lang="en-US" sz="2800" i="1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Shruti" panose="020B0502040204020203" pitchFamily="34" charset="0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en-US" sz="2800" i="1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Shruti" panose="020B0502040204020203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sz="280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Shruti" panose="020B0502040204020203" pitchFamily="34" charset="0"/>
                                      </a:rPr>
                                      <m:t>a</m:t>
                                    </m:r>
                                  </m:e>
                                  <m:sub>
                                    <m:r>
                                      <a:rPr lang="en-US" sz="2800" b="0" i="0" smtClean="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Shruti" panose="020B0502040204020203" pitchFamily="34" charset="0"/>
                                      </a:rPr>
                                      <m:t>2</m:t>
                                    </m:r>
                                  </m:sub>
                                </m:sSub>
                              </m:e>
                              <m:e>
                                <m:r>
                                  <a:rPr lang="en-US" sz="280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Shruti" panose="020B0502040204020203" pitchFamily="34" charset="0"/>
                                  </a:rPr>
                                  <m:t>1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280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Shruti" panose="020B0502040204020203" pitchFamily="34" charset="0"/>
                                  </a:rPr>
                                  <m:t>1</m:t>
                                </m:r>
                              </m:e>
                              <m:e>
                                <m:sSub>
                                  <m:sSubPr>
                                    <m:ctrlPr>
                                      <a:rPr lang="en-US" sz="2800" i="1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Shruti" panose="020B0502040204020203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sz="280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Shruti" panose="020B0502040204020203" pitchFamily="34" charset="0"/>
                                      </a:rPr>
                                      <m:t>b</m:t>
                                    </m:r>
                                  </m:e>
                                  <m:sub>
                                    <m:r>
                                      <a:rPr lang="en-US" sz="2800" b="0" i="0" smtClean="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Shruti" panose="020B0502040204020203" pitchFamily="34" charset="0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a:rPr lang="en-US" sz="2800" i="1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Shruti" panose="020B0502040204020203" pitchFamily="34" charset="0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en-US" sz="2800" i="1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Shruti" panose="020B0502040204020203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sz="280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Shruti" panose="020B0502040204020203" pitchFamily="34" charset="0"/>
                                      </a:rPr>
                                      <m:t>b</m:t>
                                    </m:r>
                                  </m:e>
                                  <m:sub>
                                    <m:r>
                                      <a:rPr lang="en-US" sz="2800" b="0" i="0" smtClean="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Shruti" panose="020B0502040204020203" pitchFamily="34" charset="0"/>
                                      </a:rPr>
                                      <m:t>2</m:t>
                                    </m:r>
                                  </m:sub>
                                </m:sSub>
                              </m:e>
                            </m:mr>
                          </m:m>
                          <m: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Shruti" panose="020B0502040204020203" pitchFamily="34" charset="0"/>
                            </a:rPr>
                            <m:t> </m:t>
                          </m:r>
                        </m:e>
                      </m:d>
                      <m:r>
                        <a:rPr lang="en-US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Shruti" panose="020B0502040204020203" pitchFamily="34" charset="0"/>
                        </a:rPr>
                        <m:t>+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Shruti" panose="020B0502040204020203" pitchFamily="34" charset="0"/>
                            </a:rPr>
                          </m:ctrlPr>
                        </m:dPr>
                        <m:e>
                          <m: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Shruti" panose="020B0502040204020203" pitchFamily="34" charset="0"/>
                            </a:rPr>
                            <m:t> </m:t>
                          </m:r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IN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Shruti" panose="020B0502040204020203" pitchFamily="34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US" sz="2800" i="1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Shruti" panose="020B0502040204020203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sz="280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Shruti" panose="020B0502040204020203" pitchFamily="34" charset="0"/>
                                      </a:rPr>
                                      <m:t>a</m:t>
                                    </m:r>
                                  </m:e>
                                  <m:sub>
                                    <m:r>
                                      <a:rPr lang="en-US" sz="2800" b="0" i="0" smtClean="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Shruti" panose="020B0502040204020203" pitchFamily="34" charset="0"/>
                                      </a:rPr>
                                      <m:t>3</m:t>
                                    </m:r>
                                  </m:sub>
                                </m:sSub>
                              </m:e>
                              <m:e>
                                <m:r>
                                  <a:rPr lang="en-US" sz="280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Shruti" panose="020B0502040204020203" pitchFamily="34" charset="0"/>
                                  </a:rPr>
                                  <m:t>1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280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Shruti" panose="020B0502040204020203" pitchFamily="34" charset="0"/>
                                  </a:rPr>
                                  <m:t>1</m:t>
                                </m:r>
                              </m:e>
                              <m:e>
                                <m:sSub>
                                  <m:sSubPr>
                                    <m:ctrlPr>
                                      <a:rPr lang="en-US" sz="2800" i="1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Shruti" panose="020B0502040204020203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sz="280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Shruti" panose="020B0502040204020203" pitchFamily="34" charset="0"/>
                                      </a:rPr>
                                      <m:t>b</m:t>
                                    </m:r>
                                  </m:e>
                                  <m:sub>
                                    <m:r>
                                      <a:rPr lang="en-US" sz="2800" b="0" i="0" smtClean="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Shruti" panose="020B0502040204020203" pitchFamily="34" charset="0"/>
                                      </a:rPr>
                                      <m:t>3</m:t>
                                    </m:r>
                                  </m:sub>
                                </m:sSub>
                              </m:e>
                            </m:mr>
                          </m:m>
                          <m: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Shruti" panose="020B0502040204020203" pitchFamily="34" charset="0"/>
                            </a:rPr>
                            <m:t> </m:t>
                          </m:r>
                        </m:e>
                      </m:d>
                    </m:oMath>
                  </m:oMathPara>
                </a14:m>
                <a:endParaRPr lang="en-US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32" name="Content Placeholder 4">
                <a:extLst>
                  <a:ext uri="{FF2B5EF4-FFF2-40B4-BE49-F238E27FC236}">
                    <a16:creationId xmlns:a16="http://schemas.microsoft.com/office/drawing/2014/main" id="{E2369E14-FB7F-439F-B8BC-3D00ED9ED33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507111" y="3329075"/>
                <a:ext cx="5538976" cy="877984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  <a:ln w="12700" cap="flat" cmpd="sng" algn="ctr">
                <a:noFill/>
                <a:prstDash val="solid"/>
                <a:miter lim="800000"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Content Placeholder 4">
                <a:extLst>
                  <a:ext uri="{FF2B5EF4-FFF2-40B4-BE49-F238E27FC236}">
                    <a16:creationId xmlns:a16="http://schemas.microsoft.com/office/drawing/2014/main" id="{E2369E14-FB7F-439F-B8BC-3D00ED9ED33E}"/>
                  </a:ext>
                </a:extLst>
              </p:cNvPr>
              <p:cNvSpPr txBox="1">
                <a:spLocks/>
              </p:cNvSpPr>
              <p:nvPr/>
            </p:nvSpPr>
            <p:spPr>
              <a:xfrm flipH="1">
                <a:off x="526815" y="2011576"/>
                <a:ext cx="6440677" cy="1220681"/>
              </a:xfrm>
              <a:prstGeom prst="rect">
                <a:avLst/>
              </a:prstGeom>
              <a:noFill/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vert="horz" lIns="91440" tIns="45720" rIns="91440" bIns="45720" rtlCol="0" anchor="ctr">
                <a:noAutofit/>
              </a:bodyPr>
              <a:lstStyle>
                <a:lvl1pPr marL="265113" indent="-265113" algn="just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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809625" indent="-352425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lnSpc>
                    <a:spcPct val="115000"/>
                  </a:lnSpc>
                  <a:spcAft>
                    <a:spcPts val="8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en-US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Shruti" panose="020B0502040204020203" pitchFamily="34" charset="0"/>
                                </a:rPr>
                              </m:ctrlPr>
                            </m:dPr>
                            <m:e>
                              <m:r>
                                <a:rPr lang="en-US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Shruti" panose="020B0502040204020203" pitchFamily="34" charset="0"/>
                                </a:rPr>
                                <m:t> </m:t>
                              </m:r>
                              <m:m>
                                <m:mPr>
                                  <m:mcs>
                                    <m:mc>
                                      <m:mcPr>
                                        <m:count m:val="2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IN" sz="2800" i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Shruti" panose="020B0502040204020203" pitchFamily="34" charset="0"/>
                                    </a:rPr>
                                  </m:ctrlPr>
                                </m:mPr>
                                <m:mr>
                                  <m:e>
                                    <m:sSub>
                                      <m:sSubPr>
                                        <m:ctrlPr>
                                          <a:rPr lang="en-US" sz="2800" i="1">
                                            <a:solidFill>
                                              <a:srgbClr val="002060"/>
                                            </a:solidFill>
                                            <a:latin typeface="Cambria Math" panose="02040503050406030204" pitchFamily="18" charset="0"/>
                                            <a:ea typeface="Calibri" panose="020F0502020204030204" pitchFamily="34" charset="0"/>
                                            <a:cs typeface="Shruti" panose="020B0502040204020203" pitchFamily="34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m:rPr>
                                            <m:sty m:val="p"/>
                                          </m:rPr>
                                          <a:rPr lang="en-US" sz="2800">
                                            <a:solidFill>
                                              <a:srgbClr val="002060"/>
                                            </a:solidFill>
                                            <a:latin typeface="Cambria Math" panose="02040503050406030204" pitchFamily="18" charset="0"/>
                                            <a:ea typeface="Calibri" panose="020F0502020204030204" pitchFamily="34" charset="0"/>
                                            <a:cs typeface="Shruti" panose="020B0502040204020203" pitchFamily="34" charset="0"/>
                                          </a:rPr>
                                          <m:t>a</m:t>
                                        </m:r>
                                      </m:e>
                                      <m:sub>
                                        <m:r>
                                          <a:rPr lang="en-US" sz="2800">
                                            <a:solidFill>
                                              <a:srgbClr val="002060"/>
                                            </a:solidFill>
                                            <a:latin typeface="Cambria Math" panose="02040503050406030204" pitchFamily="18" charset="0"/>
                                            <a:ea typeface="Calibri" panose="020F0502020204030204" pitchFamily="34" charset="0"/>
                                            <a:cs typeface="Shruti" panose="020B0502040204020203" pitchFamily="34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</m:e>
                                  <m:e>
                                    <m:r>
                                      <a:rPr lang="en-US" sz="280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Shruti" panose="020B0502040204020203" pitchFamily="34" charset="0"/>
                                      </a:rPr>
                                      <m:t>1</m:t>
                                    </m:r>
                                  </m:e>
                                </m:mr>
                                <m:mr>
                                  <m:e>
                                    <m:r>
                                      <a:rPr lang="en-US" sz="280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Shruti" panose="020B0502040204020203" pitchFamily="34" charset="0"/>
                                      </a:rPr>
                                      <m:t>1</m:t>
                                    </m:r>
                                  </m:e>
                                  <m:e>
                                    <m:sSub>
                                      <m:sSubPr>
                                        <m:ctrlPr>
                                          <a:rPr lang="en-US" sz="2800" i="1">
                                            <a:solidFill>
                                              <a:srgbClr val="002060"/>
                                            </a:solidFill>
                                            <a:latin typeface="Cambria Math" panose="02040503050406030204" pitchFamily="18" charset="0"/>
                                            <a:ea typeface="Calibri" panose="020F0502020204030204" pitchFamily="34" charset="0"/>
                                            <a:cs typeface="Shruti" panose="020B0502040204020203" pitchFamily="34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m:rPr>
                                            <m:sty m:val="p"/>
                                          </m:rPr>
                                          <a:rPr lang="en-US" sz="2800">
                                            <a:solidFill>
                                              <a:srgbClr val="002060"/>
                                            </a:solidFill>
                                            <a:latin typeface="Cambria Math" panose="02040503050406030204" pitchFamily="18" charset="0"/>
                                            <a:ea typeface="Calibri" panose="020F0502020204030204" pitchFamily="34" charset="0"/>
                                            <a:cs typeface="Shruti" panose="020B0502040204020203" pitchFamily="34" charset="0"/>
                                          </a:rPr>
                                          <m:t>b</m:t>
                                        </m:r>
                                      </m:e>
                                      <m:sub>
                                        <m:r>
                                          <a:rPr lang="en-US" sz="2800">
                                            <a:solidFill>
                                              <a:srgbClr val="002060"/>
                                            </a:solidFill>
                                            <a:latin typeface="Cambria Math" panose="02040503050406030204" pitchFamily="18" charset="0"/>
                                            <a:ea typeface="Calibri" panose="020F0502020204030204" pitchFamily="34" charset="0"/>
                                            <a:cs typeface="Shruti" panose="020B0502040204020203" pitchFamily="34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</m:e>
                                </m:mr>
                              </m:m>
                              <m:r>
                                <a:rPr lang="en-US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Shruti" panose="020B0502040204020203" pitchFamily="34" charset="0"/>
                                </a:rPr>
                                <m:t> </m:t>
                              </m:r>
                            </m:e>
                          </m:d>
                          <m: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en-US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Shruti" panose="020B0502040204020203" pitchFamily="34" charset="0"/>
                                </a:rPr>
                              </m:ctrlPr>
                            </m:dPr>
                            <m:e>
                              <m:r>
                                <a:rPr lang="en-US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Shruti" panose="020B0502040204020203" pitchFamily="34" charset="0"/>
                                </a:rPr>
                                <m:t> </m:t>
                              </m:r>
                              <m:m>
                                <m:mPr>
                                  <m:mcs>
                                    <m:mc>
                                      <m:mcPr>
                                        <m:count m:val="2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IN" sz="2800" i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Shruti" panose="020B0502040204020203" pitchFamily="34" charset="0"/>
                                    </a:rPr>
                                  </m:ctrlPr>
                                </m:mPr>
                                <m:mr>
                                  <m:e>
                                    <m:sSub>
                                      <m:sSubPr>
                                        <m:ctrlPr>
                                          <a:rPr lang="en-US" sz="2800" i="1">
                                            <a:solidFill>
                                              <a:srgbClr val="002060"/>
                                            </a:solidFill>
                                            <a:latin typeface="Cambria Math" panose="02040503050406030204" pitchFamily="18" charset="0"/>
                                            <a:ea typeface="Calibri" panose="020F0502020204030204" pitchFamily="34" charset="0"/>
                                            <a:cs typeface="Shruti" panose="020B0502040204020203" pitchFamily="34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m:rPr>
                                            <m:sty m:val="p"/>
                                          </m:rPr>
                                          <a:rPr lang="en-US" sz="2800">
                                            <a:solidFill>
                                              <a:srgbClr val="002060"/>
                                            </a:solidFill>
                                            <a:latin typeface="Cambria Math" panose="02040503050406030204" pitchFamily="18" charset="0"/>
                                            <a:ea typeface="Calibri" panose="020F0502020204030204" pitchFamily="34" charset="0"/>
                                            <a:cs typeface="Shruti" panose="020B0502040204020203" pitchFamily="34" charset="0"/>
                                          </a:rPr>
                                          <m:t>a</m:t>
                                        </m:r>
                                      </m:e>
                                      <m:sub>
                                        <m:r>
                                          <a:rPr lang="en-US" sz="2800">
                                            <a:solidFill>
                                              <a:srgbClr val="002060"/>
                                            </a:solidFill>
                                            <a:latin typeface="Cambria Math" panose="02040503050406030204" pitchFamily="18" charset="0"/>
                                            <a:ea typeface="Calibri" panose="020F0502020204030204" pitchFamily="34" charset="0"/>
                                            <a:cs typeface="Shruti" panose="020B0502040204020203" pitchFamily="34" charset="0"/>
                                          </a:rPr>
                                          <m:t>2</m:t>
                                        </m:r>
                                      </m:sub>
                                    </m:sSub>
                                  </m:e>
                                  <m:e>
                                    <m:r>
                                      <a:rPr lang="en-US" sz="280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Shruti" panose="020B0502040204020203" pitchFamily="34" charset="0"/>
                                      </a:rPr>
                                      <m:t>1</m:t>
                                    </m:r>
                                  </m:e>
                                </m:mr>
                                <m:mr>
                                  <m:e>
                                    <m:r>
                                      <a:rPr lang="en-US" sz="280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Shruti" panose="020B0502040204020203" pitchFamily="34" charset="0"/>
                                      </a:rPr>
                                      <m:t>1</m:t>
                                    </m:r>
                                  </m:e>
                                  <m:e>
                                    <m:sSub>
                                      <m:sSubPr>
                                        <m:ctrlPr>
                                          <a:rPr lang="en-US" sz="2800" i="1">
                                            <a:solidFill>
                                              <a:srgbClr val="002060"/>
                                            </a:solidFill>
                                            <a:latin typeface="Cambria Math" panose="02040503050406030204" pitchFamily="18" charset="0"/>
                                            <a:ea typeface="Calibri" panose="020F0502020204030204" pitchFamily="34" charset="0"/>
                                            <a:cs typeface="Shruti" panose="020B0502040204020203" pitchFamily="34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m:rPr>
                                            <m:sty m:val="p"/>
                                          </m:rPr>
                                          <a:rPr lang="en-US" sz="2800">
                                            <a:solidFill>
                                              <a:srgbClr val="002060"/>
                                            </a:solidFill>
                                            <a:latin typeface="Cambria Math" panose="02040503050406030204" pitchFamily="18" charset="0"/>
                                            <a:ea typeface="Calibri" panose="020F0502020204030204" pitchFamily="34" charset="0"/>
                                            <a:cs typeface="Shruti" panose="020B0502040204020203" pitchFamily="34" charset="0"/>
                                          </a:rPr>
                                          <m:t>b</m:t>
                                        </m:r>
                                      </m:e>
                                      <m:sub>
                                        <m:r>
                                          <a:rPr lang="en-US" sz="2800">
                                            <a:solidFill>
                                              <a:srgbClr val="002060"/>
                                            </a:solidFill>
                                            <a:latin typeface="Cambria Math" panose="02040503050406030204" pitchFamily="18" charset="0"/>
                                            <a:ea typeface="Calibri" panose="020F0502020204030204" pitchFamily="34" charset="0"/>
                                            <a:cs typeface="Shruti" panose="020B0502040204020203" pitchFamily="34" charset="0"/>
                                          </a:rPr>
                                          <m:t>2</m:t>
                                        </m:r>
                                      </m:sub>
                                    </m:sSub>
                                  </m:e>
                                </m:mr>
                              </m:m>
                              <m:r>
                                <a:rPr lang="en-US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Shruti" panose="020B0502040204020203" pitchFamily="34" charset="0"/>
                                </a:rPr>
                                <m:t> </m:t>
                              </m:r>
                            </m:e>
                          </m:d>
                          <m:r>
                            <a:rPr lang="en-US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Shruti" panose="020B0502040204020203" pitchFamily="34" charset="0"/>
                            </a:rPr>
                            <m:t> </m:t>
                          </m:r>
                        </m:e>
                      </m:d>
                      <m:r>
                        <a:rPr lang="en-US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Shruti" panose="020B0502040204020203" pitchFamily="34" charset="0"/>
                            </a:rPr>
                          </m:ctrlPr>
                        </m:dPr>
                        <m:e>
                          <m: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Shruti" panose="020B0502040204020203" pitchFamily="34" charset="0"/>
                            </a:rPr>
                            <m:t> </m:t>
                          </m:r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IN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Shruti" panose="020B0502040204020203" pitchFamily="34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US" sz="2800" i="1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Shruti" panose="020B0502040204020203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sz="280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Shruti" panose="020B0502040204020203" pitchFamily="34" charset="0"/>
                                      </a:rPr>
                                      <m:t>a</m:t>
                                    </m:r>
                                  </m:e>
                                  <m:sub>
                                    <m:r>
                                      <a:rPr lang="en-US" sz="280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Shruti" panose="020B0502040204020203" pitchFamily="34" charset="0"/>
                                      </a:rPr>
                                      <m:t>3</m:t>
                                    </m:r>
                                  </m:sub>
                                </m:sSub>
                              </m:e>
                              <m:e>
                                <m:r>
                                  <a:rPr lang="en-US" sz="280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Shruti" panose="020B0502040204020203" pitchFamily="34" charset="0"/>
                                  </a:rPr>
                                  <m:t>1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280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Shruti" panose="020B0502040204020203" pitchFamily="34" charset="0"/>
                                  </a:rPr>
                                  <m:t>1</m:t>
                                </m:r>
                              </m:e>
                              <m:e>
                                <m:sSub>
                                  <m:sSubPr>
                                    <m:ctrlPr>
                                      <a:rPr lang="en-US" sz="2800" i="1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Shruti" panose="020B0502040204020203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sz="280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Shruti" panose="020B0502040204020203" pitchFamily="34" charset="0"/>
                                      </a:rPr>
                                      <m:t>b</m:t>
                                    </m:r>
                                  </m:e>
                                  <m:sub>
                                    <m:r>
                                      <a:rPr lang="en-US" sz="280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Shruti" panose="020B0502040204020203" pitchFamily="34" charset="0"/>
                                      </a:rPr>
                                      <m:t>3</m:t>
                                    </m:r>
                                  </m:sub>
                                </m:sSub>
                              </m:e>
                            </m:mr>
                          </m:m>
                          <m: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Shruti" panose="020B0502040204020203" pitchFamily="34" charset="0"/>
                            </a:rPr>
                            <m:t> </m:t>
                          </m:r>
                        </m:e>
                      </m:d>
                    </m:oMath>
                  </m:oMathPara>
                </a14:m>
                <a:endParaRPr lang="en-US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16" name="Content Placeholder 4">
                <a:extLst>
                  <a:ext uri="{FF2B5EF4-FFF2-40B4-BE49-F238E27FC236}">
                    <a16:creationId xmlns:a16="http://schemas.microsoft.com/office/drawing/2014/main" id="{E2369E14-FB7F-439F-B8BC-3D00ED9ED33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526815" y="2011576"/>
                <a:ext cx="6440677" cy="1220681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  <a:ln w="12700" cap="flat" cmpd="sng" algn="ctr">
                <a:noFill/>
                <a:prstDash val="solid"/>
                <a:miter lim="800000"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Content Placeholder 4">
                <a:extLst>
                  <a:ext uri="{FF2B5EF4-FFF2-40B4-BE49-F238E27FC236}">
                    <a16:creationId xmlns:a16="http://schemas.microsoft.com/office/drawing/2014/main" id="{E2369E14-FB7F-439F-B8BC-3D00ED9ED33E}"/>
                  </a:ext>
                </a:extLst>
              </p:cNvPr>
              <p:cNvSpPr txBox="1">
                <a:spLocks/>
              </p:cNvSpPr>
              <p:nvPr/>
            </p:nvSpPr>
            <p:spPr>
              <a:xfrm flipH="1">
                <a:off x="5687999" y="4794772"/>
                <a:ext cx="1351493" cy="540000"/>
              </a:xfrm>
              <a:prstGeom prst="rect">
                <a:avLst/>
              </a:prstGeom>
              <a:noFill/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vert="horz" lIns="91440" tIns="45720" rIns="91440" bIns="45720" rtlCol="0" anchor="ctr">
                <a:noAutofit/>
              </a:bodyPr>
              <a:lstStyle>
                <a:lvl1pPr marL="265113" indent="-265113" algn="just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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809625" indent="-352425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lnSpc>
                    <a:spcPct val="115000"/>
                  </a:lnSpc>
                  <a:spcAft>
                    <a:spcPts val="8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……</m:t>
                      </m:r>
                      <m:d>
                        <m:dPr>
                          <m:ctrlPr>
                            <a:rPr lang="en-US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</m:d>
                    </m:oMath>
                  </m:oMathPara>
                </a14:m>
                <a:endParaRPr lang="en-US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22" name="Content Placeholder 4">
                <a:extLst>
                  <a:ext uri="{FF2B5EF4-FFF2-40B4-BE49-F238E27FC236}">
                    <a16:creationId xmlns:a16="http://schemas.microsoft.com/office/drawing/2014/main" id="{E2369E14-FB7F-439F-B8BC-3D00ED9ED33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5687999" y="4794772"/>
                <a:ext cx="1351493" cy="540000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  <a:ln w="12700" cap="flat" cmpd="sng" algn="ctr">
                <a:noFill/>
                <a:prstDash val="solid"/>
                <a:miter lim="800000"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Content Placeholder 4">
                <a:extLst>
                  <a:ext uri="{FF2B5EF4-FFF2-40B4-BE49-F238E27FC236}">
                    <a16:creationId xmlns:a16="http://schemas.microsoft.com/office/drawing/2014/main" id="{E2369E14-FB7F-439F-B8BC-3D00ED9ED33E}"/>
                  </a:ext>
                </a:extLst>
              </p:cNvPr>
              <p:cNvSpPr txBox="1">
                <a:spLocks/>
              </p:cNvSpPr>
              <p:nvPr/>
            </p:nvSpPr>
            <p:spPr>
              <a:xfrm flipH="1">
                <a:off x="526814" y="4456788"/>
                <a:ext cx="5099285" cy="877984"/>
              </a:xfrm>
              <a:prstGeom prst="rect">
                <a:avLst/>
              </a:prstGeom>
              <a:noFill/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vert="horz" lIns="91440" tIns="45720" rIns="91440" bIns="45720" rtlCol="0" anchor="ctr">
                <a:noAutofit/>
              </a:bodyPr>
              <a:lstStyle>
                <a:lvl1pPr marL="265113" indent="-265113" algn="just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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809625" indent="-352425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lnSpc>
                    <a:spcPct val="115000"/>
                  </a:lnSpc>
                  <a:spcAft>
                    <a:spcPts val="8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Shruti" panose="020B0502040204020203" pitchFamily="34" charset="0"/>
                            </a:rPr>
                          </m:ctrlPr>
                        </m:dPr>
                        <m:e>
                          <m: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Shruti" panose="020B0502040204020203" pitchFamily="34" charset="0"/>
                            </a:rPr>
                            <m:t> </m:t>
                          </m:r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IN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Shruti" panose="020B0502040204020203" pitchFamily="34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US" sz="2800" i="1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Shruti" panose="020B0502040204020203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sz="280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Shruti" panose="020B0502040204020203" pitchFamily="34" charset="0"/>
                                      </a:rPr>
                                      <m:t>a</m:t>
                                    </m:r>
                                  </m:e>
                                  <m:sub>
                                    <m:r>
                                      <a:rPr lang="en-US" sz="2800" b="0" i="0" smtClean="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Shruti" panose="020B0502040204020203" pitchFamily="34" charset="0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a:rPr lang="en-US" sz="2800" i="1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Shruti" panose="020B0502040204020203" pitchFamily="34" charset="0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en-US" sz="2800" i="1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Shruti" panose="020B0502040204020203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sz="280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Shruti" panose="020B0502040204020203" pitchFamily="34" charset="0"/>
                                      </a:rPr>
                                      <m:t>a</m:t>
                                    </m:r>
                                  </m:e>
                                  <m:sub>
                                    <m:r>
                                      <a:rPr lang="en-US" sz="280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Shruti" panose="020B0502040204020203" pitchFamily="34" charset="0"/>
                                      </a:rPr>
                                      <m:t>2</m:t>
                                    </m:r>
                                  </m:sub>
                                </m:sSub>
                                <m:r>
                                  <a:rPr lang="en-US" sz="2800" i="1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Shruti" panose="020B0502040204020203" pitchFamily="34" charset="0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en-US" sz="2800" i="1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Shruti" panose="020B0502040204020203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sz="280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Shruti" panose="020B0502040204020203" pitchFamily="34" charset="0"/>
                                      </a:rPr>
                                      <m:t>a</m:t>
                                    </m:r>
                                  </m:e>
                                  <m:sub>
                                    <m:r>
                                      <a:rPr lang="en-US" sz="280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Shruti" panose="020B0502040204020203" pitchFamily="34" charset="0"/>
                                      </a:rPr>
                                      <m:t>3</m:t>
                                    </m:r>
                                  </m:sub>
                                </m:sSub>
                              </m:e>
                              <m:e>
                                <m:r>
                                  <a:rPr lang="en-US" sz="280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Shruti" panose="020B0502040204020203" pitchFamily="34" charset="0"/>
                                  </a:rPr>
                                  <m:t>1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280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Shruti" panose="020B0502040204020203" pitchFamily="34" charset="0"/>
                                  </a:rPr>
                                  <m:t>1</m:t>
                                </m:r>
                              </m:e>
                              <m:e>
                                <m:sSub>
                                  <m:sSubPr>
                                    <m:ctrlPr>
                                      <a:rPr lang="en-US" sz="2800" b="0" i="1" smtClean="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Shruti" panose="020B0502040204020203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sz="2800" b="0" i="0" smtClean="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Shruti" panose="020B0502040204020203" pitchFamily="34" charset="0"/>
                                      </a:rPr>
                                      <m:t>b</m:t>
                                    </m:r>
                                  </m:e>
                                  <m:sub>
                                    <m:r>
                                      <a:rPr lang="en-US" sz="280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Shruti" panose="020B0502040204020203" pitchFamily="34" charset="0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a:rPr lang="en-US" sz="2800" i="1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Shruti" panose="020B0502040204020203" pitchFamily="34" charset="0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en-US" sz="2800" i="1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Shruti" panose="020B0502040204020203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sz="280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Shruti" panose="020B0502040204020203" pitchFamily="34" charset="0"/>
                                      </a:rPr>
                                      <m:t>b</m:t>
                                    </m:r>
                                  </m:e>
                                  <m:sub>
                                    <m:r>
                                      <a:rPr lang="en-US" sz="280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Shruti" panose="020B0502040204020203" pitchFamily="34" charset="0"/>
                                      </a:rPr>
                                      <m:t>2</m:t>
                                    </m:r>
                                  </m:sub>
                                </m:sSub>
                                <m:r>
                                  <a:rPr lang="en-US" sz="2800" i="1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Shruti" panose="020B0502040204020203" pitchFamily="34" charset="0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en-US" sz="2800" i="1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Shruti" panose="020B0502040204020203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sz="280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Shruti" panose="020B0502040204020203" pitchFamily="34" charset="0"/>
                                      </a:rPr>
                                      <m:t>b</m:t>
                                    </m:r>
                                  </m:e>
                                  <m:sub>
                                    <m:r>
                                      <a:rPr lang="en-US" sz="280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Shruti" panose="020B0502040204020203" pitchFamily="34" charset="0"/>
                                      </a:rPr>
                                      <m:t>3</m:t>
                                    </m:r>
                                  </m:sub>
                                </m:sSub>
                              </m:e>
                            </m:mr>
                          </m:m>
                          <m: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Shruti" panose="020B0502040204020203" pitchFamily="34" charset="0"/>
                            </a:rPr>
                            <m:t> </m:t>
                          </m:r>
                        </m:e>
                      </m:d>
                    </m:oMath>
                  </m:oMathPara>
                </a14:m>
                <a:endParaRPr lang="en-US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17" name="Content Placeholder 4">
                <a:extLst>
                  <a:ext uri="{FF2B5EF4-FFF2-40B4-BE49-F238E27FC236}">
                    <a16:creationId xmlns:a16="http://schemas.microsoft.com/office/drawing/2014/main" id="{E2369E14-FB7F-439F-B8BC-3D00ED9ED33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526814" y="4456788"/>
                <a:ext cx="5099285" cy="877984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  <a:ln w="12700" cap="flat" cmpd="sng" algn="ctr">
                <a:noFill/>
                <a:prstDash val="solid"/>
                <a:miter lim="800000"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2" name="Picture 11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7043692" y="2634864"/>
            <a:ext cx="5117017" cy="543399"/>
          </a:xfrm>
          <a:prstGeom prst="rect">
            <a:avLst/>
          </a:prstGeom>
          <a:ln>
            <a:solidFill>
              <a:srgbClr val="FF0000"/>
            </a:solidFill>
          </a:ln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3" name="Content Placeholder 4">
                <a:extLst>
                  <a:ext uri="{FF2B5EF4-FFF2-40B4-BE49-F238E27FC236}">
                    <a16:creationId xmlns:a16="http://schemas.microsoft.com/office/drawing/2014/main" id="{E2369E14-FB7F-439F-B8BC-3D00ED9ED33E}"/>
                  </a:ext>
                </a:extLst>
              </p:cNvPr>
              <p:cNvSpPr txBox="1">
                <a:spLocks/>
              </p:cNvSpPr>
              <p:nvPr/>
            </p:nvSpPr>
            <p:spPr>
              <a:xfrm flipH="1">
                <a:off x="132610" y="5652485"/>
                <a:ext cx="7963640" cy="540000"/>
              </a:xfrm>
              <a:prstGeom prst="rect">
                <a:avLst/>
              </a:prstGeom>
              <a:noFill/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vert="horz" lIns="91440" tIns="45720" rIns="91440" bIns="45720" rtlCol="0" anchor="ctr">
                <a:noAutofit/>
              </a:bodyPr>
              <a:lstStyle>
                <a:lvl1pPr marL="265113" indent="-265113" algn="just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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809625" indent="-352425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lnSpc>
                    <a:spcPct val="115000"/>
                  </a:lnSpc>
                  <a:spcAft>
                    <a:spcPts val="800"/>
                  </a:spcAft>
                  <a:buNone/>
                </a:pPr>
                <a:r>
                  <a:rPr lang="en-US" sz="2800" dirty="0">
                    <a:solidFill>
                      <a:srgbClr val="002060"/>
                    </a:solidFill>
                    <a:latin typeface="+mj-lt"/>
                  </a:rPr>
                  <a:t>So From eq. (1) and (2),  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800" b="0" i="0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u</m:t>
                    </m:r>
                    <m:r>
                      <a:rPr lang="en-US" sz="2800" dirty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+</m:t>
                    </m:r>
                    <m:d>
                      <m:dPr>
                        <m:ctrlPr>
                          <a:rPr lang="en-US" sz="2800" b="0" i="1" dirty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sz="2800" b="0" i="0" dirty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v</m:t>
                        </m:r>
                        <m:r>
                          <a:rPr lang="en-US" sz="2800" dirty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US" sz="2800" b="0" i="0" dirty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w</m:t>
                        </m:r>
                      </m:e>
                    </m:d>
                    <m:r>
                      <a:rPr lang="en-US" sz="2800" dirty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sz="2800" b="0" i="1" dirty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sz="2800" b="0" i="0" dirty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u</m:t>
                        </m:r>
                        <m:r>
                          <a:rPr lang="en-US" sz="2800" dirty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US" sz="2800" b="0" i="0" dirty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v</m:t>
                        </m:r>
                      </m:e>
                    </m:d>
                    <m:r>
                      <a:rPr lang="en-US" sz="2800" dirty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US" sz="2800" b="0" i="0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w</m:t>
                    </m:r>
                  </m:oMath>
                </a14:m>
                <a:endParaRPr lang="en-US" sz="2800" dirty="0">
                  <a:solidFill>
                    <a:srgbClr val="002060"/>
                  </a:solidFill>
                  <a:latin typeface="+mj-lt"/>
                </a:endParaRPr>
              </a:p>
            </p:txBody>
          </p:sp>
        </mc:Choice>
        <mc:Fallback xmlns="">
          <p:sp>
            <p:nvSpPr>
              <p:cNvPr id="13" name="Content Placeholder 4">
                <a:extLst>
                  <a:ext uri="{FF2B5EF4-FFF2-40B4-BE49-F238E27FC236}">
                    <a16:creationId xmlns:a16="http://schemas.microsoft.com/office/drawing/2014/main" id="{E2369E14-FB7F-439F-B8BC-3D00ED9ED33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132610" y="5652485"/>
                <a:ext cx="7963640" cy="540000"/>
              </a:xfrm>
              <a:prstGeom prst="rect">
                <a:avLst/>
              </a:prstGeom>
              <a:blipFill>
                <a:blip r:embed="rId17"/>
                <a:stretch>
                  <a:fillRect l="-1608" t="-10112" b="-29213"/>
                </a:stretch>
              </a:blipFill>
              <a:ln w="12700" cap="flat" cmpd="sng" algn="ctr">
                <a:noFill/>
                <a:prstDash val="solid"/>
                <a:miter lim="800000"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Right Arrow 3">
            <a:extLst>
              <a:ext uri="{FF2B5EF4-FFF2-40B4-BE49-F238E27FC236}">
                <a16:creationId xmlns:a16="http://schemas.microsoft.com/office/drawing/2014/main" id="{1ADCB09A-62C9-4AAA-B7F2-EA9C92148024}"/>
              </a:ext>
            </a:extLst>
          </p:cNvPr>
          <p:cNvSpPr/>
          <p:nvPr/>
        </p:nvSpPr>
        <p:spPr>
          <a:xfrm flipV="1">
            <a:off x="7056391" y="1594027"/>
            <a:ext cx="144000" cy="180000"/>
          </a:xfrm>
          <a:prstGeom prst="rightArrow">
            <a:avLst/>
          </a:prstGeom>
          <a:gradFill>
            <a:gsLst>
              <a:gs pos="10000">
                <a:srgbClr val="0E47A1"/>
              </a:gs>
              <a:gs pos="100000">
                <a:srgbClr val="03A9F5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Wingdings 3" panose="05040102010807070707" pitchFamily="18" charset="2"/>
              <a:buNone/>
            </a:pPr>
            <a:endParaRPr lang="en-IN" sz="2800" dirty="0">
              <a:solidFill>
                <a:schemeClr val="bg1"/>
              </a:solidFill>
            </a:endParaRPr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ADEB8375-F588-4D98-93BB-963E81EE8F15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7034207" y="824757"/>
            <a:ext cx="5132393" cy="17465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61786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/>
      <p:bldP spid="32" grpId="0"/>
      <p:bldP spid="16" grpId="0"/>
      <p:bldP spid="22" grpId="0"/>
      <p:bldP spid="17" grpId="0"/>
      <p:bldP spid="13" grpId="0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ECFC8A-BC0D-5D72-FE99-20313653BC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1" name="Content Placeholder 4">
                <a:extLst>
                  <a:ext uri="{FF2B5EF4-FFF2-40B4-BE49-F238E27FC236}">
                    <a16:creationId xmlns:a16="http://schemas.microsoft.com/office/drawing/2014/main" id="{C2E3A768-B2DD-49B5-A909-9453EEB041E3}"/>
                  </a:ext>
                </a:extLst>
              </p:cNvPr>
              <p:cNvSpPr txBox="1">
                <a:spLocks/>
              </p:cNvSpPr>
              <p:nvPr/>
            </p:nvSpPr>
            <p:spPr>
              <a:xfrm flipH="1">
                <a:off x="-1" y="865206"/>
                <a:ext cx="5499100" cy="540000"/>
              </a:xfrm>
              <a:prstGeom prst="rect">
                <a:avLst/>
              </a:prstGeom>
              <a:gradFill>
                <a:gsLst>
                  <a:gs pos="10000">
                    <a:srgbClr val="0E47A1"/>
                  </a:gs>
                  <a:gs pos="100000">
                    <a:srgbClr val="03A9F5"/>
                  </a:gs>
                </a:gsLst>
                <a:lin ang="10800000" scaled="1"/>
              </a:gradFill>
              <a:ln>
                <a:noFill/>
              </a:ln>
            </p:spPr>
            <p:txBody>
              <a:bodyPr vert="horz" wrap="square" lIns="91440" tIns="45720" rIns="91440" bIns="45720" numCol="1" anchor="ctr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algn="ctr">
                  <a:defRPr sz="2800">
                    <a:solidFill>
                      <a:schemeClr val="bg1"/>
                    </a:solidFill>
                  </a:defRPr>
                </a:lvl1pPr>
                <a:lvl2pPr>
                  <a:defRPr>
                    <a:solidFill>
                      <a:schemeClr val="tx1"/>
                    </a:solidFill>
                  </a:defRPr>
                </a:lvl2pPr>
                <a:lvl3pPr>
                  <a:defRPr>
                    <a:solidFill>
                      <a:schemeClr val="tx1"/>
                    </a:solidFill>
                  </a:defRPr>
                </a:lvl3pPr>
                <a:lvl4pPr>
                  <a:defRPr>
                    <a:solidFill>
                      <a:schemeClr val="tx1"/>
                    </a:solidFill>
                  </a:defRPr>
                </a:lvl4pPr>
                <a:lvl5pPr>
                  <a:defRPr>
                    <a:solidFill>
                      <a:schemeClr val="tx1"/>
                    </a:solidFill>
                  </a:defRPr>
                </a:lvl5pPr>
                <a:lvl6pPr>
                  <a:defRPr>
                    <a:solidFill>
                      <a:schemeClr val="tx1"/>
                    </a:solidFill>
                  </a:defRPr>
                </a:lvl6pPr>
                <a:lvl7pPr>
                  <a:defRPr>
                    <a:solidFill>
                      <a:schemeClr val="tx1"/>
                    </a:solidFill>
                  </a:defRPr>
                </a:lvl7pPr>
                <a:lvl8pPr>
                  <a:defRPr>
                    <a:solidFill>
                      <a:schemeClr val="tx1"/>
                    </a:solidFill>
                  </a:defRPr>
                </a:lvl8pPr>
                <a:lvl9pPr>
                  <a:defRPr>
                    <a:solidFill>
                      <a:schemeClr val="tx1"/>
                    </a:solidFill>
                  </a:defRPr>
                </a:lvl9pPr>
              </a:lstStyle>
              <a:p>
                <a:pPr algn="l"/>
                <a:r>
                  <a:rPr lang="en-US" b="1" dirty="0"/>
                  <a:t>Axiom 4: </a:t>
                </a:r>
                <a14:m>
                  <m:oMath xmlns:m="http://schemas.openxmlformats.org/officeDocument/2006/math">
                    <m:r>
                      <a:rPr lang="en-US" b="1" i="0" dirty="0" smtClean="0">
                        <a:latin typeface="Cambria Math" panose="02040503050406030204" pitchFamily="18" charset="0"/>
                      </a:rPr>
                      <m:t>𝐮</m:t>
                    </m:r>
                    <m:r>
                      <a:rPr lang="en-US" b="1" i="0" dirty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1" i="0" dirty="0" smtClean="0">
                        <a:latin typeface="Cambria Math" panose="02040503050406030204" pitchFamily="18" charset="0"/>
                      </a:rPr>
                      <m:t>𝐞</m:t>
                    </m:r>
                    <m:r>
                      <a:rPr lang="en-US" b="1" i="0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1" i="0" dirty="0" smtClean="0">
                        <a:latin typeface="Cambria Math" panose="02040503050406030204" pitchFamily="18" charset="0"/>
                      </a:rPr>
                      <m:t>𝐮</m:t>
                    </m:r>
                  </m:oMath>
                </a14:m>
                <a:endParaRPr lang="en-US" b="1" dirty="0"/>
              </a:p>
            </p:txBody>
          </p:sp>
        </mc:Choice>
        <mc:Fallback xmlns="">
          <p:sp>
            <p:nvSpPr>
              <p:cNvPr id="21" name="Content Placeholder 4">
                <a:extLst>
                  <a:ext uri="{FF2B5EF4-FFF2-40B4-BE49-F238E27FC236}">
                    <a16:creationId xmlns:a16="http://schemas.microsoft.com/office/drawing/2014/main" id="{C2E3A768-B2DD-49B5-A909-9453EEB041E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-1" y="865206"/>
                <a:ext cx="5499100" cy="540000"/>
              </a:xfrm>
              <a:prstGeom prst="rect">
                <a:avLst/>
              </a:prstGeom>
              <a:blipFill>
                <a:blip r:embed="rId2"/>
                <a:stretch>
                  <a:fillRect l="-2217" t="-10112" b="-29213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FDFDD70C-3AAE-183B-5AED-36C59E3E9B77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IN" dirty="0"/>
                  <a:t>Method:1 </a:t>
                </a:r>
                <a14:m>
                  <m:oMath xmlns:m="http://schemas.openxmlformats.org/officeDocument/2006/math">
                    <m:r>
                      <a:rPr lang="en-I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⇝</m:t>
                    </m:r>
                  </m:oMath>
                </a14:m>
                <a:r>
                  <a:rPr lang="en-IN" dirty="0"/>
                  <a:t> Example:13(continue)</a:t>
                </a:r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FDFDD70C-3AAE-183B-5AED-36C59E3E9B7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3"/>
                <a:stretch>
                  <a:fillRect l="-400" t="-8547" b="-1965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Content Placeholder 4">
                <a:extLst>
                  <a:ext uri="{FF2B5EF4-FFF2-40B4-BE49-F238E27FC236}">
                    <a16:creationId xmlns:a16="http://schemas.microsoft.com/office/drawing/2014/main" id="{E2369E14-FB7F-439F-B8BC-3D00ED9ED33E}"/>
                  </a:ext>
                </a:extLst>
              </p:cNvPr>
              <p:cNvSpPr txBox="1">
                <a:spLocks/>
              </p:cNvSpPr>
              <p:nvPr/>
            </p:nvSpPr>
            <p:spPr>
              <a:xfrm flipH="1">
                <a:off x="132604" y="1425199"/>
                <a:ext cx="6420593" cy="1049749"/>
              </a:xfrm>
              <a:prstGeom prst="rect">
                <a:avLst/>
              </a:prstGeom>
              <a:noFill/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vert="horz" lIns="91440" tIns="45720" rIns="91440" bIns="45720" rtlCol="0" anchor="ctr">
                <a:noAutofit/>
              </a:bodyPr>
              <a:lstStyle>
                <a:lvl1pPr marL="265113" indent="-265113" algn="just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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809625" indent="-352425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lnSpc>
                    <a:spcPct val="115000"/>
                  </a:lnSpc>
                  <a:spcAft>
                    <a:spcPts val="800"/>
                  </a:spcAft>
                  <a:buNone/>
                </a:pPr>
                <a:r>
                  <a:rPr lang="en-US" sz="2800" dirty="0">
                    <a:solidFill>
                      <a:srgbClr val="002060"/>
                    </a:solidFill>
                    <a:latin typeface="+mj-lt"/>
                  </a:rPr>
                  <a:t>Let,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800" b="0" i="0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e</m:t>
                    </m:r>
                    <m:r>
                      <a:rPr lang="en-US" sz="2800" b="0" i="0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Shruti" panose="020B0502040204020203" pitchFamily="34" charset="0"/>
                          </a:rPr>
                        </m:ctrlPr>
                      </m:dPr>
                      <m:e>
                        <m:r>
                          <a:rPr lang="en-US" sz="2800" i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Shruti" panose="020B0502040204020203" pitchFamily="34" charset="0"/>
                          </a:rPr>
                          <m:t> </m:t>
                        </m:r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IN" sz="280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Shruti" panose="020B0502040204020203" pitchFamily="34" charset="0"/>
                              </a:rPr>
                            </m:ctrlPr>
                          </m:mPr>
                          <m:mr>
                            <m:e>
                              <m:sSup>
                                <m:sSupPr>
                                  <m:ctrlPr>
                                    <a:rPr lang="en-US" sz="2800" b="0" i="1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Shruti" panose="020B0502040204020203" pitchFamily="34" charset="0"/>
                                    </a:rPr>
                                  </m:ctrlPr>
                                </m:s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sz="2800" b="0" i="0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Shruti" panose="020B0502040204020203" pitchFamily="34" charset="0"/>
                                    </a:rPr>
                                    <m:t>a</m:t>
                                  </m:r>
                                </m:e>
                                <m:sup>
                                  <m:r>
                                    <a:rPr lang="en-US" sz="2800" b="0" i="0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Shruti" panose="020B0502040204020203" pitchFamily="34" charset="0"/>
                                    </a:rPr>
                                    <m:t>′</m:t>
                                  </m:r>
                                </m:sup>
                              </m:sSup>
                            </m:e>
                            <m:e>
                              <m:r>
                                <a:rPr lang="en-US" sz="280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Shruti" panose="020B0502040204020203" pitchFamily="34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lang="en-US" sz="280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Shruti" panose="020B0502040204020203" pitchFamily="34" charset="0"/>
                                </a:rPr>
                                <m:t>1</m:t>
                              </m:r>
                            </m:e>
                            <m:e>
                              <m:sSup>
                                <m:sSupPr>
                                  <m:ctrlPr>
                                    <a:rPr lang="en-US" sz="2800" b="0" i="1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Shruti" panose="020B0502040204020203" pitchFamily="34" charset="0"/>
                                    </a:rPr>
                                  </m:ctrlPr>
                                </m:s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sz="2800" b="0" i="0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Shruti" panose="020B0502040204020203" pitchFamily="34" charset="0"/>
                                    </a:rPr>
                                    <m:t>b</m:t>
                                  </m:r>
                                </m:e>
                                <m:sup>
                                  <m:r>
                                    <a:rPr lang="en-US" sz="2800" i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Shruti" panose="020B0502040204020203" pitchFamily="34" charset="0"/>
                                    </a:rPr>
                                    <m:t>′</m:t>
                                  </m:r>
                                </m:sup>
                              </m:sSup>
                            </m:e>
                          </m:mr>
                        </m:m>
                        <m:r>
                          <a:rPr lang="en-US" sz="2800" i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Shruti" panose="020B0502040204020203" pitchFamily="34" charset="0"/>
                          </a:rPr>
                          <m:t> </m:t>
                        </m:r>
                      </m:e>
                    </m:d>
                    <m:r>
                      <a:rPr lang="en-US" sz="2800" i="0" dirty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US" sz="2800" b="0" i="0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V</m:t>
                    </m:r>
                  </m:oMath>
                </a14:m>
                <a:r>
                  <a:rPr lang="en-US" sz="2800" dirty="0">
                    <a:solidFill>
                      <a:srgbClr val="002060"/>
                    </a:solidFill>
                    <a:latin typeface="+mj-lt"/>
                  </a:rPr>
                  <a:t> such that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800" b="0" i="0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u</m:t>
                    </m:r>
                    <m:r>
                      <a:rPr lang="en-US" sz="2800" i="0" dirty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US" sz="2800" b="0" i="0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e</m:t>
                    </m:r>
                    <m:r>
                      <a:rPr lang="en-US" sz="2800" i="0" dirty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sz="2800" b="0" i="0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u</m:t>
                    </m:r>
                  </m:oMath>
                </a14:m>
                <a:r>
                  <a:rPr lang="en-US" sz="2800" dirty="0">
                    <a:solidFill>
                      <a:srgbClr val="002060"/>
                    </a:solidFill>
                    <a:latin typeface="+mj-lt"/>
                  </a:rPr>
                  <a:t>. </a:t>
                </a:r>
              </a:p>
            </p:txBody>
          </p:sp>
        </mc:Choice>
        <mc:Fallback xmlns="">
          <p:sp>
            <p:nvSpPr>
              <p:cNvPr id="26" name="Content Placeholder 4">
                <a:extLst>
                  <a:ext uri="{FF2B5EF4-FFF2-40B4-BE49-F238E27FC236}">
                    <a16:creationId xmlns:a16="http://schemas.microsoft.com/office/drawing/2014/main" id="{E2369E14-FB7F-439F-B8BC-3D00ED9ED33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132604" y="1425199"/>
                <a:ext cx="6420593" cy="1049749"/>
              </a:xfrm>
              <a:prstGeom prst="rect">
                <a:avLst/>
              </a:prstGeom>
              <a:blipFill>
                <a:blip r:embed="rId4"/>
                <a:stretch>
                  <a:fillRect l="-1994" r="-1614"/>
                </a:stretch>
              </a:blipFill>
              <a:ln w="12700" cap="flat" cmpd="sng" algn="ctr">
                <a:noFill/>
                <a:prstDash val="solid"/>
                <a:miter lim="800000"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Content Placeholder 4">
                <a:extLst>
                  <a:ext uri="{FF2B5EF4-FFF2-40B4-BE49-F238E27FC236}">
                    <a16:creationId xmlns:a16="http://schemas.microsoft.com/office/drawing/2014/main" id="{E2369E14-FB7F-439F-B8BC-3D00ED9ED33E}"/>
                  </a:ext>
                </a:extLst>
              </p:cNvPr>
              <p:cNvSpPr txBox="1">
                <a:spLocks/>
              </p:cNvSpPr>
              <p:nvPr/>
            </p:nvSpPr>
            <p:spPr>
              <a:xfrm flipH="1">
                <a:off x="269156" y="3188946"/>
                <a:ext cx="5826844" cy="902541"/>
              </a:xfrm>
              <a:prstGeom prst="rect">
                <a:avLst/>
              </a:prstGeom>
              <a:noFill/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vert="horz" lIns="91440" tIns="45720" rIns="91440" bIns="45720" rtlCol="0" anchor="ctr">
                <a:noAutofit/>
              </a:bodyPr>
              <a:lstStyle>
                <a:lvl1pPr marL="265113" indent="-265113" algn="just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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809625" indent="-352425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lnSpc>
                    <a:spcPct val="115000"/>
                  </a:lnSpc>
                  <a:spcAft>
                    <a:spcPts val="8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i="0" dirty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⇒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Shruti" panose="020B0502040204020203" pitchFamily="34" charset="0"/>
                            </a:rPr>
                          </m:ctrlPr>
                        </m:dPr>
                        <m:e>
                          <m: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Shruti" panose="020B0502040204020203" pitchFamily="34" charset="0"/>
                            </a:rPr>
                            <m:t> </m:t>
                          </m:r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IN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Shruti" panose="020B0502040204020203" pitchFamily="34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US" sz="2800" i="1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Shruti" panose="020B0502040204020203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sz="280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Shruti" panose="020B0502040204020203" pitchFamily="34" charset="0"/>
                                      </a:rPr>
                                      <m:t>a</m:t>
                                    </m:r>
                                  </m:e>
                                  <m:sub>
                                    <m:r>
                                      <a:rPr lang="en-US" sz="280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Shruti" panose="020B0502040204020203" pitchFamily="34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  <m:e>
                                <m:r>
                                  <a:rPr lang="en-US" sz="280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Shruti" panose="020B0502040204020203" pitchFamily="34" charset="0"/>
                                  </a:rPr>
                                  <m:t>1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280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Shruti" panose="020B0502040204020203" pitchFamily="34" charset="0"/>
                                  </a:rPr>
                                  <m:t>1</m:t>
                                </m:r>
                              </m:e>
                              <m:e>
                                <m:sSub>
                                  <m:sSubPr>
                                    <m:ctrlPr>
                                      <a:rPr lang="en-US" sz="2800" i="1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Shruti" panose="020B0502040204020203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sz="280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Shruti" panose="020B0502040204020203" pitchFamily="34" charset="0"/>
                                      </a:rPr>
                                      <m:t>b</m:t>
                                    </m:r>
                                  </m:e>
                                  <m:sub>
                                    <m:r>
                                      <a:rPr lang="en-US" sz="280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Shruti" panose="020B0502040204020203" pitchFamily="34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</m:mr>
                          </m:m>
                          <m: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Shruti" panose="020B0502040204020203" pitchFamily="34" charset="0"/>
                            </a:rPr>
                            <m:t> </m:t>
                          </m:r>
                        </m:e>
                      </m:d>
                      <m:r>
                        <a:rPr lang="en-US" sz="2800" i="0" dirty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Shruti" panose="020B0502040204020203" pitchFamily="34" charset="0"/>
                            </a:rPr>
                          </m:ctrlPr>
                        </m:dPr>
                        <m:e>
                          <m: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Shruti" panose="020B0502040204020203" pitchFamily="34" charset="0"/>
                            </a:rPr>
                            <m:t> </m:t>
                          </m:r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IN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Shruti" panose="020B0502040204020203" pitchFamily="34" charset="0"/>
                                </a:rPr>
                              </m:ctrlPr>
                            </m:mPr>
                            <m:mr>
                              <m:e>
                                <m:sSup>
                                  <m:sSupPr>
                                    <m:ctrlPr>
                                      <a:rPr lang="en-US" sz="2800" i="1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Shruti" panose="020B0502040204020203" pitchFamily="34" charset="0"/>
                                      </a:rPr>
                                    </m:ctrlPr>
                                  </m:sSup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sz="280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Shruti" panose="020B0502040204020203" pitchFamily="34" charset="0"/>
                                      </a:rPr>
                                      <m:t>a</m:t>
                                    </m:r>
                                  </m:e>
                                  <m:sup>
                                    <m:r>
                                      <a:rPr lang="en-US" sz="280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Shruti" panose="020B0502040204020203" pitchFamily="34" charset="0"/>
                                      </a:rPr>
                                      <m:t>′</m:t>
                                    </m:r>
                                  </m:sup>
                                </m:sSup>
                              </m:e>
                              <m:e>
                                <m:r>
                                  <a:rPr lang="en-US" sz="280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Shruti" panose="020B0502040204020203" pitchFamily="34" charset="0"/>
                                  </a:rPr>
                                  <m:t>1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280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Shruti" panose="020B0502040204020203" pitchFamily="34" charset="0"/>
                                  </a:rPr>
                                  <m:t>1</m:t>
                                </m:r>
                              </m:e>
                              <m:e>
                                <m:sSup>
                                  <m:sSupPr>
                                    <m:ctrlPr>
                                      <a:rPr lang="en-US" sz="2800" i="1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Shruti" panose="020B0502040204020203" pitchFamily="34" charset="0"/>
                                      </a:rPr>
                                    </m:ctrlPr>
                                  </m:sSup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sz="280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Shruti" panose="020B0502040204020203" pitchFamily="34" charset="0"/>
                                      </a:rPr>
                                      <m:t>b</m:t>
                                    </m:r>
                                  </m:e>
                                  <m:sup>
                                    <m:r>
                                      <a:rPr lang="en-US" sz="280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Shruti" panose="020B0502040204020203" pitchFamily="34" charset="0"/>
                                      </a:rPr>
                                      <m:t>′</m:t>
                                    </m:r>
                                  </m:sup>
                                </m:sSup>
                              </m:e>
                            </m:mr>
                          </m:m>
                          <m: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Shruti" panose="020B0502040204020203" pitchFamily="34" charset="0"/>
                            </a:rPr>
                            <m:t> </m:t>
                          </m:r>
                        </m:e>
                      </m:d>
                      <m:r>
                        <a:rPr lang="en-US" sz="2800" i="0" dirty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Shruti" panose="020B0502040204020203" pitchFamily="34" charset="0"/>
                            </a:rPr>
                          </m:ctrlPr>
                        </m:dPr>
                        <m:e>
                          <m: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Shruti" panose="020B0502040204020203" pitchFamily="34" charset="0"/>
                            </a:rPr>
                            <m:t> </m:t>
                          </m:r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IN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Shruti" panose="020B0502040204020203" pitchFamily="34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US" sz="2800" i="1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Shruti" panose="020B0502040204020203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sz="280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Shruti" panose="020B0502040204020203" pitchFamily="34" charset="0"/>
                                      </a:rPr>
                                      <m:t>a</m:t>
                                    </m:r>
                                  </m:e>
                                  <m:sub>
                                    <m:r>
                                      <a:rPr lang="en-US" sz="280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Shruti" panose="020B0502040204020203" pitchFamily="34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  <m:e>
                                <m:r>
                                  <a:rPr lang="en-US" sz="280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Shruti" panose="020B0502040204020203" pitchFamily="34" charset="0"/>
                                  </a:rPr>
                                  <m:t>1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280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Shruti" panose="020B0502040204020203" pitchFamily="34" charset="0"/>
                                  </a:rPr>
                                  <m:t>1</m:t>
                                </m:r>
                              </m:e>
                              <m:e>
                                <m:sSub>
                                  <m:sSubPr>
                                    <m:ctrlPr>
                                      <a:rPr lang="en-US" sz="2800" i="1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Shruti" panose="020B0502040204020203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sz="280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Shruti" panose="020B0502040204020203" pitchFamily="34" charset="0"/>
                                      </a:rPr>
                                      <m:t>b</m:t>
                                    </m:r>
                                  </m:e>
                                  <m:sub>
                                    <m:r>
                                      <a:rPr lang="en-US" sz="280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Shruti" panose="020B0502040204020203" pitchFamily="34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</m:mr>
                          </m:m>
                          <m: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Shruti" panose="020B0502040204020203" pitchFamily="34" charset="0"/>
                            </a:rPr>
                            <m:t> </m:t>
                          </m:r>
                        </m:e>
                      </m:d>
                    </m:oMath>
                  </m:oMathPara>
                </a14:m>
                <a:endParaRPr lang="en-US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32" name="Content Placeholder 4">
                <a:extLst>
                  <a:ext uri="{FF2B5EF4-FFF2-40B4-BE49-F238E27FC236}">
                    <a16:creationId xmlns:a16="http://schemas.microsoft.com/office/drawing/2014/main" id="{E2369E14-FB7F-439F-B8BC-3D00ED9ED33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269156" y="3188946"/>
                <a:ext cx="5826844" cy="902541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ln w="12700" cap="flat" cmpd="sng" algn="ctr">
                <a:noFill/>
                <a:prstDash val="solid"/>
                <a:miter lim="800000"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Content Placeholder 4">
                <a:extLst>
                  <a:ext uri="{FF2B5EF4-FFF2-40B4-BE49-F238E27FC236}">
                    <a16:creationId xmlns:a16="http://schemas.microsoft.com/office/drawing/2014/main" id="{E2369E14-FB7F-439F-B8BC-3D00ED9ED33E}"/>
                  </a:ext>
                </a:extLst>
              </p:cNvPr>
              <p:cNvSpPr txBox="1">
                <a:spLocks/>
              </p:cNvSpPr>
              <p:nvPr/>
            </p:nvSpPr>
            <p:spPr>
              <a:xfrm flipH="1">
                <a:off x="132604" y="2563849"/>
                <a:ext cx="2813688" cy="540000"/>
              </a:xfrm>
              <a:prstGeom prst="rect">
                <a:avLst/>
              </a:prstGeom>
              <a:noFill/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vert="horz" lIns="91440" tIns="45720" rIns="91440" bIns="45720" rtlCol="0" anchor="ctr">
                <a:noAutofit/>
              </a:bodyPr>
              <a:lstStyle>
                <a:lvl1pPr marL="265113" indent="-265113" algn="just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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809625" indent="-352425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lnSpc>
                    <a:spcPct val="115000"/>
                  </a:lnSpc>
                  <a:spcAft>
                    <a:spcPts val="800"/>
                  </a:spcAft>
                  <a:buNone/>
                </a:pPr>
                <a:r>
                  <a:rPr lang="en-US" sz="2800" dirty="0">
                    <a:solidFill>
                      <a:srgbClr val="002060"/>
                    </a:solidFill>
                    <a:latin typeface="+mj-lt"/>
                  </a:rPr>
                  <a:t>Now,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800" b="0" i="0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u</m:t>
                    </m:r>
                    <m:r>
                      <a:rPr lang="en-US" sz="2800" dirty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US" sz="2800" b="0" i="0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e</m:t>
                    </m:r>
                    <m:r>
                      <a:rPr lang="en-US" sz="2800" dirty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sz="2800" b="0" i="0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u</m:t>
                    </m:r>
                  </m:oMath>
                </a14:m>
                <a:endParaRPr lang="en-US" sz="2800" dirty="0">
                  <a:solidFill>
                    <a:srgbClr val="002060"/>
                  </a:solidFill>
                  <a:latin typeface="+mj-lt"/>
                </a:endParaRPr>
              </a:p>
            </p:txBody>
          </p:sp>
        </mc:Choice>
        <mc:Fallback xmlns="">
          <p:sp>
            <p:nvSpPr>
              <p:cNvPr id="16" name="Content Placeholder 4">
                <a:extLst>
                  <a:ext uri="{FF2B5EF4-FFF2-40B4-BE49-F238E27FC236}">
                    <a16:creationId xmlns:a16="http://schemas.microsoft.com/office/drawing/2014/main" id="{E2369E14-FB7F-439F-B8BC-3D00ED9ED33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132604" y="2563849"/>
                <a:ext cx="2813688" cy="540000"/>
              </a:xfrm>
              <a:prstGeom prst="rect">
                <a:avLst/>
              </a:prstGeom>
              <a:blipFill>
                <a:blip r:embed="rId7"/>
                <a:stretch>
                  <a:fillRect l="-4555" t="-10227" b="-29545"/>
                </a:stretch>
              </a:blipFill>
              <a:ln w="12700" cap="flat" cmpd="sng" algn="ctr">
                <a:noFill/>
                <a:prstDash val="solid"/>
                <a:miter lim="800000"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Content Placeholder 4">
                <a:extLst>
                  <a:ext uri="{FF2B5EF4-FFF2-40B4-BE49-F238E27FC236}">
                    <a16:creationId xmlns:a16="http://schemas.microsoft.com/office/drawing/2014/main" id="{E2369E14-FB7F-439F-B8BC-3D00ED9ED33E}"/>
                  </a:ext>
                </a:extLst>
              </p:cNvPr>
              <p:cNvSpPr txBox="1">
                <a:spLocks/>
              </p:cNvSpPr>
              <p:nvPr/>
            </p:nvSpPr>
            <p:spPr>
              <a:xfrm flipH="1">
                <a:off x="7248565" y="3103660"/>
                <a:ext cx="4688583" cy="1326830"/>
              </a:xfrm>
              <a:prstGeom prst="rect">
                <a:avLst/>
              </a:prstGeom>
              <a:noFill/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vert="horz" lIns="91440" tIns="45720" rIns="91440" bIns="45720" rtlCol="0" anchor="ctr">
                <a:noAutofit/>
              </a:bodyPr>
              <a:lstStyle>
                <a:lvl1pPr marL="265113" indent="-265113" algn="just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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809625" indent="-352425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lnSpc>
                    <a:spcPct val="150000"/>
                  </a:lnSpc>
                  <a:spcAft>
                    <a:spcPts val="800"/>
                  </a:spcAft>
                  <a:buNone/>
                </a:pPr>
                <a:r>
                  <a:rPr lang="en-US" sz="2800" dirty="0">
                    <a:solidFill>
                      <a:srgbClr val="002060"/>
                    </a:solidFill>
                    <a:latin typeface="+mj-lt"/>
                  </a:rPr>
                  <a:t>So,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sz="28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Shruti" panose="020B0502040204020203" pitchFamily="34" charset="0"/>
                          </a:rPr>
                        </m:ctrlPr>
                      </m:dPr>
                      <m:e>
                        <m:r>
                          <a:rPr lang="en-US" sz="2800" b="1" i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Shruti" panose="020B0502040204020203" pitchFamily="34" charset="0"/>
                          </a:rPr>
                          <m:t> </m:t>
                        </m:r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IN" sz="2800" b="1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Shruti" panose="020B0502040204020203" pitchFamily="34" charset="0"/>
                              </a:rPr>
                            </m:ctrlPr>
                          </m:mPr>
                          <m:mr>
                            <m:e>
                              <m:sSup>
                                <m:sSupPr>
                                  <m:ctrlPr>
                                    <a:rPr lang="en-US" sz="2800" b="1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Shruti" panose="020B0502040204020203" pitchFamily="34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800" b="1" i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Shruti" panose="020B0502040204020203" pitchFamily="34" charset="0"/>
                                    </a:rPr>
                                    <m:t>𝐚</m:t>
                                  </m:r>
                                </m:e>
                                <m:sup>
                                  <m:r>
                                    <a:rPr lang="en-US" sz="2800" b="1" i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Shruti" panose="020B0502040204020203" pitchFamily="34" charset="0"/>
                                    </a:rPr>
                                    <m:t>′</m:t>
                                  </m:r>
                                </m:sup>
                              </m:sSup>
                            </m:e>
                            <m:e>
                              <m:r>
                                <a:rPr lang="en-US" sz="2800" b="1" i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Shruti" panose="020B0502040204020203" pitchFamily="34" charset="0"/>
                                </a:rPr>
                                <m:t>𝟏</m:t>
                              </m:r>
                            </m:e>
                          </m:mr>
                          <m:mr>
                            <m:e>
                              <m:r>
                                <a:rPr lang="en-US" sz="2800" b="1" i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Shruti" panose="020B0502040204020203" pitchFamily="34" charset="0"/>
                                </a:rPr>
                                <m:t>𝟏</m:t>
                              </m:r>
                            </m:e>
                            <m:e>
                              <m:sSup>
                                <m:sSupPr>
                                  <m:ctrlPr>
                                    <a:rPr lang="en-US" sz="2800" b="1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Shruti" panose="020B0502040204020203" pitchFamily="34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800" b="1" i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Shruti" panose="020B0502040204020203" pitchFamily="34" charset="0"/>
                                    </a:rPr>
                                    <m:t>𝐛</m:t>
                                  </m:r>
                                </m:e>
                                <m:sup>
                                  <m:r>
                                    <a:rPr lang="en-US" sz="2800" b="1" i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Shruti" panose="020B0502040204020203" pitchFamily="34" charset="0"/>
                                    </a:rPr>
                                    <m:t>′</m:t>
                                  </m:r>
                                </m:sup>
                              </m:sSup>
                            </m:e>
                          </m:mr>
                        </m:m>
                        <m:r>
                          <a:rPr lang="en-US" sz="2800" b="1" i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Shruti" panose="020B0502040204020203" pitchFamily="34" charset="0"/>
                          </a:rPr>
                          <m:t> </m:t>
                        </m:r>
                      </m:e>
                    </m:d>
                    <m:r>
                      <a:rPr lang="en-US" sz="2800" b="1" i="0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sz="28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Shruti" panose="020B0502040204020203" pitchFamily="34" charset="0"/>
                          </a:rPr>
                        </m:ctrlPr>
                      </m:dPr>
                      <m:e>
                        <m:r>
                          <a:rPr lang="en-US" sz="2800" b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Shruti" panose="020B0502040204020203" pitchFamily="34" charset="0"/>
                          </a:rPr>
                          <m:t> </m:t>
                        </m:r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IN" sz="28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Shruti" panose="020B0502040204020203" pitchFamily="34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US" sz="2800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Shruti" panose="020B0502040204020203" pitchFamily="34" charset="0"/>
                                </a:rPr>
                                <m:t>𝟎</m:t>
                              </m:r>
                            </m:e>
                            <m:e>
                              <m:r>
                                <a:rPr lang="en-US" sz="2800" b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Shruti" panose="020B0502040204020203" pitchFamily="34" charset="0"/>
                                </a:rPr>
                                <m:t>𝟏</m:t>
                              </m:r>
                            </m:e>
                          </m:mr>
                          <m:mr>
                            <m:e>
                              <m:r>
                                <a:rPr lang="en-US" sz="2800" b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Shruti" panose="020B0502040204020203" pitchFamily="34" charset="0"/>
                                </a:rPr>
                                <m:t>𝟏</m:t>
                              </m:r>
                            </m:e>
                            <m:e>
                              <m:r>
                                <a:rPr lang="en-US" sz="2800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Shruti" panose="020B0502040204020203" pitchFamily="34" charset="0"/>
                                </a:rPr>
                                <m:t>𝟎</m:t>
                              </m:r>
                            </m:e>
                          </m:mr>
                        </m:m>
                        <m:r>
                          <a:rPr lang="en-US" sz="2800" b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Shruti" panose="020B0502040204020203" pitchFamily="34" charset="0"/>
                          </a:rPr>
                          <m:t> </m:t>
                        </m:r>
                      </m:e>
                    </m:d>
                  </m:oMath>
                </a14:m>
                <a:r>
                  <a:rPr lang="en-US" sz="2800" dirty="0">
                    <a:solidFill>
                      <a:srgbClr val="002060"/>
                    </a:solidFill>
                    <a:latin typeface="+mj-lt"/>
                  </a:rPr>
                  <a:t> is the identity element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V</m:t>
                    </m:r>
                  </m:oMath>
                </a14:m>
                <a:r>
                  <a:rPr lang="en-US" sz="2800" dirty="0">
                    <a:solidFill>
                      <a:srgbClr val="002060"/>
                    </a:solidFill>
                    <a:latin typeface="+mj-lt"/>
                  </a:rPr>
                  <a:t>.</a:t>
                </a:r>
              </a:p>
            </p:txBody>
          </p:sp>
        </mc:Choice>
        <mc:Fallback xmlns="">
          <p:sp>
            <p:nvSpPr>
              <p:cNvPr id="18" name="Content Placeholder 4">
                <a:extLst>
                  <a:ext uri="{FF2B5EF4-FFF2-40B4-BE49-F238E27FC236}">
                    <a16:creationId xmlns:a16="http://schemas.microsoft.com/office/drawing/2014/main" id="{E2369E14-FB7F-439F-B8BC-3D00ED9ED33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7248565" y="3103660"/>
                <a:ext cx="4688583" cy="1326830"/>
              </a:xfrm>
              <a:prstGeom prst="rect">
                <a:avLst/>
              </a:prstGeom>
              <a:blipFill>
                <a:blip r:embed="rId8"/>
                <a:stretch>
                  <a:fillRect l="-2601" r="-2731" b="-30734"/>
                </a:stretch>
              </a:blipFill>
              <a:ln w="12700" cap="flat" cmpd="sng" algn="ctr">
                <a:noFill/>
                <a:prstDash val="solid"/>
                <a:miter lim="800000"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Content Placeholder 4">
                <a:extLst>
                  <a:ext uri="{FF2B5EF4-FFF2-40B4-BE49-F238E27FC236}">
                    <a16:creationId xmlns:a16="http://schemas.microsoft.com/office/drawing/2014/main" id="{E2369E14-FB7F-439F-B8BC-3D00ED9ED33E}"/>
                  </a:ext>
                </a:extLst>
              </p:cNvPr>
              <p:cNvSpPr txBox="1">
                <a:spLocks/>
              </p:cNvSpPr>
              <p:nvPr/>
            </p:nvSpPr>
            <p:spPr>
              <a:xfrm flipH="1">
                <a:off x="269156" y="4176584"/>
                <a:ext cx="5440161" cy="994811"/>
              </a:xfrm>
              <a:prstGeom prst="rect">
                <a:avLst/>
              </a:prstGeom>
              <a:noFill/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vert="horz" lIns="91440" tIns="45720" rIns="91440" bIns="45720" rtlCol="0" anchor="ctr">
                <a:noAutofit/>
              </a:bodyPr>
              <a:lstStyle>
                <a:lvl1pPr marL="265113" indent="-265113" algn="just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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809625" indent="-352425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lnSpc>
                    <a:spcPct val="115000"/>
                  </a:lnSpc>
                  <a:spcAft>
                    <a:spcPts val="8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i="0" dirty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⇒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Shruti" panose="020B0502040204020203" pitchFamily="34" charset="0"/>
                            </a:rPr>
                          </m:ctrlPr>
                        </m:dPr>
                        <m:e>
                          <m:r>
                            <a:rPr lang="en-US" sz="280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Shruti" panose="020B0502040204020203" pitchFamily="34" charset="0"/>
                            </a:rPr>
                            <m:t> </m:t>
                          </m:r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IN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Shruti" panose="020B0502040204020203" pitchFamily="34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US" sz="2800" i="1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Shruti" panose="020B0502040204020203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sz="2800" i="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Shruti" panose="020B0502040204020203" pitchFamily="34" charset="0"/>
                                      </a:rPr>
                                      <m:t>a</m:t>
                                    </m:r>
                                  </m:e>
                                  <m:sub>
                                    <m:r>
                                      <a:rPr lang="en-US" sz="2800" i="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Shruti" panose="020B0502040204020203" pitchFamily="34" charset="0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a:rPr lang="en-US" sz="2800" b="0" i="0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Shruti" panose="020B0502040204020203" pitchFamily="34" charset="0"/>
                                  </a:rPr>
                                  <m:t>+</m:t>
                                </m:r>
                                <m:r>
                                  <m:rPr>
                                    <m:sty m:val="p"/>
                                  </m:rPr>
                                  <a:rPr lang="en-US" sz="2800" b="0" i="0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Shruti" panose="020B0502040204020203" pitchFamily="34" charset="0"/>
                                  </a:rPr>
                                  <m:t>a</m:t>
                                </m:r>
                                <m:r>
                                  <a:rPr lang="en-US" sz="2800" b="0" i="0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Shruti" panose="020B0502040204020203" pitchFamily="34" charset="0"/>
                                  </a:rPr>
                                  <m:t>′</m:t>
                                </m:r>
                              </m:e>
                              <m:e>
                                <m:r>
                                  <a:rPr lang="en-US" sz="2800" i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Shruti" panose="020B0502040204020203" pitchFamily="34" charset="0"/>
                                  </a:rPr>
                                  <m:t>1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2800" i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Shruti" panose="020B0502040204020203" pitchFamily="34" charset="0"/>
                                  </a:rPr>
                                  <m:t>1</m:t>
                                </m:r>
                              </m:e>
                              <m:e>
                                <m:sSub>
                                  <m:sSubPr>
                                    <m:ctrlPr>
                                      <a:rPr lang="en-US" sz="2800" i="1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Shruti" panose="020B0502040204020203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sz="2800" i="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Shruti" panose="020B0502040204020203" pitchFamily="34" charset="0"/>
                                      </a:rPr>
                                      <m:t>b</m:t>
                                    </m:r>
                                  </m:e>
                                  <m:sub>
                                    <m:r>
                                      <a:rPr lang="en-US" sz="2800" i="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Shruti" panose="020B0502040204020203" pitchFamily="34" charset="0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a:rPr lang="en-US" sz="2800" b="0" i="0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Shruti" panose="020B0502040204020203" pitchFamily="34" charset="0"/>
                                  </a:rPr>
                                  <m:t>+</m:t>
                                </m:r>
                                <m:r>
                                  <m:rPr>
                                    <m:sty m:val="p"/>
                                  </m:rPr>
                                  <a:rPr lang="en-US" sz="2800" b="0" i="0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Shruti" panose="020B0502040204020203" pitchFamily="34" charset="0"/>
                                  </a:rPr>
                                  <m:t>b</m:t>
                                </m:r>
                                <m:r>
                                  <a:rPr lang="en-US" sz="2800" b="0" i="0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Shruti" panose="020B0502040204020203" pitchFamily="34" charset="0"/>
                                  </a:rPr>
                                  <m:t>′</m:t>
                                </m:r>
                              </m:e>
                            </m:mr>
                          </m:m>
                          <m:r>
                            <a:rPr lang="en-US" sz="280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Shruti" panose="020B0502040204020203" pitchFamily="34" charset="0"/>
                            </a:rPr>
                            <m:t> </m:t>
                          </m:r>
                        </m:e>
                      </m:d>
                      <m:r>
                        <a:rPr lang="en-US" sz="2800" i="0" dirty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Shruti" panose="020B0502040204020203" pitchFamily="34" charset="0"/>
                            </a:rPr>
                          </m:ctrlPr>
                        </m:dPr>
                        <m:e>
                          <m:r>
                            <a:rPr lang="en-US" sz="280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Shruti" panose="020B0502040204020203" pitchFamily="34" charset="0"/>
                            </a:rPr>
                            <m:t> </m:t>
                          </m:r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IN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Shruti" panose="020B0502040204020203" pitchFamily="34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US" sz="2800" i="1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Shruti" panose="020B0502040204020203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sz="2800" i="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Shruti" panose="020B0502040204020203" pitchFamily="34" charset="0"/>
                                      </a:rPr>
                                      <m:t>a</m:t>
                                    </m:r>
                                  </m:e>
                                  <m:sub>
                                    <m:r>
                                      <a:rPr lang="en-US" sz="2800" i="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Shruti" panose="020B0502040204020203" pitchFamily="34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  <m:e>
                                <m:r>
                                  <a:rPr lang="en-US" sz="2800" i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Shruti" panose="020B0502040204020203" pitchFamily="34" charset="0"/>
                                  </a:rPr>
                                  <m:t>1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2800" i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Shruti" panose="020B0502040204020203" pitchFamily="34" charset="0"/>
                                  </a:rPr>
                                  <m:t>1</m:t>
                                </m:r>
                              </m:e>
                              <m:e>
                                <m:sSub>
                                  <m:sSubPr>
                                    <m:ctrlPr>
                                      <a:rPr lang="en-US" sz="2800" i="1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Shruti" panose="020B0502040204020203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sz="2800" i="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Shruti" panose="020B0502040204020203" pitchFamily="34" charset="0"/>
                                      </a:rPr>
                                      <m:t>b</m:t>
                                    </m:r>
                                  </m:e>
                                  <m:sub>
                                    <m:r>
                                      <a:rPr lang="en-US" sz="2800" i="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Shruti" panose="020B0502040204020203" pitchFamily="34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</m:mr>
                          </m:m>
                          <m:r>
                            <a:rPr lang="en-US" sz="280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Shruti" panose="020B0502040204020203" pitchFamily="34" charset="0"/>
                            </a:rPr>
                            <m:t> </m:t>
                          </m:r>
                        </m:e>
                      </m:d>
                    </m:oMath>
                  </m:oMathPara>
                </a14:m>
                <a:endParaRPr lang="en-US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22" name="Content Placeholder 4">
                <a:extLst>
                  <a:ext uri="{FF2B5EF4-FFF2-40B4-BE49-F238E27FC236}">
                    <a16:creationId xmlns:a16="http://schemas.microsoft.com/office/drawing/2014/main" id="{E2369E14-FB7F-439F-B8BC-3D00ED9ED33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269156" y="4176584"/>
                <a:ext cx="5440161" cy="994811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  <a:ln w="12700" cap="flat" cmpd="sng" algn="ctr">
                <a:noFill/>
                <a:prstDash val="solid"/>
                <a:miter lim="800000"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Content Placeholder 4">
                <a:extLst>
                  <a:ext uri="{FF2B5EF4-FFF2-40B4-BE49-F238E27FC236}">
                    <a16:creationId xmlns:a16="http://schemas.microsoft.com/office/drawing/2014/main" id="{E2369E14-FB7F-439F-B8BC-3D00ED9ED33E}"/>
                  </a:ext>
                </a:extLst>
              </p:cNvPr>
              <p:cNvSpPr txBox="1">
                <a:spLocks/>
              </p:cNvSpPr>
              <p:nvPr/>
            </p:nvSpPr>
            <p:spPr>
              <a:xfrm flipH="1">
                <a:off x="269156" y="5316596"/>
                <a:ext cx="5826844" cy="540000"/>
              </a:xfrm>
              <a:prstGeom prst="rect">
                <a:avLst/>
              </a:prstGeom>
              <a:noFill/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vert="horz" lIns="91440" tIns="45720" rIns="91440" bIns="45720" rtlCol="0" anchor="ctr">
                <a:noAutofit/>
              </a:bodyPr>
              <a:lstStyle>
                <a:lvl1pPr marL="265113" indent="-265113" algn="just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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809625" indent="-352425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lnSpc>
                    <a:spcPct val="115000"/>
                  </a:lnSpc>
                  <a:spcAft>
                    <a:spcPts val="800"/>
                  </a:spcAft>
                  <a:buNone/>
                </a:pPr>
                <a14:m>
                  <m:oMath xmlns:m="http://schemas.openxmlformats.org/officeDocument/2006/math">
                    <m:r>
                      <a:rPr lang="en-US" sz="2800" i="0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⇒</m:t>
                    </m:r>
                    <m:sSub>
                      <m:sSubPr>
                        <m:ctrlPr>
                          <a:rPr lang="en-US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Shruti" panose="020B0502040204020203" pitchFamily="34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Shruti" panose="020B0502040204020203" pitchFamily="34" charset="0"/>
                          </a:rPr>
                          <m:t>a</m:t>
                        </m:r>
                      </m:e>
                      <m:sub>
                        <m:r>
                          <a:rPr lang="en-US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Shruti" panose="020B0502040204020203" pitchFamily="34" charset="0"/>
                          </a:rPr>
                          <m:t>1</m:t>
                        </m:r>
                      </m:sub>
                    </m:sSub>
                    <m:r>
                      <a:rPr lang="en-US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Shruti" panose="020B0502040204020203" pitchFamily="34" charset="0"/>
                      </a:rPr>
                      <m:t>+</m:t>
                    </m:r>
                    <m:r>
                      <m:rPr>
                        <m:sty m:val="p"/>
                      </m:rPr>
                      <a:rPr lang="en-US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Shruti" panose="020B0502040204020203" pitchFamily="34" charset="0"/>
                      </a:rPr>
                      <m:t>a</m:t>
                    </m:r>
                    <m:r>
                      <a:rPr lang="en-US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Shruti" panose="020B0502040204020203" pitchFamily="34" charset="0"/>
                      </a:rPr>
                      <m:t>′=</m:t>
                    </m:r>
                    <m:sSub>
                      <m:sSubPr>
                        <m:ctrlPr>
                          <a:rPr lang="en-US" sz="28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2800" b="0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a</m:t>
                        </m:r>
                      </m:e>
                      <m:sub>
                        <m:r>
                          <a:rPr lang="en-US" sz="2800" b="0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2800" b="0" dirty="0">
                    <a:solidFill>
                      <a:srgbClr val="002060"/>
                    </a:solidFill>
                    <a:latin typeface="+mj-lt"/>
                  </a:rPr>
                  <a:t>   and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Shruti" panose="020B0502040204020203" pitchFamily="34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Shruti" panose="020B0502040204020203" pitchFamily="34" charset="0"/>
                          </a:rPr>
                          <m:t>b</m:t>
                        </m:r>
                      </m:e>
                      <m:sub>
                        <m:r>
                          <a:rPr lang="en-US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Shruti" panose="020B0502040204020203" pitchFamily="34" charset="0"/>
                          </a:rPr>
                          <m:t>1</m:t>
                        </m:r>
                      </m:sub>
                    </m:sSub>
                    <m:r>
                      <a:rPr lang="en-US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Shruti" panose="020B0502040204020203" pitchFamily="34" charset="0"/>
                      </a:rPr>
                      <m:t>+</m:t>
                    </m:r>
                    <m:r>
                      <m:rPr>
                        <m:sty m:val="p"/>
                      </m:rPr>
                      <a:rPr lang="en-US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Shruti" panose="020B0502040204020203" pitchFamily="34" charset="0"/>
                      </a:rPr>
                      <m:t>b</m:t>
                    </m:r>
                    <m:r>
                      <a:rPr lang="en-US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Shruti" panose="020B0502040204020203" pitchFamily="34" charset="0"/>
                      </a:rPr>
                      <m:t>′=</m:t>
                    </m:r>
                    <m:sSub>
                      <m:sSubPr>
                        <m:ctrlPr>
                          <a:rPr lang="en-US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Shruti" panose="020B0502040204020203" pitchFamily="34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Shruti" panose="020B0502040204020203" pitchFamily="34" charset="0"/>
                          </a:rPr>
                          <m:t>b</m:t>
                        </m:r>
                      </m:e>
                      <m:sub>
                        <m:r>
                          <a:rPr lang="en-US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Shruti" panose="020B0502040204020203" pitchFamily="34" charset="0"/>
                          </a:rPr>
                          <m:t>1</m:t>
                        </m:r>
                      </m:sub>
                    </m:sSub>
                  </m:oMath>
                </a14:m>
                <a:endParaRPr lang="en-US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19" name="Content Placeholder 4">
                <a:extLst>
                  <a:ext uri="{FF2B5EF4-FFF2-40B4-BE49-F238E27FC236}">
                    <a16:creationId xmlns:a16="http://schemas.microsoft.com/office/drawing/2014/main" id="{E2369E14-FB7F-439F-B8BC-3D00ED9ED33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269156" y="5316596"/>
                <a:ext cx="5826844" cy="540000"/>
              </a:xfrm>
              <a:prstGeom prst="rect">
                <a:avLst/>
              </a:prstGeom>
              <a:blipFill>
                <a:blip r:embed="rId10"/>
                <a:stretch>
                  <a:fillRect t="-10112" b="-29213"/>
                </a:stretch>
              </a:blipFill>
              <a:ln w="12700" cap="flat" cmpd="sng" algn="ctr">
                <a:noFill/>
                <a:prstDash val="solid"/>
                <a:miter lim="800000"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Content Placeholder 4">
                <a:extLst>
                  <a:ext uri="{FF2B5EF4-FFF2-40B4-BE49-F238E27FC236}">
                    <a16:creationId xmlns:a16="http://schemas.microsoft.com/office/drawing/2014/main" id="{E2369E14-FB7F-439F-B8BC-3D00ED9ED33E}"/>
                  </a:ext>
                </a:extLst>
              </p:cNvPr>
              <p:cNvSpPr txBox="1">
                <a:spLocks/>
              </p:cNvSpPr>
              <p:nvPr/>
            </p:nvSpPr>
            <p:spPr>
              <a:xfrm flipH="1">
                <a:off x="269156" y="6001797"/>
                <a:ext cx="5826844" cy="540000"/>
              </a:xfrm>
              <a:prstGeom prst="rect">
                <a:avLst/>
              </a:prstGeom>
              <a:noFill/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vert="horz" lIns="91440" tIns="45720" rIns="91440" bIns="45720" rtlCol="0" anchor="ctr">
                <a:noAutofit/>
              </a:bodyPr>
              <a:lstStyle>
                <a:lvl1pPr marL="265113" indent="-265113" algn="just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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809625" indent="-352425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lnSpc>
                    <a:spcPct val="115000"/>
                  </a:lnSpc>
                  <a:spcAft>
                    <a:spcPts val="800"/>
                  </a:spcAft>
                  <a:buNone/>
                </a:pPr>
                <a14:m>
                  <m:oMath xmlns:m="http://schemas.openxmlformats.org/officeDocument/2006/math">
                    <m:r>
                      <a:rPr lang="en-US" sz="2800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m:rPr>
                        <m:sty m:val="p"/>
                      </m:rPr>
                      <a:rPr lang="en-US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Shruti" panose="020B0502040204020203" pitchFamily="34" charset="0"/>
                      </a:rPr>
                      <m:t>a</m:t>
                    </m:r>
                    <m:r>
                      <a:rPr lang="en-US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Shruti" panose="020B0502040204020203" pitchFamily="34" charset="0"/>
                      </a:rPr>
                      <m:t>′=0</m:t>
                    </m:r>
                  </m:oMath>
                </a14:m>
                <a:r>
                  <a:rPr lang="en-US" sz="2800" dirty="0">
                    <a:solidFill>
                      <a:srgbClr val="002060"/>
                    </a:solidFill>
                  </a:rPr>
                  <a:t>  and 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800" b="0" i="1" dirty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sz="2800" b="0" i="0" dirty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b</m:t>
                        </m:r>
                      </m:e>
                      <m:sup>
                        <m:r>
                          <a:rPr lang="en-US" sz="2800" b="0" i="0" dirty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US" sz="2800" dirty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endParaRPr lang="en-US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23" name="Content Placeholder 4">
                <a:extLst>
                  <a:ext uri="{FF2B5EF4-FFF2-40B4-BE49-F238E27FC236}">
                    <a16:creationId xmlns:a16="http://schemas.microsoft.com/office/drawing/2014/main" id="{E2369E14-FB7F-439F-B8BC-3D00ED9ED33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269156" y="6001797"/>
                <a:ext cx="5826844" cy="540000"/>
              </a:xfrm>
              <a:prstGeom prst="rect">
                <a:avLst/>
              </a:prstGeom>
              <a:blipFill>
                <a:blip r:embed="rId11"/>
                <a:stretch>
                  <a:fillRect t="-10227" b="-29545"/>
                </a:stretch>
              </a:blipFill>
              <a:ln w="12700" cap="flat" cmpd="sng" algn="ctr">
                <a:noFill/>
                <a:prstDash val="solid"/>
                <a:miter lim="800000"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Rectangle: Rounded Corners 37">
            <a:extLst>
              <a:ext uri="{FF2B5EF4-FFF2-40B4-BE49-F238E27FC236}">
                <a16:creationId xmlns:a16="http://schemas.microsoft.com/office/drawing/2014/main" id="{23999130-9AD4-44AB-92C0-19F9097507BD}"/>
              </a:ext>
            </a:extLst>
          </p:cNvPr>
          <p:cNvSpPr/>
          <p:nvPr/>
        </p:nvSpPr>
        <p:spPr>
          <a:xfrm>
            <a:off x="6941600" y="3144493"/>
            <a:ext cx="36000" cy="3240000"/>
          </a:xfrm>
          <a:prstGeom prst="roundRect">
            <a:avLst/>
          </a:prstGeom>
          <a:gradFill>
            <a:gsLst>
              <a:gs pos="10000">
                <a:srgbClr val="0E47A1"/>
              </a:gs>
              <a:gs pos="100000">
                <a:srgbClr val="03A9F5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algn="ctr"/>
            <a:r>
              <a:rPr lang="en-IN" sz="2800" b="1" dirty="0">
                <a:solidFill>
                  <a:schemeClr val="bg1"/>
                </a:solidFill>
              </a:rPr>
              <a:t> </a:t>
            </a:r>
          </a:p>
        </p:txBody>
      </p:sp>
      <p:cxnSp>
        <p:nvCxnSpPr>
          <p:cNvPr id="15" name="Straight Connector 14"/>
          <p:cNvCxnSpPr/>
          <p:nvPr/>
        </p:nvCxnSpPr>
        <p:spPr>
          <a:xfrm flipH="1">
            <a:off x="758721" y="5417735"/>
            <a:ext cx="405357" cy="405357"/>
          </a:xfrm>
          <a:prstGeom prst="line">
            <a:avLst/>
          </a:prstGeom>
          <a:ln w="38100">
            <a:solidFill>
              <a:srgbClr val="FF00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 flipH="1">
            <a:off x="2148087" y="5451239"/>
            <a:ext cx="405357" cy="405357"/>
          </a:xfrm>
          <a:prstGeom prst="line">
            <a:avLst/>
          </a:prstGeom>
          <a:ln w="38100">
            <a:solidFill>
              <a:srgbClr val="FF00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/>
          <p:cNvCxnSpPr/>
          <p:nvPr/>
        </p:nvCxnSpPr>
        <p:spPr>
          <a:xfrm flipH="1">
            <a:off x="3599069" y="5415163"/>
            <a:ext cx="405357" cy="405357"/>
          </a:xfrm>
          <a:prstGeom prst="line">
            <a:avLst/>
          </a:prstGeom>
          <a:ln w="38100">
            <a:solidFill>
              <a:srgbClr val="FF00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/>
          <p:cNvCxnSpPr/>
          <p:nvPr/>
        </p:nvCxnSpPr>
        <p:spPr>
          <a:xfrm flipH="1">
            <a:off x="5101467" y="5448667"/>
            <a:ext cx="405357" cy="405357"/>
          </a:xfrm>
          <a:prstGeom prst="line">
            <a:avLst/>
          </a:prstGeom>
          <a:ln w="38100">
            <a:solidFill>
              <a:srgbClr val="FF00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Right Arrow 3">
            <a:extLst>
              <a:ext uri="{FF2B5EF4-FFF2-40B4-BE49-F238E27FC236}">
                <a16:creationId xmlns:a16="http://schemas.microsoft.com/office/drawing/2014/main" id="{4E1F8262-BCE8-4CF8-A8E3-B80EE5E55976}"/>
              </a:ext>
            </a:extLst>
          </p:cNvPr>
          <p:cNvSpPr/>
          <p:nvPr/>
        </p:nvSpPr>
        <p:spPr>
          <a:xfrm flipV="1">
            <a:off x="7056391" y="1594027"/>
            <a:ext cx="144000" cy="180000"/>
          </a:xfrm>
          <a:prstGeom prst="rightArrow">
            <a:avLst/>
          </a:prstGeom>
          <a:gradFill>
            <a:gsLst>
              <a:gs pos="10000">
                <a:srgbClr val="0E47A1"/>
              </a:gs>
              <a:gs pos="100000">
                <a:srgbClr val="03A9F5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Wingdings 3" panose="05040102010807070707" pitchFamily="18" charset="2"/>
              <a:buNone/>
            </a:pPr>
            <a:endParaRPr lang="en-IN" sz="2800" dirty="0">
              <a:solidFill>
                <a:schemeClr val="bg1"/>
              </a:solidFill>
            </a:endParaRPr>
          </a:p>
        </p:txBody>
      </p:sp>
      <p:pic>
        <p:nvPicPr>
          <p:cNvPr id="33" name="Picture 32">
            <a:extLst>
              <a:ext uri="{FF2B5EF4-FFF2-40B4-BE49-F238E27FC236}">
                <a16:creationId xmlns:a16="http://schemas.microsoft.com/office/drawing/2014/main" id="{26CB9421-AC34-4F7F-8D29-D052DD9D7C38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034207" y="824757"/>
            <a:ext cx="5132393" cy="17465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68881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0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/>
      <p:bldP spid="32" grpId="0"/>
      <p:bldP spid="16" grpId="0"/>
      <p:bldP spid="18" grpId="0"/>
      <p:bldP spid="22" grpId="0"/>
      <p:bldP spid="19" grpId="0"/>
      <p:bldP spid="23" grpId="0"/>
      <p:bldP spid="14" grpId="0" animBg="1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ECFC8A-BC0D-5D72-FE99-20313653BC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1" name="Content Placeholder 4">
                <a:extLst>
                  <a:ext uri="{FF2B5EF4-FFF2-40B4-BE49-F238E27FC236}">
                    <a16:creationId xmlns:a16="http://schemas.microsoft.com/office/drawing/2014/main" id="{C2E3A768-B2DD-49B5-A909-9453EEB041E3}"/>
                  </a:ext>
                </a:extLst>
              </p:cNvPr>
              <p:cNvSpPr txBox="1">
                <a:spLocks/>
              </p:cNvSpPr>
              <p:nvPr/>
            </p:nvSpPr>
            <p:spPr>
              <a:xfrm flipH="1">
                <a:off x="-1" y="865206"/>
                <a:ext cx="5499100" cy="540000"/>
              </a:xfrm>
              <a:prstGeom prst="rect">
                <a:avLst/>
              </a:prstGeom>
              <a:gradFill>
                <a:gsLst>
                  <a:gs pos="10000">
                    <a:srgbClr val="0E47A1"/>
                  </a:gs>
                  <a:gs pos="100000">
                    <a:srgbClr val="03A9F5"/>
                  </a:gs>
                </a:gsLst>
                <a:lin ang="10800000" scaled="1"/>
              </a:gradFill>
              <a:ln>
                <a:noFill/>
              </a:ln>
            </p:spPr>
            <p:txBody>
              <a:bodyPr vert="horz" wrap="square" lIns="91440" tIns="45720" rIns="91440" bIns="45720" numCol="1" anchor="ctr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algn="ctr">
                  <a:defRPr sz="2800">
                    <a:solidFill>
                      <a:schemeClr val="bg1"/>
                    </a:solidFill>
                  </a:defRPr>
                </a:lvl1pPr>
                <a:lvl2pPr>
                  <a:defRPr>
                    <a:solidFill>
                      <a:schemeClr val="tx1"/>
                    </a:solidFill>
                  </a:defRPr>
                </a:lvl2pPr>
                <a:lvl3pPr>
                  <a:defRPr>
                    <a:solidFill>
                      <a:schemeClr val="tx1"/>
                    </a:solidFill>
                  </a:defRPr>
                </a:lvl3pPr>
                <a:lvl4pPr>
                  <a:defRPr>
                    <a:solidFill>
                      <a:schemeClr val="tx1"/>
                    </a:solidFill>
                  </a:defRPr>
                </a:lvl4pPr>
                <a:lvl5pPr>
                  <a:defRPr>
                    <a:solidFill>
                      <a:schemeClr val="tx1"/>
                    </a:solidFill>
                  </a:defRPr>
                </a:lvl5pPr>
                <a:lvl6pPr>
                  <a:defRPr>
                    <a:solidFill>
                      <a:schemeClr val="tx1"/>
                    </a:solidFill>
                  </a:defRPr>
                </a:lvl6pPr>
                <a:lvl7pPr>
                  <a:defRPr>
                    <a:solidFill>
                      <a:schemeClr val="tx1"/>
                    </a:solidFill>
                  </a:defRPr>
                </a:lvl7pPr>
                <a:lvl8pPr>
                  <a:defRPr>
                    <a:solidFill>
                      <a:schemeClr val="tx1"/>
                    </a:solidFill>
                  </a:defRPr>
                </a:lvl8pPr>
                <a:lvl9pPr>
                  <a:defRPr>
                    <a:solidFill>
                      <a:schemeClr val="tx1"/>
                    </a:solidFill>
                  </a:defRPr>
                </a:lvl9pPr>
              </a:lstStyle>
              <a:p>
                <a:pPr algn="l"/>
                <a:r>
                  <a:rPr lang="en-US" b="1" dirty="0"/>
                  <a:t>Axiom 5: </a:t>
                </a:r>
                <a14:m>
                  <m:oMath xmlns:m="http://schemas.openxmlformats.org/officeDocument/2006/math">
                    <m:r>
                      <a:rPr lang="en-US" b="1" i="0" dirty="0" smtClean="0">
                        <a:latin typeface="Cambria Math" panose="02040503050406030204" pitchFamily="18" charset="0"/>
                      </a:rPr>
                      <m:t>𝐮</m:t>
                    </m:r>
                    <m:r>
                      <a:rPr lang="en-US" b="1" i="0" dirty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1" i="0" dirty="0" smtClean="0">
                        <a:latin typeface="Cambria Math" panose="02040503050406030204" pitchFamily="18" charset="0"/>
                      </a:rPr>
                      <m:t>𝐰</m:t>
                    </m:r>
                    <m:r>
                      <a:rPr lang="en-US" b="1" i="0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1" i="0" dirty="0" smtClean="0">
                        <a:latin typeface="Cambria Math" panose="02040503050406030204" pitchFamily="18" charset="0"/>
                      </a:rPr>
                      <m:t>𝐞</m:t>
                    </m:r>
                  </m:oMath>
                </a14:m>
                <a:endParaRPr lang="en-US" b="1" dirty="0"/>
              </a:p>
            </p:txBody>
          </p:sp>
        </mc:Choice>
        <mc:Fallback xmlns="">
          <p:sp>
            <p:nvSpPr>
              <p:cNvPr id="21" name="Content Placeholder 4">
                <a:extLst>
                  <a:ext uri="{FF2B5EF4-FFF2-40B4-BE49-F238E27FC236}">
                    <a16:creationId xmlns:a16="http://schemas.microsoft.com/office/drawing/2014/main" id="{C2E3A768-B2DD-49B5-A909-9453EEB041E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-1" y="865206"/>
                <a:ext cx="5499100" cy="540000"/>
              </a:xfrm>
              <a:prstGeom prst="rect">
                <a:avLst/>
              </a:prstGeom>
              <a:blipFill>
                <a:blip r:embed="rId2"/>
                <a:stretch>
                  <a:fillRect l="-2217" t="-10112" b="-29213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FDFDD70C-3AAE-183B-5AED-36C59E3E9B77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IN" dirty="0"/>
                  <a:t>Method:1 </a:t>
                </a:r>
                <a14:m>
                  <m:oMath xmlns:m="http://schemas.openxmlformats.org/officeDocument/2006/math">
                    <m:r>
                      <a:rPr lang="en-I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⇝</m:t>
                    </m:r>
                  </m:oMath>
                </a14:m>
                <a:r>
                  <a:rPr lang="en-IN" dirty="0"/>
                  <a:t> Example:13(continue)</a:t>
                </a:r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FDFDD70C-3AAE-183B-5AED-36C59E3E9B7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3"/>
                <a:stretch>
                  <a:fillRect l="-400" t="-8547" b="-1965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Content Placeholder 4">
                <a:extLst>
                  <a:ext uri="{FF2B5EF4-FFF2-40B4-BE49-F238E27FC236}">
                    <a16:creationId xmlns:a16="http://schemas.microsoft.com/office/drawing/2014/main" id="{E2369E14-FB7F-439F-B8BC-3D00ED9ED33E}"/>
                  </a:ext>
                </a:extLst>
              </p:cNvPr>
              <p:cNvSpPr txBox="1">
                <a:spLocks/>
              </p:cNvSpPr>
              <p:nvPr/>
            </p:nvSpPr>
            <p:spPr>
              <a:xfrm flipH="1">
                <a:off x="132603" y="1441530"/>
                <a:ext cx="6825682" cy="980842"/>
              </a:xfrm>
              <a:prstGeom prst="rect">
                <a:avLst/>
              </a:prstGeom>
              <a:noFill/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vert="horz" lIns="91440" tIns="45720" rIns="91440" bIns="45720" rtlCol="0" anchor="ctr">
                <a:noAutofit/>
              </a:bodyPr>
              <a:lstStyle>
                <a:lvl1pPr marL="265113" indent="-265113" algn="just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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809625" indent="-352425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lnSpc>
                    <a:spcPct val="115000"/>
                  </a:lnSpc>
                  <a:spcAft>
                    <a:spcPts val="800"/>
                  </a:spcAft>
                  <a:buNone/>
                </a:pPr>
                <a:r>
                  <a:rPr lang="en-US" sz="2800" dirty="0">
                    <a:solidFill>
                      <a:srgbClr val="002060"/>
                    </a:solidFill>
                  </a:rPr>
                  <a:t>Let,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800" b="0" i="0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w</m:t>
                    </m:r>
                    <m:r>
                      <a:rPr lang="en-US" sz="2800" dirty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Shruti" panose="020B0502040204020203" pitchFamily="34" charset="0"/>
                          </a:rPr>
                        </m:ctrlPr>
                      </m:dPr>
                      <m:e>
                        <m:r>
                          <a:rPr lang="en-US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Shruti" panose="020B0502040204020203" pitchFamily="34" charset="0"/>
                          </a:rPr>
                          <m:t> </m:t>
                        </m:r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IN" sz="280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Shruti" panose="020B0502040204020203" pitchFamily="34" charset="0"/>
                              </a:rPr>
                            </m:ctrlPr>
                          </m:mPr>
                          <m:mr>
                            <m:e>
                              <m:sSup>
                                <m:sSupPr>
                                  <m:ctrlPr>
                                    <a:rPr lang="en-US" sz="2800" i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Shruti" panose="020B0502040204020203" pitchFamily="34" charset="0"/>
                                    </a:rPr>
                                  </m:ctrlPr>
                                </m:s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sz="280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Shruti" panose="020B0502040204020203" pitchFamily="34" charset="0"/>
                                    </a:rPr>
                                    <m:t>a</m:t>
                                  </m:r>
                                </m:e>
                                <m:sup>
                                  <m:r>
                                    <a:rPr lang="en-US" sz="2800" b="0" i="0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Shruti" panose="020B0502040204020203" pitchFamily="34" charset="0"/>
                                    </a:rPr>
                                    <m:t>∗</m:t>
                                  </m:r>
                                </m:sup>
                              </m:sSup>
                            </m:e>
                            <m:e>
                              <m: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Shruti" panose="020B0502040204020203" pitchFamily="34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Shruti" panose="020B0502040204020203" pitchFamily="34" charset="0"/>
                                </a:rPr>
                                <m:t>1</m:t>
                              </m:r>
                            </m:e>
                            <m:e>
                              <m:sSup>
                                <m:sSupPr>
                                  <m:ctrlPr>
                                    <a:rPr lang="en-US" sz="2800" i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Shruti" panose="020B0502040204020203" pitchFamily="34" charset="0"/>
                                    </a:rPr>
                                  </m:ctrlPr>
                                </m:s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sz="280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Shruti" panose="020B0502040204020203" pitchFamily="34" charset="0"/>
                                    </a:rPr>
                                    <m:t>b</m:t>
                                  </m:r>
                                </m:e>
                                <m:sup>
                                  <m:r>
                                    <a:rPr lang="en-US" sz="2800" b="0" i="0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Shruti" panose="020B0502040204020203" pitchFamily="34" charset="0"/>
                                    </a:rPr>
                                    <m:t>∗</m:t>
                                  </m:r>
                                </m:sup>
                              </m:sSup>
                            </m:e>
                          </m:mr>
                        </m:m>
                        <m:r>
                          <a:rPr lang="en-US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Shruti" panose="020B0502040204020203" pitchFamily="34" charset="0"/>
                          </a:rPr>
                          <m:t> </m:t>
                        </m:r>
                      </m:e>
                    </m:d>
                    <m:r>
                      <a:rPr lang="en-US" sz="2800" dirty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US" sz="2800" dirty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V</m:t>
                    </m:r>
                  </m:oMath>
                </a14:m>
                <a:r>
                  <a:rPr lang="en-US" sz="2800" dirty="0">
                    <a:solidFill>
                      <a:srgbClr val="002060"/>
                    </a:solidFill>
                  </a:rPr>
                  <a:t> such that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800" dirty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u</m:t>
                    </m:r>
                    <m:r>
                      <a:rPr lang="en-US" sz="2800" dirty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US" sz="2800" b="0" i="0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w</m:t>
                    </m:r>
                    <m:r>
                      <a:rPr lang="en-US" sz="2800" dirty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sz="2800" b="0" i="0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e</m:t>
                    </m:r>
                  </m:oMath>
                </a14:m>
                <a:r>
                  <a:rPr lang="en-US" sz="2800" dirty="0">
                    <a:solidFill>
                      <a:srgbClr val="002060"/>
                    </a:solidFill>
                  </a:rPr>
                  <a:t>. </a:t>
                </a:r>
              </a:p>
            </p:txBody>
          </p:sp>
        </mc:Choice>
        <mc:Fallback xmlns="">
          <p:sp>
            <p:nvSpPr>
              <p:cNvPr id="26" name="Content Placeholder 4">
                <a:extLst>
                  <a:ext uri="{FF2B5EF4-FFF2-40B4-BE49-F238E27FC236}">
                    <a16:creationId xmlns:a16="http://schemas.microsoft.com/office/drawing/2014/main" id="{E2369E14-FB7F-439F-B8BC-3D00ED9ED33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132603" y="1441530"/>
                <a:ext cx="6825682" cy="980842"/>
              </a:xfrm>
              <a:prstGeom prst="rect">
                <a:avLst/>
              </a:prstGeom>
              <a:blipFill>
                <a:blip r:embed="rId4"/>
                <a:stretch>
                  <a:fillRect l="-1877" b="-621"/>
                </a:stretch>
              </a:blipFill>
              <a:ln w="12700" cap="flat" cmpd="sng" algn="ctr">
                <a:noFill/>
                <a:prstDash val="solid"/>
                <a:miter lim="800000"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Content Placeholder 4">
                <a:extLst>
                  <a:ext uri="{FF2B5EF4-FFF2-40B4-BE49-F238E27FC236}">
                    <a16:creationId xmlns:a16="http://schemas.microsoft.com/office/drawing/2014/main" id="{E2369E14-FB7F-439F-B8BC-3D00ED9ED33E}"/>
                  </a:ext>
                </a:extLst>
              </p:cNvPr>
              <p:cNvSpPr txBox="1">
                <a:spLocks/>
              </p:cNvSpPr>
              <p:nvPr/>
            </p:nvSpPr>
            <p:spPr>
              <a:xfrm flipH="1">
                <a:off x="269157" y="3152701"/>
                <a:ext cx="5580101" cy="902541"/>
              </a:xfrm>
              <a:prstGeom prst="rect">
                <a:avLst/>
              </a:prstGeom>
              <a:noFill/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vert="horz" lIns="91440" tIns="45720" rIns="91440" bIns="45720" rtlCol="0" anchor="ctr">
                <a:noAutofit/>
              </a:bodyPr>
              <a:lstStyle>
                <a:lvl1pPr marL="265113" indent="-265113" algn="just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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809625" indent="-352425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lnSpc>
                    <a:spcPct val="115000"/>
                  </a:lnSpc>
                  <a:spcAft>
                    <a:spcPts val="8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i="0" dirty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⇒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Shruti" panose="020B0502040204020203" pitchFamily="34" charset="0"/>
                            </a:rPr>
                          </m:ctrlPr>
                        </m:dPr>
                        <m:e>
                          <m: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Shruti" panose="020B0502040204020203" pitchFamily="34" charset="0"/>
                            </a:rPr>
                            <m:t> </m:t>
                          </m:r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IN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Shruti" panose="020B0502040204020203" pitchFamily="34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US" sz="2800" i="1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Shruti" panose="020B0502040204020203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sz="280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Shruti" panose="020B0502040204020203" pitchFamily="34" charset="0"/>
                                      </a:rPr>
                                      <m:t>a</m:t>
                                    </m:r>
                                  </m:e>
                                  <m:sub>
                                    <m:r>
                                      <a:rPr lang="en-US" sz="280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Shruti" panose="020B0502040204020203" pitchFamily="34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  <m:e>
                                <m:r>
                                  <a:rPr lang="en-US" sz="280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Shruti" panose="020B0502040204020203" pitchFamily="34" charset="0"/>
                                  </a:rPr>
                                  <m:t>1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280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Shruti" panose="020B0502040204020203" pitchFamily="34" charset="0"/>
                                  </a:rPr>
                                  <m:t>1</m:t>
                                </m:r>
                              </m:e>
                              <m:e>
                                <m:sSub>
                                  <m:sSubPr>
                                    <m:ctrlPr>
                                      <a:rPr lang="en-US" sz="2800" i="1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Shruti" panose="020B0502040204020203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sz="280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Shruti" panose="020B0502040204020203" pitchFamily="34" charset="0"/>
                                      </a:rPr>
                                      <m:t>b</m:t>
                                    </m:r>
                                  </m:e>
                                  <m:sub>
                                    <m:r>
                                      <a:rPr lang="en-US" sz="280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Shruti" panose="020B0502040204020203" pitchFamily="34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</m:mr>
                          </m:m>
                          <m: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Shruti" panose="020B0502040204020203" pitchFamily="34" charset="0"/>
                            </a:rPr>
                            <m:t> </m:t>
                          </m:r>
                        </m:e>
                      </m:d>
                      <m:r>
                        <a:rPr lang="en-US" sz="2800" i="0" dirty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Shruti" panose="020B0502040204020203" pitchFamily="34" charset="0"/>
                            </a:rPr>
                          </m:ctrlPr>
                        </m:dPr>
                        <m:e>
                          <m: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Shruti" panose="020B0502040204020203" pitchFamily="34" charset="0"/>
                            </a:rPr>
                            <m:t> </m:t>
                          </m:r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IN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Shruti" panose="020B0502040204020203" pitchFamily="34" charset="0"/>
                                </a:rPr>
                              </m:ctrlPr>
                            </m:mPr>
                            <m:mr>
                              <m:e>
                                <m:sSup>
                                  <m:sSupPr>
                                    <m:ctrlPr>
                                      <a:rPr lang="en-US" sz="2800" i="1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Shruti" panose="020B0502040204020203" pitchFamily="34" charset="0"/>
                                      </a:rPr>
                                    </m:ctrlPr>
                                  </m:sSup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sz="280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Shruti" panose="020B0502040204020203" pitchFamily="34" charset="0"/>
                                      </a:rPr>
                                      <m:t>a</m:t>
                                    </m:r>
                                  </m:e>
                                  <m:sup>
                                    <m:r>
                                      <a:rPr lang="en-US" sz="280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Shruti" panose="020B0502040204020203" pitchFamily="34" charset="0"/>
                                      </a:rPr>
                                      <m:t>∗</m:t>
                                    </m:r>
                                  </m:sup>
                                </m:sSup>
                              </m:e>
                              <m:e>
                                <m:r>
                                  <a:rPr lang="en-US" sz="280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Shruti" panose="020B0502040204020203" pitchFamily="34" charset="0"/>
                                  </a:rPr>
                                  <m:t>1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280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Shruti" panose="020B0502040204020203" pitchFamily="34" charset="0"/>
                                  </a:rPr>
                                  <m:t>1</m:t>
                                </m:r>
                              </m:e>
                              <m:e>
                                <m:sSup>
                                  <m:sSupPr>
                                    <m:ctrlPr>
                                      <a:rPr lang="en-US" sz="2800" i="1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Shruti" panose="020B0502040204020203" pitchFamily="34" charset="0"/>
                                      </a:rPr>
                                    </m:ctrlPr>
                                  </m:sSup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sz="280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Shruti" panose="020B0502040204020203" pitchFamily="34" charset="0"/>
                                      </a:rPr>
                                      <m:t>b</m:t>
                                    </m:r>
                                  </m:e>
                                  <m:sup>
                                    <m:r>
                                      <a:rPr lang="en-US" sz="280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Shruti" panose="020B0502040204020203" pitchFamily="34" charset="0"/>
                                      </a:rPr>
                                      <m:t>∗</m:t>
                                    </m:r>
                                  </m:sup>
                                </m:sSup>
                              </m:e>
                            </m:mr>
                          </m:m>
                          <m: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Shruti" panose="020B0502040204020203" pitchFamily="34" charset="0"/>
                            </a:rPr>
                            <m:t> </m:t>
                          </m:r>
                        </m:e>
                      </m:d>
                      <m:r>
                        <a:rPr lang="en-US" sz="2800" i="0" dirty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Shruti" panose="020B0502040204020203" pitchFamily="34" charset="0"/>
                            </a:rPr>
                          </m:ctrlPr>
                        </m:dPr>
                        <m:e>
                          <m: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Shruti" panose="020B0502040204020203" pitchFamily="34" charset="0"/>
                            </a:rPr>
                            <m:t> </m:t>
                          </m:r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IN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Shruti" panose="020B0502040204020203" pitchFamily="34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sz="2800" b="0" i="1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Shruti" panose="020B0502040204020203" pitchFamily="34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sz="280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Shruti" panose="020B0502040204020203" pitchFamily="34" charset="0"/>
                                  </a:rPr>
                                  <m:t>1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280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Shruti" panose="020B0502040204020203" pitchFamily="34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sz="2800" b="0" i="1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Shruti" panose="020B0502040204020203" pitchFamily="34" charset="0"/>
                                  </a:rPr>
                                  <m:t>0</m:t>
                                </m:r>
                              </m:e>
                            </m:mr>
                          </m:m>
                          <m: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Shruti" panose="020B0502040204020203" pitchFamily="34" charset="0"/>
                            </a:rPr>
                            <m:t> </m:t>
                          </m:r>
                        </m:e>
                      </m:d>
                    </m:oMath>
                  </m:oMathPara>
                </a14:m>
                <a:endParaRPr lang="en-US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20" name="Content Placeholder 4">
                <a:extLst>
                  <a:ext uri="{FF2B5EF4-FFF2-40B4-BE49-F238E27FC236}">
                    <a16:creationId xmlns:a16="http://schemas.microsoft.com/office/drawing/2014/main" id="{E2369E14-FB7F-439F-B8BC-3D00ED9ED33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269157" y="3152701"/>
                <a:ext cx="5580101" cy="902541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  <a:ln w="12700" cap="flat" cmpd="sng" algn="ctr">
                <a:noFill/>
                <a:prstDash val="solid"/>
                <a:miter lim="800000"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Content Placeholder 4">
                <a:extLst>
                  <a:ext uri="{FF2B5EF4-FFF2-40B4-BE49-F238E27FC236}">
                    <a16:creationId xmlns:a16="http://schemas.microsoft.com/office/drawing/2014/main" id="{E2369E14-FB7F-439F-B8BC-3D00ED9ED33E}"/>
                  </a:ext>
                </a:extLst>
              </p:cNvPr>
              <p:cNvSpPr txBox="1">
                <a:spLocks/>
              </p:cNvSpPr>
              <p:nvPr/>
            </p:nvSpPr>
            <p:spPr>
              <a:xfrm flipH="1">
                <a:off x="132604" y="2520307"/>
                <a:ext cx="2813688" cy="540000"/>
              </a:xfrm>
              <a:prstGeom prst="rect">
                <a:avLst/>
              </a:prstGeom>
              <a:noFill/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vert="horz" lIns="91440" tIns="45720" rIns="91440" bIns="45720" rtlCol="0" anchor="ctr">
                <a:noAutofit/>
              </a:bodyPr>
              <a:lstStyle>
                <a:lvl1pPr marL="265113" indent="-265113" algn="just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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809625" indent="-352425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lnSpc>
                    <a:spcPct val="115000"/>
                  </a:lnSpc>
                  <a:spcAft>
                    <a:spcPts val="800"/>
                  </a:spcAft>
                  <a:buNone/>
                </a:pPr>
                <a:r>
                  <a:rPr lang="en-US" sz="2800" dirty="0">
                    <a:solidFill>
                      <a:srgbClr val="002060"/>
                    </a:solidFill>
                    <a:latin typeface="+mj-lt"/>
                  </a:rPr>
                  <a:t>Now,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800" b="0" i="0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u</m:t>
                    </m:r>
                    <m:r>
                      <a:rPr lang="en-US" sz="2800" dirty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US" sz="2800" b="0" i="0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w</m:t>
                    </m:r>
                    <m:r>
                      <a:rPr lang="en-US" sz="2800" dirty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sz="2800" b="0" i="0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e</m:t>
                    </m:r>
                  </m:oMath>
                </a14:m>
                <a:endParaRPr lang="en-US" sz="2800" dirty="0">
                  <a:solidFill>
                    <a:srgbClr val="002060"/>
                  </a:solidFill>
                  <a:latin typeface="+mj-lt"/>
                </a:endParaRPr>
              </a:p>
            </p:txBody>
          </p:sp>
        </mc:Choice>
        <mc:Fallback xmlns="">
          <p:sp>
            <p:nvSpPr>
              <p:cNvPr id="22" name="Content Placeholder 4">
                <a:extLst>
                  <a:ext uri="{FF2B5EF4-FFF2-40B4-BE49-F238E27FC236}">
                    <a16:creationId xmlns:a16="http://schemas.microsoft.com/office/drawing/2014/main" id="{E2369E14-FB7F-439F-B8BC-3D00ED9ED33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132604" y="2520307"/>
                <a:ext cx="2813688" cy="540000"/>
              </a:xfrm>
              <a:prstGeom prst="rect">
                <a:avLst/>
              </a:prstGeom>
              <a:blipFill>
                <a:blip r:embed="rId8"/>
                <a:stretch>
                  <a:fillRect l="-4555" t="-6742" b="-32584"/>
                </a:stretch>
              </a:blipFill>
              <a:ln w="12700" cap="flat" cmpd="sng" algn="ctr">
                <a:noFill/>
                <a:prstDash val="solid"/>
                <a:miter lim="800000"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Content Placeholder 4">
                <a:extLst>
                  <a:ext uri="{FF2B5EF4-FFF2-40B4-BE49-F238E27FC236}">
                    <a16:creationId xmlns:a16="http://schemas.microsoft.com/office/drawing/2014/main" id="{E2369E14-FB7F-439F-B8BC-3D00ED9ED33E}"/>
                  </a:ext>
                </a:extLst>
              </p:cNvPr>
              <p:cNvSpPr txBox="1">
                <a:spLocks/>
              </p:cNvSpPr>
              <p:nvPr/>
            </p:nvSpPr>
            <p:spPr>
              <a:xfrm flipH="1">
                <a:off x="269156" y="4140339"/>
                <a:ext cx="5229943" cy="994811"/>
              </a:xfrm>
              <a:prstGeom prst="rect">
                <a:avLst/>
              </a:prstGeom>
              <a:noFill/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vert="horz" lIns="91440" tIns="45720" rIns="91440" bIns="45720" rtlCol="0" anchor="ctr">
                <a:noAutofit/>
              </a:bodyPr>
              <a:lstStyle>
                <a:lvl1pPr marL="265113" indent="-265113" algn="just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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809625" indent="-352425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lnSpc>
                    <a:spcPct val="115000"/>
                  </a:lnSpc>
                  <a:spcAft>
                    <a:spcPts val="8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i="0" dirty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⇒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Shruti" panose="020B0502040204020203" pitchFamily="34" charset="0"/>
                            </a:rPr>
                          </m:ctrlPr>
                        </m:dPr>
                        <m:e>
                          <m:r>
                            <a:rPr lang="en-US" sz="280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Shruti" panose="020B0502040204020203" pitchFamily="34" charset="0"/>
                            </a:rPr>
                            <m:t> </m:t>
                          </m:r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IN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Shruti" panose="020B0502040204020203" pitchFamily="34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US" sz="2800" i="1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Shruti" panose="020B0502040204020203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sz="2800" i="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Shruti" panose="020B0502040204020203" pitchFamily="34" charset="0"/>
                                      </a:rPr>
                                      <m:t>a</m:t>
                                    </m:r>
                                  </m:e>
                                  <m:sub>
                                    <m:r>
                                      <a:rPr lang="en-US" sz="2800" i="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Shruti" panose="020B0502040204020203" pitchFamily="34" charset="0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a:rPr lang="en-US" sz="2800" b="0" i="0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Shruti" panose="020B0502040204020203" pitchFamily="34" charset="0"/>
                                  </a:rPr>
                                  <m:t>+</m:t>
                                </m:r>
                                <m:sSup>
                                  <m:sSupPr>
                                    <m:ctrlPr>
                                      <a:rPr lang="en-US" sz="2800" i="1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Shruti" panose="020B0502040204020203" pitchFamily="34" charset="0"/>
                                      </a:rPr>
                                    </m:ctrlPr>
                                  </m:sSup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sz="280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Shruti" panose="020B0502040204020203" pitchFamily="34" charset="0"/>
                                      </a:rPr>
                                      <m:t>a</m:t>
                                    </m:r>
                                  </m:e>
                                  <m:sup>
                                    <m:r>
                                      <a:rPr lang="en-US" sz="280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Shruti" panose="020B0502040204020203" pitchFamily="34" charset="0"/>
                                      </a:rPr>
                                      <m:t>∗</m:t>
                                    </m:r>
                                  </m:sup>
                                </m:sSup>
                              </m:e>
                              <m:e>
                                <m:r>
                                  <a:rPr lang="en-US" sz="2800" i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Shruti" panose="020B0502040204020203" pitchFamily="34" charset="0"/>
                                  </a:rPr>
                                  <m:t>1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2800" i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Shruti" panose="020B0502040204020203" pitchFamily="34" charset="0"/>
                                  </a:rPr>
                                  <m:t>1</m:t>
                                </m:r>
                              </m:e>
                              <m:e>
                                <m:sSub>
                                  <m:sSubPr>
                                    <m:ctrlPr>
                                      <a:rPr lang="en-US" sz="2800" i="1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Shruti" panose="020B0502040204020203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sz="2800" i="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Shruti" panose="020B0502040204020203" pitchFamily="34" charset="0"/>
                                      </a:rPr>
                                      <m:t>b</m:t>
                                    </m:r>
                                  </m:e>
                                  <m:sub>
                                    <m:r>
                                      <a:rPr lang="en-US" sz="2800" i="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Shruti" panose="020B0502040204020203" pitchFamily="34" charset="0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a:rPr lang="en-US" sz="2800" b="0" i="0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Shruti" panose="020B0502040204020203" pitchFamily="34" charset="0"/>
                                  </a:rPr>
                                  <m:t>+</m:t>
                                </m:r>
                                <m:sSup>
                                  <m:sSupPr>
                                    <m:ctrlPr>
                                      <a:rPr lang="en-US" sz="2800" b="0" i="1" smtClean="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Shruti" panose="020B0502040204020203" pitchFamily="34" charset="0"/>
                                      </a:rPr>
                                    </m:ctrlPr>
                                  </m:sSup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sz="2800" b="0" i="0" smtClean="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Shruti" panose="020B0502040204020203" pitchFamily="34" charset="0"/>
                                      </a:rPr>
                                      <m:t>b</m:t>
                                    </m:r>
                                  </m:e>
                                  <m:sup>
                                    <m:r>
                                      <a:rPr lang="en-US" sz="2800" b="0" i="1" smtClean="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Shruti" panose="020B0502040204020203" pitchFamily="34" charset="0"/>
                                      </a:rPr>
                                      <m:t>∗</m:t>
                                    </m:r>
                                  </m:sup>
                                </m:sSup>
                              </m:e>
                            </m:mr>
                          </m:m>
                          <m:r>
                            <a:rPr lang="en-US" sz="280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Shruti" panose="020B0502040204020203" pitchFamily="34" charset="0"/>
                            </a:rPr>
                            <m:t> </m:t>
                          </m:r>
                        </m:e>
                      </m:d>
                      <m:r>
                        <a:rPr lang="en-US" sz="2800" i="0" dirty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Shruti" panose="020B0502040204020203" pitchFamily="34" charset="0"/>
                            </a:rPr>
                          </m:ctrlPr>
                        </m:dPr>
                        <m:e>
                          <m: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Shruti" panose="020B0502040204020203" pitchFamily="34" charset="0"/>
                            </a:rPr>
                            <m:t> </m:t>
                          </m:r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IN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Shruti" panose="020B0502040204020203" pitchFamily="34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sz="2800" i="1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Shruti" panose="020B0502040204020203" pitchFamily="34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sz="280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Shruti" panose="020B0502040204020203" pitchFamily="34" charset="0"/>
                                  </a:rPr>
                                  <m:t>1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280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Shruti" panose="020B0502040204020203" pitchFamily="34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sz="2800" i="1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Shruti" panose="020B0502040204020203" pitchFamily="34" charset="0"/>
                                  </a:rPr>
                                  <m:t>0</m:t>
                                </m:r>
                              </m:e>
                            </m:mr>
                          </m:m>
                          <m: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Shruti" panose="020B0502040204020203" pitchFamily="34" charset="0"/>
                            </a:rPr>
                            <m:t> </m:t>
                          </m:r>
                        </m:e>
                      </m:d>
                    </m:oMath>
                  </m:oMathPara>
                </a14:m>
                <a:endParaRPr lang="en-US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27" name="Content Placeholder 4">
                <a:extLst>
                  <a:ext uri="{FF2B5EF4-FFF2-40B4-BE49-F238E27FC236}">
                    <a16:creationId xmlns:a16="http://schemas.microsoft.com/office/drawing/2014/main" id="{E2369E14-FB7F-439F-B8BC-3D00ED9ED33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269156" y="4140339"/>
                <a:ext cx="5229943" cy="994811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  <a:ln w="12700" cap="flat" cmpd="sng" algn="ctr">
                <a:noFill/>
                <a:prstDash val="solid"/>
                <a:miter lim="800000"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Content Placeholder 4">
                <a:extLst>
                  <a:ext uri="{FF2B5EF4-FFF2-40B4-BE49-F238E27FC236}">
                    <a16:creationId xmlns:a16="http://schemas.microsoft.com/office/drawing/2014/main" id="{E2369E14-FB7F-439F-B8BC-3D00ED9ED33E}"/>
                  </a:ext>
                </a:extLst>
              </p:cNvPr>
              <p:cNvSpPr txBox="1">
                <a:spLocks/>
              </p:cNvSpPr>
              <p:nvPr/>
            </p:nvSpPr>
            <p:spPr>
              <a:xfrm flipH="1">
                <a:off x="269157" y="5220247"/>
                <a:ext cx="5826844" cy="540000"/>
              </a:xfrm>
              <a:prstGeom prst="rect">
                <a:avLst/>
              </a:prstGeom>
              <a:noFill/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vert="horz" lIns="91440" tIns="45720" rIns="91440" bIns="45720" rtlCol="0" anchor="ctr">
                <a:noAutofit/>
              </a:bodyPr>
              <a:lstStyle>
                <a:lvl1pPr marL="265113" indent="-265113" algn="just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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809625" indent="-352425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lnSpc>
                    <a:spcPct val="115000"/>
                  </a:lnSpc>
                  <a:spcAft>
                    <a:spcPts val="800"/>
                  </a:spcAft>
                  <a:buNone/>
                </a:pPr>
                <a14:m>
                  <m:oMath xmlns:m="http://schemas.openxmlformats.org/officeDocument/2006/math">
                    <m:r>
                      <a:rPr lang="en-US" sz="2800" i="0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⇒</m:t>
                    </m:r>
                    <m:sSub>
                      <m:sSubPr>
                        <m:ctrlPr>
                          <a:rPr lang="en-US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Shruti" panose="020B0502040204020203" pitchFamily="34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Shruti" panose="020B0502040204020203" pitchFamily="34" charset="0"/>
                          </a:rPr>
                          <m:t>a</m:t>
                        </m:r>
                      </m:e>
                      <m:sub>
                        <m:r>
                          <a:rPr lang="en-US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Shruti" panose="020B0502040204020203" pitchFamily="34" charset="0"/>
                          </a:rPr>
                          <m:t>1</m:t>
                        </m:r>
                      </m:sub>
                    </m:sSub>
                    <m:r>
                      <a:rPr lang="en-US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Shruti" panose="020B0502040204020203" pitchFamily="34" charset="0"/>
                      </a:rPr>
                      <m:t>+</m:t>
                    </m:r>
                    <m:sSup>
                      <m:sSupPr>
                        <m:ctrlPr>
                          <a:rPr lang="en-US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Shruti" panose="020B0502040204020203" pitchFamily="34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Shruti" panose="020B0502040204020203" pitchFamily="34" charset="0"/>
                          </a:rPr>
                          <m:t>a</m:t>
                        </m:r>
                      </m:e>
                      <m:sup>
                        <m:r>
                          <a:rPr lang="en-US" sz="2800" b="0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Shruti" panose="020B0502040204020203" pitchFamily="34" charset="0"/>
                          </a:rPr>
                          <m:t>∗</m:t>
                        </m:r>
                      </m:sup>
                    </m:sSup>
                    <m:r>
                      <a:rPr lang="en-US" sz="2800" i="0" dirty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Shruti" panose="020B0502040204020203" pitchFamily="34" charset="0"/>
                      </a:rPr>
                      <m:t>0</m:t>
                    </m:r>
                  </m:oMath>
                </a14:m>
                <a:r>
                  <a:rPr lang="en-US" sz="2800" b="0" dirty="0">
                    <a:solidFill>
                      <a:srgbClr val="002060"/>
                    </a:solidFill>
                    <a:latin typeface="+mj-lt"/>
                  </a:rPr>
                  <a:t>  and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Shruti" panose="020B0502040204020203" pitchFamily="34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Shruti" panose="020B0502040204020203" pitchFamily="34" charset="0"/>
                          </a:rPr>
                          <m:t>b</m:t>
                        </m:r>
                      </m:e>
                      <m:sub>
                        <m:r>
                          <a:rPr lang="en-US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Shruti" panose="020B0502040204020203" pitchFamily="34" charset="0"/>
                          </a:rPr>
                          <m:t>1</m:t>
                        </m:r>
                      </m:sub>
                    </m:sSub>
                    <m:r>
                      <a:rPr lang="en-US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Shruti" panose="020B0502040204020203" pitchFamily="34" charset="0"/>
                      </a:rPr>
                      <m:t>+</m:t>
                    </m:r>
                    <m:sSup>
                      <m:sSupPr>
                        <m:ctrlPr>
                          <a:rPr lang="en-US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Shruti" panose="020B0502040204020203" pitchFamily="34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Shruti" panose="020B0502040204020203" pitchFamily="34" charset="0"/>
                          </a:rPr>
                          <m:t>b</m:t>
                        </m:r>
                      </m:e>
                      <m:sup>
                        <m:r>
                          <a:rPr lang="en-US" sz="2800" b="0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Shruti" panose="020B0502040204020203" pitchFamily="34" charset="0"/>
                          </a:rPr>
                          <m:t>∗</m:t>
                        </m:r>
                      </m:sup>
                    </m:sSup>
                    <m:r>
                      <a:rPr lang="en-US" sz="2800" i="0" dirty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Shruti" panose="020B0502040204020203" pitchFamily="34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Shruti" panose="020B0502040204020203" pitchFamily="34" charset="0"/>
                          </a:rPr>
                          <m:t>b</m:t>
                        </m:r>
                      </m:e>
                      <m:sub>
                        <m:r>
                          <a:rPr lang="en-US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Shruti" panose="020B0502040204020203" pitchFamily="34" charset="0"/>
                          </a:rPr>
                          <m:t>1</m:t>
                        </m:r>
                      </m:sub>
                    </m:sSub>
                  </m:oMath>
                </a14:m>
                <a:endParaRPr lang="en-US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30" name="Content Placeholder 4">
                <a:extLst>
                  <a:ext uri="{FF2B5EF4-FFF2-40B4-BE49-F238E27FC236}">
                    <a16:creationId xmlns:a16="http://schemas.microsoft.com/office/drawing/2014/main" id="{E2369E14-FB7F-439F-B8BC-3D00ED9ED33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269157" y="5220247"/>
                <a:ext cx="5826844" cy="540000"/>
              </a:xfrm>
              <a:prstGeom prst="rect">
                <a:avLst/>
              </a:prstGeom>
              <a:blipFill>
                <a:blip r:embed="rId10"/>
                <a:stretch>
                  <a:fillRect t="-10112" b="-29213"/>
                </a:stretch>
              </a:blipFill>
              <a:ln w="12700" cap="flat" cmpd="sng" algn="ctr">
                <a:noFill/>
                <a:prstDash val="solid"/>
                <a:miter lim="800000"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Content Placeholder 4">
                <a:extLst>
                  <a:ext uri="{FF2B5EF4-FFF2-40B4-BE49-F238E27FC236}">
                    <a16:creationId xmlns:a16="http://schemas.microsoft.com/office/drawing/2014/main" id="{E2369E14-FB7F-439F-B8BC-3D00ED9ED33E}"/>
                  </a:ext>
                </a:extLst>
              </p:cNvPr>
              <p:cNvSpPr txBox="1">
                <a:spLocks/>
              </p:cNvSpPr>
              <p:nvPr/>
            </p:nvSpPr>
            <p:spPr>
              <a:xfrm flipH="1">
                <a:off x="269157" y="5841769"/>
                <a:ext cx="5826844" cy="540000"/>
              </a:xfrm>
              <a:prstGeom prst="rect">
                <a:avLst/>
              </a:prstGeom>
              <a:noFill/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vert="horz" lIns="91440" tIns="45720" rIns="91440" bIns="45720" rtlCol="0" anchor="ctr">
                <a:noAutofit/>
              </a:bodyPr>
              <a:lstStyle>
                <a:lvl1pPr marL="265113" indent="-265113" algn="just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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809625" indent="-352425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lnSpc>
                    <a:spcPct val="115000"/>
                  </a:lnSpc>
                  <a:spcAft>
                    <a:spcPts val="800"/>
                  </a:spcAft>
                  <a:buNone/>
                </a:pPr>
                <a14:m>
                  <m:oMath xmlns:m="http://schemas.openxmlformats.org/officeDocument/2006/math">
                    <m:r>
                      <a:rPr lang="en-US" sz="2800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⇒</m:t>
                    </m:r>
                    <m:sSup>
                      <m:sSupPr>
                        <m:ctrlPr>
                          <a:rPr lang="en-US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Shruti" panose="020B0502040204020203" pitchFamily="34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Shruti" panose="020B0502040204020203" pitchFamily="34" charset="0"/>
                          </a:rPr>
                          <m:t>a</m:t>
                        </m:r>
                      </m:e>
                      <m:sup>
                        <m:r>
                          <a:rPr lang="en-US" sz="2800" b="0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Shruti" panose="020B0502040204020203" pitchFamily="34" charset="0"/>
                          </a:rPr>
                          <m:t>∗</m:t>
                        </m:r>
                      </m:sup>
                    </m:sSup>
                    <m:r>
                      <a:rPr lang="en-US" sz="2800" dirty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800" b="0" i="0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Shruti" panose="020B0502040204020203" pitchFamily="34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Shruti" panose="020B0502040204020203" pitchFamily="34" charset="0"/>
                          </a:rPr>
                          <m:t>a</m:t>
                        </m:r>
                      </m:e>
                      <m:sub>
                        <m:r>
                          <a:rPr lang="en-US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Shruti" panose="020B0502040204020203" pitchFamily="34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2800" dirty="0">
                    <a:solidFill>
                      <a:srgbClr val="002060"/>
                    </a:solidFill>
                  </a:rPr>
                  <a:t>  and  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800" b="0" i="1" dirty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sz="2800" b="0" i="0" dirty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b</m:t>
                        </m:r>
                      </m:e>
                      <m:sup>
                        <m:r>
                          <a:rPr lang="en-US" sz="2800" b="0" i="0" dirty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r>
                      <a:rPr lang="en-US" sz="2800" dirty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Shruti" panose="020B0502040204020203" pitchFamily="34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Shruti" panose="020B0502040204020203" pitchFamily="34" charset="0"/>
                          </a:rPr>
                          <m:t>b</m:t>
                        </m:r>
                      </m:e>
                      <m:sub>
                        <m:r>
                          <a:rPr lang="en-US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Shruti" panose="020B0502040204020203" pitchFamily="34" charset="0"/>
                          </a:rPr>
                          <m:t>1</m:t>
                        </m:r>
                      </m:sub>
                    </m:sSub>
                  </m:oMath>
                </a14:m>
                <a:endParaRPr lang="en-US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31" name="Content Placeholder 4">
                <a:extLst>
                  <a:ext uri="{FF2B5EF4-FFF2-40B4-BE49-F238E27FC236}">
                    <a16:creationId xmlns:a16="http://schemas.microsoft.com/office/drawing/2014/main" id="{E2369E14-FB7F-439F-B8BC-3D00ED9ED33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269157" y="5841769"/>
                <a:ext cx="5826844" cy="540000"/>
              </a:xfrm>
              <a:prstGeom prst="rect">
                <a:avLst/>
              </a:prstGeom>
              <a:blipFill>
                <a:blip r:embed="rId11"/>
                <a:stretch>
                  <a:fillRect t="-10112" b="-29213"/>
                </a:stretch>
              </a:blipFill>
              <a:ln w="12700" cap="flat" cmpd="sng" algn="ctr">
                <a:noFill/>
                <a:prstDash val="solid"/>
                <a:miter lim="800000"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" name="Content Placeholder 4">
                <a:extLst>
                  <a:ext uri="{FF2B5EF4-FFF2-40B4-BE49-F238E27FC236}">
                    <a16:creationId xmlns:a16="http://schemas.microsoft.com/office/drawing/2014/main" id="{E2369E14-FB7F-439F-B8BC-3D00ED9ED33E}"/>
                  </a:ext>
                </a:extLst>
              </p:cNvPr>
              <p:cNvSpPr txBox="1">
                <a:spLocks/>
              </p:cNvSpPr>
              <p:nvPr/>
            </p:nvSpPr>
            <p:spPr>
              <a:xfrm flipH="1">
                <a:off x="6446283" y="2684817"/>
                <a:ext cx="5613113" cy="2116587"/>
              </a:xfrm>
              <a:prstGeom prst="rect">
                <a:avLst/>
              </a:prstGeom>
              <a:noFill/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vert="horz" lIns="91440" tIns="45720" rIns="91440" bIns="45720" rtlCol="0" anchor="ctr">
                <a:noAutofit/>
              </a:bodyPr>
              <a:lstStyle>
                <a:lvl1pPr marL="265113" indent="-265113" algn="just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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809625" indent="-352425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lnSpc>
                    <a:spcPct val="150000"/>
                  </a:lnSpc>
                  <a:spcAft>
                    <a:spcPts val="800"/>
                  </a:spcAft>
                  <a:buNone/>
                </a:pPr>
                <a:r>
                  <a:rPr lang="en-US" sz="2800" dirty="0">
                    <a:solidFill>
                      <a:srgbClr val="002060"/>
                    </a:solidFill>
                  </a:rPr>
                  <a:t>So, </a:t>
                </a:r>
                <a14:m>
                  <m:oMath xmlns:m="http://schemas.openxmlformats.org/officeDocument/2006/math">
                    <m:r>
                      <a:rPr lang="en-US" sz="2800" b="1" i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Shruti" panose="020B0502040204020203" pitchFamily="34" charset="0"/>
                      </a:rPr>
                      <m:t>𝐰</m:t>
                    </m:r>
                    <m:r>
                      <a:rPr lang="en-US" sz="2800" b="0" i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Shruti" panose="020B0502040204020203" pitchFamily="34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sz="28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Shruti" panose="020B0502040204020203" pitchFamily="34" charset="0"/>
                          </a:rPr>
                        </m:ctrlPr>
                      </m:dPr>
                      <m:e>
                        <m:r>
                          <a:rPr lang="en-US" sz="2800" b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Shruti" panose="020B0502040204020203" pitchFamily="34" charset="0"/>
                          </a:rPr>
                          <m:t> </m:t>
                        </m:r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IN" sz="2800" b="1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Shruti" panose="020B0502040204020203" pitchFamily="34" charset="0"/>
                              </a:rPr>
                            </m:ctrlPr>
                          </m:mPr>
                          <m:mr>
                            <m:e>
                              <m:sSup>
                                <m:sSupPr>
                                  <m:ctrlPr>
                                    <a:rPr lang="en-US" sz="2800" b="1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Shruti" panose="020B0502040204020203" pitchFamily="34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800" b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Shruti" panose="020B0502040204020203" pitchFamily="34" charset="0"/>
                                    </a:rPr>
                                    <m:t>𝐚</m:t>
                                  </m:r>
                                </m:e>
                                <m:sup>
                                  <m:r>
                                    <a:rPr lang="en-US" sz="2800" b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Shruti" panose="020B0502040204020203" pitchFamily="34" charset="0"/>
                                    </a:rPr>
                                    <m:t>∗</m:t>
                                  </m:r>
                                </m:sup>
                              </m:sSup>
                            </m:e>
                            <m:e>
                              <m:r>
                                <a:rPr lang="en-US" sz="2800" b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Shruti" panose="020B0502040204020203" pitchFamily="34" charset="0"/>
                                </a:rPr>
                                <m:t>𝟏</m:t>
                              </m:r>
                            </m:e>
                          </m:mr>
                          <m:mr>
                            <m:e>
                              <m:r>
                                <a:rPr lang="en-US" sz="2800" b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Shruti" panose="020B0502040204020203" pitchFamily="34" charset="0"/>
                                </a:rPr>
                                <m:t>𝟏</m:t>
                              </m:r>
                            </m:e>
                            <m:e>
                              <m:sSup>
                                <m:sSupPr>
                                  <m:ctrlPr>
                                    <a:rPr lang="en-US" sz="2800" b="1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Shruti" panose="020B0502040204020203" pitchFamily="34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800" b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Shruti" panose="020B0502040204020203" pitchFamily="34" charset="0"/>
                                    </a:rPr>
                                    <m:t>𝐛</m:t>
                                  </m:r>
                                </m:e>
                                <m:sup>
                                  <m:r>
                                    <a:rPr lang="en-US" sz="2800" b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Shruti" panose="020B0502040204020203" pitchFamily="34" charset="0"/>
                                    </a:rPr>
                                    <m:t>∗</m:t>
                                  </m:r>
                                </m:sup>
                              </m:sSup>
                            </m:e>
                          </m:mr>
                        </m:m>
                        <m:r>
                          <a:rPr lang="en-US" sz="2800" b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Shruti" panose="020B0502040204020203" pitchFamily="34" charset="0"/>
                          </a:rPr>
                          <m:t> </m:t>
                        </m:r>
                      </m:e>
                    </m:d>
                    <m:r>
                      <a:rPr lang="en-US" sz="2800" b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sz="28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Shruti" panose="020B0502040204020203" pitchFamily="34" charset="0"/>
                          </a:rPr>
                        </m:ctrlPr>
                      </m:dPr>
                      <m:e>
                        <m:r>
                          <a:rPr lang="en-US" sz="2800" b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Shruti" panose="020B0502040204020203" pitchFamily="34" charset="0"/>
                          </a:rPr>
                          <m:t> </m:t>
                        </m:r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IN" sz="2800" b="1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Shruti" panose="020B0502040204020203" pitchFamily="34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US" sz="2800" b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Shruti" panose="020B0502040204020203" pitchFamily="34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sz="2800" b="1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Shruti" panose="020B0502040204020203" pitchFamily="34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800" b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Shruti" panose="020B0502040204020203" pitchFamily="34" charset="0"/>
                                    </a:rPr>
                                    <m:t>𝐚</m:t>
                                  </m:r>
                                </m:e>
                                <m:sub>
                                  <m:r>
                                    <a:rPr lang="en-US" sz="2800" b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Shruti" panose="020B0502040204020203" pitchFamily="34" charset="0"/>
                                    </a:rPr>
                                    <m:t>𝟏</m:t>
                                  </m:r>
                                </m:sub>
                              </m:sSub>
                            </m:e>
                            <m:e>
                              <m:r>
                                <a:rPr lang="en-US" sz="2800" b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Shruti" panose="020B0502040204020203" pitchFamily="34" charset="0"/>
                                </a:rPr>
                                <m:t>𝟏</m:t>
                              </m:r>
                            </m:e>
                          </m:mr>
                          <m:mr>
                            <m:e>
                              <m:r>
                                <a:rPr lang="en-US" sz="2800" b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Shruti" panose="020B0502040204020203" pitchFamily="34" charset="0"/>
                                </a:rPr>
                                <m:t>𝟏</m:t>
                              </m:r>
                            </m:e>
                            <m:e>
                              <m:r>
                                <a:rPr lang="en-US" sz="2800" b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Shruti" panose="020B0502040204020203" pitchFamily="34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sz="2800" b="1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Shruti" panose="020B0502040204020203" pitchFamily="34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800" b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Shruti" panose="020B0502040204020203" pitchFamily="34" charset="0"/>
                                    </a:rPr>
                                    <m:t>𝐛</m:t>
                                  </m:r>
                                </m:e>
                                <m:sub>
                                  <m:r>
                                    <a:rPr lang="en-US" sz="2800" b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Shruti" panose="020B0502040204020203" pitchFamily="34" charset="0"/>
                                    </a:rPr>
                                    <m:t>𝟏</m:t>
                                  </m:r>
                                </m:sub>
                              </m:sSub>
                            </m:e>
                          </m:mr>
                        </m:m>
                        <m:r>
                          <a:rPr lang="en-US" sz="2800" b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Shruti" panose="020B0502040204020203" pitchFamily="34" charset="0"/>
                          </a:rPr>
                          <m:t> </m:t>
                        </m:r>
                      </m:e>
                    </m:d>
                  </m:oMath>
                </a14:m>
                <a:r>
                  <a:rPr lang="en-US" sz="2800" dirty="0">
                    <a:solidFill>
                      <a:srgbClr val="002060"/>
                    </a:solidFill>
                  </a:rPr>
                  <a:t> is the additive inverse of </a:t>
                </a:r>
                <a14:m>
                  <m:oMath xmlns:m="http://schemas.openxmlformats.org/officeDocument/2006/math">
                    <m:r>
                      <a:rPr lang="en-US" sz="2800" b="1" i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𝐮</m:t>
                    </m:r>
                  </m:oMath>
                </a14:m>
                <a:r>
                  <a:rPr lang="en-US" sz="2800" dirty="0">
                    <a:solidFill>
                      <a:srgbClr val="002060"/>
                    </a:solidFill>
                  </a:rPr>
                  <a:t>.</a:t>
                </a:r>
              </a:p>
            </p:txBody>
          </p:sp>
        </mc:Choice>
        <mc:Fallback xmlns="">
          <p:sp>
            <p:nvSpPr>
              <p:cNvPr id="33" name="Content Placeholder 4">
                <a:extLst>
                  <a:ext uri="{FF2B5EF4-FFF2-40B4-BE49-F238E27FC236}">
                    <a16:creationId xmlns:a16="http://schemas.microsoft.com/office/drawing/2014/main" id="{E2369E14-FB7F-439F-B8BC-3D00ED9ED33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6446283" y="2684817"/>
                <a:ext cx="5613113" cy="2116587"/>
              </a:xfrm>
              <a:prstGeom prst="rect">
                <a:avLst/>
              </a:prstGeom>
              <a:blipFill>
                <a:blip r:embed="rId12"/>
                <a:stretch>
                  <a:fillRect l="-2172" b="-2011"/>
                </a:stretch>
              </a:blipFill>
              <a:ln w="12700" cap="flat" cmpd="sng" algn="ctr">
                <a:noFill/>
                <a:prstDash val="solid"/>
                <a:miter lim="800000"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4" name="Rectangle: Rounded Corners 37">
            <a:extLst>
              <a:ext uri="{FF2B5EF4-FFF2-40B4-BE49-F238E27FC236}">
                <a16:creationId xmlns:a16="http://schemas.microsoft.com/office/drawing/2014/main" id="{23999130-9AD4-44AB-92C0-19F9097507BD}"/>
              </a:ext>
            </a:extLst>
          </p:cNvPr>
          <p:cNvSpPr/>
          <p:nvPr/>
        </p:nvSpPr>
        <p:spPr>
          <a:xfrm>
            <a:off x="6306744" y="3152701"/>
            <a:ext cx="36000" cy="3240000"/>
          </a:xfrm>
          <a:prstGeom prst="roundRect">
            <a:avLst/>
          </a:prstGeom>
          <a:gradFill>
            <a:gsLst>
              <a:gs pos="10000">
                <a:srgbClr val="0E47A1"/>
              </a:gs>
              <a:gs pos="100000">
                <a:srgbClr val="03A9F5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algn="ctr"/>
            <a:r>
              <a:rPr lang="en-IN" sz="2800" b="1" dirty="0">
                <a:solidFill>
                  <a:schemeClr val="bg1"/>
                </a:solidFill>
              </a:rPr>
              <a:t> </a:t>
            </a:r>
          </a:p>
        </p:txBody>
      </p:sp>
      <p:sp>
        <p:nvSpPr>
          <p:cNvPr id="19" name="Right Arrow 3">
            <a:extLst>
              <a:ext uri="{FF2B5EF4-FFF2-40B4-BE49-F238E27FC236}">
                <a16:creationId xmlns:a16="http://schemas.microsoft.com/office/drawing/2014/main" id="{6D4A2C37-A53A-47B7-8892-AB7781239225}"/>
              </a:ext>
            </a:extLst>
          </p:cNvPr>
          <p:cNvSpPr/>
          <p:nvPr/>
        </p:nvSpPr>
        <p:spPr>
          <a:xfrm flipV="1">
            <a:off x="7056391" y="1594027"/>
            <a:ext cx="144000" cy="180000"/>
          </a:xfrm>
          <a:prstGeom prst="rightArrow">
            <a:avLst/>
          </a:prstGeom>
          <a:gradFill>
            <a:gsLst>
              <a:gs pos="10000">
                <a:srgbClr val="0E47A1"/>
              </a:gs>
              <a:gs pos="100000">
                <a:srgbClr val="03A9F5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Wingdings 3" panose="05040102010807070707" pitchFamily="18" charset="2"/>
              <a:buNone/>
            </a:pPr>
            <a:endParaRPr lang="en-IN" sz="2800" dirty="0">
              <a:solidFill>
                <a:schemeClr val="bg1"/>
              </a:solidFill>
            </a:endParaRPr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0B813F3E-6917-4C3E-8A11-936163DEBF0B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034207" y="824757"/>
            <a:ext cx="5132393" cy="17465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8126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/>
      <p:bldP spid="20" grpId="0"/>
      <p:bldP spid="22" grpId="0"/>
      <p:bldP spid="27" grpId="0"/>
      <p:bldP spid="30" grpId="0"/>
      <p:bldP spid="31" grpId="0"/>
      <p:bldP spid="33" grpId="0"/>
      <p:bldP spid="34" grpId="0" animBg="1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ECFC8A-BC0D-5D72-FE99-20313653BC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17">
            <a:extLst>
              <a:ext uri="{FF2B5EF4-FFF2-40B4-BE49-F238E27FC236}">
                <a16:creationId xmlns:a16="http://schemas.microsoft.com/office/drawing/2014/main" id="{2BA24BF4-EA92-4E06-B0F0-6CF2E4CEFB2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34207" y="824757"/>
            <a:ext cx="5132393" cy="1746504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1" name="Content Placeholder 4">
                <a:extLst>
                  <a:ext uri="{FF2B5EF4-FFF2-40B4-BE49-F238E27FC236}">
                    <a16:creationId xmlns:a16="http://schemas.microsoft.com/office/drawing/2014/main" id="{C2E3A768-B2DD-49B5-A909-9453EEB041E3}"/>
                  </a:ext>
                </a:extLst>
              </p:cNvPr>
              <p:cNvSpPr txBox="1">
                <a:spLocks/>
              </p:cNvSpPr>
              <p:nvPr/>
            </p:nvSpPr>
            <p:spPr>
              <a:xfrm flipH="1">
                <a:off x="-1" y="865206"/>
                <a:ext cx="5499100" cy="540000"/>
              </a:xfrm>
              <a:prstGeom prst="rect">
                <a:avLst/>
              </a:prstGeom>
              <a:gradFill>
                <a:gsLst>
                  <a:gs pos="10000">
                    <a:srgbClr val="0E47A1"/>
                  </a:gs>
                  <a:gs pos="100000">
                    <a:srgbClr val="03A9F5"/>
                  </a:gs>
                </a:gsLst>
                <a:lin ang="10800000" scaled="1"/>
              </a:gradFill>
              <a:ln>
                <a:noFill/>
              </a:ln>
            </p:spPr>
            <p:txBody>
              <a:bodyPr vert="horz" wrap="square" lIns="91440" tIns="45720" rIns="91440" bIns="45720" numCol="1" anchor="ctr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algn="ctr">
                  <a:defRPr sz="2800">
                    <a:solidFill>
                      <a:schemeClr val="bg1"/>
                    </a:solidFill>
                  </a:defRPr>
                </a:lvl1pPr>
                <a:lvl2pPr>
                  <a:defRPr>
                    <a:solidFill>
                      <a:schemeClr val="tx1"/>
                    </a:solidFill>
                  </a:defRPr>
                </a:lvl2pPr>
                <a:lvl3pPr>
                  <a:defRPr>
                    <a:solidFill>
                      <a:schemeClr val="tx1"/>
                    </a:solidFill>
                  </a:defRPr>
                </a:lvl3pPr>
                <a:lvl4pPr>
                  <a:defRPr>
                    <a:solidFill>
                      <a:schemeClr val="tx1"/>
                    </a:solidFill>
                  </a:defRPr>
                </a:lvl4pPr>
                <a:lvl5pPr>
                  <a:defRPr>
                    <a:solidFill>
                      <a:schemeClr val="tx1"/>
                    </a:solidFill>
                  </a:defRPr>
                </a:lvl5pPr>
                <a:lvl6pPr>
                  <a:defRPr>
                    <a:solidFill>
                      <a:schemeClr val="tx1"/>
                    </a:solidFill>
                  </a:defRPr>
                </a:lvl6pPr>
                <a:lvl7pPr>
                  <a:defRPr>
                    <a:solidFill>
                      <a:schemeClr val="tx1"/>
                    </a:solidFill>
                  </a:defRPr>
                </a:lvl7pPr>
                <a:lvl8pPr>
                  <a:defRPr>
                    <a:solidFill>
                      <a:schemeClr val="tx1"/>
                    </a:solidFill>
                  </a:defRPr>
                </a:lvl8pPr>
                <a:lvl9pPr>
                  <a:defRPr>
                    <a:solidFill>
                      <a:schemeClr val="tx1"/>
                    </a:solidFill>
                  </a:defRPr>
                </a:lvl9pPr>
              </a:lstStyle>
              <a:p>
                <a:pPr algn="l"/>
                <a:r>
                  <a:rPr lang="en-US" b="1" dirty="0"/>
                  <a:t>Axiom 6: </a:t>
                </a:r>
                <a14:m>
                  <m:oMath xmlns:m="http://schemas.openxmlformats.org/officeDocument/2006/math">
                    <m:r>
                      <a:rPr lang="en-US" b="1" i="0" dirty="0" smtClean="0">
                        <a:latin typeface="Cambria Math" panose="02040503050406030204" pitchFamily="18" charset="0"/>
                      </a:rPr>
                      <m:t>𝐤</m:t>
                    </m:r>
                    <m:r>
                      <a:rPr lang="en-US" b="1" i="1" dirty="0">
                        <a:latin typeface="Cambria Math" panose="02040503050406030204" pitchFamily="18" charset="0"/>
                      </a:rPr>
                      <m:t>⋅</m:t>
                    </m:r>
                    <m:r>
                      <a:rPr lang="en-US" b="1" i="0" dirty="0" smtClean="0">
                        <a:latin typeface="Cambria Math" panose="02040503050406030204" pitchFamily="18" charset="0"/>
                      </a:rPr>
                      <m:t>𝐮</m:t>
                    </m:r>
                    <m:r>
                      <a:rPr lang="en-US" b="1" i="0" dirty="0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b="1" i="0" dirty="0" smtClean="0">
                        <a:latin typeface="Cambria Math" panose="02040503050406030204" pitchFamily="18" charset="0"/>
                      </a:rPr>
                      <m:t>𝐕</m:t>
                    </m:r>
                  </m:oMath>
                </a14:m>
                <a:endParaRPr lang="en-US" b="1" dirty="0"/>
              </a:p>
            </p:txBody>
          </p:sp>
        </mc:Choice>
        <mc:Fallback xmlns="">
          <p:sp>
            <p:nvSpPr>
              <p:cNvPr id="21" name="Content Placeholder 4">
                <a:extLst>
                  <a:ext uri="{FF2B5EF4-FFF2-40B4-BE49-F238E27FC236}">
                    <a16:creationId xmlns:a16="http://schemas.microsoft.com/office/drawing/2014/main" id="{C2E3A768-B2DD-49B5-A909-9453EEB041E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-1" y="865206"/>
                <a:ext cx="5499100" cy="540000"/>
              </a:xfrm>
              <a:prstGeom prst="rect">
                <a:avLst/>
              </a:prstGeom>
              <a:blipFill>
                <a:blip r:embed="rId3"/>
                <a:stretch>
                  <a:fillRect l="-2217" t="-10112" b="-29213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FDFDD70C-3AAE-183B-5AED-36C59E3E9B77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IN" dirty="0"/>
                  <a:t>Method:1 </a:t>
                </a:r>
                <a14:m>
                  <m:oMath xmlns:m="http://schemas.openxmlformats.org/officeDocument/2006/math">
                    <m:r>
                      <a:rPr lang="en-I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⇝</m:t>
                    </m:r>
                  </m:oMath>
                </a14:m>
                <a:r>
                  <a:rPr lang="en-IN" dirty="0"/>
                  <a:t> Example:13(continue)</a:t>
                </a:r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FDFDD70C-3AAE-183B-5AED-36C59E3E9B7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4"/>
                <a:stretch>
                  <a:fillRect l="-400" t="-8547" b="-1965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Content Placeholder 4">
                <a:extLst>
                  <a:ext uri="{FF2B5EF4-FFF2-40B4-BE49-F238E27FC236}">
                    <a16:creationId xmlns:a16="http://schemas.microsoft.com/office/drawing/2014/main" id="{E2369E14-FB7F-439F-B8BC-3D00ED9ED33E}"/>
                  </a:ext>
                </a:extLst>
              </p:cNvPr>
              <p:cNvSpPr txBox="1">
                <a:spLocks/>
              </p:cNvSpPr>
              <p:nvPr/>
            </p:nvSpPr>
            <p:spPr>
              <a:xfrm flipH="1">
                <a:off x="132607" y="1548054"/>
                <a:ext cx="4176922" cy="864695"/>
              </a:xfrm>
              <a:prstGeom prst="rect">
                <a:avLst/>
              </a:prstGeom>
              <a:noFill/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vert="horz" lIns="91440" tIns="45720" rIns="91440" bIns="45720" rtlCol="0" anchor="ctr">
                <a:noAutofit/>
              </a:bodyPr>
              <a:lstStyle>
                <a:lvl1pPr marL="265113" indent="-265113" algn="just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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809625" indent="-352425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lnSpc>
                    <a:spcPct val="115000"/>
                  </a:lnSpc>
                  <a:spcAft>
                    <a:spcPts val="800"/>
                  </a:spcAft>
                  <a:buNone/>
                </a:pPr>
                <a:r>
                  <a:rPr lang="en-US" sz="2800" dirty="0">
                    <a:solidFill>
                      <a:srgbClr val="002060"/>
                    </a:solidFill>
                  </a:rPr>
                  <a:t>Now,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800" b="0" i="0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k</m:t>
                    </m:r>
                    <m:r>
                      <a:rPr lang="en-US" sz="2800" dirty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m:rPr>
                        <m:sty m:val="p"/>
                      </m:rPr>
                      <a:rPr lang="en-US" sz="2800" dirty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u</m:t>
                    </m:r>
                    <m:r>
                      <a:rPr lang="en-US" sz="2800" dirty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sz="2800" b="0" i="0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k</m:t>
                    </m:r>
                    <m:r>
                      <a:rPr lang="en-US" sz="2800" dirty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⋅</m:t>
                    </m:r>
                    <m:d>
                      <m:dPr>
                        <m:begChr m:val="["/>
                        <m:endChr m:val="]"/>
                        <m:ctrlPr>
                          <a:rPr lang="en-US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Shruti" panose="020B0502040204020203" pitchFamily="34" charset="0"/>
                          </a:rPr>
                        </m:ctrlPr>
                      </m:dPr>
                      <m:e>
                        <m:r>
                          <a:rPr lang="en-US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Shruti" panose="020B0502040204020203" pitchFamily="34" charset="0"/>
                          </a:rPr>
                          <m:t> </m:t>
                        </m:r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IN" sz="280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Shruti" panose="020B0502040204020203" pitchFamily="34" charset="0"/>
                              </a:rPr>
                            </m:ctrlPr>
                          </m:mPr>
                          <m:mr>
                            <m:e>
                              <m:sSub>
                                <m:sSubPr>
                                  <m:ctrlPr>
                                    <a:rPr lang="en-US" sz="2800" i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Shruti" panose="020B0502040204020203" pitchFamily="34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sz="280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Shruti" panose="020B0502040204020203" pitchFamily="34" charset="0"/>
                                    </a:rPr>
                                    <m:t>a</m:t>
                                  </m:r>
                                </m:e>
                                <m:sub>
                                  <m:r>
                                    <a:rPr lang="en-US" sz="280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Shruti" panose="020B0502040204020203" pitchFamily="34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  <m:e>
                              <m: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Shruti" panose="020B0502040204020203" pitchFamily="34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Shruti" panose="020B0502040204020203" pitchFamily="34" charset="0"/>
                                </a:rPr>
                                <m:t>1</m:t>
                              </m:r>
                            </m:e>
                            <m:e>
                              <m:sSub>
                                <m:sSubPr>
                                  <m:ctrlPr>
                                    <a:rPr lang="en-US" sz="2800" i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Shruti" panose="020B0502040204020203" pitchFamily="34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sz="280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Shruti" panose="020B0502040204020203" pitchFamily="34" charset="0"/>
                                    </a:rPr>
                                    <m:t>b</m:t>
                                  </m:r>
                                </m:e>
                                <m:sub>
                                  <m:r>
                                    <a:rPr lang="en-US" sz="280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Shruti" panose="020B0502040204020203" pitchFamily="34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mr>
                        </m:m>
                        <m:r>
                          <a:rPr lang="en-US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Shruti" panose="020B0502040204020203" pitchFamily="34" charset="0"/>
                          </a:rPr>
                          <m:t> </m:t>
                        </m:r>
                      </m:e>
                    </m:d>
                  </m:oMath>
                </a14:m>
                <a:endParaRPr lang="en-US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19" name="Content Placeholder 4">
                <a:extLst>
                  <a:ext uri="{FF2B5EF4-FFF2-40B4-BE49-F238E27FC236}">
                    <a16:creationId xmlns:a16="http://schemas.microsoft.com/office/drawing/2014/main" id="{E2369E14-FB7F-439F-B8BC-3D00ED9ED33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132607" y="1548054"/>
                <a:ext cx="4176922" cy="864695"/>
              </a:xfrm>
              <a:prstGeom prst="rect">
                <a:avLst/>
              </a:prstGeom>
              <a:blipFill>
                <a:blip r:embed="rId6"/>
                <a:stretch>
                  <a:fillRect l="-3066" b="-7042"/>
                </a:stretch>
              </a:blipFill>
              <a:ln w="12700" cap="flat" cmpd="sng" algn="ctr">
                <a:noFill/>
                <a:prstDash val="solid"/>
                <a:miter lim="800000"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Content Placeholder 4">
                <a:extLst>
                  <a:ext uri="{FF2B5EF4-FFF2-40B4-BE49-F238E27FC236}">
                    <a16:creationId xmlns:a16="http://schemas.microsoft.com/office/drawing/2014/main" id="{E2369E14-FB7F-439F-B8BC-3D00ED9ED33E}"/>
                  </a:ext>
                </a:extLst>
              </p:cNvPr>
              <p:cNvSpPr txBox="1">
                <a:spLocks/>
              </p:cNvSpPr>
              <p:nvPr/>
            </p:nvSpPr>
            <p:spPr>
              <a:xfrm flipH="1">
                <a:off x="4032492" y="1552830"/>
                <a:ext cx="2496112" cy="975890"/>
              </a:xfrm>
              <a:prstGeom prst="rect">
                <a:avLst/>
              </a:prstGeom>
              <a:noFill/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vert="horz" lIns="91440" tIns="45720" rIns="91440" bIns="45720" rtlCol="0" anchor="ctr">
                <a:noAutofit/>
              </a:bodyPr>
              <a:lstStyle>
                <a:lvl1pPr marL="265113" indent="-265113" algn="just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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809625" indent="-352425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lnSpc>
                    <a:spcPct val="115000"/>
                  </a:lnSpc>
                  <a:spcAft>
                    <a:spcPts val="8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i="0" dirty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Shruti" panose="020B0502040204020203" pitchFamily="34" charset="0"/>
                            </a:rPr>
                          </m:ctrlPr>
                        </m:dPr>
                        <m:e>
                          <m:r>
                            <a:rPr lang="en-US" sz="280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Shruti" panose="020B0502040204020203" pitchFamily="34" charset="0"/>
                            </a:rPr>
                            <m:t> </m:t>
                          </m:r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IN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Shruti" panose="020B0502040204020203" pitchFamily="34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sty m:val="p"/>
                                    <m:brk m:alnAt="7"/>
                                  </m:rPr>
                                  <a:rPr lang="en-US" sz="2800" b="0" i="0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Shruti" panose="020B0502040204020203" pitchFamily="34" charset="0"/>
                                  </a:rPr>
                                  <m:t>k</m:t>
                                </m:r>
                                <m:sSub>
                                  <m:sSubPr>
                                    <m:ctrlPr>
                                      <a:rPr lang="en-US" sz="2800" i="1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Shruti" panose="020B0502040204020203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sz="2800" i="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Shruti" panose="020B0502040204020203" pitchFamily="34" charset="0"/>
                                      </a:rPr>
                                      <m:t>a</m:t>
                                    </m:r>
                                  </m:e>
                                  <m:sub>
                                    <m:r>
                                      <a:rPr lang="en-US" sz="2800" i="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Shruti" panose="020B0502040204020203" pitchFamily="34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  <m:e>
                                <m:r>
                                  <a:rPr lang="en-US" sz="2800" i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Shruti" panose="020B0502040204020203" pitchFamily="34" charset="0"/>
                                  </a:rPr>
                                  <m:t>1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2800" i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Shruti" panose="020B0502040204020203" pitchFamily="34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m:rPr>
                                    <m:sty m:val="p"/>
                                  </m:rPr>
                                  <a:rPr lang="en-US" sz="2800" b="0" i="0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Shruti" panose="020B0502040204020203" pitchFamily="34" charset="0"/>
                                  </a:rPr>
                                  <m:t>k</m:t>
                                </m:r>
                                <m:sSub>
                                  <m:sSubPr>
                                    <m:ctrlPr>
                                      <a:rPr lang="en-US" sz="2800" i="1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Shruti" panose="020B0502040204020203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sz="2800" i="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Shruti" panose="020B0502040204020203" pitchFamily="34" charset="0"/>
                                      </a:rPr>
                                      <m:t>b</m:t>
                                    </m:r>
                                  </m:e>
                                  <m:sub>
                                    <m:r>
                                      <a:rPr lang="en-US" sz="2800" i="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Shruti" panose="020B0502040204020203" pitchFamily="34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</m:mr>
                          </m:m>
                          <m:r>
                            <a:rPr lang="en-US" sz="280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Shruti" panose="020B0502040204020203" pitchFamily="34" charset="0"/>
                            </a:rPr>
                            <m:t> </m:t>
                          </m:r>
                        </m:e>
                      </m:d>
                    </m:oMath>
                  </m:oMathPara>
                </a14:m>
                <a:endParaRPr lang="en-US" sz="2800" dirty="0">
                  <a:solidFill>
                    <a:srgbClr val="002060"/>
                  </a:solidFill>
                  <a:latin typeface="+mj-lt"/>
                </a:endParaRPr>
              </a:p>
            </p:txBody>
          </p:sp>
        </mc:Choice>
        <mc:Fallback xmlns="">
          <p:sp>
            <p:nvSpPr>
              <p:cNvPr id="20" name="Content Placeholder 4">
                <a:extLst>
                  <a:ext uri="{FF2B5EF4-FFF2-40B4-BE49-F238E27FC236}">
                    <a16:creationId xmlns:a16="http://schemas.microsoft.com/office/drawing/2014/main" id="{E2369E14-FB7F-439F-B8BC-3D00ED9ED33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4032492" y="1552830"/>
                <a:ext cx="2496112" cy="97589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  <a:ln w="12700" cap="flat" cmpd="sng" algn="ctr">
                <a:noFill/>
                <a:prstDash val="solid"/>
                <a:miter lim="800000"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Content Placeholder 4">
                <a:extLst>
                  <a:ext uri="{FF2B5EF4-FFF2-40B4-BE49-F238E27FC236}">
                    <a16:creationId xmlns:a16="http://schemas.microsoft.com/office/drawing/2014/main" id="{E2369E14-FB7F-439F-B8BC-3D00ED9ED33E}"/>
                  </a:ext>
                </a:extLst>
              </p:cNvPr>
              <p:cNvSpPr txBox="1">
                <a:spLocks/>
              </p:cNvSpPr>
              <p:nvPr/>
            </p:nvSpPr>
            <p:spPr>
              <a:xfrm flipH="1">
                <a:off x="132606" y="3652235"/>
                <a:ext cx="2565437" cy="540000"/>
              </a:xfrm>
              <a:prstGeom prst="rect">
                <a:avLst/>
              </a:prstGeom>
              <a:noFill/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vert="horz" lIns="91440" tIns="45720" rIns="91440" bIns="45720" rtlCol="0" anchor="ctr">
                <a:noAutofit/>
              </a:bodyPr>
              <a:lstStyle>
                <a:lvl1pPr marL="265113" indent="-265113" algn="just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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809625" indent="-352425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lnSpc>
                    <a:spcPct val="115000"/>
                  </a:lnSpc>
                  <a:spcAft>
                    <a:spcPts val="8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i="0" dirty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⇒</m:t>
                      </m:r>
                      <m:sSub>
                        <m:sSubPr>
                          <m:ctrlP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80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a</m:t>
                          </m:r>
                        </m:e>
                        <m:sub>
                          <m:r>
                            <a:rPr lang="en-US" sz="280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2800" i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80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b</m:t>
                          </m:r>
                        </m:e>
                        <m:sub>
                          <m:r>
                            <a:rPr lang="en-US" sz="280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2800" i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m:rPr>
                          <m:sty m:val="p"/>
                        </m:rPr>
                        <a:rPr lang="en-US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k</m:t>
                      </m:r>
                      <m:r>
                        <a:rPr lang="en-US" sz="280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800" i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∈</m:t>
                      </m:r>
                      <m:r>
                        <a:rPr lang="en-US" sz="2800" i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ℝ</m:t>
                      </m:r>
                    </m:oMath>
                  </m:oMathPara>
                </a14:m>
                <a:endParaRPr lang="en-US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23" name="Content Placeholder 4">
                <a:extLst>
                  <a:ext uri="{FF2B5EF4-FFF2-40B4-BE49-F238E27FC236}">
                    <a16:creationId xmlns:a16="http://schemas.microsoft.com/office/drawing/2014/main" id="{E2369E14-FB7F-439F-B8BC-3D00ED9ED33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132606" y="3652235"/>
                <a:ext cx="2565437" cy="54000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  <a:ln w="12700" cap="flat" cmpd="sng" algn="ctr">
                <a:noFill/>
                <a:prstDash val="solid"/>
                <a:miter lim="800000"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Content Placeholder 4">
                <a:extLst>
                  <a:ext uri="{FF2B5EF4-FFF2-40B4-BE49-F238E27FC236}">
                    <a16:creationId xmlns:a16="http://schemas.microsoft.com/office/drawing/2014/main" id="{E2369E14-FB7F-439F-B8BC-3D00ED9ED33E}"/>
                  </a:ext>
                </a:extLst>
              </p:cNvPr>
              <p:cNvSpPr txBox="1">
                <a:spLocks/>
              </p:cNvSpPr>
              <p:nvPr/>
            </p:nvSpPr>
            <p:spPr>
              <a:xfrm flipH="1">
                <a:off x="154733" y="4348750"/>
                <a:ext cx="2476026" cy="540000"/>
              </a:xfrm>
              <a:prstGeom prst="rect">
                <a:avLst/>
              </a:prstGeom>
              <a:noFill/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vert="horz" lIns="91440" tIns="45720" rIns="91440" bIns="45720" rtlCol="0" anchor="ctr">
                <a:noAutofit/>
              </a:bodyPr>
              <a:lstStyle>
                <a:lvl1pPr marL="265113" indent="-265113" algn="just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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809625" indent="-352425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lnSpc>
                    <a:spcPct val="115000"/>
                  </a:lnSpc>
                  <a:spcAft>
                    <a:spcPts val="8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i="0" dirty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⇒</m:t>
                      </m:r>
                      <m:r>
                        <m:rPr>
                          <m:sty m:val="p"/>
                        </m:rPr>
                        <a:rPr lang="en-US" sz="2800" b="0" i="0" dirty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k</m:t>
                      </m:r>
                      <m:sSub>
                        <m:sSubPr>
                          <m:ctrlP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80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a</m:t>
                          </m:r>
                        </m:e>
                        <m:sub>
                          <m:r>
                            <a:rPr lang="en-US" sz="280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2800" i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m:rPr>
                          <m:sty m:val="p"/>
                        </m:rPr>
                        <a:rPr lang="en-US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k</m:t>
                      </m:r>
                      <m:sSub>
                        <m:sSubPr>
                          <m:ctrlP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80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b</m:t>
                          </m:r>
                        </m:e>
                        <m:sub>
                          <m:r>
                            <a:rPr lang="en-US" sz="280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2800" i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∈</m:t>
                      </m:r>
                      <m:r>
                        <a:rPr lang="en-US" sz="2800" i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ℝ</m:t>
                      </m:r>
                    </m:oMath>
                  </m:oMathPara>
                </a14:m>
                <a:endParaRPr lang="en-US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25" name="Content Placeholder 4">
                <a:extLst>
                  <a:ext uri="{FF2B5EF4-FFF2-40B4-BE49-F238E27FC236}">
                    <a16:creationId xmlns:a16="http://schemas.microsoft.com/office/drawing/2014/main" id="{E2369E14-FB7F-439F-B8BC-3D00ED9ED33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154733" y="4348750"/>
                <a:ext cx="2476026" cy="540000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  <a:ln w="12700" cap="flat" cmpd="sng" algn="ctr">
                <a:noFill/>
                <a:prstDash val="solid"/>
                <a:miter lim="800000"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Content Placeholder 4">
                <a:extLst>
                  <a:ext uri="{FF2B5EF4-FFF2-40B4-BE49-F238E27FC236}">
                    <a16:creationId xmlns:a16="http://schemas.microsoft.com/office/drawing/2014/main" id="{E2369E14-FB7F-439F-B8BC-3D00ED9ED33E}"/>
                  </a:ext>
                </a:extLst>
              </p:cNvPr>
              <p:cNvSpPr txBox="1">
                <a:spLocks/>
              </p:cNvSpPr>
              <p:nvPr/>
            </p:nvSpPr>
            <p:spPr>
              <a:xfrm flipH="1">
                <a:off x="132605" y="4888750"/>
                <a:ext cx="4528294" cy="981624"/>
              </a:xfrm>
              <a:prstGeom prst="rect">
                <a:avLst/>
              </a:prstGeom>
              <a:noFill/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vert="horz" lIns="91440" tIns="45720" rIns="91440" bIns="45720" rtlCol="0" anchor="ctr">
                <a:noAutofit/>
              </a:bodyPr>
              <a:lstStyle>
                <a:lvl1pPr marL="265113" indent="-265113" algn="just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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809625" indent="-352425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lnSpc>
                    <a:spcPct val="115000"/>
                  </a:lnSpc>
                  <a:spcAft>
                    <a:spcPts val="8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sz="2800" i="0" dirty="0" smtClean="0">
                          <a:solidFill>
                            <a:srgbClr val="002060"/>
                          </a:solidFill>
                        </a:rPr>
                        <m:t>So</m:t>
                      </m:r>
                      <m:r>
                        <m:rPr>
                          <m:nor/>
                        </m:rPr>
                        <a:rPr lang="en-US" sz="2800" i="0" dirty="0" smtClean="0">
                          <a:solidFill>
                            <a:srgbClr val="002060"/>
                          </a:solidFill>
                        </a:rPr>
                        <m:t>, </m:t>
                      </m:r>
                      <m:r>
                        <m:rPr>
                          <m:sty m:val="p"/>
                        </m:rPr>
                        <a:rPr lang="en-US" sz="2800" b="0" i="0" dirty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k</m:t>
                      </m:r>
                      <m:r>
                        <a:rPr lang="en-US" sz="2800" dirty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⋅</m:t>
                      </m:r>
                      <m:r>
                        <m:rPr>
                          <m:sty m:val="p"/>
                        </m:rPr>
                        <a:rPr lang="en-US" sz="2800" dirty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u</m:t>
                      </m:r>
                      <m:r>
                        <a:rPr lang="en-US" sz="2800" dirty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Shruti" panose="020B0502040204020203" pitchFamily="34" charset="0"/>
                            </a:rPr>
                          </m:ctrlPr>
                        </m:dPr>
                        <m:e>
                          <m: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Shruti" panose="020B0502040204020203" pitchFamily="34" charset="0"/>
                            </a:rPr>
                            <m:t> </m:t>
                          </m:r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IN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Shruti" panose="020B0502040204020203" pitchFamily="34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sty m:val="p"/>
                                    <m:brk m:alnAt="7"/>
                                  </m:rPr>
                                  <a:rPr lang="en-US" sz="280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Shruti" panose="020B0502040204020203" pitchFamily="34" charset="0"/>
                                  </a:rPr>
                                  <m:t>k</m:t>
                                </m:r>
                                <m:sSub>
                                  <m:sSubPr>
                                    <m:ctrlPr>
                                      <a:rPr lang="en-US" sz="2800" i="1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Shruti" panose="020B0502040204020203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sz="280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Shruti" panose="020B0502040204020203" pitchFamily="34" charset="0"/>
                                      </a:rPr>
                                      <m:t>a</m:t>
                                    </m:r>
                                  </m:e>
                                  <m:sub>
                                    <m:r>
                                      <a:rPr lang="en-US" sz="280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Shruti" panose="020B0502040204020203" pitchFamily="34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  <m:e>
                                <m:r>
                                  <a:rPr lang="en-US" sz="280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Shruti" panose="020B0502040204020203" pitchFamily="34" charset="0"/>
                                  </a:rPr>
                                  <m:t>1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280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Shruti" panose="020B0502040204020203" pitchFamily="34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m:rPr>
                                    <m:sty m:val="p"/>
                                  </m:rPr>
                                  <a:rPr lang="en-US" sz="280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Shruti" panose="020B0502040204020203" pitchFamily="34" charset="0"/>
                                  </a:rPr>
                                  <m:t>k</m:t>
                                </m:r>
                                <m:sSub>
                                  <m:sSubPr>
                                    <m:ctrlPr>
                                      <a:rPr lang="en-US" sz="2800" i="1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Shruti" panose="020B0502040204020203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sz="280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Shruti" panose="020B0502040204020203" pitchFamily="34" charset="0"/>
                                      </a:rPr>
                                      <m:t>b</m:t>
                                    </m:r>
                                  </m:e>
                                  <m:sub>
                                    <m:r>
                                      <a:rPr lang="en-US" sz="280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Shruti" panose="020B0502040204020203" pitchFamily="34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</m:mr>
                          </m:m>
                          <m: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Shruti" panose="020B0502040204020203" pitchFamily="34" charset="0"/>
                            </a:rPr>
                            <m:t> </m:t>
                          </m:r>
                        </m:e>
                      </m:d>
                      <m:r>
                        <a:rPr lang="en-US" sz="2800" i="1" dirty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∈</m:t>
                      </m:r>
                      <m:r>
                        <m:rPr>
                          <m:sty m:val="p"/>
                        </m:rPr>
                        <a:rPr lang="en-US" sz="2800" dirty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V</m:t>
                      </m:r>
                    </m:oMath>
                  </m:oMathPara>
                </a14:m>
                <a:endParaRPr lang="en-US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27" name="Content Placeholder 4">
                <a:extLst>
                  <a:ext uri="{FF2B5EF4-FFF2-40B4-BE49-F238E27FC236}">
                    <a16:creationId xmlns:a16="http://schemas.microsoft.com/office/drawing/2014/main" id="{E2369E14-FB7F-439F-B8BC-3D00ED9ED33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132605" y="4888750"/>
                <a:ext cx="4528294" cy="981624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  <a:ln w="12700" cap="flat" cmpd="sng" algn="ctr">
                <a:noFill/>
                <a:prstDash val="solid"/>
                <a:miter lim="800000"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" name="Content Placeholder 4">
                <a:extLst>
                  <a:ext uri="{FF2B5EF4-FFF2-40B4-BE49-F238E27FC236}">
                    <a16:creationId xmlns:a16="http://schemas.microsoft.com/office/drawing/2014/main" id="{E2369E14-FB7F-439F-B8BC-3D00ED9ED33E}"/>
                  </a:ext>
                </a:extLst>
              </p:cNvPr>
              <p:cNvSpPr txBox="1">
                <a:spLocks/>
              </p:cNvSpPr>
              <p:nvPr/>
            </p:nvSpPr>
            <p:spPr>
              <a:xfrm flipH="1">
                <a:off x="132607" y="2488644"/>
                <a:ext cx="4811925" cy="1007076"/>
              </a:xfrm>
              <a:prstGeom prst="rect">
                <a:avLst/>
              </a:prstGeom>
              <a:noFill/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vert="horz" lIns="91440" tIns="45720" rIns="91440" bIns="45720" rtlCol="0" anchor="ctr">
                <a:noAutofit/>
              </a:bodyPr>
              <a:lstStyle>
                <a:lvl1pPr marL="265113" indent="-265113" algn="just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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809625" indent="-352425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lnSpc>
                    <a:spcPct val="115000"/>
                  </a:lnSpc>
                  <a:spcAft>
                    <a:spcPts val="800"/>
                  </a:spcAft>
                  <a:buNone/>
                </a:pPr>
                <a:r>
                  <a:rPr lang="en-US" sz="2800" dirty="0">
                    <a:solidFill>
                      <a:srgbClr val="002060"/>
                    </a:solidFill>
                  </a:rPr>
                  <a:t>Since,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Shruti" panose="020B0502040204020203" pitchFamily="34" charset="0"/>
                          </a:rPr>
                        </m:ctrlPr>
                      </m:dPr>
                      <m:e>
                        <m:r>
                          <a:rPr lang="en-US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Shruti" panose="020B0502040204020203" pitchFamily="34" charset="0"/>
                          </a:rPr>
                          <m:t> </m:t>
                        </m:r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IN" sz="280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Shruti" panose="020B0502040204020203" pitchFamily="34" charset="0"/>
                              </a:rPr>
                            </m:ctrlPr>
                          </m:mPr>
                          <m:mr>
                            <m:e>
                              <m:sSub>
                                <m:sSubPr>
                                  <m:ctrlPr>
                                    <a:rPr lang="en-US" sz="2800" i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Shruti" panose="020B0502040204020203" pitchFamily="34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sz="280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Shruti" panose="020B0502040204020203" pitchFamily="34" charset="0"/>
                                    </a:rPr>
                                    <m:t>a</m:t>
                                  </m:r>
                                </m:e>
                                <m:sub>
                                  <m:r>
                                    <a:rPr lang="en-US" sz="280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Shruti" panose="020B0502040204020203" pitchFamily="34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  <m:e>
                              <m: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Shruti" panose="020B0502040204020203" pitchFamily="34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Shruti" panose="020B0502040204020203" pitchFamily="34" charset="0"/>
                                </a:rPr>
                                <m:t>1</m:t>
                              </m:r>
                            </m:e>
                            <m:e>
                              <m:sSub>
                                <m:sSubPr>
                                  <m:ctrlPr>
                                    <a:rPr lang="en-US" sz="2800" i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Shruti" panose="020B0502040204020203" pitchFamily="34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sz="280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Shruti" panose="020B0502040204020203" pitchFamily="34" charset="0"/>
                                    </a:rPr>
                                    <m:t>b</m:t>
                                  </m:r>
                                </m:e>
                                <m:sub>
                                  <m:r>
                                    <a:rPr lang="en-US" sz="280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Shruti" panose="020B0502040204020203" pitchFamily="34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mr>
                        </m:m>
                        <m:r>
                          <a:rPr lang="en-US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Shruti" panose="020B0502040204020203" pitchFamily="34" charset="0"/>
                          </a:rPr>
                          <m:t> </m:t>
                        </m:r>
                      </m:e>
                    </m:d>
                    <m:r>
                      <m:rPr>
                        <m:nor/>
                      </m:rPr>
                      <a:rPr lang="en-US" sz="2800" i="0" dirty="0">
                        <a:solidFill>
                          <a:srgbClr val="002060"/>
                        </a:solidFill>
                      </a:rPr>
                      <m:t>∈ </m:t>
                    </m:r>
                    <m:r>
                      <m:rPr>
                        <m:sty m:val="p"/>
                      </m:rPr>
                      <a:rPr lang="en-US" sz="2800" dirty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V</m:t>
                    </m:r>
                  </m:oMath>
                </a14:m>
                <a:r>
                  <a:rPr lang="en-US" sz="2800" dirty="0">
                    <a:solidFill>
                      <a:srgbClr val="002060"/>
                    </a:solidFill>
                  </a:rPr>
                  <a:t> 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k</m:t>
                    </m:r>
                    <m:r>
                      <a:rPr lang="en-US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ℝ</m:t>
                    </m:r>
                  </m:oMath>
                </a14:m>
                <a:r>
                  <a:rPr lang="en-US" sz="2800" dirty="0">
                    <a:solidFill>
                      <a:srgbClr val="002060"/>
                    </a:solidFill>
                  </a:rPr>
                  <a:t>  </a:t>
                </a:r>
              </a:p>
            </p:txBody>
          </p:sp>
        </mc:Choice>
        <mc:Fallback xmlns="">
          <p:sp>
            <p:nvSpPr>
              <p:cNvPr id="33" name="Content Placeholder 4">
                <a:extLst>
                  <a:ext uri="{FF2B5EF4-FFF2-40B4-BE49-F238E27FC236}">
                    <a16:creationId xmlns:a16="http://schemas.microsoft.com/office/drawing/2014/main" id="{E2369E14-FB7F-439F-B8BC-3D00ED9ED33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132607" y="2488644"/>
                <a:ext cx="4811925" cy="1007076"/>
              </a:xfrm>
              <a:prstGeom prst="rect">
                <a:avLst/>
              </a:prstGeom>
              <a:blipFill>
                <a:blip r:embed="rId11"/>
                <a:stretch>
                  <a:fillRect l="-2662"/>
                </a:stretch>
              </a:blipFill>
              <a:ln w="12700" cap="flat" cmpd="sng" algn="ctr">
                <a:noFill/>
                <a:prstDash val="solid"/>
                <a:miter lim="800000"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Right Arrow 3">
            <a:extLst>
              <a:ext uri="{FF2B5EF4-FFF2-40B4-BE49-F238E27FC236}">
                <a16:creationId xmlns:a16="http://schemas.microsoft.com/office/drawing/2014/main" id="{621C4B05-DB32-4009-B5B0-7A7A46FECB43}"/>
              </a:ext>
            </a:extLst>
          </p:cNvPr>
          <p:cNvSpPr/>
          <p:nvPr/>
        </p:nvSpPr>
        <p:spPr>
          <a:xfrm flipV="1">
            <a:off x="7056391" y="2178227"/>
            <a:ext cx="144000" cy="180000"/>
          </a:xfrm>
          <a:prstGeom prst="rightArrow">
            <a:avLst/>
          </a:prstGeom>
          <a:gradFill>
            <a:gsLst>
              <a:gs pos="10000">
                <a:srgbClr val="0E47A1"/>
              </a:gs>
              <a:gs pos="100000">
                <a:srgbClr val="03A9F5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Wingdings 3" panose="05040102010807070707" pitchFamily="18" charset="2"/>
              <a:buNone/>
            </a:pPr>
            <a:endParaRPr lang="en-IN" sz="28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75139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23" grpId="0"/>
      <p:bldP spid="25" grpId="0"/>
      <p:bldP spid="27" grpId="0"/>
      <p:bldP spid="33" grpId="0"/>
      <p:bldP spid="17" grpId="0" animBg="1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ECFC8A-BC0D-5D72-FE99-20313653BC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1AA09B2-6F4D-490E-B622-F009731729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34207" y="824757"/>
            <a:ext cx="5132393" cy="1746504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1" name="Content Placeholder 4">
                <a:extLst>
                  <a:ext uri="{FF2B5EF4-FFF2-40B4-BE49-F238E27FC236}">
                    <a16:creationId xmlns:a16="http://schemas.microsoft.com/office/drawing/2014/main" id="{C2E3A768-B2DD-49B5-A909-9453EEB041E3}"/>
                  </a:ext>
                </a:extLst>
              </p:cNvPr>
              <p:cNvSpPr txBox="1">
                <a:spLocks/>
              </p:cNvSpPr>
              <p:nvPr/>
            </p:nvSpPr>
            <p:spPr>
              <a:xfrm flipH="1">
                <a:off x="-1" y="865206"/>
                <a:ext cx="5499100" cy="540000"/>
              </a:xfrm>
              <a:prstGeom prst="rect">
                <a:avLst/>
              </a:prstGeom>
              <a:gradFill>
                <a:gsLst>
                  <a:gs pos="10000">
                    <a:srgbClr val="0E47A1"/>
                  </a:gs>
                  <a:gs pos="100000">
                    <a:srgbClr val="03A9F5"/>
                  </a:gs>
                </a:gsLst>
                <a:lin ang="10800000" scaled="1"/>
              </a:gradFill>
              <a:ln>
                <a:noFill/>
              </a:ln>
            </p:spPr>
            <p:txBody>
              <a:bodyPr vert="horz" wrap="square" lIns="91440" tIns="45720" rIns="91440" bIns="45720" numCol="1" anchor="ctr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algn="ctr">
                  <a:defRPr sz="2800">
                    <a:solidFill>
                      <a:schemeClr val="bg1"/>
                    </a:solidFill>
                  </a:defRPr>
                </a:lvl1pPr>
                <a:lvl2pPr>
                  <a:defRPr>
                    <a:solidFill>
                      <a:schemeClr val="tx1"/>
                    </a:solidFill>
                  </a:defRPr>
                </a:lvl2pPr>
                <a:lvl3pPr>
                  <a:defRPr>
                    <a:solidFill>
                      <a:schemeClr val="tx1"/>
                    </a:solidFill>
                  </a:defRPr>
                </a:lvl3pPr>
                <a:lvl4pPr>
                  <a:defRPr>
                    <a:solidFill>
                      <a:schemeClr val="tx1"/>
                    </a:solidFill>
                  </a:defRPr>
                </a:lvl4pPr>
                <a:lvl5pPr>
                  <a:defRPr>
                    <a:solidFill>
                      <a:schemeClr val="tx1"/>
                    </a:solidFill>
                  </a:defRPr>
                </a:lvl5pPr>
                <a:lvl6pPr>
                  <a:defRPr>
                    <a:solidFill>
                      <a:schemeClr val="tx1"/>
                    </a:solidFill>
                  </a:defRPr>
                </a:lvl6pPr>
                <a:lvl7pPr>
                  <a:defRPr>
                    <a:solidFill>
                      <a:schemeClr val="tx1"/>
                    </a:solidFill>
                  </a:defRPr>
                </a:lvl7pPr>
                <a:lvl8pPr>
                  <a:defRPr>
                    <a:solidFill>
                      <a:schemeClr val="tx1"/>
                    </a:solidFill>
                  </a:defRPr>
                </a:lvl8pPr>
                <a:lvl9pPr>
                  <a:defRPr>
                    <a:solidFill>
                      <a:schemeClr val="tx1"/>
                    </a:solidFill>
                  </a:defRPr>
                </a:lvl9pPr>
              </a:lstStyle>
              <a:p>
                <a:pPr algn="l"/>
                <a:r>
                  <a:rPr lang="en-US" b="1" dirty="0"/>
                  <a:t>Axiom 7: </a:t>
                </a:r>
                <a14:m>
                  <m:oMath xmlns:m="http://schemas.openxmlformats.org/officeDocument/2006/math">
                    <m:r>
                      <a:rPr lang="en-US" b="1" i="0" dirty="0" smtClean="0">
                        <a:latin typeface="Cambria Math" panose="02040503050406030204" pitchFamily="18" charset="0"/>
                      </a:rPr>
                      <m:t>𝐤</m:t>
                    </m:r>
                    <m:r>
                      <a:rPr lang="en-US" b="1" i="1" dirty="0" smtClean="0">
                        <a:latin typeface="Cambria Math" panose="02040503050406030204" pitchFamily="18" charset="0"/>
                      </a:rPr>
                      <m:t>⋅</m:t>
                    </m:r>
                    <m:d>
                      <m:dPr>
                        <m:ctrlPr>
                          <a:rPr lang="en-US" b="1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 i="0" dirty="0" smtClean="0">
                            <a:latin typeface="Cambria Math" panose="02040503050406030204" pitchFamily="18" charset="0"/>
                          </a:rPr>
                          <m:t>𝐮</m:t>
                        </m:r>
                        <m:r>
                          <a:rPr lang="en-US" b="1" i="0" dirty="0" err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b="1" i="0" dirty="0" smtClean="0">
                            <a:latin typeface="Cambria Math" panose="02040503050406030204" pitchFamily="18" charset="0"/>
                          </a:rPr>
                          <m:t>𝐯</m:t>
                        </m:r>
                      </m:e>
                    </m:d>
                    <m:r>
                      <a:rPr lang="en-US" b="1" i="0" dirty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1" i="0" dirty="0">
                        <a:latin typeface="Cambria Math" panose="02040503050406030204" pitchFamily="18" charset="0"/>
                      </a:rPr>
                      <m:t>𝐤</m:t>
                    </m:r>
                    <m:r>
                      <a:rPr lang="en-US" b="1" i="0" dirty="0" smtClean="0">
                        <a:latin typeface="Cambria Math" panose="02040503050406030204" pitchFamily="18" charset="0"/>
                      </a:rPr>
                      <m:t>⋅</m:t>
                    </m:r>
                    <m:r>
                      <a:rPr lang="en-US" b="1" i="0" dirty="0" smtClean="0">
                        <a:latin typeface="Cambria Math" panose="02040503050406030204" pitchFamily="18" charset="0"/>
                      </a:rPr>
                      <m:t>𝐮</m:t>
                    </m:r>
                    <m:r>
                      <a:rPr lang="en-US" b="1" i="0" dirty="0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1" dirty="0">
                        <a:latin typeface="Cambria Math" panose="02040503050406030204" pitchFamily="18" charset="0"/>
                      </a:rPr>
                      <m:t>𝐤</m:t>
                    </m:r>
                    <m:r>
                      <a:rPr lang="en-US" b="1" dirty="0">
                        <a:latin typeface="Cambria Math" panose="02040503050406030204" pitchFamily="18" charset="0"/>
                      </a:rPr>
                      <m:t>⋅</m:t>
                    </m:r>
                    <m:r>
                      <a:rPr lang="en-US" b="1" i="0" dirty="0" smtClean="0">
                        <a:latin typeface="Cambria Math" panose="02040503050406030204" pitchFamily="18" charset="0"/>
                      </a:rPr>
                      <m:t>𝐯</m:t>
                    </m:r>
                  </m:oMath>
                </a14:m>
                <a:endParaRPr lang="en-US" b="1" dirty="0"/>
              </a:p>
            </p:txBody>
          </p:sp>
        </mc:Choice>
        <mc:Fallback xmlns="">
          <p:sp>
            <p:nvSpPr>
              <p:cNvPr id="21" name="Content Placeholder 4">
                <a:extLst>
                  <a:ext uri="{FF2B5EF4-FFF2-40B4-BE49-F238E27FC236}">
                    <a16:creationId xmlns:a16="http://schemas.microsoft.com/office/drawing/2014/main" id="{C2E3A768-B2DD-49B5-A909-9453EEB041E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-1" y="865206"/>
                <a:ext cx="5499100" cy="540000"/>
              </a:xfrm>
              <a:prstGeom prst="rect">
                <a:avLst/>
              </a:prstGeom>
              <a:blipFill>
                <a:blip r:embed="rId3"/>
                <a:stretch>
                  <a:fillRect l="-2217" t="-10112" b="-29213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FDFDD70C-3AAE-183B-5AED-36C59E3E9B77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IN" dirty="0"/>
                  <a:t>Method:1 </a:t>
                </a:r>
                <a14:m>
                  <m:oMath xmlns:m="http://schemas.openxmlformats.org/officeDocument/2006/math">
                    <m:r>
                      <a:rPr lang="en-I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⇝</m:t>
                    </m:r>
                  </m:oMath>
                </a14:m>
                <a:r>
                  <a:rPr lang="en-IN" dirty="0"/>
                  <a:t> Example:13(continue)</a:t>
                </a:r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FDFDD70C-3AAE-183B-5AED-36C59E3E9B7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4"/>
                <a:stretch>
                  <a:fillRect l="-400" t="-8547" b="-1965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Content Placeholder 4">
                <a:extLst>
                  <a:ext uri="{FF2B5EF4-FFF2-40B4-BE49-F238E27FC236}">
                    <a16:creationId xmlns:a16="http://schemas.microsoft.com/office/drawing/2014/main" id="{E2369E14-FB7F-439F-B8BC-3D00ED9ED33E}"/>
                  </a:ext>
                </a:extLst>
              </p:cNvPr>
              <p:cNvSpPr txBox="1">
                <a:spLocks/>
              </p:cNvSpPr>
              <p:nvPr/>
            </p:nvSpPr>
            <p:spPr>
              <a:xfrm flipH="1">
                <a:off x="132610" y="1548055"/>
                <a:ext cx="3258290" cy="540000"/>
              </a:xfrm>
              <a:prstGeom prst="rect">
                <a:avLst/>
              </a:prstGeom>
              <a:noFill/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vert="horz" lIns="91440" tIns="45720" rIns="91440" bIns="45720" rtlCol="0" anchor="ctr">
                <a:noAutofit/>
              </a:bodyPr>
              <a:lstStyle>
                <a:lvl1pPr marL="265113" indent="-265113" algn="just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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809625" indent="-352425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lnSpc>
                    <a:spcPct val="115000"/>
                  </a:lnSpc>
                  <a:spcAft>
                    <a:spcPts val="800"/>
                  </a:spcAft>
                  <a:buNone/>
                </a:pPr>
                <a:r>
                  <a:rPr lang="en-US" sz="2800" dirty="0">
                    <a:solidFill>
                      <a:srgbClr val="002060"/>
                    </a:solidFill>
                  </a:rPr>
                  <a:t>Now,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800" i="0" dirty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k</m:t>
                    </m:r>
                    <m:r>
                      <a:rPr lang="en-US" sz="2800" b="0" i="0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⋅</m:t>
                    </m:r>
                    <m:d>
                      <m:dPr>
                        <m:ctrlPr>
                          <a:rPr lang="en-US" sz="2800" b="0" i="1" dirty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sz="2800" b="0" i="0" dirty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u</m:t>
                        </m:r>
                        <m:r>
                          <a:rPr lang="en-US" sz="2800" b="0" i="0" dirty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US" sz="2800" b="0" i="0" dirty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v</m:t>
                        </m:r>
                      </m:e>
                    </m:d>
                  </m:oMath>
                </a14:m>
                <a:endParaRPr lang="en-US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19" name="Content Placeholder 4">
                <a:extLst>
                  <a:ext uri="{FF2B5EF4-FFF2-40B4-BE49-F238E27FC236}">
                    <a16:creationId xmlns:a16="http://schemas.microsoft.com/office/drawing/2014/main" id="{E2369E14-FB7F-439F-B8BC-3D00ED9ED33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132610" y="1548055"/>
                <a:ext cx="3258290" cy="540000"/>
              </a:xfrm>
              <a:prstGeom prst="rect">
                <a:avLst/>
              </a:prstGeom>
              <a:blipFill>
                <a:blip r:embed="rId6"/>
                <a:stretch>
                  <a:fillRect l="-3933" t="-10112" b="-28090"/>
                </a:stretch>
              </a:blipFill>
              <a:ln w="12700" cap="flat" cmpd="sng" algn="ctr">
                <a:noFill/>
                <a:prstDash val="solid"/>
                <a:miter lim="800000"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Content Placeholder 4">
                <a:extLst>
                  <a:ext uri="{FF2B5EF4-FFF2-40B4-BE49-F238E27FC236}">
                    <a16:creationId xmlns:a16="http://schemas.microsoft.com/office/drawing/2014/main" id="{E2369E14-FB7F-439F-B8BC-3D00ED9ED33E}"/>
                  </a:ext>
                </a:extLst>
              </p:cNvPr>
              <p:cNvSpPr txBox="1">
                <a:spLocks/>
              </p:cNvSpPr>
              <p:nvPr/>
            </p:nvSpPr>
            <p:spPr>
              <a:xfrm flipH="1">
                <a:off x="531700" y="2140042"/>
                <a:ext cx="4078399" cy="1062408"/>
              </a:xfrm>
              <a:prstGeom prst="rect">
                <a:avLst/>
              </a:prstGeom>
              <a:noFill/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vert="horz" lIns="91440" tIns="45720" rIns="91440" bIns="45720" rtlCol="0" anchor="ctr">
                <a:noAutofit/>
              </a:bodyPr>
              <a:lstStyle>
                <a:lvl1pPr marL="265113" indent="-265113" algn="just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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809625" indent="-352425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lnSpc>
                    <a:spcPct val="115000"/>
                  </a:lnSpc>
                  <a:spcAft>
                    <a:spcPts val="8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0" dirty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sz="2800" i="0" dirty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k</m:t>
                      </m:r>
                      <m:r>
                        <a:rPr lang="en-US" sz="2800" i="0" dirty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⋅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Shruti" panose="020B0502040204020203" pitchFamily="34" charset="0"/>
                            </a:rPr>
                          </m:ctrlPr>
                        </m:dPr>
                        <m:e>
                          <m: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Shruti" panose="020B0502040204020203" pitchFamily="34" charset="0"/>
                            </a:rPr>
                            <m:t> </m:t>
                          </m:r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IN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Shruti" panose="020B0502040204020203" pitchFamily="34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US" sz="2800" i="1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Shruti" panose="020B0502040204020203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sz="280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Shruti" panose="020B0502040204020203" pitchFamily="34" charset="0"/>
                                      </a:rPr>
                                      <m:t>a</m:t>
                                    </m:r>
                                  </m:e>
                                  <m:sub>
                                    <m:r>
                                      <a:rPr lang="en-US" sz="280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Shruti" panose="020B0502040204020203" pitchFamily="34" charset="0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a:rPr lang="en-US" sz="2800" i="1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Shruti" panose="020B0502040204020203" pitchFamily="34" charset="0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en-US" sz="2800" i="1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Shruti" panose="020B0502040204020203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sz="280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Shruti" panose="020B0502040204020203" pitchFamily="34" charset="0"/>
                                      </a:rPr>
                                      <m:t>a</m:t>
                                    </m:r>
                                  </m:e>
                                  <m:sub>
                                    <m:r>
                                      <a:rPr lang="en-US" sz="280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Shruti" panose="020B0502040204020203" pitchFamily="34" charset="0"/>
                                      </a:rPr>
                                      <m:t>2</m:t>
                                    </m:r>
                                  </m:sub>
                                </m:sSub>
                              </m:e>
                              <m:e>
                                <m:r>
                                  <a:rPr lang="en-US" sz="280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Shruti" panose="020B0502040204020203" pitchFamily="34" charset="0"/>
                                  </a:rPr>
                                  <m:t>1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280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Shruti" panose="020B0502040204020203" pitchFamily="34" charset="0"/>
                                  </a:rPr>
                                  <m:t>1</m:t>
                                </m:r>
                              </m:e>
                              <m:e>
                                <m:sSub>
                                  <m:sSubPr>
                                    <m:ctrlPr>
                                      <a:rPr lang="en-US" sz="2800" i="1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Shruti" panose="020B0502040204020203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sz="280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Shruti" panose="020B0502040204020203" pitchFamily="34" charset="0"/>
                                      </a:rPr>
                                      <m:t>b</m:t>
                                    </m:r>
                                  </m:e>
                                  <m:sub>
                                    <m:r>
                                      <a:rPr lang="en-US" sz="280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Shruti" panose="020B0502040204020203" pitchFamily="34" charset="0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a:rPr lang="en-US" sz="2800" i="1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Shruti" panose="020B0502040204020203" pitchFamily="34" charset="0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en-US" sz="2800" i="1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Shruti" panose="020B0502040204020203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sz="280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Shruti" panose="020B0502040204020203" pitchFamily="34" charset="0"/>
                                      </a:rPr>
                                      <m:t>b</m:t>
                                    </m:r>
                                  </m:e>
                                  <m:sub>
                                    <m:r>
                                      <a:rPr lang="en-US" sz="280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Shruti" panose="020B0502040204020203" pitchFamily="34" charset="0"/>
                                      </a:rPr>
                                      <m:t>2</m:t>
                                    </m:r>
                                  </m:sub>
                                </m:sSub>
                              </m:e>
                            </m:mr>
                          </m:m>
                          <m: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Shruti" panose="020B0502040204020203" pitchFamily="34" charset="0"/>
                            </a:rPr>
                            <m:t> </m:t>
                          </m:r>
                        </m:e>
                      </m:d>
                    </m:oMath>
                  </m:oMathPara>
                </a14:m>
                <a:endParaRPr lang="en-US" sz="2800" dirty="0">
                  <a:solidFill>
                    <a:srgbClr val="002060"/>
                  </a:solidFill>
                  <a:latin typeface="+mj-lt"/>
                </a:endParaRPr>
              </a:p>
            </p:txBody>
          </p:sp>
        </mc:Choice>
        <mc:Fallback xmlns="">
          <p:sp>
            <p:nvSpPr>
              <p:cNvPr id="20" name="Content Placeholder 4">
                <a:extLst>
                  <a:ext uri="{FF2B5EF4-FFF2-40B4-BE49-F238E27FC236}">
                    <a16:creationId xmlns:a16="http://schemas.microsoft.com/office/drawing/2014/main" id="{E2369E14-FB7F-439F-B8BC-3D00ED9ED33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531700" y="2140042"/>
                <a:ext cx="4078399" cy="1062408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  <a:ln w="12700" cap="flat" cmpd="sng" algn="ctr">
                <a:noFill/>
                <a:prstDash val="solid"/>
                <a:miter lim="800000"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Content Placeholder 4">
                <a:extLst>
                  <a:ext uri="{FF2B5EF4-FFF2-40B4-BE49-F238E27FC236}">
                    <a16:creationId xmlns:a16="http://schemas.microsoft.com/office/drawing/2014/main" id="{E2369E14-FB7F-439F-B8BC-3D00ED9ED33E}"/>
                  </a:ext>
                </a:extLst>
              </p:cNvPr>
              <p:cNvSpPr txBox="1">
                <a:spLocks/>
              </p:cNvSpPr>
              <p:nvPr/>
            </p:nvSpPr>
            <p:spPr>
              <a:xfrm flipH="1">
                <a:off x="557100" y="3254437"/>
                <a:ext cx="4335267" cy="1015320"/>
              </a:xfrm>
              <a:prstGeom prst="rect">
                <a:avLst/>
              </a:prstGeom>
              <a:noFill/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vert="horz" lIns="91440" tIns="45720" rIns="91440" bIns="45720" rtlCol="0" anchor="ctr">
                <a:noAutofit/>
              </a:bodyPr>
              <a:lstStyle>
                <a:lvl1pPr marL="265113" indent="-265113" algn="just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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809625" indent="-352425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lnSpc>
                    <a:spcPct val="115000"/>
                  </a:lnSpc>
                  <a:spcAft>
                    <a:spcPts val="8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i="0" dirty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Shruti" panose="020B0502040204020203" pitchFamily="34" charset="0"/>
                            </a:rPr>
                          </m:ctrlPr>
                        </m:dPr>
                        <m:e>
                          <m: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Shruti" panose="020B0502040204020203" pitchFamily="34" charset="0"/>
                            </a:rPr>
                            <m:t> </m:t>
                          </m:r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IN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Shruti" panose="020B0502040204020203" pitchFamily="34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sty m:val="p"/>
                                    <m:brk m:alnAt="7"/>
                                  </m:rPr>
                                  <a:rPr lang="en-US" sz="280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Shruti" panose="020B0502040204020203" pitchFamily="34" charset="0"/>
                                  </a:rPr>
                                  <m:t>k</m:t>
                                </m:r>
                                <m:sSub>
                                  <m:sSubPr>
                                    <m:ctrlPr>
                                      <a:rPr lang="en-US" sz="2800" i="1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Shruti" panose="020B0502040204020203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sz="280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Shruti" panose="020B0502040204020203" pitchFamily="34" charset="0"/>
                                      </a:rPr>
                                      <m:t>a</m:t>
                                    </m:r>
                                  </m:e>
                                  <m:sub>
                                    <m:r>
                                      <a:rPr lang="en-US" sz="280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Shruti" panose="020B0502040204020203" pitchFamily="34" charset="0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a:rPr lang="en-US" sz="2800" b="0" i="1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Shruti" panose="020B0502040204020203" pitchFamily="34" charset="0"/>
                                  </a:rPr>
                                  <m:t>+</m:t>
                                </m:r>
                                <m:r>
                                  <m:rPr>
                                    <m:sty m:val="p"/>
                                    <m:brk m:alnAt="7"/>
                                  </m:rPr>
                                  <a:rPr lang="en-US" sz="280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Shruti" panose="020B0502040204020203" pitchFamily="34" charset="0"/>
                                  </a:rPr>
                                  <m:t>k</m:t>
                                </m:r>
                                <m:sSub>
                                  <m:sSubPr>
                                    <m:ctrlPr>
                                      <a:rPr lang="en-US" sz="2800" i="1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Shruti" panose="020B0502040204020203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sz="280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Shruti" panose="020B0502040204020203" pitchFamily="34" charset="0"/>
                                      </a:rPr>
                                      <m:t>a</m:t>
                                    </m:r>
                                  </m:e>
                                  <m:sub>
                                    <m:r>
                                      <a:rPr lang="en-US" sz="2800" b="0" i="0" smtClean="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Shruti" panose="020B0502040204020203" pitchFamily="34" charset="0"/>
                                      </a:rPr>
                                      <m:t>2</m:t>
                                    </m:r>
                                  </m:sub>
                                </m:sSub>
                              </m:e>
                              <m:e>
                                <m:r>
                                  <a:rPr lang="en-US" sz="280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Shruti" panose="020B0502040204020203" pitchFamily="34" charset="0"/>
                                  </a:rPr>
                                  <m:t>1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280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Shruti" panose="020B0502040204020203" pitchFamily="34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m:rPr>
                                    <m:sty m:val="p"/>
                                  </m:rPr>
                                  <a:rPr lang="en-US" sz="280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Shruti" panose="020B0502040204020203" pitchFamily="34" charset="0"/>
                                  </a:rPr>
                                  <m:t>k</m:t>
                                </m:r>
                                <m:sSub>
                                  <m:sSubPr>
                                    <m:ctrlPr>
                                      <a:rPr lang="en-US" sz="2800" i="1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Shruti" panose="020B0502040204020203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sz="280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Shruti" panose="020B0502040204020203" pitchFamily="34" charset="0"/>
                                      </a:rPr>
                                      <m:t>b</m:t>
                                    </m:r>
                                  </m:e>
                                  <m:sub>
                                    <m:r>
                                      <a:rPr lang="en-US" sz="280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Shruti" panose="020B0502040204020203" pitchFamily="34" charset="0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a:rPr lang="en-US" sz="2800" i="1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Shruti" panose="020B0502040204020203" pitchFamily="34" charset="0"/>
                                  </a:rPr>
                                  <m:t>+</m:t>
                                </m:r>
                                <m:r>
                                  <m:rPr>
                                    <m:sty m:val="p"/>
                                    <m:brk m:alnAt="7"/>
                                  </m:rPr>
                                  <a:rPr lang="en-US" sz="280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Shruti" panose="020B0502040204020203" pitchFamily="34" charset="0"/>
                                  </a:rPr>
                                  <m:t>k</m:t>
                                </m:r>
                                <m:sSub>
                                  <m:sSubPr>
                                    <m:ctrlPr>
                                      <a:rPr lang="en-US" sz="2800" b="0" i="1" smtClean="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Shruti" panose="020B0502040204020203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sz="2800" b="0" i="0" smtClean="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Shruti" panose="020B0502040204020203" pitchFamily="34" charset="0"/>
                                      </a:rPr>
                                      <m:t>b</m:t>
                                    </m:r>
                                  </m:e>
                                  <m:sub>
                                    <m:r>
                                      <a:rPr lang="en-US" sz="280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Shruti" panose="020B0502040204020203" pitchFamily="34" charset="0"/>
                                      </a:rPr>
                                      <m:t>2</m:t>
                                    </m:r>
                                  </m:sub>
                                </m:sSub>
                              </m:e>
                            </m:mr>
                          </m:m>
                          <m: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Shruti" panose="020B0502040204020203" pitchFamily="34" charset="0"/>
                            </a:rPr>
                            <m:t> </m:t>
                          </m:r>
                        </m:e>
                      </m:d>
                    </m:oMath>
                  </m:oMathPara>
                </a14:m>
                <a:endParaRPr lang="en-US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23" name="Content Placeholder 4">
                <a:extLst>
                  <a:ext uri="{FF2B5EF4-FFF2-40B4-BE49-F238E27FC236}">
                    <a16:creationId xmlns:a16="http://schemas.microsoft.com/office/drawing/2014/main" id="{E2369E14-FB7F-439F-B8BC-3D00ED9ED33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557100" y="3254437"/>
                <a:ext cx="4335267" cy="101532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  <a:ln w="12700" cap="flat" cmpd="sng" algn="ctr">
                <a:noFill/>
                <a:prstDash val="solid"/>
                <a:miter lim="800000"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Content Placeholder 4">
                <a:extLst>
                  <a:ext uri="{FF2B5EF4-FFF2-40B4-BE49-F238E27FC236}">
                    <a16:creationId xmlns:a16="http://schemas.microsoft.com/office/drawing/2014/main" id="{E2369E14-FB7F-439F-B8BC-3D00ED9ED33E}"/>
                  </a:ext>
                </a:extLst>
              </p:cNvPr>
              <p:cNvSpPr txBox="1">
                <a:spLocks/>
              </p:cNvSpPr>
              <p:nvPr/>
            </p:nvSpPr>
            <p:spPr>
              <a:xfrm flipH="1">
                <a:off x="132610" y="4315650"/>
                <a:ext cx="3258290" cy="540000"/>
              </a:xfrm>
              <a:prstGeom prst="rect">
                <a:avLst/>
              </a:prstGeom>
              <a:noFill/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vert="horz" lIns="91440" tIns="45720" rIns="91440" bIns="45720" rtlCol="0" anchor="ctr">
                <a:noAutofit/>
              </a:bodyPr>
              <a:lstStyle>
                <a:lvl1pPr marL="265113" indent="-265113" algn="just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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809625" indent="-352425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lnSpc>
                    <a:spcPct val="115000"/>
                  </a:lnSpc>
                  <a:spcAft>
                    <a:spcPts val="800"/>
                  </a:spcAft>
                  <a:buNone/>
                </a:pPr>
                <a:r>
                  <a:rPr lang="en-US" sz="2800" dirty="0">
                    <a:solidFill>
                      <a:srgbClr val="002060"/>
                    </a:solidFill>
                  </a:rPr>
                  <a:t>Now,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800" i="0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k</m:t>
                    </m:r>
                    <m:r>
                      <a:rPr lang="en-US" sz="2800" b="0" i="0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m:rPr>
                        <m:sty m:val="p"/>
                      </m:rPr>
                      <a:rPr lang="en-US" sz="2800" b="0" i="0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u</m:t>
                    </m:r>
                    <m:r>
                      <a:rPr lang="en-US" sz="2800" b="0" i="0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US" sz="2800" i="0" dirty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k</m:t>
                    </m:r>
                    <m:r>
                      <a:rPr lang="en-US" sz="2800" i="0" dirty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m:rPr>
                        <m:sty m:val="p"/>
                      </m:rPr>
                      <a:rPr lang="en-US" sz="2800" b="0" i="0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v</m:t>
                    </m:r>
                  </m:oMath>
                </a14:m>
                <a:endParaRPr lang="en-US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30" name="Content Placeholder 4">
                <a:extLst>
                  <a:ext uri="{FF2B5EF4-FFF2-40B4-BE49-F238E27FC236}">
                    <a16:creationId xmlns:a16="http://schemas.microsoft.com/office/drawing/2014/main" id="{E2369E14-FB7F-439F-B8BC-3D00ED9ED33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132610" y="4315650"/>
                <a:ext cx="3258290" cy="540000"/>
              </a:xfrm>
              <a:prstGeom prst="rect">
                <a:avLst/>
              </a:prstGeom>
              <a:blipFill>
                <a:blip r:embed="rId9"/>
                <a:stretch>
                  <a:fillRect l="-3933" t="-10112" b="-28090"/>
                </a:stretch>
              </a:blipFill>
              <a:ln w="12700" cap="flat" cmpd="sng" algn="ctr">
                <a:noFill/>
                <a:prstDash val="solid"/>
                <a:miter lim="800000"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Content Placeholder 4">
                <a:extLst>
                  <a:ext uri="{FF2B5EF4-FFF2-40B4-BE49-F238E27FC236}">
                    <a16:creationId xmlns:a16="http://schemas.microsoft.com/office/drawing/2014/main" id="{E2369E14-FB7F-439F-B8BC-3D00ED9ED33E}"/>
                  </a:ext>
                </a:extLst>
              </p:cNvPr>
              <p:cNvSpPr txBox="1">
                <a:spLocks/>
              </p:cNvSpPr>
              <p:nvPr/>
            </p:nvSpPr>
            <p:spPr>
              <a:xfrm flipH="1">
                <a:off x="557100" y="4901543"/>
                <a:ext cx="4840400" cy="895165"/>
              </a:xfrm>
              <a:prstGeom prst="rect">
                <a:avLst/>
              </a:prstGeom>
              <a:noFill/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vert="horz" lIns="91440" tIns="45720" rIns="91440" bIns="45720" rtlCol="0" anchor="ctr">
                <a:noAutofit/>
              </a:bodyPr>
              <a:lstStyle>
                <a:lvl1pPr marL="265113" indent="-265113" algn="just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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809625" indent="-352425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lnSpc>
                    <a:spcPct val="115000"/>
                  </a:lnSpc>
                  <a:spcAft>
                    <a:spcPts val="8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dirty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sz="2800" dirty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k</m:t>
                      </m:r>
                      <m:r>
                        <a:rPr lang="en-US" sz="2800" dirty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⋅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Shruti" panose="020B0502040204020203" pitchFamily="34" charset="0"/>
                            </a:rPr>
                          </m:ctrlPr>
                        </m:dPr>
                        <m:e>
                          <m: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Shruti" panose="020B0502040204020203" pitchFamily="34" charset="0"/>
                            </a:rPr>
                            <m:t> </m:t>
                          </m:r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IN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Shruti" panose="020B0502040204020203" pitchFamily="34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US" sz="2800" i="1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Shruti" panose="020B0502040204020203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sz="280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Shruti" panose="020B0502040204020203" pitchFamily="34" charset="0"/>
                                      </a:rPr>
                                      <m:t>a</m:t>
                                    </m:r>
                                  </m:e>
                                  <m:sub>
                                    <m:r>
                                      <a:rPr lang="en-US" sz="280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Shruti" panose="020B0502040204020203" pitchFamily="34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  <m:e>
                                <m:r>
                                  <a:rPr lang="en-US" sz="280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Shruti" panose="020B0502040204020203" pitchFamily="34" charset="0"/>
                                  </a:rPr>
                                  <m:t>1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280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Shruti" panose="020B0502040204020203" pitchFamily="34" charset="0"/>
                                  </a:rPr>
                                  <m:t>1</m:t>
                                </m:r>
                              </m:e>
                              <m:e>
                                <m:sSub>
                                  <m:sSubPr>
                                    <m:ctrlPr>
                                      <a:rPr lang="en-US" sz="2800" i="1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Shruti" panose="020B0502040204020203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sz="280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Shruti" panose="020B0502040204020203" pitchFamily="34" charset="0"/>
                                      </a:rPr>
                                      <m:t>b</m:t>
                                    </m:r>
                                  </m:e>
                                  <m:sub>
                                    <m:r>
                                      <a:rPr lang="en-US" sz="280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Shruti" panose="020B0502040204020203" pitchFamily="34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</m:mr>
                          </m:m>
                          <m: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Shruti" panose="020B0502040204020203" pitchFamily="34" charset="0"/>
                            </a:rPr>
                            <m:t> </m:t>
                          </m:r>
                        </m:e>
                      </m:d>
                      <m:r>
                        <a:rPr lang="en-US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Shruti" panose="020B0502040204020203" pitchFamily="34" charset="0"/>
                        </a:rPr>
                        <m:t>+</m:t>
                      </m:r>
                      <m:r>
                        <m:rPr>
                          <m:sty m:val="p"/>
                        </m:rPr>
                        <a:rPr lang="en-US" sz="2800" dirty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k</m:t>
                      </m:r>
                      <m:r>
                        <a:rPr lang="en-US" sz="2800" dirty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⋅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Shruti" panose="020B0502040204020203" pitchFamily="34" charset="0"/>
                            </a:rPr>
                          </m:ctrlPr>
                        </m:dPr>
                        <m:e>
                          <m: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Shruti" panose="020B0502040204020203" pitchFamily="34" charset="0"/>
                            </a:rPr>
                            <m:t> </m:t>
                          </m:r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IN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Shruti" panose="020B0502040204020203" pitchFamily="34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US" sz="2800" i="1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Shruti" panose="020B0502040204020203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sz="280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Shruti" panose="020B0502040204020203" pitchFamily="34" charset="0"/>
                                      </a:rPr>
                                      <m:t>a</m:t>
                                    </m:r>
                                  </m:e>
                                  <m:sub>
                                    <m:r>
                                      <a:rPr lang="en-US" sz="280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Shruti" panose="020B0502040204020203" pitchFamily="34" charset="0"/>
                                      </a:rPr>
                                      <m:t>2</m:t>
                                    </m:r>
                                  </m:sub>
                                </m:sSub>
                              </m:e>
                              <m:e>
                                <m:r>
                                  <a:rPr lang="en-US" sz="280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Shruti" panose="020B0502040204020203" pitchFamily="34" charset="0"/>
                                  </a:rPr>
                                  <m:t>1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280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Shruti" panose="020B0502040204020203" pitchFamily="34" charset="0"/>
                                  </a:rPr>
                                  <m:t>1</m:t>
                                </m:r>
                              </m:e>
                              <m:e>
                                <m:sSub>
                                  <m:sSubPr>
                                    <m:ctrlPr>
                                      <a:rPr lang="en-US" sz="2800" i="1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Shruti" panose="020B0502040204020203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sz="280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Shruti" panose="020B0502040204020203" pitchFamily="34" charset="0"/>
                                      </a:rPr>
                                      <m:t>b</m:t>
                                    </m:r>
                                  </m:e>
                                  <m:sub>
                                    <m:r>
                                      <a:rPr lang="en-US" sz="280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Shruti" panose="020B0502040204020203" pitchFamily="34" charset="0"/>
                                      </a:rPr>
                                      <m:t>2</m:t>
                                    </m:r>
                                  </m:sub>
                                </m:sSub>
                              </m:e>
                            </m:mr>
                          </m:m>
                          <m: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Shruti" panose="020B0502040204020203" pitchFamily="34" charset="0"/>
                            </a:rPr>
                            <m:t> </m:t>
                          </m:r>
                        </m:e>
                      </m:d>
                    </m:oMath>
                  </m:oMathPara>
                </a14:m>
                <a:endParaRPr lang="en-US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31" name="Content Placeholder 4">
                <a:extLst>
                  <a:ext uri="{FF2B5EF4-FFF2-40B4-BE49-F238E27FC236}">
                    <a16:creationId xmlns:a16="http://schemas.microsoft.com/office/drawing/2014/main" id="{E2369E14-FB7F-439F-B8BC-3D00ED9ED33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557100" y="4901543"/>
                <a:ext cx="4840400" cy="895165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  <a:ln w="12700" cap="flat" cmpd="sng" algn="ctr">
                <a:noFill/>
                <a:prstDash val="solid"/>
                <a:miter lim="800000"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Content Placeholder 4">
                <a:extLst>
                  <a:ext uri="{FF2B5EF4-FFF2-40B4-BE49-F238E27FC236}">
                    <a16:creationId xmlns:a16="http://schemas.microsoft.com/office/drawing/2014/main" id="{E2369E14-FB7F-439F-B8BC-3D00ED9ED33E}"/>
                  </a:ext>
                </a:extLst>
              </p:cNvPr>
              <p:cNvSpPr txBox="1">
                <a:spLocks/>
              </p:cNvSpPr>
              <p:nvPr/>
            </p:nvSpPr>
            <p:spPr>
              <a:xfrm flipH="1">
                <a:off x="7223868" y="3202298"/>
                <a:ext cx="4782584" cy="1067459"/>
              </a:xfrm>
              <a:prstGeom prst="rect">
                <a:avLst/>
              </a:prstGeom>
              <a:noFill/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vert="horz" lIns="91440" tIns="45720" rIns="91440" bIns="45720" rtlCol="0" anchor="ctr">
                <a:noAutofit/>
              </a:bodyPr>
              <a:lstStyle>
                <a:lvl1pPr marL="265113" indent="-265113" algn="just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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809625" indent="-352425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lnSpc>
                    <a:spcPct val="115000"/>
                  </a:lnSpc>
                  <a:spcAft>
                    <a:spcPts val="8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0" dirty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Shruti" panose="020B0502040204020203" pitchFamily="34" charset="0"/>
                            </a:rPr>
                          </m:ctrlPr>
                        </m:dPr>
                        <m:e>
                          <m:r>
                            <a:rPr lang="en-US" sz="280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Shruti" panose="020B0502040204020203" pitchFamily="34" charset="0"/>
                            </a:rPr>
                            <m:t> </m:t>
                          </m:r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IN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Shruti" panose="020B0502040204020203" pitchFamily="34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sty m:val="p"/>
                                    <m:brk m:alnAt="7"/>
                                  </m:rPr>
                                  <a:rPr lang="en-US" sz="2800" b="0" i="0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Shruti" panose="020B0502040204020203" pitchFamily="34" charset="0"/>
                                  </a:rPr>
                                  <m:t>k</m:t>
                                </m:r>
                                <m:sSub>
                                  <m:sSubPr>
                                    <m:ctrlPr>
                                      <a:rPr lang="en-US" sz="2800" i="1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Shruti" panose="020B0502040204020203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sz="2800" i="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Shruti" panose="020B0502040204020203" pitchFamily="34" charset="0"/>
                                      </a:rPr>
                                      <m:t>a</m:t>
                                    </m:r>
                                  </m:e>
                                  <m:sub>
                                    <m:r>
                                      <a:rPr lang="en-US" sz="2800" i="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Shruti" panose="020B0502040204020203" pitchFamily="34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  <m:e>
                                <m:r>
                                  <a:rPr lang="en-US" sz="2800" i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Shruti" panose="020B0502040204020203" pitchFamily="34" charset="0"/>
                                  </a:rPr>
                                  <m:t>1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2800" i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Shruti" panose="020B0502040204020203" pitchFamily="34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m:rPr>
                                    <m:sty m:val="p"/>
                                  </m:rPr>
                                  <a:rPr lang="en-US" sz="2800" b="0" i="0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Shruti" panose="020B0502040204020203" pitchFamily="34" charset="0"/>
                                  </a:rPr>
                                  <m:t>k</m:t>
                                </m:r>
                                <m:sSub>
                                  <m:sSubPr>
                                    <m:ctrlPr>
                                      <a:rPr lang="en-US" sz="2800" i="1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Shruti" panose="020B0502040204020203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sz="2800" i="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Shruti" panose="020B0502040204020203" pitchFamily="34" charset="0"/>
                                      </a:rPr>
                                      <m:t>b</m:t>
                                    </m:r>
                                  </m:e>
                                  <m:sub>
                                    <m:r>
                                      <a:rPr lang="en-US" sz="2800" i="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Shruti" panose="020B0502040204020203" pitchFamily="34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</m:mr>
                          </m:m>
                          <m:r>
                            <a:rPr lang="en-US" sz="280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Shruti" panose="020B0502040204020203" pitchFamily="34" charset="0"/>
                            </a:rPr>
                            <m:t> </m:t>
                          </m:r>
                        </m:e>
                      </m:d>
                      <m:r>
                        <a:rPr lang="en-US" sz="2800" i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Shruti" panose="020B0502040204020203" pitchFamily="34" charset="0"/>
                        </a:rPr>
                        <m:t>+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Shruti" panose="020B0502040204020203" pitchFamily="34" charset="0"/>
                            </a:rPr>
                          </m:ctrlPr>
                        </m:dPr>
                        <m:e>
                          <m:r>
                            <a:rPr lang="en-US" sz="280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Shruti" panose="020B0502040204020203" pitchFamily="34" charset="0"/>
                            </a:rPr>
                            <m:t> </m:t>
                          </m:r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IN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Shruti" panose="020B0502040204020203" pitchFamily="34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sty m:val="p"/>
                                    <m:brk m:alnAt="7"/>
                                  </m:rPr>
                                  <a:rPr lang="en-US" sz="2800" b="0" i="0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Shruti" panose="020B0502040204020203" pitchFamily="34" charset="0"/>
                                  </a:rPr>
                                  <m:t>k</m:t>
                                </m:r>
                                <m:sSub>
                                  <m:sSubPr>
                                    <m:ctrlPr>
                                      <a:rPr lang="en-US" sz="2800" i="1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Shruti" panose="020B0502040204020203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sz="2800" i="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Shruti" panose="020B0502040204020203" pitchFamily="34" charset="0"/>
                                      </a:rPr>
                                      <m:t>a</m:t>
                                    </m:r>
                                  </m:e>
                                  <m:sub>
                                    <m:r>
                                      <a:rPr lang="en-US" sz="2800" i="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Shruti" panose="020B0502040204020203" pitchFamily="34" charset="0"/>
                                      </a:rPr>
                                      <m:t>2</m:t>
                                    </m:r>
                                  </m:sub>
                                </m:sSub>
                              </m:e>
                              <m:e>
                                <m:r>
                                  <a:rPr lang="en-US" sz="2800" i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Shruti" panose="020B0502040204020203" pitchFamily="34" charset="0"/>
                                  </a:rPr>
                                  <m:t>1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2800" i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Shruti" panose="020B0502040204020203" pitchFamily="34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m:rPr>
                                    <m:sty m:val="p"/>
                                  </m:rPr>
                                  <a:rPr lang="en-US" sz="2800" b="0" i="0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Shruti" panose="020B0502040204020203" pitchFamily="34" charset="0"/>
                                  </a:rPr>
                                  <m:t>k</m:t>
                                </m:r>
                                <m:sSub>
                                  <m:sSubPr>
                                    <m:ctrlPr>
                                      <a:rPr lang="en-US" sz="2800" i="1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Shruti" panose="020B0502040204020203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sz="2800" i="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Shruti" panose="020B0502040204020203" pitchFamily="34" charset="0"/>
                                      </a:rPr>
                                      <m:t>b</m:t>
                                    </m:r>
                                  </m:e>
                                  <m:sub>
                                    <m:r>
                                      <a:rPr lang="en-US" sz="2800" i="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Shruti" panose="020B0502040204020203" pitchFamily="34" charset="0"/>
                                      </a:rPr>
                                      <m:t>2</m:t>
                                    </m:r>
                                  </m:sub>
                                </m:sSub>
                              </m:e>
                            </m:mr>
                          </m:m>
                          <m:r>
                            <a:rPr lang="en-US" sz="280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Shruti" panose="020B0502040204020203" pitchFamily="34" charset="0"/>
                            </a:rPr>
                            <m:t> </m:t>
                          </m:r>
                        </m:e>
                      </m:d>
                    </m:oMath>
                  </m:oMathPara>
                </a14:m>
                <a:endParaRPr lang="en-US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32" name="Content Placeholder 4">
                <a:extLst>
                  <a:ext uri="{FF2B5EF4-FFF2-40B4-BE49-F238E27FC236}">
                    <a16:creationId xmlns:a16="http://schemas.microsoft.com/office/drawing/2014/main" id="{E2369E14-FB7F-439F-B8BC-3D00ED9ED33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7223868" y="3202298"/>
                <a:ext cx="4782584" cy="1067459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  <a:ln w="12700" cap="flat" cmpd="sng" algn="ctr">
                <a:noFill/>
                <a:prstDash val="solid"/>
                <a:miter lim="800000"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" name="Content Placeholder 4">
                <a:extLst>
                  <a:ext uri="{FF2B5EF4-FFF2-40B4-BE49-F238E27FC236}">
                    <a16:creationId xmlns:a16="http://schemas.microsoft.com/office/drawing/2014/main" id="{E2369E14-FB7F-439F-B8BC-3D00ED9ED33E}"/>
                  </a:ext>
                </a:extLst>
              </p:cNvPr>
              <p:cNvSpPr txBox="1">
                <a:spLocks/>
              </p:cNvSpPr>
              <p:nvPr/>
            </p:nvSpPr>
            <p:spPr>
              <a:xfrm flipH="1">
                <a:off x="7277208" y="4269757"/>
                <a:ext cx="4234688" cy="977921"/>
              </a:xfrm>
              <a:prstGeom prst="rect">
                <a:avLst/>
              </a:prstGeom>
              <a:noFill/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vert="horz" lIns="91440" tIns="45720" rIns="91440" bIns="45720" rtlCol="0" anchor="ctr">
                <a:noAutofit/>
              </a:bodyPr>
              <a:lstStyle>
                <a:lvl1pPr marL="265113" indent="-265113" algn="just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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809625" indent="-352425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lnSpc>
                    <a:spcPct val="115000"/>
                  </a:lnSpc>
                  <a:spcAft>
                    <a:spcPts val="8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dirty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Shruti" panose="020B0502040204020203" pitchFamily="34" charset="0"/>
                            </a:rPr>
                          </m:ctrlPr>
                        </m:dPr>
                        <m:e>
                          <m: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Shruti" panose="020B0502040204020203" pitchFamily="34" charset="0"/>
                            </a:rPr>
                            <m:t> </m:t>
                          </m:r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IN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Shruti" panose="020B0502040204020203" pitchFamily="34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sty m:val="p"/>
                                    <m:brk m:alnAt="7"/>
                                  </m:rPr>
                                  <a:rPr lang="en-US" sz="280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Shruti" panose="020B0502040204020203" pitchFamily="34" charset="0"/>
                                  </a:rPr>
                                  <m:t>k</m:t>
                                </m:r>
                                <m:sSub>
                                  <m:sSubPr>
                                    <m:ctrlPr>
                                      <a:rPr lang="en-US" sz="2800" i="1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Shruti" panose="020B0502040204020203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sz="280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Shruti" panose="020B0502040204020203" pitchFamily="34" charset="0"/>
                                      </a:rPr>
                                      <m:t>a</m:t>
                                    </m:r>
                                  </m:e>
                                  <m:sub>
                                    <m:r>
                                      <a:rPr lang="en-US" sz="280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Shruti" panose="020B0502040204020203" pitchFamily="34" charset="0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a:rPr lang="en-US" sz="2800" i="1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Shruti" panose="020B0502040204020203" pitchFamily="34" charset="0"/>
                                  </a:rPr>
                                  <m:t>+</m:t>
                                </m:r>
                                <m:r>
                                  <m:rPr>
                                    <m:sty m:val="p"/>
                                    <m:brk m:alnAt="7"/>
                                  </m:rPr>
                                  <a:rPr lang="en-US" sz="280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Shruti" panose="020B0502040204020203" pitchFamily="34" charset="0"/>
                                  </a:rPr>
                                  <m:t>k</m:t>
                                </m:r>
                                <m:sSub>
                                  <m:sSubPr>
                                    <m:ctrlPr>
                                      <a:rPr lang="en-US" sz="2800" i="1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Shruti" panose="020B0502040204020203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sz="280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Shruti" panose="020B0502040204020203" pitchFamily="34" charset="0"/>
                                      </a:rPr>
                                      <m:t>a</m:t>
                                    </m:r>
                                  </m:e>
                                  <m:sub>
                                    <m:r>
                                      <a:rPr lang="en-US" sz="280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Shruti" panose="020B0502040204020203" pitchFamily="34" charset="0"/>
                                      </a:rPr>
                                      <m:t>2</m:t>
                                    </m:r>
                                  </m:sub>
                                </m:sSub>
                              </m:e>
                              <m:e>
                                <m:r>
                                  <a:rPr lang="en-US" sz="280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Shruti" panose="020B0502040204020203" pitchFamily="34" charset="0"/>
                                  </a:rPr>
                                  <m:t>1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280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Shruti" panose="020B0502040204020203" pitchFamily="34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m:rPr>
                                    <m:sty m:val="p"/>
                                  </m:rPr>
                                  <a:rPr lang="en-US" sz="280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Shruti" panose="020B0502040204020203" pitchFamily="34" charset="0"/>
                                  </a:rPr>
                                  <m:t>k</m:t>
                                </m:r>
                                <m:sSub>
                                  <m:sSubPr>
                                    <m:ctrlPr>
                                      <a:rPr lang="en-US" sz="2800" i="1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Shruti" panose="020B0502040204020203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sz="280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Shruti" panose="020B0502040204020203" pitchFamily="34" charset="0"/>
                                      </a:rPr>
                                      <m:t>b</m:t>
                                    </m:r>
                                  </m:e>
                                  <m:sub>
                                    <m:r>
                                      <a:rPr lang="en-US" sz="280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Shruti" panose="020B0502040204020203" pitchFamily="34" charset="0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a:rPr lang="en-US" sz="2800" i="1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Shruti" panose="020B0502040204020203" pitchFamily="34" charset="0"/>
                                  </a:rPr>
                                  <m:t>+</m:t>
                                </m:r>
                                <m:r>
                                  <m:rPr>
                                    <m:sty m:val="p"/>
                                    <m:brk m:alnAt="7"/>
                                  </m:rPr>
                                  <a:rPr lang="en-US" sz="280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Shruti" panose="020B0502040204020203" pitchFamily="34" charset="0"/>
                                  </a:rPr>
                                  <m:t>k</m:t>
                                </m:r>
                                <m:sSub>
                                  <m:sSubPr>
                                    <m:ctrlPr>
                                      <a:rPr lang="en-US" sz="2800" i="1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Shruti" panose="020B0502040204020203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sz="280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Shruti" panose="020B0502040204020203" pitchFamily="34" charset="0"/>
                                      </a:rPr>
                                      <m:t>b</m:t>
                                    </m:r>
                                  </m:e>
                                  <m:sub>
                                    <m:r>
                                      <a:rPr lang="en-US" sz="280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Shruti" panose="020B0502040204020203" pitchFamily="34" charset="0"/>
                                      </a:rPr>
                                      <m:t>2</m:t>
                                    </m:r>
                                  </m:sub>
                                </m:sSub>
                              </m:e>
                            </m:mr>
                          </m:m>
                          <m: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Shruti" panose="020B0502040204020203" pitchFamily="34" charset="0"/>
                            </a:rPr>
                            <m:t> </m:t>
                          </m:r>
                        </m:e>
                      </m:d>
                    </m:oMath>
                  </m:oMathPara>
                </a14:m>
                <a:endParaRPr lang="en-US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33" name="Content Placeholder 4">
                <a:extLst>
                  <a:ext uri="{FF2B5EF4-FFF2-40B4-BE49-F238E27FC236}">
                    <a16:creationId xmlns:a16="http://schemas.microsoft.com/office/drawing/2014/main" id="{E2369E14-FB7F-439F-B8BC-3D00ED9ED33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7277208" y="4269757"/>
                <a:ext cx="4234688" cy="977921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  <a:ln w="12700" cap="flat" cmpd="sng" algn="ctr">
                <a:noFill/>
                <a:prstDash val="solid"/>
                <a:miter lim="800000"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" name="Content Placeholder 4">
                <a:extLst>
                  <a:ext uri="{FF2B5EF4-FFF2-40B4-BE49-F238E27FC236}">
                    <a16:creationId xmlns:a16="http://schemas.microsoft.com/office/drawing/2014/main" id="{E2369E14-FB7F-439F-B8BC-3D00ED9ED33E}"/>
                  </a:ext>
                </a:extLst>
              </p:cNvPr>
              <p:cNvSpPr txBox="1">
                <a:spLocks/>
              </p:cNvSpPr>
              <p:nvPr/>
            </p:nvSpPr>
            <p:spPr>
              <a:xfrm flipH="1">
                <a:off x="7277208" y="5412408"/>
                <a:ext cx="4439391" cy="540000"/>
              </a:xfrm>
              <a:prstGeom prst="rect">
                <a:avLst/>
              </a:prstGeom>
              <a:noFill/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vert="horz" lIns="91440" tIns="45720" rIns="91440" bIns="45720" rtlCol="0" anchor="ctr">
                <a:noAutofit/>
              </a:bodyPr>
              <a:lstStyle>
                <a:lvl1pPr marL="265113" indent="-265113" algn="just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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809625" indent="-352425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lnSpc>
                    <a:spcPct val="115000"/>
                  </a:lnSpc>
                  <a:spcAft>
                    <a:spcPts val="8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sz="2800" i="0" dirty="0" smtClean="0">
                          <a:solidFill>
                            <a:srgbClr val="002060"/>
                          </a:solidFill>
                        </a:rPr>
                        <m:t>So</m:t>
                      </m:r>
                      <m:r>
                        <m:rPr>
                          <m:nor/>
                        </m:rPr>
                        <a:rPr lang="en-US" sz="2800" i="0" dirty="0" smtClean="0">
                          <a:solidFill>
                            <a:srgbClr val="002060"/>
                          </a:solidFill>
                        </a:rPr>
                        <m:t>,</m:t>
                      </m:r>
                      <m:r>
                        <a:rPr lang="en-US" sz="2800" b="0" i="0" dirty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   </m:t>
                      </m:r>
                      <m:r>
                        <m:rPr>
                          <m:sty m:val="p"/>
                        </m:rPr>
                        <a:rPr lang="en-US" sz="2800" dirty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k</m:t>
                      </m:r>
                      <m:r>
                        <a:rPr lang="en-US" sz="2800" dirty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⋅</m:t>
                      </m:r>
                      <m:d>
                        <m:dPr>
                          <m:ctrlPr>
                            <a:rPr lang="en-US" sz="2800" i="1" dirty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sz="2800" dirty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u</m:t>
                          </m:r>
                          <m:r>
                            <a:rPr lang="en-US" sz="2800" dirty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m:rPr>
                              <m:sty m:val="p"/>
                            </m:rPr>
                            <a:rPr lang="en-US" sz="2800" dirty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v</m:t>
                          </m:r>
                        </m:e>
                      </m:d>
                      <m:r>
                        <a:rPr lang="en-US" sz="2800" b="0" i="1" dirty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sz="2800" dirty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k</m:t>
                      </m:r>
                      <m:r>
                        <a:rPr lang="en-US" sz="2800" dirty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⋅</m:t>
                      </m:r>
                      <m:r>
                        <m:rPr>
                          <m:sty m:val="p"/>
                        </m:rPr>
                        <a:rPr lang="en-US" sz="2800" dirty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u</m:t>
                      </m:r>
                      <m:r>
                        <a:rPr lang="en-US" sz="2800" dirty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m:rPr>
                          <m:sty m:val="p"/>
                        </m:rPr>
                        <a:rPr lang="en-US" sz="2800" dirty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k</m:t>
                      </m:r>
                      <m:r>
                        <a:rPr lang="en-US" sz="2800" dirty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⋅</m:t>
                      </m:r>
                      <m:r>
                        <m:rPr>
                          <m:sty m:val="p"/>
                        </m:rPr>
                        <a:rPr lang="en-US" sz="2800" dirty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v</m:t>
                      </m:r>
                    </m:oMath>
                  </m:oMathPara>
                </a14:m>
                <a:endParaRPr lang="en-US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34" name="Content Placeholder 4">
                <a:extLst>
                  <a:ext uri="{FF2B5EF4-FFF2-40B4-BE49-F238E27FC236}">
                    <a16:creationId xmlns:a16="http://schemas.microsoft.com/office/drawing/2014/main" id="{E2369E14-FB7F-439F-B8BC-3D00ED9ED33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7277208" y="5412408"/>
                <a:ext cx="4439391" cy="540000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  <a:ln w="12700" cap="flat" cmpd="sng" algn="ctr">
                <a:noFill/>
                <a:prstDash val="solid"/>
                <a:miter lim="800000"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" name="Rectangle: Rounded Corners 37">
            <a:extLst>
              <a:ext uri="{FF2B5EF4-FFF2-40B4-BE49-F238E27FC236}">
                <a16:creationId xmlns:a16="http://schemas.microsoft.com/office/drawing/2014/main" id="{23999130-9AD4-44AB-92C0-19F9097507BD}"/>
              </a:ext>
            </a:extLst>
          </p:cNvPr>
          <p:cNvSpPr/>
          <p:nvPr/>
        </p:nvSpPr>
        <p:spPr>
          <a:xfrm>
            <a:off x="6941600" y="3144493"/>
            <a:ext cx="36000" cy="3240000"/>
          </a:xfrm>
          <a:prstGeom prst="roundRect">
            <a:avLst/>
          </a:prstGeom>
          <a:gradFill>
            <a:gsLst>
              <a:gs pos="10000">
                <a:srgbClr val="0E47A1"/>
              </a:gs>
              <a:gs pos="100000">
                <a:srgbClr val="03A9F5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algn="ctr"/>
            <a:r>
              <a:rPr lang="en-IN" sz="2800" b="1" dirty="0">
                <a:solidFill>
                  <a:schemeClr val="bg1"/>
                </a:solidFill>
              </a:rPr>
              <a:t> </a:t>
            </a:r>
          </a:p>
        </p:txBody>
      </p:sp>
      <p:sp>
        <p:nvSpPr>
          <p:cNvPr id="26" name="Right Arrow 3">
            <a:extLst>
              <a:ext uri="{FF2B5EF4-FFF2-40B4-BE49-F238E27FC236}">
                <a16:creationId xmlns:a16="http://schemas.microsoft.com/office/drawing/2014/main" id="{AEB778E2-F354-45C9-B507-B2C3BE00E1A1}"/>
              </a:ext>
            </a:extLst>
          </p:cNvPr>
          <p:cNvSpPr/>
          <p:nvPr/>
        </p:nvSpPr>
        <p:spPr>
          <a:xfrm flipV="1">
            <a:off x="7056391" y="2178227"/>
            <a:ext cx="144000" cy="180000"/>
          </a:xfrm>
          <a:prstGeom prst="rightArrow">
            <a:avLst/>
          </a:prstGeom>
          <a:gradFill>
            <a:gsLst>
              <a:gs pos="10000">
                <a:srgbClr val="0E47A1"/>
              </a:gs>
              <a:gs pos="100000">
                <a:srgbClr val="03A9F5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Wingdings 3" panose="05040102010807070707" pitchFamily="18" charset="2"/>
              <a:buNone/>
            </a:pPr>
            <a:endParaRPr lang="en-IN" sz="28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675587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23" grpId="0"/>
      <p:bldP spid="30" grpId="0"/>
      <p:bldP spid="31" grpId="0"/>
      <p:bldP spid="32" grpId="0"/>
      <p:bldP spid="33" grpId="0"/>
      <p:bldP spid="34" grpId="0"/>
      <p:bldP spid="22" grpId="0" animBg="1"/>
    </p:bld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ECFC8A-BC0D-5D72-FE99-20313653BC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>
            <a:extLst>
              <a:ext uri="{FF2B5EF4-FFF2-40B4-BE49-F238E27FC236}">
                <a16:creationId xmlns:a16="http://schemas.microsoft.com/office/drawing/2014/main" id="{B0DC11A5-3B7B-4027-92AB-F9716BF52B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34207" y="824757"/>
            <a:ext cx="5132393" cy="1746504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1" name="Content Placeholder 4">
                <a:extLst>
                  <a:ext uri="{FF2B5EF4-FFF2-40B4-BE49-F238E27FC236}">
                    <a16:creationId xmlns:a16="http://schemas.microsoft.com/office/drawing/2014/main" id="{C2E3A768-B2DD-49B5-A909-9453EEB041E3}"/>
                  </a:ext>
                </a:extLst>
              </p:cNvPr>
              <p:cNvSpPr txBox="1">
                <a:spLocks/>
              </p:cNvSpPr>
              <p:nvPr/>
            </p:nvSpPr>
            <p:spPr>
              <a:xfrm flipH="1">
                <a:off x="-2" y="865206"/>
                <a:ext cx="5756857" cy="540000"/>
              </a:xfrm>
              <a:prstGeom prst="rect">
                <a:avLst/>
              </a:prstGeom>
              <a:gradFill>
                <a:gsLst>
                  <a:gs pos="10000">
                    <a:srgbClr val="0E47A1"/>
                  </a:gs>
                  <a:gs pos="100000">
                    <a:srgbClr val="03A9F5"/>
                  </a:gs>
                </a:gsLst>
                <a:lin ang="10800000" scaled="1"/>
              </a:gradFill>
              <a:ln>
                <a:noFill/>
              </a:ln>
            </p:spPr>
            <p:txBody>
              <a:bodyPr vert="horz" wrap="square" lIns="91440" tIns="45720" rIns="91440" bIns="45720" numCol="1" anchor="ctr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algn="ctr">
                  <a:defRPr sz="2800">
                    <a:solidFill>
                      <a:schemeClr val="bg1"/>
                    </a:solidFill>
                  </a:defRPr>
                </a:lvl1pPr>
                <a:lvl2pPr>
                  <a:defRPr>
                    <a:solidFill>
                      <a:schemeClr val="tx1"/>
                    </a:solidFill>
                  </a:defRPr>
                </a:lvl2pPr>
                <a:lvl3pPr>
                  <a:defRPr>
                    <a:solidFill>
                      <a:schemeClr val="tx1"/>
                    </a:solidFill>
                  </a:defRPr>
                </a:lvl3pPr>
                <a:lvl4pPr>
                  <a:defRPr>
                    <a:solidFill>
                      <a:schemeClr val="tx1"/>
                    </a:solidFill>
                  </a:defRPr>
                </a:lvl4pPr>
                <a:lvl5pPr>
                  <a:defRPr>
                    <a:solidFill>
                      <a:schemeClr val="tx1"/>
                    </a:solidFill>
                  </a:defRPr>
                </a:lvl5pPr>
                <a:lvl6pPr>
                  <a:defRPr>
                    <a:solidFill>
                      <a:schemeClr val="tx1"/>
                    </a:solidFill>
                  </a:defRPr>
                </a:lvl6pPr>
                <a:lvl7pPr>
                  <a:defRPr>
                    <a:solidFill>
                      <a:schemeClr val="tx1"/>
                    </a:solidFill>
                  </a:defRPr>
                </a:lvl7pPr>
                <a:lvl8pPr>
                  <a:defRPr>
                    <a:solidFill>
                      <a:schemeClr val="tx1"/>
                    </a:solidFill>
                  </a:defRPr>
                </a:lvl8pPr>
                <a:lvl9pPr>
                  <a:defRPr>
                    <a:solidFill>
                      <a:schemeClr val="tx1"/>
                    </a:solidFill>
                  </a:defRPr>
                </a:lvl9pPr>
              </a:lstStyle>
              <a:p>
                <a:pPr algn="l"/>
                <a:r>
                  <a:rPr lang="en-US" b="1" dirty="0"/>
                  <a:t>Axiom 8: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b="1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 i="0" dirty="0" smtClean="0">
                            <a:latin typeface="Cambria Math" panose="02040503050406030204" pitchFamily="18" charset="0"/>
                          </a:rPr>
                          <m:t>𝐤</m:t>
                        </m:r>
                        <m:r>
                          <a:rPr lang="en-US" b="1" i="0" dirty="0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b="1" i="0" dirty="0" smtClean="0">
                            <a:latin typeface="Cambria Math" panose="02040503050406030204" pitchFamily="18" charset="0"/>
                          </a:rPr>
                          <m:t>𝐦</m:t>
                        </m:r>
                      </m:e>
                    </m:d>
                    <m:r>
                      <a:rPr lang="en-US" b="1" i="1" dirty="0" smtClean="0">
                        <a:latin typeface="Cambria Math" panose="02040503050406030204" pitchFamily="18" charset="0"/>
                      </a:rPr>
                      <m:t>⋅</m:t>
                    </m:r>
                    <m:r>
                      <a:rPr lang="en-US" b="1" i="0" dirty="0" smtClean="0">
                        <a:latin typeface="Cambria Math" panose="02040503050406030204" pitchFamily="18" charset="0"/>
                      </a:rPr>
                      <m:t>𝐮</m:t>
                    </m:r>
                    <m:r>
                      <a:rPr lang="en-US" b="1" i="0" dirty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1" i="0" dirty="0">
                        <a:latin typeface="Cambria Math" panose="02040503050406030204" pitchFamily="18" charset="0"/>
                      </a:rPr>
                      <m:t>𝐤</m:t>
                    </m:r>
                    <m:r>
                      <a:rPr lang="en-US" b="1" i="0" dirty="0" smtClean="0">
                        <a:latin typeface="Cambria Math" panose="02040503050406030204" pitchFamily="18" charset="0"/>
                      </a:rPr>
                      <m:t>⋅</m:t>
                    </m:r>
                    <m:r>
                      <a:rPr lang="en-US" b="1" i="0" dirty="0" smtClean="0">
                        <a:latin typeface="Cambria Math" panose="02040503050406030204" pitchFamily="18" charset="0"/>
                      </a:rPr>
                      <m:t>𝐮</m:t>
                    </m:r>
                    <m:r>
                      <a:rPr lang="en-US" b="1" i="0" dirty="0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1" i="0" dirty="0" smtClean="0">
                        <a:latin typeface="Cambria Math" panose="02040503050406030204" pitchFamily="18" charset="0"/>
                      </a:rPr>
                      <m:t>𝐦</m:t>
                    </m:r>
                    <m:r>
                      <a:rPr lang="en-US" b="1" dirty="0">
                        <a:latin typeface="Cambria Math" panose="02040503050406030204" pitchFamily="18" charset="0"/>
                      </a:rPr>
                      <m:t>⋅</m:t>
                    </m:r>
                    <m:r>
                      <a:rPr lang="en-US" b="1" i="0" dirty="0" smtClean="0">
                        <a:latin typeface="Cambria Math" panose="02040503050406030204" pitchFamily="18" charset="0"/>
                      </a:rPr>
                      <m:t>𝐮</m:t>
                    </m:r>
                  </m:oMath>
                </a14:m>
                <a:endParaRPr lang="en-US" b="1" dirty="0"/>
              </a:p>
            </p:txBody>
          </p:sp>
        </mc:Choice>
        <mc:Fallback xmlns="">
          <p:sp>
            <p:nvSpPr>
              <p:cNvPr id="21" name="Content Placeholder 4">
                <a:extLst>
                  <a:ext uri="{FF2B5EF4-FFF2-40B4-BE49-F238E27FC236}">
                    <a16:creationId xmlns:a16="http://schemas.microsoft.com/office/drawing/2014/main" id="{C2E3A768-B2DD-49B5-A909-9453EEB041E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-2" y="865206"/>
                <a:ext cx="5756857" cy="540000"/>
              </a:xfrm>
              <a:prstGeom prst="rect">
                <a:avLst/>
              </a:prstGeom>
              <a:blipFill>
                <a:blip r:embed="rId3"/>
                <a:stretch>
                  <a:fillRect l="-2119" t="-10112" b="-29213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FDFDD70C-3AAE-183B-5AED-36C59E3E9B77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IN" dirty="0"/>
                  <a:t>Method:1 </a:t>
                </a:r>
                <a14:m>
                  <m:oMath xmlns:m="http://schemas.openxmlformats.org/officeDocument/2006/math">
                    <m:r>
                      <a:rPr lang="en-I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⇝</m:t>
                    </m:r>
                  </m:oMath>
                </a14:m>
                <a:r>
                  <a:rPr lang="en-IN" dirty="0"/>
                  <a:t> Example:13(continue)</a:t>
                </a:r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FDFDD70C-3AAE-183B-5AED-36C59E3E9B7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4"/>
                <a:stretch>
                  <a:fillRect l="-400" t="-8547" b="-1965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Content Placeholder 4">
                <a:extLst>
                  <a:ext uri="{FF2B5EF4-FFF2-40B4-BE49-F238E27FC236}">
                    <a16:creationId xmlns:a16="http://schemas.microsoft.com/office/drawing/2014/main" id="{E2369E14-FB7F-439F-B8BC-3D00ED9ED33E}"/>
                  </a:ext>
                </a:extLst>
              </p:cNvPr>
              <p:cNvSpPr txBox="1">
                <a:spLocks/>
              </p:cNvSpPr>
              <p:nvPr/>
            </p:nvSpPr>
            <p:spPr>
              <a:xfrm flipH="1">
                <a:off x="0" y="1677570"/>
                <a:ext cx="3258290" cy="540000"/>
              </a:xfrm>
              <a:prstGeom prst="rect">
                <a:avLst/>
              </a:prstGeom>
              <a:noFill/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vert="horz" lIns="91440" tIns="45720" rIns="91440" bIns="45720" rtlCol="0" anchor="ctr">
                <a:noAutofit/>
              </a:bodyPr>
              <a:lstStyle>
                <a:lvl1pPr marL="265113" indent="-265113" algn="just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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809625" indent="-352425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lnSpc>
                    <a:spcPct val="115000"/>
                  </a:lnSpc>
                  <a:spcAft>
                    <a:spcPts val="800"/>
                  </a:spcAft>
                  <a:buNone/>
                </a:pPr>
                <a:r>
                  <a:rPr lang="en-US" sz="2800" dirty="0">
                    <a:solidFill>
                      <a:srgbClr val="002060"/>
                    </a:solidFill>
                  </a:rPr>
                  <a:t>Now,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2800" b="0" i="1" dirty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sz="2800" b="0" i="0" dirty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k</m:t>
                        </m:r>
                        <m:r>
                          <a:rPr lang="en-US" sz="2800" dirty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US" sz="2800" b="0" i="0" dirty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m</m:t>
                        </m:r>
                      </m:e>
                    </m:d>
                    <m:r>
                      <a:rPr lang="en-US" sz="2800" b="0" i="0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m:rPr>
                        <m:sty m:val="p"/>
                      </m:rPr>
                      <a:rPr lang="en-US" sz="2800" b="0" i="0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u</m:t>
                    </m:r>
                  </m:oMath>
                </a14:m>
                <a:endParaRPr lang="en-US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19" name="Content Placeholder 4">
                <a:extLst>
                  <a:ext uri="{FF2B5EF4-FFF2-40B4-BE49-F238E27FC236}">
                    <a16:creationId xmlns:a16="http://schemas.microsoft.com/office/drawing/2014/main" id="{E2369E14-FB7F-439F-B8BC-3D00ED9ED33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0" y="1677570"/>
                <a:ext cx="3258290" cy="540000"/>
              </a:xfrm>
              <a:prstGeom prst="rect">
                <a:avLst/>
              </a:prstGeom>
              <a:blipFill>
                <a:blip r:embed="rId6"/>
                <a:stretch>
                  <a:fillRect l="-3745" t="-10112" b="-29213"/>
                </a:stretch>
              </a:blipFill>
              <a:ln w="12700" cap="flat" cmpd="sng" algn="ctr">
                <a:noFill/>
                <a:prstDash val="solid"/>
                <a:miter lim="800000"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Content Placeholder 4">
                <a:extLst>
                  <a:ext uri="{FF2B5EF4-FFF2-40B4-BE49-F238E27FC236}">
                    <a16:creationId xmlns:a16="http://schemas.microsoft.com/office/drawing/2014/main" id="{E2369E14-FB7F-439F-B8BC-3D00ED9ED33E}"/>
                  </a:ext>
                </a:extLst>
              </p:cNvPr>
              <p:cNvSpPr txBox="1">
                <a:spLocks/>
              </p:cNvSpPr>
              <p:nvPr/>
            </p:nvSpPr>
            <p:spPr>
              <a:xfrm flipH="1">
                <a:off x="373524" y="2269824"/>
                <a:ext cx="3519120" cy="930359"/>
              </a:xfrm>
              <a:prstGeom prst="rect">
                <a:avLst/>
              </a:prstGeom>
              <a:noFill/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vert="horz" lIns="91440" tIns="45720" rIns="91440" bIns="45720" rtlCol="0" anchor="ctr">
                <a:noAutofit/>
              </a:bodyPr>
              <a:lstStyle>
                <a:lvl1pPr marL="265113" indent="-265113" algn="just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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809625" indent="-352425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lnSpc>
                    <a:spcPct val="115000"/>
                  </a:lnSpc>
                  <a:spcAft>
                    <a:spcPts val="8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dirty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sz="2800" i="1" dirty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sz="2800" dirty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k</m:t>
                          </m:r>
                          <m:r>
                            <a:rPr lang="en-US" sz="2800" dirty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m:rPr>
                              <m:sty m:val="p"/>
                            </m:rPr>
                            <a:rPr lang="en-US" sz="2800" dirty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m</m:t>
                          </m:r>
                        </m:e>
                      </m:d>
                      <m:r>
                        <a:rPr lang="en-US" sz="2800" dirty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⋅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Shruti" panose="020B0502040204020203" pitchFamily="34" charset="0"/>
                            </a:rPr>
                          </m:ctrlPr>
                        </m:dPr>
                        <m:e>
                          <m: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Shruti" panose="020B0502040204020203" pitchFamily="34" charset="0"/>
                            </a:rPr>
                            <m:t> </m:t>
                          </m:r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IN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Shruti" panose="020B0502040204020203" pitchFamily="34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US" sz="2800" i="1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Shruti" panose="020B0502040204020203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sz="280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Shruti" panose="020B0502040204020203" pitchFamily="34" charset="0"/>
                                      </a:rPr>
                                      <m:t>a</m:t>
                                    </m:r>
                                  </m:e>
                                  <m:sub>
                                    <m:r>
                                      <a:rPr lang="en-US" sz="280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Shruti" panose="020B0502040204020203" pitchFamily="34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  <m:e>
                                <m:r>
                                  <a:rPr lang="en-US" sz="280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Shruti" panose="020B0502040204020203" pitchFamily="34" charset="0"/>
                                  </a:rPr>
                                  <m:t>1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280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Shruti" panose="020B0502040204020203" pitchFamily="34" charset="0"/>
                                  </a:rPr>
                                  <m:t>1</m:t>
                                </m:r>
                              </m:e>
                              <m:e>
                                <m:sSub>
                                  <m:sSubPr>
                                    <m:ctrlPr>
                                      <a:rPr lang="en-US" sz="2800" i="1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Shruti" panose="020B0502040204020203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sz="280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Shruti" panose="020B0502040204020203" pitchFamily="34" charset="0"/>
                                      </a:rPr>
                                      <m:t>b</m:t>
                                    </m:r>
                                  </m:e>
                                  <m:sub>
                                    <m:r>
                                      <a:rPr lang="en-US" sz="280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Shruti" panose="020B0502040204020203" pitchFamily="34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</m:mr>
                          </m:m>
                          <m: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Shruti" panose="020B0502040204020203" pitchFamily="34" charset="0"/>
                            </a:rPr>
                            <m:t> </m:t>
                          </m:r>
                        </m:e>
                      </m:d>
                    </m:oMath>
                  </m:oMathPara>
                </a14:m>
                <a:endParaRPr lang="en-US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20" name="Content Placeholder 4">
                <a:extLst>
                  <a:ext uri="{FF2B5EF4-FFF2-40B4-BE49-F238E27FC236}">
                    <a16:creationId xmlns:a16="http://schemas.microsoft.com/office/drawing/2014/main" id="{E2369E14-FB7F-439F-B8BC-3D00ED9ED33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373524" y="2269824"/>
                <a:ext cx="3519120" cy="930359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  <a:ln w="12700" cap="flat" cmpd="sng" algn="ctr">
                <a:noFill/>
                <a:prstDash val="solid"/>
                <a:miter lim="800000"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Content Placeholder 4">
                <a:extLst>
                  <a:ext uri="{FF2B5EF4-FFF2-40B4-BE49-F238E27FC236}">
                    <a16:creationId xmlns:a16="http://schemas.microsoft.com/office/drawing/2014/main" id="{E2369E14-FB7F-439F-B8BC-3D00ED9ED33E}"/>
                  </a:ext>
                </a:extLst>
              </p:cNvPr>
              <p:cNvSpPr txBox="1">
                <a:spLocks/>
              </p:cNvSpPr>
              <p:nvPr/>
            </p:nvSpPr>
            <p:spPr>
              <a:xfrm flipH="1">
                <a:off x="373524" y="3277367"/>
                <a:ext cx="4291994" cy="910875"/>
              </a:xfrm>
              <a:prstGeom prst="rect">
                <a:avLst/>
              </a:prstGeom>
              <a:noFill/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vert="horz" lIns="91440" tIns="45720" rIns="91440" bIns="45720" rtlCol="0" anchor="ctr">
                <a:noAutofit/>
              </a:bodyPr>
              <a:lstStyle>
                <a:lvl1pPr marL="265113" indent="-265113" algn="just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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809625" indent="-352425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lnSpc>
                    <a:spcPct val="115000"/>
                  </a:lnSpc>
                  <a:spcAft>
                    <a:spcPts val="8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800" dirty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Shruti" panose="020B0502040204020203" pitchFamily="34" charset="0"/>
                            </a:rPr>
                          </m:ctrlPr>
                        </m:dPr>
                        <m:e>
                          <m: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Shruti" panose="020B0502040204020203" pitchFamily="34" charset="0"/>
                            </a:rPr>
                            <m:t> </m:t>
                          </m:r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IN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Shruti" panose="020B0502040204020203" pitchFamily="34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nor/>
                                  </m:rPr>
                                  <a:rPr lang="en-US" sz="2800" i="0" dirty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m:rPr>
                                    <m:nor/>
                                  </m:rPr>
                                  <a:rPr lang="en-US" sz="2800" i="0" dirty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k</m:t>
                                </m:r>
                                <m:r>
                                  <m:rPr>
                                    <m:nor/>
                                  </m:rPr>
                                  <a:rPr lang="en-US" sz="2800" i="0" dirty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m:rPr>
                                    <m:nor/>
                                  </m:rPr>
                                  <a:rPr lang="en-US" sz="2800" i="0" dirty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m</m:t>
                                </m:r>
                                <m:r>
                                  <m:rPr>
                                    <m:nor/>
                                  </m:rPr>
                                  <a:rPr lang="en-US" sz="2800" i="0" dirty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) </m:t>
                                </m:r>
                                <m:sSub>
                                  <m:sSubPr>
                                    <m:ctrlPr>
                                      <a:rPr lang="en-US" sz="2800" i="1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Shruti" panose="020B0502040204020203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sz="280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Shruti" panose="020B0502040204020203" pitchFamily="34" charset="0"/>
                                      </a:rPr>
                                      <m:t>a</m:t>
                                    </m:r>
                                  </m:e>
                                  <m:sub>
                                    <m:r>
                                      <a:rPr lang="en-US" sz="280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Shruti" panose="020B0502040204020203" pitchFamily="34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  <m:e>
                                <m:r>
                                  <a:rPr lang="en-US" sz="280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Shruti" panose="020B0502040204020203" pitchFamily="34" charset="0"/>
                                  </a:rPr>
                                  <m:t>1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280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Shruti" panose="020B0502040204020203" pitchFamily="34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m:rPr>
                                    <m:nor/>
                                  </m:rPr>
                                  <a:rPr lang="en-US" sz="2800" i="0" dirty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m:rPr>
                                    <m:nor/>
                                  </m:rPr>
                                  <a:rPr lang="en-US" sz="2800" i="0" dirty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k</m:t>
                                </m:r>
                                <m:r>
                                  <m:rPr>
                                    <m:nor/>
                                  </m:rPr>
                                  <a:rPr lang="en-US" sz="2800" i="0" dirty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m:rPr>
                                    <m:nor/>
                                  </m:rPr>
                                  <a:rPr lang="en-US" sz="2800" i="0" dirty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m</m:t>
                                </m:r>
                                <m:r>
                                  <m:rPr>
                                    <m:nor/>
                                  </m:rPr>
                                  <a:rPr lang="en-US" sz="2800" i="0" dirty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  <m:sSub>
                                  <m:sSubPr>
                                    <m:ctrlPr>
                                      <a:rPr lang="en-US" sz="2800" i="1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Shruti" panose="020B0502040204020203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800" b="0" i="0" smtClean="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Shruti" panose="020B0502040204020203" pitchFamily="34" charset="0"/>
                                      </a:rPr>
                                      <m:t> 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en-US" sz="280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Shruti" panose="020B0502040204020203" pitchFamily="34" charset="0"/>
                                      </a:rPr>
                                      <m:t>b</m:t>
                                    </m:r>
                                  </m:e>
                                  <m:sub>
                                    <m:r>
                                      <a:rPr lang="en-US" sz="280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Shruti" panose="020B0502040204020203" pitchFamily="34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</m:mr>
                          </m:m>
                          <m: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Shruti" panose="020B0502040204020203" pitchFamily="34" charset="0"/>
                            </a:rPr>
                            <m:t> </m:t>
                          </m:r>
                        </m:e>
                      </m:d>
                    </m:oMath>
                  </m:oMathPara>
                </a14:m>
                <a:endParaRPr lang="en-US" sz="2800" dirty="0">
                  <a:solidFill>
                    <a:srgbClr val="002060"/>
                  </a:solidFill>
                  <a:latin typeface="+mj-lt"/>
                </a:endParaRPr>
              </a:p>
            </p:txBody>
          </p:sp>
        </mc:Choice>
        <mc:Fallback xmlns="">
          <p:sp>
            <p:nvSpPr>
              <p:cNvPr id="23" name="Content Placeholder 4">
                <a:extLst>
                  <a:ext uri="{FF2B5EF4-FFF2-40B4-BE49-F238E27FC236}">
                    <a16:creationId xmlns:a16="http://schemas.microsoft.com/office/drawing/2014/main" id="{E2369E14-FB7F-439F-B8BC-3D00ED9ED33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373524" y="3277367"/>
                <a:ext cx="4291994" cy="910875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  <a:ln w="12700" cap="flat" cmpd="sng" algn="ctr">
                <a:noFill/>
                <a:prstDash val="solid"/>
                <a:miter lim="800000"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Content Placeholder 4">
                <a:extLst>
                  <a:ext uri="{FF2B5EF4-FFF2-40B4-BE49-F238E27FC236}">
                    <a16:creationId xmlns:a16="http://schemas.microsoft.com/office/drawing/2014/main" id="{E2369E14-FB7F-439F-B8BC-3D00ED9ED33E}"/>
                  </a:ext>
                </a:extLst>
              </p:cNvPr>
              <p:cNvSpPr txBox="1">
                <a:spLocks/>
              </p:cNvSpPr>
              <p:nvPr/>
            </p:nvSpPr>
            <p:spPr>
              <a:xfrm flipH="1">
                <a:off x="373524" y="4266303"/>
                <a:ext cx="4176164" cy="1034866"/>
              </a:xfrm>
              <a:prstGeom prst="rect">
                <a:avLst/>
              </a:prstGeom>
              <a:noFill/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vert="horz" lIns="91440" tIns="45720" rIns="91440" bIns="45720" rtlCol="0" anchor="ctr">
                <a:noAutofit/>
              </a:bodyPr>
              <a:lstStyle>
                <a:lvl1pPr marL="265113" indent="-265113" algn="just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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809625" indent="-352425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lnSpc>
                    <a:spcPct val="115000"/>
                  </a:lnSpc>
                  <a:spcAft>
                    <a:spcPts val="8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800" dirty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Shruti" panose="020B0502040204020203" pitchFamily="34" charset="0"/>
                            </a:rPr>
                          </m:ctrlPr>
                        </m:dPr>
                        <m:e>
                          <m: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Shruti" panose="020B0502040204020203" pitchFamily="34" charset="0"/>
                            </a:rPr>
                            <m:t> </m:t>
                          </m:r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IN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Shruti" panose="020B0502040204020203" pitchFamily="34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nor/>
                                  </m:rPr>
                                  <a:rPr lang="en-US" sz="2800" i="0" dirty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k</m:t>
                                </m:r>
                                <m:sSub>
                                  <m:sSubPr>
                                    <m:ctrlPr>
                                      <a:rPr lang="en-US" sz="2800" i="1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Shruti" panose="020B0502040204020203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sz="280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Shruti" panose="020B0502040204020203" pitchFamily="34" charset="0"/>
                                      </a:rPr>
                                      <m:t>a</m:t>
                                    </m:r>
                                  </m:e>
                                  <m:sub>
                                    <m:r>
                                      <a:rPr lang="en-US" sz="280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Shruti" panose="020B0502040204020203" pitchFamily="34" charset="0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m:rPr>
                                    <m:nor/>
                                  </m:rPr>
                                  <a:rPr lang="en-US" sz="2800" i="0" dirty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m:rPr>
                                    <m:nor/>
                                  </m:rPr>
                                  <a:rPr lang="en-US" sz="2800" i="0" dirty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m</m:t>
                                </m:r>
                                <m:sSub>
                                  <m:sSubPr>
                                    <m:ctrlPr>
                                      <a:rPr lang="en-US" sz="2800" i="1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Shruti" panose="020B0502040204020203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sz="280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Shruti" panose="020B0502040204020203" pitchFamily="34" charset="0"/>
                                      </a:rPr>
                                      <m:t>a</m:t>
                                    </m:r>
                                  </m:e>
                                  <m:sub>
                                    <m:r>
                                      <a:rPr lang="en-US" sz="280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Shruti" panose="020B0502040204020203" pitchFamily="34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  <m:e>
                                <m:r>
                                  <a:rPr lang="en-US" sz="280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Shruti" panose="020B0502040204020203" pitchFamily="34" charset="0"/>
                                  </a:rPr>
                                  <m:t>1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280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Shruti" panose="020B0502040204020203" pitchFamily="34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m:rPr>
                                    <m:nor/>
                                  </m:rPr>
                                  <a:rPr lang="en-US" sz="2800" i="0" dirty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k</m:t>
                                </m:r>
                                <m:sSub>
                                  <m:sSubPr>
                                    <m:ctrlPr>
                                      <a:rPr lang="en-US" sz="2800" i="1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Shruti" panose="020B0502040204020203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sz="280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Shruti" panose="020B0502040204020203" pitchFamily="34" charset="0"/>
                                      </a:rPr>
                                      <m:t>b</m:t>
                                    </m:r>
                                  </m:e>
                                  <m:sub>
                                    <m:r>
                                      <a:rPr lang="en-US" sz="280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Shruti" panose="020B0502040204020203" pitchFamily="34" charset="0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m:rPr>
                                    <m:nor/>
                                  </m:rPr>
                                  <a:rPr lang="en-US" sz="2800" i="0" dirty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m:rPr>
                                    <m:nor/>
                                  </m:rPr>
                                  <a:rPr lang="en-US" sz="2800" i="0" dirty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m</m:t>
                                </m:r>
                                <m:sSub>
                                  <m:sSubPr>
                                    <m:ctrlPr>
                                      <a:rPr lang="en-US" sz="2800" i="1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Shruti" panose="020B0502040204020203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sz="280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Shruti" panose="020B0502040204020203" pitchFamily="34" charset="0"/>
                                      </a:rPr>
                                      <m:t>b</m:t>
                                    </m:r>
                                  </m:e>
                                  <m:sub>
                                    <m:r>
                                      <a:rPr lang="en-US" sz="280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Shruti" panose="020B0502040204020203" pitchFamily="34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</m:mr>
                          </m:m>
                          <m: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Shruti" panose="020B0502040204020203" pitchFamily="34" charset="0"/>
                            </a:rPr>
                            <m:t> </m:t>
                          </m:r>
                        </m:e>
                      </m:d>
                    </m:oMath>
                  </m:oMathPara>
                </a14:m>
                <a:endParaRPr lang="en-US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24" name="Content Placeholder 4">
                <a:extLst>
                  <a:ext uri="{FF2B5EF4-FFF2-40B4-BE49-F238E27FC236}">
                    <a16:creationId xmlns:a16="http://schemas.microsoft.com/office/drawing/2014/main" id="{E2369E14-FB7F-439F-B8BC-3D00ED9ED33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373524" y="4266303"/>
                <a:ext cx="4176164" cy="1034866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  <a:ln w="12700" cap="flat" cmpd="sng" algn="ctr">
                <a:noFill/>
                <a:prstDash val="solid"/>
                <a:miter lim="800000"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Content Placeholder 4">
                <a:extLst>
                  <a:ext uri="{FF2B5EF4-FFF2-40B4-BE49-F238E27FC236}">
                    <a16:creationId xmlns:a16="http://schemas.microsoft.com/office/drawing/2014/main" id="{E2369E14-FB7F-439F-B8BC-3D00ED9ED33E}"/>
                  </a:ext>
                </a:extLst>
              </p:cNvPr>
              <p:cNvSpPr txBox="1">
                <a:spLocks/>
              </p:cNvSpPr>
              <p:nvPr/>
            </p:nvSpPr>
            <p:spPr>
              <a:xfrm flipH="1">
                <a:off x="4549688" y="4662216"/>
                <a:ext cx="1516095" cy="540000"/>
              </a:xfrm>
              <a:prstGeom prst="rect">
                <a:avLst/>
              </a:prstGeom>
              <a:noFill/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vert="horz" lIns="91440" tIns="45720" rIns="91440" bIns="45720" rtlCol="0" anchor="ctr">
                <a:noAutofit/>
              </a:bodyPr>
              <a:lstStyle>
                <a:lvl1pPr marL="265113" indent="-265113" algn="just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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809625" indent="-352425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lnSpc>
                    <a:spcPct val="115000"/>
                  </a:lnSpc>
                  <a:spcAft>
                    <a:spcPts val="8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……</m:t>
                      </m:r>
                      <m:d>
                        <m:dPr>
                          <m:ctrlP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d>
                    </m:oMath>
                  </m:oMathPara>
                </a14:m>
                <a:endParaRPr lang="en-US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22" name="Content Placeholder 4">
                <a:extLst>
                  <a:ext uri="{FF2B5EF4-FFF2-40B4-BE49-F238E27FC236}">
                    <a16:creationId xmlns:a16="http://schemas.microsoft.com/office/drawing/2014/main" id="{E2369E14-FB7F-439F-B8BC-3D00ED9ED33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4549688" y="4662216"/>
                <a:ext cx="1516095" cy="540000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  <a:ln w="12700" cap="flat" cmpd="sng" algn="ctr">
                <a:noFill/>
                <a:prstDash val="solid"/>
                <a:miter lim="800000"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Right Arrow 3">
            <a:extLst>
              <a:ext uri="{FF2B5EF4-FFF2-40B4-BE49-F238E27FC236}">
                <a16:creationId xmlns:a16="http://schemas.microsoft.com/office/drawing/2014/main" id="{A9BA8B99-C42F-4B42-9B3C-1BDCA269B6F8}"/>
              </a:ext>
            </a:extLst>
          </p:cNvPr>
          <p:cNvSpPr/>
          <p:nvPr/>
        </p:nvSpPr>
        <p:spPr>
          <a:xfrm flipV="1">
            <a:off x="7056391" y="2178227"/>
            <a:ext cx="144000" cy="180000"/>
          </a:xfrm>
          <a:prstGeom prst="rightArrow">
            <a:avLst/>
          </a:prstGeom>
          <a:gradFill>
            <a:gsLst>
              <a:gs pos="10000">
                <a:srgbClr val="0E47A1"/>
              </a:gs>
              <a:gs pos="100000">
                <a:srgbClr val="03A9F5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Wingdings 3" panose="05040102010807070707" pitchFamily="18" charset="2"/>
              <a:buNone/>
            </a:pPr>
            <a:endParaRPr lang="en-IN" sz="28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51959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23" grpId="0"/>
      <p:bldP spid="24" grpId="0"/>
      <p:bldP spid="22" grpId="0"/>
    </p:bld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ECFC8A-BC0D-5D72-FE99-20313653BC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" name="Picture 30">
            <a:extLst>
              <a:ext uri="{FF2B5EF4-FFF2-40B4-BE49-F238E27FC236}">
                <a16:creationId xmlns:a16="http://schemas.microsoft.com/office/drawing/2014/main" id="{82378C41-6059-433F-8B37-38AC89CCF7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34207" y="824757"/>
            <a:ext cx="5132393" cy="1746504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1" name="Content Placeholder 4">
                <a:extLst>
                  <a:ext uri="{FF2B5EF4-FFF2-40B4-BE49-F238E27FC236}">
                    <a16:creationId xmlns:a16="http://schemas.microsoft.com/office/drawing/2014/main" id="{C2E3A768-B2DD-49B5-A909-9453EEB041E3}"/>
                  </a:ext>
                </a:extLst>
              </p:cNvPr>
              <p:cNvSpPr txBox="1">
                <a:spLocks/>
              </p:cNvSpPr>
              <p:nvPr/>
            </p:nvSpPr>
            <p:spPr>
              <a:xfrm flipH="1">
                <a:off x="-2" y="865206"/>
                <a:ext cx="5756857" cy="540000"/>
              </a:xfrm>
              <a:prstGeom prst="rect">
                <a:avLst/>
              </a:prstGeom>
              <a:gradFill>
                <a:gsLst>
                  <a:gs pos="10000">
                    <a:srgbClr val="0E47A1"/>
                  </a:gs>
                  <a:gs pos="100000">
                    <a:srgbClr val="03A9F5"/>
                  </a:gs>
                </a:gsLst>
                <a:lin ang="10800000" scaled="1"/>
              </a:gradFill>
              <a:ln>
                <a:noFill/>
              </a:ln>
            </p:spPr>
            <p:txBody>
              <a:bodyPr vert="horz" wrap="square" lIns="91440" tIns="45720" rIns="91440" bIns="45720" numCol="1" anchor="ctr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algn="ctr">
                  <a:defRPr sz="2800">
                    <a:solidFill>
                      <a:schemeClr val="bg1"/>
                    </a:solidFill>
                  </a:defRPr>
                </a:lvl1pPr>
                <a:lvl2pPr>
                  <a:defRPr>
                    <a:solidFill>
                      <a:schemeClr val="tx1"/>
                    </a:solidFill>
                  </a:defRPr>
                </a:lvl2pPr>
                <a:lvl3pPr>
                  <a:defRPr>
                    <a:solidFill>
                      <a:schemeClr val="tx1"/>
                    </a:solidFill>
                  </a:defRPr>
                </a:lvl3pPr>
                <a:lvl4pPr>
                  <a:defRPr>
                    <a:solidFill>
                      <a:schemeClr val="tx1"/>
                    </a:solidFill>
                  </a:defRPr>
                </a:lvl4pPr>
                <a:lvl5pPr>
                  <a:defRPr>
                    <a:solidFill>
                      <a:schemeClr val="tx1"/>
                    </a:solidFill>
                  </a:defRPr>
                </a:lvl5pPr>
                <a:lvl6pPr>
                  <a:defRPr>
                    <a:solidFill>
                      <a:schemeClr val="tx1"/>
                    </a:solidFill>
                  </a:defRPr>
                </a:lvl6pPr>
                <a:lvl7pPr>
                  <a:defRPr>
                    <a:solidFill>
                      <a:schemeClr val="tx1"/>
                    </a:solidFill>
                  </a:defRPr>
                </a:lvl7pPr>
                <a:lvl8pPr>
                  <a:defRPr>
                    <a:solidFill>
                      <a:schemeClr val="tx1"/>
                    </a:solidFill>
                  </a:defRPr>
                </a:lvl8pPr>
                <a:lvl9pPr>
                  <a:defRPr>
                    <a:solidFill>
                      <a:schemeClr val="tx1"/>
                    </a:solidFill>
                  </a:defRPr>
                </a:lvl9pPr>
              </a:lstStyle>
              <a:p>
                <a:pPr algn="l"/>
                <a:r>
                  <a:rPr lang="en-US" b="1" dirty="0"/>
                  <a:t>Axiom 8: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b="1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 i="0" dirty="0" smtClean="0">
                            <a:latin typeface="Cambria Math" panose="02040503050406030204" pitchFamily="18" charset="0"/>
                          </a:rPr>
                          <m:t>𝐤</m:t>
                        </m:r>
                        <m:r>
                          <a:rPr lang="en-US" b="1" i="0" dirty="0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b="1" i="0" dirty="0" smtClean="0">
                            <a:latin typeface="Cambria Math" panose="02040503050406030204" pitchFamily="18" charset="0"/>
                          </a:rPr>
                          <m:t>𝐦</m:t>
                        </m:r>
                      </m:e>
                    </m:d>
                    <m:r>
                      <a:rPr lang="en-US" b="1" i="1" dirty="0" smtClean="0">
                        <a:latin typeface="Cambria Math" panose="02040503050406030204" pitchFamily="18" charset="0"/>
                      </a:rPr>
                      <m:t>⋅</m:t>
                    </m:r>
                    <m:r>
                      <a:rPr lang="en-US" b="1" i="0" dirty="0" smtClean="0">
                        <a:latin typeface="Cambria Math" panose="02040503050406030204" pitchFamily="18" charset="0"/>
                      </a:rPr>
                      <m:t>𝐮</m:t>
                    </m:r>
                    <m:r>
                      <a:rPr lang="en-US" b="1" i="0" dirty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1" i="0" dirty="0">
                        <a:latin typeface="Cambria Math" panose="02040503050406030204" pitchFamily="18" charset="0"/>
                      </a:rPr>
                      <m:t>𝐤</m:t>
                    </m:r>
                    <m:r>
                      <a:rPr lang="en-US" b="1" i="0" dirty="0" smtClean="0">
                        <a:latin typeface="Cambria Math" panose="02040503050406030204" pitchFamily="18" charset="0"/>
                      </a:rPr>
                      <m:t>⋅</m:t>
                    </m:r>
                    <m:r>
                      <a:rPr lang="en-US" b="1" i="0" dirty="0" smtClean="0">
                        <a:latin typeface="Cambria Math" panose="02040503050406030204" pitchFamily="18" charset="0"/>
                      </a:rPr>
                      <m:t>𝐮</m:t>
                    </m:r>
                    <m:r>
                      <a:rPr lang="en-US" b="1" i="0" dirty="0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1" i="0" dirty="0" smtClean="0">
                        <a:latin typeface="Cambria Math" panose="02040503050406030204" pitchFamily="18" charset="0"/>
                      </a:rPr>
                      <m:t>𝐦</m:t>
                    </m:r>
                    <m:r>
                      <a:rPr lang="en-US" b="1" dirty="0">
                        <a:latin typeface="Cambria Math" panose="02040503050406030204" pitchFamily="18" charset="0"/>
                      </a:rPr>
                      <m:t>⋅</m:t>
                    </m:r>
                    <m:r>
                      <a:rPr lang="en-US" b="1" i="0" dirty="0" smtClean="0">
                        <a:latin typeface="Cambria Math" panose="02040503050406030204" pitchFamily="18" charset="0"/>
                      </a:rPr>
                      <m:t>𝐮</m:t>
                    </m:r>
                  </m:oMath>
                </a14:m>
                <a:endParaRPr lang="en-US" b="1" dirty="0"/>
              </a:p>
            </p:txBody>
          </p:sp>
        </mc:Choice>
        <mc:Fallback xmlns="">
          <p:sp>
            <p:nvSpPr>
              <p:cNvPr id="21" name="Content Placeholder 4">
                <a:extLst>
                  <a:ext uri="{FF2B5EF4-FFF2-40B4-BE49-F238E27FC236}">
                    <a16:creationId xmlns:a16="http://schemas.microsoft.com/office/drawing/2014/main" id="{C2E3A768-B2DD-49B5-A909-9453EEB041E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-2" y="865206"/>
                <a:ext cx="5756857" cy="540000"/>
              </a:xfrm>
              <a:prstGeom prst="rect">
                <a:avLst/>
              </a:prstGeom>
              <a:blipFill>
                <a:blip r:embed="rId3"/>
                <a:stretch>
                  <a:fillRect l="-2119" t="-10112" b="-29213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FDFDD70C-3AAE-183B-5AED-36C59E3E9B77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IN" dirty="0"/>
                  <a:t>Method:1 </a:t>
                </a:r>
                <a14:m>
                  <m:oMath xmlns:m="http://schemas.openxmlformats.org/officeDocument/2006/math">
                    <m:r>
                      <a:rPr lang="en-I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⇝</m:t>
                    </m:r>
                  </m:oMath>
                </a14:m>
                <a:r>
                  <a:rPr lang="en-IN" dirty="0"/>
                  <a:t> Example:13(continue)</a:t>
                </a:r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FDFDD70C-3AAE-183B-5AED-36C59E3E9B7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4"/>
                <a:stretch>
                  <a:fillRect l="-400" t="-8547" b="-1965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Content Placeholder 4">
                <a:extLst>
                  <a:ext uri="{FF2B5EF4-FFF2-40B4-BE49-F238E27FC236}">
                    <a16:creationId xmlns:a16="http://schemas.microsoft.com/office/drawing/2014/main" id="{E2369E14-FB7F-439F-B8BC-3D00ED9ED33E}"/>
                  </a:ext>
                </a:extLst>
              </p:cNvPr>
              <p:cNvSpPr txBox="1">
                <a:spLocks/>
              </p:cNvSpPr>
              <p:nvPr/>
            </p:nvSpPr>
            <p:spPr>
              <a:xfrm flipH="1">
                <a:off x="0" y="1677570"/>
                <a:ext cx="3258290" cy="540000"/>
              </a:xfrm>
              <a:prstGeom prst="rect">
                <a:avLst/>
              </a:prstGeom>
              <a:noFill/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vert="horz" lIns="91440" tIns="45720" rIns="91440" bIns="45720" rtlCol="0" anchor="ctr">
                <a:noAutofit/>
              </a:bodyPr>
              <a:lstStyle>
                <a:lvl1pPr marL="265113" indent="-265113" algn="just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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809625" indent="-352425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lnSpc>
                    <a:spcPct val="115000"/>
                  </a:lnSpc>
                  <a:spcAft>
                    <a:spcPts val="800"/>
                  </a:spcAft>
                  <a:buNone/>
                </a:pPr>
                <a:r>
                  <a:rPr lang="en-US" sz="2800" dirty="0">
                    <a:solidFill>
                      <a:srgbClr val="002060"/>
                    </a:solidFill>
                  </a:rPr>
                  <a:t>Now,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800" dirty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k</m:t>
                    </m:r>
                    <m:r>
                      <a:rPr lang="en-US" sz="2800" dirty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m:rPr>
                        <m:sty m:val="p"/>
                      </m:rPr>
                      <a:rPr lang="en-US" sz="2800" dirty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u</m:t>
                    </m:r>
                    <m:r>
                      <a:rPr lang="en-US" sz="2800" dirty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US" sz="2800" dirty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m</m:t>
                    </m:r>
                    <m:r>
                      <a:rPr lang="en-US" sz="2800" dirty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m:rPr>
                        <m:sty m:val="p"/>
                      </m:rPr>
                      <a:rPr lang="en-US" sz="2800" dirty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u</m:t>
                    </m:r>
                  </m:oMath>
                </a14:m>
                <a:endParaRPr lang="en-US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19" name="Content Placeholder 4">
                <a:extLst>
                  <a:ext uri="{FF2B5EF4-FFF2-40B4-BE49-F238E27FC236}">
                    <a16:creationId xmlns:a16="http://schemas.microsoft.com/office/drawing/2014/main" id="{E2369E14-FB7F-439F-B8BC-3D00ED9ED33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0" y="1677570"/>
                <a:ext cx="3258290" cy="540000"/>
              </a:xfrm>
              <a:prstGeom prst="rect">
                <a:avLst/>
              </a:prstGeom>
              <a:blipFill>
                <a:blip r:embed="rId6"/>
                <a:stretch>
                  <a:fillRect l="-3745" t="-10112" b="-29213"/>
                </a:stretch>
              </a:blipFill>
              <a:ln w="12700" cap="flat" cmpd="sng" algn="ctr">
                <a:noFill/>
                <a:prstDash val="solid"/>
                <a:miter lim="800000"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Content Placeholder 4">
                <a:extLst>
                  <a:ext uri="{FF2B5EF4-FFF2-40B4-BE49-F238E27FC236}">
                    <a16:creationId xmlns:a16="http://schemas.microsoft.com/office/drawing/2014/main" id="{E2369E14-FB7F-439F-B8BC-3D00ED9ED33E}"/>
                  </a:ext>
                </a:extLst>
              </p:cNvPr>
              <p:cNvSpPr txBox="1">
                <a:spLocks/>
              </p:cNvSpPr>
              <p:nvPr/>
            </p:nvSpPr>
            <p:spPr>
              <a:xfrm flipH="1">
                <a:off x="373523" y="2269824"/>
                <a:ext cx="4965727" cy="930359"/>
              </a:xfrm>
              <a:prstGeom prst="rect">
                <a:avLst/>
              </a:prstGeom>
              <a:noFill/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vert="horz" lIns="91440" tIns="45720" rIns="91440" bIns="45720" rtlCol="0" anchor="ctr">
                <a:noAutofit/>
              </a:bodyPr>
              <a:lstStyle>
                <a:lvl1pPr marL="265113" indent="-265113" algn="just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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809625" indent="-352425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lnSpc>
                    <a:spcPct val="115000"/>
                  </a:lnSpc>
                  <a:spcAft>
                    <a:spcPts val="8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dirty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sz="2800" dirty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k</m:t>
                      </m:r>
                      <m:r>
                        <a:rPr lang="en-US" sz="2800" dirty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⋅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Shruti" panose="020B0502040204020203" pitchFamily="34" charset="0"/>
                            </a:rPr>
                          </m:ctrlPr>
                        </m:dPr>
                        <m:e>
                          <m: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Shruti" panose="020B0502040204020203" pitchFamily="34" charset="0"/>
                            </a:rPr>
                            <m:t> </m:t>
                          </m:r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IN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Shruti" panose="020B0502040204020203" pitchFamily="34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US" sz="2800" i="1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Shruti" panose="020B0502040204020203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sz="280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Shruti" panose="020B0502040204020203" pitchFamily="34" charset="0"/>
                                      </a:rPr>
                                      <m:t>a</m:t>
                                    </m:r>
                                  </m:e>
                                  <m:sub>
                                    <m:r>
                                      <a:rPr lang="en-US" sz="280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Shruti" panose="020B0502040204020203" pitchFamily="34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  <m:e>
                                <m:r>
                                  <a:rPr lang="en-US" sz="280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Shruti" panose="020B0502040204020203" pitchFamily="34" charset="0"/>
                                  </a:rPr>
                                  <m:t>1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280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Shruti" panose="020B0502040204020203" pitchFamily="34" charset="0"/>
                                  </a:rPr>
                                  <m:t>1</m:t>
                                </m:r>
                              </m:e>
                              <m:e>
                                <m:sSub>
                                  <m:sSubPr>
                                    <m:ctrlPr>
                                      <a:rPr lang="en-US" sz="2800" i="1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Shruti" panose="020B0502040204020203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sz="280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Shruti" panose="020B0502040204020203" pitchFamily="34" charset="0"/>
                                      </a:rPr>
                                      <m:t>b</m:t>
                                    </m:r>
                                  </m:e>
                                  <m:sub>
                                    <m:r>
                                      <a:rPr lang="en-US" sz="280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Shruti" panose="020B0502040204020203" pitchFamily="34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</m:mr>
                          </m:m>
                          <m: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Shruti" panose="020B0502040204020203" pitchFamily="34" charset="0"/>
                            </a:rPr>
                            <m:t> </m:t>
                          </m:r>
                        </m:e>
                      </m:d>
                      <m:r>
                        <a:rPr lang="en-US" sz="2800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Shruti" panose="020B0502040204020203" pitchFamily="34" charset="0"/>
                        </a:rPr>
                        <m:t>+</m:t>
                      </m:r>
                      <m:r>
                        <m:rPr>
                          <m:sty m:val="p"/>
                        </m:rPr>
                        <a:rPr lang="en-US" sz="2800" dirty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m</m:t>
                      </m:r>
                      <m:r>
                        <a:rPr lang="en-US" sz="2800" dirty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⋅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Shruti" panose="020B0502040204020203" pitchFamily="34" charset="0"/>
                            </a:rPr>
                          </m:ctrlPr>
                        </m:dPr>
                        <m:e>
                          <m: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Shruti" panose="020B0502040204020203" pitchFamily="34" charset="0"/>
                            </a:rPr>
                            <m:t> </m:t>
                          </m:r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IN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Shruti" panose="020B0502040204020203" pitchFamily="34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US" sz="2800" i="1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Shruti" panose="020B0502040204020203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sz="280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Shruti" panose="020B0502040204020203" pitchFamily="34" charset="0"/>
                                      </a:rPr>
                                      <m:t>a</m:t>
                                    </m:r>
                                  </m:e>
                                  <m:sub>
                                    <m:r>
                                      <a:rPr lang="en-US" sz="280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Shruti" panose="020B0502040204020203" pitchFamily="34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  <m:e>
                                <m:r>
                                  <a:rPr lang="en-US" sz="280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Shruti" panose="020B0502040204020203" pitchFamily="34" charset="0"/>
                                  </a:rPr>
                                  <m:t>1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280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Shruti" panose="020B0502040204020203" pitchFamily="34" charset="0"/>
                                  </a:rPr>
                                  <m:t>1</m:t>
                                </m:r>
                              </m:e>
                              <m:e>
                                <m:sSub>
                                  <m:sSubPr>
                                    <m:ctrlPr>
                                      <a:rPr lang="en-US" sz="2800" i="1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Shruti" panose="020B0502040204020203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sz="280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Shruti" panose="020B0502040204020203" pitchFamily="34" charset="0"/>
                                      </a:rPr>
                                      <m:t>b</m:t>
                                    </m:r>
                                  </m:e>
                                  <m:sub>
                                    <m:r>
                                      <a:rPr lang="en-US" sz="280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Shruti" panose="020B0502040204020203" pitchFamily="34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</m:mr>
                          </m:m>
                          <m: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Shruti" panose="020B0502040204020203" pitchFamily="34" charset="0"/>
                            </a:rPr>
                            <m:t> </m:t>
                          </m:r>
                        </m:e>
                      </m:d>
                    </m:oMath>
                  </m:oMathPara>
                </a14:m>
                <a:endParaRPr lang="en-US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20" name="Content Placeholder 4">
                <a:extLst>
                  <a:ext uri="{FF2B5EF4-FFF2-40B4-BE49-F238E27FC236}">
                    <a16:creationId xmlns:a16="http://schemas.microsoft.com/office/drawing/2014/main" id="{E2369E14-FB7F-439F-B8BC-3D00ED9ED33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373523" y="2269824"/>
                <a:ext cx="4965727" cy="930359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  <a:ln w="12700" cap="flat" cmpd="sng" algn="ctr">
                <a:noFill/>
                <a:prstDash val="solid"/>
                <a:miter lim="800000"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Content Placeholder 4">
                <a:extLst>
                  <a:ext uri="{FF2B5EF4-FFF2-40B4-BE49-F238E27FC236}">
                    <a16:creationId xmlns:a16="http://schemas.microsoft.com/office/drawing/2014/main" id="{E2369E14-FB7F-439F-B8BC-3D00ED9ED33E}"/>
                  </a:ext>
                </a:extLst>
              </p:cNvPr>
              <p:cNvSpPr txBox="1">
                <a:spLocks/>
              </p:cNvSpPr>
              <p:nvPr/>
            </p:nvSpPr>
            <p:spPr>
              <a:xfrm flipH="1">
                <a:off x="373524" y="3277367"/>
                <a:ext cx="4965726" cy="910875"/>
              </a:xfrm>
              <a:prstGeom prst="rect">
                <a:avLst/>
              </a:prstGeom>
              <a:noFill/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vert="horz" lIns="91440" tIns="45720" rIns="91440" bIns="45720" rtlCol="0" anchor="ctr">
                <a:noAutofit/>
              </a:bodyPr>
              <a:lstStyle>
                <a:lvl1pPr marL="265113" indent="-265113" algn="just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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809625" indent="-352425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lnSpc>
                    <a:spcPct val="115000"/>
                  </a:lnSpc>
                  <a:spcAft>
                    <a:spcPts val="8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dirty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sz="2800" dirty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k</m:t>
                      </m:r>
                      <m:r>
                        <a:rPr lang="en-US" sz="2800" dirty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⋅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Shruti" panose="020B0502040204020203" pitchFamily="34" charset="0"/>
                            </a:rPr>
                          </m:ctrlPr>
                        </m:dPr>
                        <m:e>
                          <m: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Shruti" panose="020B0502040204020203" pitchFamily="34" charset="0"/>
                            </a:rPr>
                            <m:t> </m:t>
                          </m:r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IN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Shruti" panose="020B0502040204020203" pitchFamily="34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US" sz="2800" i="1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Shruti" panose="020B0502040204020203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sz="280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Shruti" panose="020B0502040204020203" pitchFamily="34" charset="0"/>
                                      </a:rPr>
                                      <m:t>a</m:t>
                                    </m:r>
                                  </m:e>
                                  <m:sub>
                                    <m:r>
                                      <a:rPr lang="en-US" sz="280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Shruti" panose="020B0502040204020203" pitchFamily="34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  <m:e>
                                <m:r>
                                  <a:rPr lang="en-US" sz="280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Shruti" panose="020B0502040204020203" pitchFamily="34" charset="0"/>
                                  </a:rPr>
                                  <m:t>1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280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Shruti" panose="020B0502040204020203" pitchFamily="34" charset="0"/>
                                  </a:rPr>
                                  <m:t>1</m:t>
                                </m:r>
                              </m:e>
                              <m:e>
                                <m:sSub>
                                  <m:sSubPr>
                                    <m:ctrlPr>
                                      <a:rPr lang="en-US" sz="2800" i="1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Shruti" panose="020B0502040204020203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sz="280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Shruti" panose="020B0502040204020203" pitchFamily="34" charset="0"/>
                                      </a:rPr>
                                      <m:t>b</m:t>
                                    </m:r>
                                  </m:e>
                                  <m:sub>
                                    <m:r>
                                      <a:rPr lang="en-US" sz="280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Shruti" panose="020B0502040204020203" pitchFamily="34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</m:mr>
                          </m:m>
                          <m: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Shruti" panose="020B0502040204020203" pitchFamily="34" charset="0"/>
                            </a:rPr>
                            <m:t> </m:t>
                          </m:r>
                        </m:e>
                      </m:d>
                      <m:r>
                        <a:rPr lang="en-US" sz="2800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Shruti" panose="020B0502040204020203" pitchFamily="34" charset="0"/>
                        </a:rPr>
                        <m:t>+</m:t>
                      </m:r>
                      <m:r>
                        <m:rPr>
                          <m:sty m:val="p"/>
                        </m:rPr>
                        <a:rPr lang="en-US" sz="2800" b="0" i="0" dirty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m</m:t>
                      </m:r>
                      <m:r>
                        <a:rPr lang="en-US" sz="2800" dirty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⋅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Shruti" panose="020B0502040204020203" pitchFamily="34" charset="0"/>
                            </a:rPr>
                          </m:ctrlPr>
                        </m:dPr>
                        <m:e>
                          <m: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Shruti" panose="020B0502040204020203" pitchFamily="34" charset="0"/>
                            </a:rPr>
                            <m:t> </m:t>
                          </m:r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IN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Shruti" panose="020B0502040204020203" pitchFamily="34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US" sz="2800" i="1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Shruti" panose="020B0502040204020203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sz="280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Shruti" panose="020B0502040204020203" pitchFamily="34" charset="0"/>
                                      </a:rPr>
                                      <m:t>a</m:t>
                                    </m:r>
                                  </m:e>
                                  <m:sub>
                                    <m:r>
                                      <a:rPr lang="en-US" sz="280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Shruti" panose="020B0502040204020203" pitchFamily="34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  <m:e>
                                <m:r>
                                  <a:rPr lang="en-US" sz="280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Shruti" panose="020B0502040204020203" pitchFamily="34" charset="0"/>
                                  </a:rPr>
                                  <m:t>1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280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Shruti" panose="020B0502040204020203" pitchFamily="34" charset="0"/>
                                  </a:rPr>
                                  <m:t>1</m:t>
                                </m:r>
                              </m:e>
                              <m:e>
                                <m:sSub>
                                  <m:sSubPr>
                                    <m:ctrlPr>
                                      <a:rPr lang="en-US" sz="2800" i="1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Shruti" panose="020B0502040204020203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sz="280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Shruti" panose="020B0502040204020203" pitchFamily="34" charset="0"/>
                                      </a:rPr>
                                      <m:t>b</m:t>
                                    </m:r>
                                  </m:e>
                                  <m:sub>
                                    <m:r>
                                      <a:rPr lang="en-US" sz="280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Shruti" panose="020B0502040204020203" pitchFamily="34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</m:mr>
                          </m:m>
                          <m: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Shruti" panose="020B0502040204020203" pitchFamily="34" charset="0"/>
                            </a:rPr>
                            <m:t> </m:t>
                          </m:r>
                        </m:e>
                      </m:d>
                    </m:oMath>
                  </m:oMathPara>
                </a14:m>
                <a:endParaRPr lang="en-US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23" name="Content Placeholder 4">
                <a:extLst>
                  <a:ext uri="{FF2B5EF4-FFF2-40B4-BE49-F238E27FC236}">
                    <a16:creationId xmlns:a16="http://schemas.microsoft.com/office/drawing/2014/main" id="{E2369E14-FB7F-439F-B8BC-3D00ED9ED33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373524" y="3277367"/>
                <a:ext cx="4965726" cy="910875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  <a:ln w="12700" cap="flat" cmpd="sng" algn="ctr">
                <a:noFill/>
                <a:prstDash val="solid"/>
                <a:miter lim="800000"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Content Placeholder 4">
                <a:extLst>
                  <a:ext uri="{FF2B5EF4-FFF2-40B4-BE49-F238E27FC236}">
                    <a16:creationId xmlns:a16="http://schemas.microsoft.com/office/drawing/2014/main" id="{E2369E14-FB7F-439F-B8BC-3D00ED9ED33E}"/>
                  </a:ext>
                </a:extLst>
              </p:cNvPr>
              <p:cNvSpPr txBox="1">
                <a:spLocks/>
              </p:cNvSpPr>
              <p:nvPr/>
            </p:nvSpPr>
            <p:spPr>
              <a:xfrm flipH="1">
                <a:off x="373524" y="4266303"/>
                <a:ext cx="4176164" cy="1034866"/>
              </a:xfrm>
              <a:prstGeom prst="rect">
                <a:avLst/>
              </a:prstGeom>
              <a:noFill/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vert="horz" lIns="91440" tIns="45720" rIns="91440" bIns="45720" rtlCol="0" anchor="ctr">
                <a:noAutofit/>
              </a:bodyPr>
              <a:lstStyle>
                <a:lvl1pPr marL="265113" indent="-265113" algn="just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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809625" indent="-352425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lnSpc>
                    <a:spcPct val="115000"/>
                  </a:lnSpc>
                  <a:spcAft>
                    <a:spcPts val="8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dirty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Shruti" panose="020B0502040204020203" pitchFamily="34" charset="0"/>
                            </a:rPr>
                          </m:ctrlPr>
                        </m:dPr>
                        <m:e>
                          <m: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Shruti" panose="020B0502040204020203" pitchFamily="34" charset="0"/>
                            </a:rPr>
                            <m:t> </m:t>
                          </m:r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IN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Shruti" panose="020B0502040204020203" pitchFamily="34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nor/>
                                  </m:rPr>
                                  <a:rPr lang="en-US" sz="2800" i="0" dirty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k</m:t>
                                </m:r>
                                <m:sSub>
                                  <m:sSubPr>
                                    <m:ctrlPr>
                                      <a:rPr lang="en-US" sz="2800" i="1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Shruti" panose="020B0502040204020203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sz="280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Shruti" panose="020B0502040204020203" pitchFamily="34" charset="0"/>
                                      </a:rPr>
                                      <m:t>a</m:t>
                                    </m:r>
                                  </m:e>
                                  <m:sub>
                                    <m:r>
                                      <a:rPr lang="en-US" sz="280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Shruti" panose="020B0502040204020203" pitchFamily="34" charset="0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m:rPr>
                                    <m:nor/>
                                  </m:rPr>
                                  <a:rPr lang="en-US" sz="2800" i="0" dirty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m:rPr>
                                    <m:nor/>
                                  </m:rPr>
                                  <a:rPr lang="en-US" sz="2800" i="0" dirty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m</m:t>
                                </m:r>
                                <m:sSub>
                                  <m:sSubPr>
                                    <m:ctrlPr>
                                      <a:rPr lang="en-US" sz="2800" i="1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Shruti" panose="020B0502040204020203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sz="280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Shruti" panose="020B0502040204020203" pitchFamily="34" charset="0"/>
                                      </a:rPr>
                                      <m:t>a</m:t>
                                    </m:r>
                                  </m:e>
                                  <m:sub>
                                    <m:r>
                                      <a:rPr lang="en-US" sz="280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Shruti" panose="020B0502040204020203" pitchFamily="34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  <m:e>
                                <m:r>
                                  <a:rPr lang="en-US" sz="280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Shruti" panose="020B0502040204020203" pitchFamily="34" charset="0"/>
                                  </a:rPr>
                                  <m:t>1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280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Shruti" panose="020B0502040204020203" pitchFamily="34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m:rPr>
                                    <m:nor/>
                                  </m:rPr>
                                  <a:rPr lang="en-US" sz="2800" i="0" dirty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k</m:t>
                                </m:r>
                                <m:sSub>
                                  <m:sSubPr>
                                    <m:ctrlPr>
                                      <a:rPr lang="en-US" sz="2800" i="1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Shruti" panose="020B0502040204020203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sz="280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Shruti" panose="020B0502040204020203" pitchFamily="34" charset="0"/>
                                      </a:rPr>
                                      <m:t>b</m:t>
                                    </m:r>
                                  </m:e>
                                  <m:sub>
                                    <m:r>
                                      <a:rPr lang="en-US" sz="280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Shruti" panose="020B0502040204020203" pitchFamily="34" charset="0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m:rPr>
                                    <m:nor/>
                                  </m:rPr>
                                  <a:rPr lang="en-US" sz="2800" i="0" dirty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m:rPr>
                                    <m:nor/>
                                  </m:rPr>
                                  <a:rPr lang="en-US" sz="2800" i="0" dirty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m</m:t>
                                </m:r>
                                <m:sSub>
                                  <m:sSubPr>
                                    <m:ctrlPr>
                                      <a:rPr lang="en-US" sz="2800" i="1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Shruti" panose="020B0502040204020203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sz="280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Shruti" panose="020B0502040204020203" pitchFamily="34" charset="0"/>
                                      </a:rPr>
                                      <m:t>b</m:t>
                                    </m:r>
                                  </m:e>
                                  <m:sub>
                                    <m:r>
                                      <a:rPr lang="en-US" sz="280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Shruti" panose="020B0502040204020203" pitchFamily="34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</m:mr>
                          </m:m>
                          <m: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Shruti" panose="020B0502040204020203" pitchFamily="34" charset="0"/>
                            </a:rPr>
                            <m:t> </m:t>
                          </m:r>
                        </m:e>
                      </m:d>
                    </m:oMath>
                  </m:oMathPara>
                </a14:m>
                <a:endParaRPr lang="en-US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24" name="Content Placeholder 4">
                <a:extLst>
                  <a:ext uri="{FF2B5EF4-FFF2-40B4-BE49-F238E27FC236}">
                    <a16:creationId xmlns:a16="http://schemas.microsoft.com/office/drawing/2014/main" id="{E2369E14-FB7F-439F-B8BC-3D00ED9ED33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373524" y="4266303"/>
                <a:ext cx="4176164" cy="1034866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  <a:ln w="12700" cap="flat" cmpd="sng" algn="ctr">
                <a:noFill/>
                <a:prstDash val="solid"/>
                <a:miter lim="800000"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Content Placeholder 4">
                <a:extLst>
                  <a:ext uri="{FF2B5EF4-FFF2-40B4-BE49-F238E27FC236}">
                    <a16:creationId xmlns:a16="http://schemas.microsoft.com/office/drawing/2014/main" id="{E2369E14-FB7F-439F-B8BC-3D00ED9ED33E}"/>
                  </a:ext>
                </a:extLst>
              </p:cNvPr>
              <p:cNvSpPr txBox="1">
                <a:spLocks/>
              </p:cNvSpPr>
              <p:nvPr/>
            </p:nvSpPr>
            <p:spPr>
              <a:xfrm flipH="1">
                <a:off x="4549688" y="4662216"/>
                <a:ext cx="1516095" cy="540000"/>
              </a:xfrm>
              <a:prstGeom prst="rect">
                <a:avLst/>
              </a:prstGeom>
              <a:noFill/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vert="horz" lIns="91440" tIns="45720" rIns="91440" bIns="45720" rtlCol="0" anchor="ctr">
                <a:noAutofit/>
              </a:bodyPr>
              <a:lstStyle>
                <a:lvl1pPr marL="265113" indent="-265113" algn="just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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809625" indent="-352425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lnSpc>
                    <a:spcPct val="115000"/>
                  </a:lnSpc>
                  <a:spcAft>
                    <a:spcPts val="8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……</m:t>
                      </m:r>
                      <m:d>
                        <m:dPr>
                          <m:ctrlPr>
                            <a:rPr lang="en-US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</m:d>
                    </m:oMath>
                  </m:oMathPara>
                </a14:m>
                <a:endParaRPr lang="en-US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22" name="Content Placeholder 4">
                <a:extLst>
                  <a:ext uri="{FF2B5EF4-FFF2-40B4-BE49-F238E27FC236}">
                    <a16:creationId xmlns:a16="http://schemas.microsoft.com/office/drawing/2014/main" id="{E2369E14-FB7F-439F-B8BC-3D00ED9ED33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4549688" y="4662216"/>
                <a:ext cx="1516095" cy="540000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  <a:ln w="12700" cap="flat" cmpd="sng" algn="ctr">
                <a:noFill/>
                <a:prstDash val="solid"/>
                <a:miter lim="800000"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Picture 2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052556" y="2628217"/>
            <a:ext cx="5117017" cy="716730"/>
          </a:xfrm>
          <a:prstGeom prst="rect">
            <a:avLst/>
          </a:prstGeom>
          <a:ln w="9525">
            <a:solidFill>
              <a:srgbClr val="FF0000"/>
            </a:solidFill>
          </a:ln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36" name="Content Placeholder 4">
                <a:extLst>
                  <a:ext uri="{FF2B5EF4-FFF2-40B4-BE49-F238E27FC236}">
                    <a16:creationId xmlns:a16="http://schemas.microsoft.com/office/drawing/2014/main" id="{E2369E14-FB7F-439F-B8BC-3D00ED9ED33E}"/>
                  </a:ext>
                </a:extLst>
              </p:cNvPr>
              <p:cNvSpPr txBox="1">
                <a:spLocks/>
              </p:cNvSpPr>
              <p:nvPr/>
            </p:nvSpPr>
            <p:spPr>
              <a:xfrm flipH="1">
                <a:off x="132610" y="5652485"/>
                <a:ext cx="7963640" cy="540000"/>
              </a:xfrm>
              <a:prstGeom prst="rect">
                <a:avLst/>
              </a:prstGeom>
              <a:noFill/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vert="horz" lIns="91440" tIns="45720" rIns="91440" bIns="45720" rtlCol="0" anchor="ctr">
                <a:noAutofit/>
              </a:bodyPr>
              <a:lstStyle>
                <a:lvl1pPr marL="265113" indent="-265113" algn="just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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809625" indent="-352425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lnSpc>
                    <a:spcPct val="115000"/>
                  </a:lnSpc>
                  <a:spcAft>
                    <a:spcPts val="800"/>
                  </a:spcAft>
                  <a:buNone/>
                </a:pPr>
                <a:r>
                  <a:rPr lang="en-US" sz="2800" dirty="0">
                    <a:solidFill>
                      <a:srgbClr val="002060"/>
                    </a:solidFill>
                    <a:latin typeface="+mj-lt"/>
                  </a:rPr>
                  <a:t>So From eq. (1) and (2),   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2800" i="1" dirty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sz="2800" dirty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k</m:t>
                        </m:r>
                        <m:r>
                          <a:rPr lang="en-US" sz="2800" dirty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US" sz="2800" dirty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m</m:t>
                        </m:r>
                      </m:e>
                    </m:d>
                    <m:r>
                      <a:rPr lang="en-US" sz="2800" dirty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m:rPr>
                        <m:sty m:val="p"/>
                      </m:rPr>
                      <a:rPr lang="en-US" sz="2800" dirty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u</m:t>
                    </m:r>
                    <m:r>
                      <a:rPr lang="en-US" sz="2800" dirty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sz="2800" dirty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k</m:t>
                    </m:r>
                    <m:r>
                      <a:rPr lang="en-US" sz="2800" dirty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m:rPr>
                        <m:sty m:val="p"/>
                      </m:rPr>
                      <a:rPr lang="en-US" sz="2800" dirty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u</m:t>
                    </m:r>
                    <m:r>
                      <a:rPr lang="en-US" sz="2800" dirty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US" sz="2800" dirty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m</m:t>
                    </m:r>
                    <m:r>
                      <a:rPr lang="en-US" sz="2800" dirty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m:rPr>
                        <m:sty m:val="p"/>
                      </m:rPr>
                      <a:rPr lang="en-US" sz="2800" dirty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u</m:t>
                    </m:r>
                  </m:oMath>
                </a14:m>
                <a:endParaRPr lang="en-US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36" name="Content Placeholder 4">
                <a:extLst>
                  <a:ext uri="{FF2B5EF4-FFF2-40B4-BE49-F238E27FC236}">
                    <a16:creationId xmlns:a16="http://schemas.microsoft.com/office/drawing/2014/main" id="{E2369E14-FB7F-439F-B8BC-3D00ED9ED33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132610" y="5652485"/>
                <a:ext cx="7963640" cy="540000"/>
              </a:xfrm>
              <a:prstGeom prst="rect">
                <a:avLst/>
              </a:prstGeom>
              <a:blipFill>
                <a:blip r:embed="rId16"/>
                <a:stretch>
                  <a:fillRect l="-1608" t="-10112" b="-29213"/>
                </a:stretch>
              </a:blipFill>
              <a:ln w="12700" cap="flat" cmpd="sng" algn="ctr">
                <a:noFill/>
                <a:prstDash val="solid"/>
                <a:miter lim="800000"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2" name="Right Arrow 3">
            <a:extLst>
              <a:ext uri="{FF2B5EF4-FFF2-40B4-BE49-F238E27FC236}">
                <a16:creationId xmlns:a16="http://schemas.microsoft.com/office/drawing/2014/main" id="{64B70303-3083-49DE-96FB-37D5880C59BD}"/>
              </a:ext>
            </a:extLst>
          </p:cNvPr>
          <p:cNvSpPr/>
          <p:nvPr/>
        </p:nvSpPr>
        <p:spPr>
          <a:xfrm flipV="1">
            <a:off x="7056391" y="2178227"/>
            <a:ext cx="144000" cy="180000"/>
          </a:xfrm>
          <a:prstGeom prst="rightArrow">
            <a:avLst/>
          </a:prstGeom>
          <a:gradFill>
            <a:gsLst>
              <a:gs pos="10000">
                <a:srgbClr val="0E47A1"/>
              </a:gs>
              <a:gs pos="100000">
                <a:srgbClr val="03A9F5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Wingdings 3" panose="05040102010807070707" pitchFamily="18" charset="2"/>
              <a:buNone/>
            </a:pPr>
            <a:endParaRPr lang="en-IN" sz="28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572302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23" grpId="0"/>
      <p:bldP spid="24" grpId="0"/>
      <p:bldP spid="22" grpId="0"/>
      <p:bldP spid="36" grpId="0"/>
    </p:bld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ECFC8A-BC0D-5D72-FE99-20313653BC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Picture 25">
            <a:extLst>
              <a:ext uri="{FF2B5EF4-FFF2-40B4-BE49-F238E27FC236}">
                <a16:creationId xmlns:a16="http://schemas.microsoft.com/office/drawing/2014/main" id="{59E8D68C-E7AF-4FEF-BE0E-01030F21F8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34207" y="824757"/>
            <a:ext cx="5132393" cy="1746504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1" name="Content Placeholder 4">
                <a:extLst>
                  <a:ext uri="{FF2B5EF4-FFF2-40B4-BE49-F238E27FC236}">
                    <a16:creationId xmlns:a16="http://schemas.microsoft.com/office/drawing/2014/main" id="{C2E3A768-B2DD-49B5-A909-9453EEB041E3}"/>
                  </a:ext>
                </a:extLst>
              </p:cNvPr>
              <p:cNvSpPr txBox="1">
                <a:spLocks/>
              </p:cNvSpPr>
              <p:nvPr/>
            </p:nvSpPr>
            <p:spPr>
              <a:xfrm flipH="1">
                <a:off x="-1" y="865206"/>
                <a:ext cx="5615190" cy="540000"/>
              </a:xfrm>
              <a:prstGeom prst="rect">
                <a:avLst/>
              </a:prstGeom>
              <a:gradFill>
                <a:gsLst>
                  <a:gs pos="10000">
                    <a:srgbClr val="0E47A1"/>
                  </a:gs>
                  <a:gs pos="100000">
                    <a:srgbClr val="03A9F5"/>
                  </a:gs>
                </a:gsLst>
                <a:lin ang="10800000" scaled="1"/>
              </a:gradFill>
              <a:ln>
                <a:noFill/>
              </a:ln>
            </p:spPr>
            <p:txBody>
              <a:bodyPr vert="horz" wrap="square" lIns="91440" tIns="45720" rIns="91440" bIns="45720" numCol="1" anchor="ctr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algn="ctr">
                  <a:defRPr sz="2800">
                    <a:solidFill>
                      <a:schemeClr val="bg1"/>
                    </a:solidFill>
                  </a:defRPr>
                </a:lvl1pPr>
                <a:lvl2pPr>
                  <a:defRPr>
                    <a:solidFill>
                      <a:schemeClr val="tx1"/>
                    </a:solidFill>
                  </a:defRPr>
                </a:lvl2pPr>
                <a:lvl3pPr>
                  <a:defRPr>
                    <a:solidFill>
                      <a:schemeClr val="tx1"/>
                    </a:solidFill>
                  </a:defRPr>
                </a:lvl3pPr>
                <a:lvl4pPr>
                  <a:defRPr>
                    <a:solidFill>
                      <a:schemeClr val="tx1"/>
                    </a:solidFill>
                  </a:defRPr>
                </a:lvl4pPr>
                <a:lvl5pPr>
                  <a:defRPr>
                    <a:solidFill>
                      <a:schemeClr val="tx1"/>
                    </a:solidFill>
                  </a:defRPr>
                </a:lvl5pPr>
                <a:lvl6pPr>
                  <a:defRPr>
                    <a:solidFill>
                      <a:schemeClr val="tx1"/>
                    </a:solidFill>
                  </a:defRPr>
                </a:lvl6pPr>
                <a:lvl7pPr>
                  <a:defRPr>
                    <a:solidFill>
                      <a:schemeClr val="tx1"/>
                    </a:solidFill>
                  </a:defRPr>
                </a:lvl7pPr>
                <a:lvl8pPr>
                  <a:defRPr>
                    <a:solidFill>
                      <a:schemeClr val="tx1"/>
                    </a:solidFill>
                  </a:defRPr>
                </a:lvl8pPr>
                <a:lvl9pPr>
                  <a:defRPr>
                    <a:solidFill>
                      <a:schemeClr val="tx1"/>
                    </a:solidFill>
                  </a:defRPr>
                </a:lvl9pPr>
              </a:lstStyle>
              <a:p>
                <a:pPr algn="l"/>
                <a:r>
                  <a:rPr lang="en-US" b="1" dirty="0"/>
                  <a:t>Axiom 9: </a:t>
                </a:r>
                <a14:m>
                  <m:oMath xmlns:m="http://schemas.openxmlformats.org/officeDocument/2006/math">
                    <m:r>
                      <a:rPr lang="en-US" b="1" i="0" dirty="0" smtClean="0">
                        <a:latin typeface="Cambria Math" panose="02040503050406030204" pitchFamily="18" charset="0"/>
                      </a:rPr>
                      <m:t>𝐤</m:t>
                    </m:r>
                    <m:r>
                      <a:rPr lang="en-US" b="1" i="0" dirty="0" smtClean="0">
                        <a:latin typeface="Cambria Math" panose="02040503050406030204" pitchFamily="18" charset="0"/>
                      </a:rPr>
                      <m:t>⋅</m:t>
                    </m:r>
                    <m:d>
                      <m:dPr>
                        <m:ctrlPr>
                          <a:rPr lang="en-US" b="1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 i="0" dirty="0">
                            <a:latin typeface="Cambria Math" panose="02040503050406030204" pitchFamily="18" charset="0"/>
                          </a:rPr>
                          <m:t>𝐦</m:t>
                        </m:r>
                        <m:r>
                          <a:rPr lang="en-US" b="1" i="0" dirty="0">
                            <a:latin typeface="Cambria Math" panose="02040503050406030204" pitchFamily="18" charset="0"/>
                          </a:rPr>
                          <m:t>⋅</m:t>
                        </m:r>
                        <m:r>
                          <a:rPr lang="en-US" b="1" i="0" dirty="0" smtClean="0">
                            <a:latin typeface="Cambria Math" panose="02040503050406030204" pitchFamily="18" charset="0"/>
                          </a:rPr>
                          <m:t>𝐮</m:t>
                        </m:r>
                      </m:e>
                    </m:d>
                    <m:r>
                      <a:rPr lang="en-US" b="1" i="0" dirty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b="1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 i="0" dirty="0">
                            <a:latin typeface="Cambria Math" panose="02040503050406030204" pitchFamily="18" charset="0"/>
                          </a:rPr>
                          <m:t>𝐤</m:t>
                        </m:r>
                        <m:r>
                          <a:rPr lang="en-US" b="1" i="0" dirty="0" smtClean="0">
                            <a:latin typeface="Cambria Math" panose="02040503050406030204" pitchFamily="18" charset="0"/>
                          </a:rPr>
                          <m:t>𝐦</m:t>
                        </m:r>
                      </m:e>
                    </m:d>
                    <m:r>
                      <a:rPr lang="en-US" b="1" dirty="0">
                        <a:latin typeface="Cambria Math" panose="02040503050406030204" pitchFamily="18" charset="0"/>
                      </a:rPr>
                      <m:t>⋅</m:t>
                    </m:r>
                    <m:r>
                      <a:rPr lang="en-US" b="1" i="0" dirty="0" smtClean="0">
                        <a:latin typeface="Cambria Math" panose="02040503050406030204" pitchFamily="18" charset="0"/>
                      </a:rPr>
                      <m:t>𝐮</m:t>
                    </m:r>
                  </m:oMath>
                </a14:m>
                <a:endParaRPr lang="en-US" b="1" dirty="0"/>
              </a:p>
            </p:txBody>
          </p:sp>
        </mc:Choice>
        <mc:Fallback xmlns="">
          <p:sp>
            <p:nvSpPr>
              <p:cNvPr id="21" name="Content Placeholder 4">
                <a:extLst>
                  <a:ext uri="{FF2B5EF4-FFF2-40B4-BE49-F238E27FC236}">
                    <a16:creationId xmlns:a16="http://schemas.microsoft.com/office/drawing/2014/main" id="{C2E3A768-B2DD-49B5-A909-9453EEB041E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-1" y="865206"/>
                <a:ext cx="5615190" cy="540000"/>
              </a:xfrm>
              <a:prstGeom prst="rect">
                <a:avLst/>
              </a:prstGeom>
              <a:blipFill>
                <a:blip r:embed="rId3"/>
                <a:stretch>
                  <a:fillRect l="-2172" t="-10112" b="-29213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FDFDD70C-3AAE-183B-5AED-36C59E3E9B77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IN" dirty="0"/>
                  <a:t>Method:1 </a:t>
                </a:r>
                <a14:m>
                  <m:oMath xmlns:m="http://schemas.openxmlformats.org/officeDocument/2006/math">
                    <m:r>
                      <a:rPr lang="en-I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⇝</m:t>
                    </m:r>
                  </m:oMath>
                </a14:m>
                <a:r>
                  <a:rPr lang="en-IN" dirty="0"/>
                  <a:t> Example:13(continue)</a:t>
                </a:r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FDFDD70C-3AAE-183B-5AED-36C59E3E9B7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4"/>
                <a:stretch>
                  <a:fillRect l="-400" t="-8547" b="-1965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Content Placeholder 4">
                <a:extLst>
                  <a:ext uri="{FF2B5EF4-FFF2-40B4-BE49-F238E27FC236}">
                    <a16:creationId xmlns:a16="http://schemas.microsoft.com/office/drawing/2014/main" id="{E2369E14-FB7F-439F-B8BC-3D00ED9ED33E}"/>
                  </a:ext>
                </a:extLst>
              </p:cNvPr>
              <p:cNvSpPr txBox="1">
                <a:spLocks/>
              </p:cNvSpPr>
              <p:nvPr/>
            </p:nvSpPr>
            <p:spPr>
              <a:xfrm flipH="1">
                <a:off x="2270087" y="1391776"/>
                <a:ext cx="3450301" cy="1015794"/>
              </a:xfrm>
              <a:prstGeom prst="rect">
                <a:avLst/>
              </a:prstGeom>
              <a:noFill/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vert="horz" lIns="91440" tIns="45720" rIns="91440" bIns="45720" rtlCol="0" anchor="ctr">
                <a:noAutofit/>
              </a:bodyPr>
              <a:lstStyle>
                <a:lvl1pPr marL="265113" indent="-265113" algn="just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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809625" indent="-352425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lnSpc>
                    <a:spcPct val="115000"/>
                  </a:lnSpc>
                  <a:spcAft>
                    <a:spcPts val="800"/>
                  </a:spcAft>
                  <a:buNone/>
                </a:pPr>
                <a14:m>
                  <m:oMath xmlns:m="http://schemas.openxmlformats.org/officeDocument/2006/math">
                    <m:r>
                      <a:rPr lang="en-US" sz="2800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sz="2800" dirty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k</m:t>
                    </m:r>
                    <m:r>
                      <m:rPr>
                        <m:nor/>
                      </m:rPr>
                      <a:rPr lang="en-US" sz="2800" i="0" dirty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⋅</m:t>
                    </m:r>
                    <m:d>
                      <m:dPr>
                        <m:ctrlPr>
                          <a:rPr lang="en-US" sz="2800" i="1" dirty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sz="2800" dirty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m</m:t>
                        </m:r>
                        <m:r>
                          <a:rPr lang="en-US" sz="2800" b="0" i="1" dirty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en-US" sz="280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Shruti" panose="020B0502040204020203" pitchFamily="34" charset="0"/>
                              </a:rPr>
                            </m:ctrlPr>
                          </m:dPr>
                          <m:e>
                            <m:r>
                              <a:rPr lang="en-US" sz="280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Shruti" panose="020B0502040204020203" pitchFamily="34" charset="0"/>
                              </a:rPr>
                              <m:t> </m:t>
                            </m:r>
                            <m:m>
                              <m:mPr>
                                <m:mcs>
                                  <m:mc>
                                    <m:mcPr>
                                      <m:count m:val="2"/>
                                      <m:mcJc m:val="center"/>
                                    </m:mcPr>
                                  </m:mc>
                                </m:mcs>
                                <m:ctrlPr>
                                  <a:rPr lang="en-IN" sz="2800" i="1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Shruti" panose="020B0502040204020203" pitchFamily="34" charset="0"/>
                                  </a:rPr>
                                </m:ctrlPr>
                              </m:mPr>
                              <m:mr>
                                <m:e>
                                  <m:sSub>
                                    <m:sSubPr>
                                      <m:ctrlPr>
                                        <a:rPr lang="en-US" sz="2800" i="1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  <a:ea typeface="Calibri" panose="020F0502020204030204" pitchFamily="34" charset="0"/>
                                          <a:cs typeface="Shruti" panose="020B0502040204020203" pitchFamily="34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n-US" sz="2800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  <a:ea typeface="Calibri" panose="020F0502020204030204" pitchFamily="34" charset="0"/>
                                          <a:cs typeface="Shruti" panose="020B0502040204020203" pitchFamily="34" charset="0"/>
                                        </a:rPr>
                                        <m:t>a</m:t>
                                      </m:r>
                                    </m:e>
                                    <m:sub>
                                      <m:r>
                                        <a:rPr lang="en-US" sz="2800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  <a:ea typeface="Calibri" panose="020F0502020204030204" pitchFamily="34" charset="0"/>
                                          <a:cs typeface="Shruti" panose="020B0502040204020203" pitchFamily="34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</m:e>
                                <m:e>
                                  <m:r>
                                    <a:rPr lang="en-US" sz="280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Shruti" panose="020B0502040204020203" pitchFamily="34" charset="0"/>
                                    </a:rPr>
                                    <m:t>1</m:t>
                                  </m:r>
                                </m:e>
                              </m:mr>
                              <m:mr>
                                <m:e>
                                  <m:r>
                                    <a:rPr lang="en-US" sz="280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Shruti" panose="020B0502040204020203" pitchFamily="34" charset="0"/>
                                    </a:rPr>
                                    <m:t>1</m:t>
                                  </m:r>
                                </m:e>
                                <m:e>
                                  <m:sSub>
                                    <m:sSubPr>
                                      <m:ctrlPr>
                                        <a:rPr lang="en-US" sz="2800" i="1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  <a:ea typeface="Calibri" panose="020F0502020204030204" pitchFamily="34" charset="0"/>
                                          <a:cs typeface="Shruti" panose="020B0502040204020203" pitchFamily="34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n-US" sz="2800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  <a:ea typeface="Calibri" panose="020F0502020204030204" pitchFamily="34" charset="0"/>
                                          <a:cs typeface="Shruti" panose="020B0502040204020203" pitchFamily="34" charset="0"/>
                                        </a:rPr>
                                        <m:t>b</m:t>
                                      </m:r>
                                    </m:e>
                                    <m:sub>
                                      <m:r>
                                        <a:rPr lang="en-US" sz="2800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  <a:ea typeface="Calibri" panose="020F0502020204030204" pitchFamily="34" charset="0"/>
                                          <a:cs typeface="Shruti" panose="020B0502040204020203" pitchFamily="34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</m:e>
                              </m:mr>
                            </m:m>
                            <m:r>
                              <a:rPr lang="en-US" sz="280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Shruti" panose="020B0502040204020203" pitchFamily="34" charset="0"/>
                              </a:rPr>
                              <m:t> </m:t>
                            </m:r>
                          </m:e>
                        </m:d>
                      </m:e>
                    </m:d>
                  </m:oMath>
                </a14:m>
                <a:r>
                  <a:rPr lang="en-US" sz="2800" dirty="0">
                    <a:solidFill>
                      <a:srgbClr val="002060"/>
                    </a:solidFill>
                  </a:rPr>
                  <a:t> </a:t>
                </a:r>
              </a:p>
            </p:txBody>
          </p:sp>
        </mc:Choice>
        <mc:Fallback xmlns="">
          <p:sp>
            <p:nvSpPr>
              <p:cNvPr id="20" name="Content Placeholder 4">
                <a:extLst>
                  <a:ext uri="{FF2B5EF4-FFF2-40B4-BE49-F238E27FC236}">
                    <a16:creationId xmlns:a16="http://schemas.microsoft.com/office/drawing/2014/main" id="{E2369E14-FB7F-439F-B8BC-3D00ED9ED33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2270087" y="1391776"/>
                <a:ext cx="3450301" cy="1015794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ln w="12700" cap="flat" cmpd="sng" algn="ctr">
                <a:noFill/>
                <a:prstDash val="solid"/>
                <a:miter lim="800000"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Content Placeholder 4">
                <a:extLst>
                  <a:ext uri="{FF2B5EF4-FFF2-40B4-BE49-F238E27FC236}">
                    <a16:creationId xmlns:a16="http://schemas.microsoft.com/office/drawing/2014/main" id="{E2369E14-FB7F-439F-B8BC-3D00ED9ED33E}"/>
                  </a:ext>
                </a:extLst>
              </p:cNvPr>
              <p:cNvSpPr txBox="1">
                <a:spLocks/>
              </p:cNvSpPr>
              <p:nvPr/>
            </p:nvSpPr>
            <p:spPr>
              <a:xfrm flipH="1">
                <a:off x="2270087" y="2476765"/>
                <a:ext cx="2882459" cy="866657"/>
              </a:xfrm>
              <a:prstGeom prst="rect">
                <a:avLst/>
              </a:prstGeom>
              <a:noFill/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vert="horz" lIns="91440" tIns="45720" rIns="91440" bIns="45720" rtlCol="0" anchor="ctr">
                <a:noAutofit/>
              </a:bodyPr>
              <a:lstStyle>
                <a:lvl1pPr marL="265113" indent="-265113" algn="just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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809625" indent="-352425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lnSpc>
                    <a:spcPct val="115000"/>
                  </a:lnSpc>
                  <a:spcAft>
                    <a:spcPts val="8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i="0" dirty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sz="2800" i="0" dirty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k</m:t>
                      </m:r>
                      <m:r>
                        <m:rPr>
                          <m:nor/>
                        </m:rPr>
                        <a:rPr lang="en-US" sz="2800" i="0" dirty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⋅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Shruti" panose="020B0502040204020203" pitchFamily="34" charset="0"/>
                            </a:rPr>
                          </m:ctrlPr>
                        </m:dPr>
                        <m:e>
                          <m:r>
                            <a:rPr lang="en-US" sz="280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Shruti" panose="020B0502040204020203" pitchFamily="34" charset="0"/>
                            </a:rPr>
                            <m:t> </m:t>
                          </m:r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IN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Shruti" panose="020B0502040204020203" pitchFamily="34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sty m:val="p"/>
                                    <m:brk m:alnAt="7"/>
                                  </m:rPr>
                                  <a:rPr lang="en-US" sz="2800" b="0" i="0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Shruti" panose="020B0502040204020203" pitchFamily="34" charset="0"/>
                                  </a:rPr>
                                  <m:t>m</m:t>
                                </m:r>
                                <m:sSub>
                                  <m:sSubPr>
                                    <m:ctrlPr>
                                      <a:rPr lang="en-US" sz="2800" i="1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Shruti" panose="020B0502040204020203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sz="2800" i="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Shruti" panose="020B0502040204020203" pitchFamily="34" charset="0"/>
                                      </a:rPr>
                                      <m:t>a</m:t>
                                    </m:r>
                                  </m:e>
                                  <m:sub>
                                    <m:r>
                                      <a:rPr lang="en-US" sz="2800" i="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Shruti" panose="020B0502040204020203" pitchFamily="34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  <m:e>
                                <m:r>
                                  <a:rPr lang="en-US" sz="2800" i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Shruti" panose="020B0502040204020203" pitchFamily="34" charset="0"/>
                                  </a:rPr>
                                  <m:t>1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2800" i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Shruti" panose="020B0502040204020203" pitchFamily="34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m:rPr>
                                    <m:sty m:val="p"/>
                                  </m:rPr>
                                  <a:rPr lang="en-US" sz="2800" b="0" i="0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Shruti" panose="020B0502040204020203" pitchFamily="34" charset="0"/>
                                  </a:rPr>
                                  <m:t>m</m:t>
                                </m:r>
                                <m:sSub>
                                  <m:sSubPr>
                                    <m:ctrlPr>
                                      <a:rPr lang="en-US" sz="2800" i="1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Shruti" panose="020B0502040204020203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sz="2800" i="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Shruti" panose="020B0502040204020203" pitchFamily="34" charset="0"/>
                                      </a:rPr>
                                      <m:t>b</m:t>
                                    </m:r>
                                  </m:e>
                                  <m:sub>
                                    <m:r>
                                      <a:rPr lang="en-US" sz="2800" i="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Shruti" panose="020B0502040204020203" pitchFamily="34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</m:mr>
                          </m:m>
                          <m:r>
                            <a:rPr lang="en-US" sz="280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Shruti" panose="020B0502040204020203" pitchFamily="34" charset="0"/>
                            </a:rPr>
                            <m:t> </m:t>
                          </m:r>
                        </m:e>
                      </m:d>
                    </m:oMath>
                  </m:oMathPara>
                </a14:m>
                <a:endParaRPr lang="en-US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23" name="Content Placeholder 4">
                <a:extLst>
                  <a:ext uri="{FF2B5EF4-FFF2-40B4-BE49-F238E27FC236}">
                    <a16:creationId xmlns:a16="http://schemas.microsoft.com/office/drawing/2014/main" id="{E2369E14-FB7F-439F-B8BC-3D00ED9ED33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2270087" y="2476765"/>
                <a:ext cx="2882459" cy="866657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  <a:ln w="12700" cap="flat" cmpd="sng" algn="ctr">
                <a:noFill/>
                <a:prstDash val="solid"/>
                <a:miter lim="800000"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Content Placeholder 4">
                <a:extLst>
                  <a:ext uri="{FF2B5EF4-FFF2-40B4-BE49-F238E27FC236}">
                    <a16:creationId xmlns:a16="http://schemas.microsoft.com/office/drawing/2014/main" id="{E2369E14-FB7F-439F-B8BC-3D00ED9ED33E}"/>
                  </a:ext>
                </a:extLst>
              </p:cNvPr>
              <p:cNvSpPr txBox="1">
                <a:spLocks/>
              </p:cNvSpPr>
              <p:nvPr/>
            </p:nvSpPr>
            <p:spPr>
              <a:xfrm flipH="1">
                <a:off x="2270087" y="3412617"/>
                <a:ext cx="3000335" cy="955811"/>
              </a:xfrm>
              <a:prstGeom prst="rect">
                <a:avLst/>
              </a:prstGeom>
              <a:noFill/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vert="horz" lIns="91440" tIns="45720" rIns="91440" bIns="45720" rtlCol="0" anchor="ctr">
                <a:noAutofit/>
              </a:bodyPr>
              <a:lstStyle>
                <a:lvl1pPr marL="265113" indent="-265113" algn="just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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809625" indent="-352425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lnSpc>
                    <a:spcPct val="115000"/>
                  </a:lnSpc>
                  <a:spcAft>
                    <a:spcPts val="8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dirty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Shruti" panose="020B0502040204020203" pitchFamily="34" charset="0"/>
                            </a:rPr>
                          </m:ctrlPr>
                        </m:dPr>
                        <m:e>
                          <m: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Shruti" panose="020B0502040204020203" pitchFamily="34" charset="0"/>
                            </a:rPr>
                            <m:t> </m:t>
                          </m:r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IN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Shruti" panose="020B0502040204020203" pitchFamily="34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sty m:val="p"/>
                                    <m:brk m:alnAt="7"/>
                                  </m:rPr>
                                  <a:rPr lang="en-US" sz="2800" b="0" i="0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Shruti" panose="020B0502040204020203" pitchFamily="34" charset="0"/>
                                  </a:rPr>
                                  <m:t>k</m:t>
                                </m:r>
                                <m:r>
                                  <m:rPr>
                                    <m:sty m:val="p"/>
                                  </m:rPr>
                                  <a:rPr lang="en-US" sz="280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Shruti" panose="020B0502040204020203" pitchFamily="34" charset="0"/>
                                  </a:rPr>
                                  <m:t>m</m:t>
                                </m:r>
                                <m:sSub>
                                  <m:sSubPr>
                                    <m:ctrlPr>
                                      <a:rPr lang="en-US" sz="2800" i="1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Shruti" panose="020B0502040204020203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sz="280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Shruti" panose="020B0502040204020203" pitchFamily="34" charset="0"/>
                                      </a:rPr>
                                      <m:t>a</m:t>
                                    </m:r>
                                  </m:e>
                                  <m:sub>
                                    <m:r>
                                      <a:rPr lang="en-US" sz="280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Shruti" panose="020B0502040204020203" pitchFamily="34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  <m:e>
                                <m:r>
                                  <a:rPr lang="en-US" sz="280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Shruti" panose="020B0502040204020203" pitchFamily="34" charset="0"/>
                                  </a:rPr>
                                  <m:t>1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280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Shruti" panose="020B0502040204020203" pitchFamily="34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m:rPr>
                                    <m:sty m:val="p"/>
                                  </m:rPr>
                                  <a:rPr lang="en-US" sz="2800" b="0" i="0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Shruti" panose="020B0502040204020203" pitchFamily="34" charset="0"/>
                                  </a:rPr>
                                  <m:t>k</m:t>
                                </m:r>
                                <m:r>
                                  <m:rPr>
                                    <m:sty m:val="p"/>
                                  </m:rPr>
                                  <a:rPr lang="en-US" sz="280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Shruti" panose="020B0502040204020203" pitchFamily="34" charset="0"/>
                                  </a:rPr>
                                  <m:t>m</m:t>
                                </m:r>
                                <m:sSub>
                                  <m:sSubPr>
                                    <m:ctrlPr>
                                      <a:rPr lang="en-US" sz="2800" i="1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Shruti" panose="020B0502040204020203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sz="280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Shruti" panose="020B0502040204020203" pitchFamily="34" charset="0"/>
                                      </a:rPr>
                                      <m:t>b</m:t>
                                    </m:r>
                                  </m:e>
                                  <m:sub>
                                    <m:r>
                                      <a:rPr lang="en-US" sz="280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Shruti" panose="020B0502040204020203" pitchFamily="34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</m:mr>
                          </m:m>
                          <m: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Shruti" panose="020B0502040204020203" pitchFamily="34" charset="0"/>
                            </a:rPr>
                            <m:t> </m:t>
                          </m:r>
                        </m:e>
                      </m:d>
                    </m:oMath>
                  </m:oMathPara>
                </a14:m>
                <a:endParaRPr lang="en-US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24" name="Content Placeholder 4">
                <a:extLst>
                  <a:ext uri="{FF2B5EF4-FFF2-40B4-BE49-F238E27FC236}">
                    <a16:creationId xmlns:a16="http://schemas.microsoft.com/office/drawing/2014/main" id="{E2369E14-FB7F-439F-B8BC-3D00ED9ED33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2270087" y="3412617"/>
                <a:ext cx="3000335" cy="955811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  <a:ln w="12700" cap="flat" cmpd="sng" algn="ctr">
                <a:noFill/>
                <a:prstDash val="solid"/>
                <a:miter lim="800000"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Content Placeholder 4">
                <a:extLst>
                  <a:ext uri="{FF2B5EF4-FFF2-40B4-BE49-F238E27FC236}">
                    <a16:creationId xmlns:a16="http://schemas.microsoft.com/office/drawing/2014/main" id="{E2369E14-FB7F-439F-B8BC-3D00ED9ED33E}"/>
                  </a:ext>
                </a:extLst>
              </p:cNvPr>
              <p:cNvSpPr txBox="1">
                <a:spLocks/>
              </p:cNvSpPr>
              <p:nvPr/>
            </p:nvSpPr>
            <p:spPr>
              <a:xfrm flipH="1">
                <a:off x="318976" y="6083357"/>
                <a:ext cx="4072270" cy="462873"/>
              </a:xfrm>
              <a:prstGeom prst="rect">
                <a:avLst/>
              </a:prstGeom>
              <a:noFill/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vert="horz" lIns="91440" tIns="45720" rIns="91440" bIns="45720" rtlCol="0" anchor="ctr">
                <a:noAutofit/>
              </a:bodyPr>
              <a:lstStyle>
                <a:lvl1pPr marL="265113" indent="-265113" algn="just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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809625" indent="-352425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lnSpc>
                    <a:spcPct val="115000"/>
                  </a:lnSpc>
                  <a:spcAft>
                    <a:spcPts val="800"/>
                  </a:spcAft>
                  <a:buNone/>
                </a:pPr>
                <a:r>
                  <a:rPr lang="en-US" sz="2800" dirty="0">
                    <a:solidFill>
                      <a:srgbClr val="002060"/>
                    </a:solidFill>
                    <a:latin typeface="+mj-lt"/>
                  </a:rPr>
                  <a:t>So,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800" dirty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k</m:t>
                    </m:r>
                    <m:r>
                      <m:rPr>
                        <m:nor/>
                      </m:rPr>
                      <a:rPr lang="en-US" sz="2800" i="0" dirty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⋅</m:t>
                    </m:r>
                    <m:d>
                      <m:dPr>
                        <m:ctrlPr>
                          <a:rPr lang="en-US" sz="2800" i="1" dirty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sz="2800" dirty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m</m:t>
                        </m:r>
                        <m:r>
                          <a:rPr lang="en-US" sz="2800" dirty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r>
                          <m:rPr>
                            <m:sty m:val="p"/>
                          </m:rPr>
                          <a:rPr lang="en-US" sz="2800" b="0" i="0" dirty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u</m:t>
                        </m:r>
                      </m:e>
                    </m:d>
                    <m:r>
                      <a:rPr lang="en-US" sz="2800" dirty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=(</m:t>
                    </m:r>
                    <m:r>
                      <m:rPr>
                        <m:sty m:val="p"/>
                      </m:rPr>
                      <a:rPr lang="en-US" sz="2800" dirty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k</m:t>
                    </m:r>
                    <m:r>
                      <m:rPr>
                        <m:nor/>
                      </m:rPr>
                      <a:rPr lang="en-US" sz="2800" i="0" dirty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m</m:t>
                    </m:r>
                    <m:r>
                      <m:rPr>
                        <m:nor/>
                      </m:rPr>
                      <a:rPr lang="en-US" sz="2800" i="0" dirty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)⋅</m:t>
                    </m:r>
                    <m:r>
                      <m:rPr>
                        <m:sty m:val="p"/>
                      </m:rPr>
                      <a:rPr lang="en-US" sz="2800" b="0" i="0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u</m:t>
                    </m:r>
                  </m:oMath>
                </a14:m>
                <a:endParaRPr lang="en-US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28" name="Content Placeholder 4">
                <a:extLst>
                  <a:ext uri="{FF2B5EF4-FFF2-40B4-BE49-F238E27FC236}">
                    <a16:creationId xmlns:a16="http://schemas.microsoft.com/office/drawing/2014/main" id="{E2369E14-FB7F-439F-B8BC-3D00ED9ED33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318976" y="6083357"/>
                <a:ext cx="4072270" cy="462873"/>
              </a:xfrm>
              <a:prstGeom prst="rect">
                <a:avLst/>
              </a:prstGeom>
              <a:blipFill>
                <a:blip r:embed="rId9"/>
                <a:stretch>
                  <a:fillRect l="-2994" t="-17105" b="-46053"/>
                </a:stretch>
              </a:blipFill>
              <a:ln w="12700" cap="flat" cmpd="sng" algn="ctr">
                <a:noFill/>
                <a:prstDash val="solid"/>
                <a:miter lim="800000"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Content Placeholder 4">
                <a:extLst>
                  <a:ext uri="{FF2B5EF4-FFF2-40B4-BE49-F238E27FC236}">
                    <a16:creationId xmlns:a16="http://schemas.microsoft.com/office/drawing/2014/main" id="{E2369E14-FB7F-439F-B8BC-3D00ED9ED33E}"/>
                  </a:ext>
                </a:extLst>
              </p:cNvPr>
              <p:cNvSpPr txBox="1">
                <a:spLocks/>
              </p:cNvSpPr>
              <p:nvPr/>
            </p:nvSpPr>
            <p:spPr>
              <a:xfrm flipH="1">
                <a:off x="2270086" y="4437623"/>
                <a:ext cx="2882459" cy="984005"/>
              </a:xfrm>
              <a:prstGeom prst="rect">
                <a:avLst/>
              </a:prstGeom>
              <a:noFill/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vert="horz" lIns="91440" tIns="45720" rIns="91440" bIns="45720" rtlCol="0" anchor="ctr">
                <a:noAutofit/>
              </a:bodyPr>
              <a:lstStyle>
                <a:lvl1pPr marL="265113" indent="-265113" algn="just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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809625" indent="-352425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lnSpc>
                    <a:spcPct val="115000"/>
                  </a:lnSpc>
                  <a:spcAft>
                    <a:spcPts val="8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i="0" dirty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800" b="0" i="0" dirty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m:rPr>
                          <m:sty m:val="p"/>
                        </m:rPr>
                        <a:rPr lang="en-US" sz="2800" i="0" dirty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k</m:t>
                      </m:r>
                      <m:r>
                        <m:rPr>
                          <m:nor/>
                        </m:rPr>
                        <a:rPr lang="en-US" sz="2800" b="0" i="0" dirty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m</m:t>
                      </m:r>
                      <m:r>
                        <m:rPr>
                          <m:nor/>
                        </m:rPr>
                        <a:rPr lang="en-US" sz="2800" b="0" i="0" dirty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)⋅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Shruti" panose="020B0502040204020203" pitchFamily="34" charset="0"/>
                            </a:rPr>
                          </m:ctrlPr>
                        </m:dPr>
                        <m:e>
                          <m: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Shruti" panose="020B0502040204020203" pitchFamily="34" charset="0"/>
                            </a:rPr>
                            <m:t> </m:t>
                          </m:r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IN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Shruti" panose="020B0502040204020203" pitchFamily="34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US" sz="2800" i="1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Shruti" panose="020B0502040204020203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sz="280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Shruti" panose="020B0502040204020203" pitchFamily="34" charset="0"/>
                                      </a:rPr>
                                      <m:t>a</m:t>
                                    </m:r>
                                  </m:e>
                                  <m:sub>
                                    <m:r>
                                      <a:rPr lang="en-US" sz="280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Shruti" panose="020B0502040204020203" pitchFamily="34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  <m:e>
                                <m:r>
                                  <a:rPr lang="en-US" sz="280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Shruti" panose="020B0502040204020203" pitchFamily="34" charset="0"/>
                                  </a:rPr>
                                  <m:t>1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280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Shruti" panose="020B0502040204020203" pitchFamily="34" charset="0"/>
                                  </a:rPr>
                                  <m:t>1</m:t>
                                </m:r>
                              </m:e>
                              <m:e>
                                <m:sSub>
                                  <m:sSubPr>
                                    <m:ctrlPr>
                                      <a:rPr lang="en-US" sz="2800" i="1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Shruti" panose="020B0502040204020203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sz="280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Shruti" panose="020B0502040204020203" pitchFamily="34" charset="0"/>
                                      </a:rPr>
                                      <m:t>b</m:t>
                                    </m:r>
                                  </m:e>
                                  <m:sub>
                                    <m:r>
                                      <a:rPr lang="en-US" sz="280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Shruti" panose="020B0502040204020203" pitchFamily="34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</m:mr>
                          </m:m>
                          <m: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Shruti" panose="020B0502040204020203" pitchFamily="34" charset="0"/>
                            </a:rPr>
                            <m:t> </m:t>
                          </m:r>
                        </m:e>
                      </m:d>
                    </m:oMath>
                  </m:oMathPara>
                </a14:m>
                <a:endParaRPr lang="en-US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16" name="Content Placeholder 4">
                <a:extLst>
                  <a:ext uri="{FF2B5EF4-FFF2-40B4-BE49-F238E27FC236}">
                    <a16:creationId xmlns:a16="http://schemas.microsoft.com/office/drawing/2014/main" id="{E2369E14-FB7F-439F-B8BC-3D00ED9ED33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2270086" y="4437623"/>
                <a:ext cx="2882459" cy="984005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  <a:ln w="12700" cap="flat" cmpd="sng" algn="ctr">
                <a:noFill/>
                <a:prstDash val="solid"/>
                <a:miter lim="800000"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Content Placeholder 4">
                <a:extLst>
                  <a:ext uri="{FF2B5EF4-FFF2-40B4-BE49-F238E27FC236}">
                    <a16:creationId xmlns:a16="http://schemas.microsoft.com/office/drawing/2014/main" id="{E2369E14-FB7F-439F-B8BC-3D00ED9ED33E}"/>
                  </a:ext>
                </a:extLst>
              </p:cNvPr>
              <p:cNvSpPr txBox="1">
                <a:spLocks/>
              </p:cNvSpPr>
              <p:nvPr/>
            </p:nvSpPr>
            <p:spPr>
              <a:xfrm flipH="1">
                <a:off x="2270086" y="5490655"/>
                <a:ext cx="1580717" cy="493274"/>
              </a:xfrm>
              <a:prstGeom prst="rect">
                <a:avLst/>
              </a:prstGeom>
              <a:noFill/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vert="horz" lIns="91440" tIns="45720" rIns="91440" bIns="45720" rtlCol="0" anchor="ctr">
                <a:noAutofit/>
              </a:bodyPr>
              <a:lstStyle>
                <a:lvl1pPr marL="265113" indent="-265113" algn="just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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809625" indent="-352425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lnSpc>
                    <a:spcPct val="115000"/>
                  </a:lnSpc>
                  <a:spcAft>
                    <a:spcPts val="8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i="0" dirty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800" b="0" i="0" dirty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m:rPr>
                          <m:sty m:val="p"/>
                        </m:rPr>
                        <a:rPr lang="en-US" sz="2800" i="0" dirty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k</m:t>
                      </m:r>
                      <m:r>
                        <m:rPr>
                          <m:nor/>
                        </m:rPr>
                        <a:rPr lang="en-US" sz="2800" b="0" i="0" dirty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m</m:t>
                      </m:r>
                      <m:r>
                        <m:rPr>
                          <m:nor/>
                        </m:rPr>
                        <a:rPr lang="en-US" sz="2800" b="0" i="0" dirty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)⋅</m:t>
                      </m:r>
                      <m:r>
                        <m:rPr>
                          <m:sty m:val="p"/>
                        </m:rPr>
                        <a:rPr lang="en-US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u</m:t>
                      </m:r>
                    </m:oMath>
                  </m:oMathPara>
                </a14:m>
                <a:endParaRPr lang="en-US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22" name="Content Placeholder 4">
                <a:extLst>
                  <a:ext uri="{FF2B5EF4-FFF2-40B4-BE49-F238E27FC236}">
                    <a16:creationId xmlns:a16="http://schemas.microsoft.com/office/drawing/2014/main" id="{E2369E14-FB7F-439F-B8BC-3D00ED9ED33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2270086" y="5490655"/>
                <a:ext cx="1580717" cy="493274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  <a:ln w="12700" cap="flat" cmpd="sng" algn="ctr">
                <a:noFill/>
                <a:prstDash val="solid"/>
                <a:miter lim="800000"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Content Placeholder 4">
                <a:extLst>
                  <a:ext uri="{FF2B5EF4-FFF2-40B4-BE49-F238E27FC236}">
                    <a16:creationId xmlns:a16="http://schemas.microsoft.com/office/drawing/2014/main" id="{E2369E14-FB7F-439F-B8BC-3D00ED9ED33E}"/>
                  </a:ext>
                </a:extLst>
              </p:cNvPr>
              <p:cNvSpPr txBox="1">
                <a:spLocks/>
              </p:cNvSpPr>
              <p:nvPr/>
            </p:nvSpPr>
            <p:spPr>
              <a:xfrm flipH="1">
                <a:off x="0" y="1677570"/>
                <a:ext cx="3258290" cy="540000"/>
              </a:xfrm>
              <a:prstGeom prst="rect">
                <a:avLst/>
              </a:prstGeom>
              <a:noFill/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vert="horz" lIns="91440" tIns="45720" rIns="91440" bIns="45720" rtlCol="0" anchor="ctr">
                <a:noAutofit/>
              </a:bodyPr>
              <a:lstStyle>
                <a:lvl1pPr marL="265113" indent="-265113" algn="just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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809625" indent="-352425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lnSpc>
                    <a:spcPct val="115000"/>
                  </a:lnSpc>
                  <a:spcAft>
                    <a:spcPts val="800"/>
                  </a:spcAft>
                  <a:buNone/>
                </a:pPr>
                <a:r>
                  <a:rPr lang="en-US" sz="2800" dirty="0">
                    <a:solidFill>
                      <a:srgbClr val="002060"/>
                    </a:solidFill>
                  </a:rPr>
                  <a:t>Now,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800" dirty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k</m:t>
                    </m:r>
                    <m:r>
                      <m:rPr>
                        <m:nor/>
                      </m:rPr>
                      <a:rPr lang="en-US" sz="2800" i="0" dirty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⋅</m:t>
                    </m:r>
                    <m:d>
                      <m:dPr>
                        <m:ctrlPr>
                          <a:rPr lang="en-US" sz="2800" i="1" dirty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sz="2800" dirty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m</m:t>
                        </m:r>
                        <m:r>
                          <a:rPr lang="en-US" sz="2800" dirty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r>
                          <m:rPr>
                            <m:sty m:val="p"/>
                          </m:rPr>
                          <a:rPr lang="en-US" sz="2800" dirty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u</m:t>
                        </m:r>
                      </m:e>
                    </m:d>
                  </m:oMath>
                </a14:m>
                <a:endParaRPr lang="en-US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25" name="Content Placeholder 4">
                <a:extLst>
                  <a:ext uri="{FF2B5EF4-FFF2-40B4-BE49-F238E27FC236}">
                    <a16:creationId xmlns:a16="http://schemas.microsoft.com/office/drawing/2014/main" id="{E2369E14-FB7F-439F-B8BC-3D00ED9ED33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0" y="1677570"/>
                <a:ext cx="3258290" cy="540000"/>
              </a:xfrm>
              <a:prstGeom prst="rect">
                <a:avLst/>
              </a:prstGeom>
              <a:blipFill>
                <a:blip r:embed="rId12"/>
                <a:stretch>
                  <a:fillRect l="-3745" t="-10112" b="-29213"/>
                </a:stretch>
              </a:blipFill>
              <a:ln w="12700" cap="flat" cmpd="sng" algn="ctr">
                <a:noFill/>
                <a:prstDash val="solid"/>
                <a:miter lim="800000"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7" name="Right Arrow 3">
            <a:extLst>
              <a:ext uri="{FF2B5EF4-FFF2-40B4-BE49-F238E27FC236}">
                <a16:creationId xmlns:a16="http://schemas.microsoft.com/office/drawing/2014/main" id="{4364891D-F36F-4018-98A3-FD77B94F3C68}"/>
              </a:ext>
            </a:extLst>
          </p:cNvPr>
          <p:cNvSpPr/>
          <p:nvPr/>
        </p:nvSpPr>
        <p:spPr>
          <a:xfrm flipV="1">
            <a:off x="7056391" y="2178227"/>
            <a:ext cx="144000" cy="180000"/>
          </a:xfrm>
          <a:prstGeom prst="rightArrow">
            <a:avLst/>
          </a:prstGeom>
          <a:gradFill>
            <a:gsLst>
              <a:gs pos="10000">
                <a:srgbClr val="0E47A1"/>
              </a:gs>
              <a:gs pos="100000">
                <a:srgbClr val="03A9F5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Wingdings 3" panose="05040102010807070707" pitchFamily="18" charset="2"/>
              <a:buNone/>
            </a:pPr>
            <a:endParaRPr lang="en-IN" sz="28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440880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/>
      <p:bldP spid="23" grpId="0"/>
      <p:bldP spid="24" grpId="0"/>
      <p:bldP spid="28" grpId="0"/>
      <p:bldP spid="16" grpId="0"/>
      <p:bldP spid="22" grpId="0"/>
      <p:bldP spid="25" grpId="0"/>
    </p:bld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ECFC8A-BC0D-5D72-FE99-20313653BC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1" name="Content Placeholder 4">
                <a:extLst>
                  <a:ext uri="{FF2B5EF4-FFF2-40B4-BE49-F238E27FC236}">
                    <a16:creationId xmlns:a16="http://schemas.microsoft.com/office/drawing/2014/main" id="{C2E3A768-B2DD-49B5-A909-9453EEB041E3}"/>
                  </a:ext>
                </a:extLst>
              </p:cNvPr>
              <p:cNvSpPr txBox="1">
                <a:spLocks/>
              </p:cNvSpPr>
              <p:nvPr/>
            </p:nvSpPr>
            <p:spPr>
              <a:xfrm flipH="1">
                <a:off x="-1" y="865206"/>
                <a:ext cx="5615190" cy="540000"/>
              </a:xfrm>
              <a:prstGeom prst="rect">
                <a:avLst/>
              </a:prstGeom>
              <a:gradFill>
                <a:gsLst>
                  <a:gs pos="10000">
                    <a:srgbClr val="0E47A1"/>
                  </a:gs>
                  <a:gs pos="100000">
                    <a:srgbClr val="03A9F5"/>
                  </a:gs>
                </a:gsLst>
                <a:lin ang="10800000" scaled="1"/>
              </a:gradFill>
              <a:ln>
                <a:noFill/>
              </a:ln>
            </p:spPr>
            <p:txBody>
              <a:bodyPr vert="horz" wrap="square" lIns="91440" tIns="45720" rIns="91440" bIns="45720" numCol="1" anchor="ctr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algn="ctr">
                  <a:defRPr sz="2800">
                    <a:solidFill>
                      <a:schemeClr val="bg1"/>
                    </a:solidFill>
                  </a:defRPr>
                </a:lvl1pPr>
                <a:lvl2pPr>
                  <a:defRPr>
                    <a:solidFill>
                      <a:schemeClr val="tx1"/>
                    </a:solidFill>
                  </a:defRPr>
                </a:lvl2pPr>
                <a:lvl3pPr>
                  <a:defRPr>
                    <a:solidFill>
                      <a:schemeClr val="tx1"/>
                    </a:solidFill>
                  </a:defRPr>
                </a:lvl3pPr>
                <a:lvl4pPr>
                  <a:defRPr>
                    <a:solidFill>
                      <a:schemeClr val="tx1"/>
                    </a:solidFill>
                  </a:defRPr>
                </a:lvl4pPr>
                <a:lvl5pPr>
                  <a:defRPr>
                    <a:solidFill>
                      <a:schemeClr val="tx1"/>
                    </a:solidFill>
                  </a:defRPr>
                </a:lvl5pPr>
                <a:lvl6pPr>
                  <a:defRPr>
                    <a:solidFill>
                      <a:schemeClr val="tx1"/>
                    </a:solidFill>
                  </a:defRPr>
                </a:lvl6pPr>
                <a:lvl7pPr>
                  <a:defRPr>
                    <a:solidFill>
                      <a:schemeClr val="tx1"/>
                    </a:solidFill>
                  </a:defRPr>
                </a:lvl7pPr>
                <a:lvl8pPr>
                  <a:defRPr>
                    <a:solidFill>
                      <a:schemeClr val="tx1"/>
                    </a:solidFill>
                  </a:defRPr>
                </a:lvl8pPr>
                <a:lvl9pPr>
                  <a:defRPr>
                    <a:solidFill>
                      <a:schemeClr val="tx1"/>
                    </a:solidFill>
                  </a:defRPr>
                </a:lvl9pPr>
              </a:lstStyle>
              <a:p>
                <a:pPr algn="l"/>
                <a:r>
                  <a:rPr lang="en-US" b="1" dirty="0"/>
                  <a:t>Axiom 10: </a:t>
                </a:r>
                <a14:m>
                  <m:oMath xmlns:m="http://schemas.openxmlformats.org/officeDocument/2006/math">
                    <m:r>
                      <a:rPr lang="en-US" b="1" i="0" dirty="0" smtClean="0">
                        <a:latin typeface="Cambria Math" panose="02040503050406030204" pitchFamily="18" charset="0"/>
                      </a:rPr>
                      <m:t>𝟏</m:t>
                    </m:r>
                    <m:r>
                      <a:rPr lang="en-US" b="1" i="0" dirty="0" smtClean="0">
                        <a:latin typeface="Cambria Math" panose="02040503050406030204" pitchFamily="18" charset="0"/>
                      </a:rPr>
                      <m:t>⋅</m:t>
                    </m:r>
                    <m:r>
                      <a:rPr lang="en-US" b="1" i="0" dirty="0" smtClean="0">
                        <a:latin typeface="Cambria Math" panose="02040503050406030204" pitchFamily="18" charset="0"/>
                      </a:rPr>
                      <m:t>𝐮</m:t>
                    </m:r>
                    <m:r>
                      <a:rPr lang="en-US" b="1" i="0" dirty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1" i="0" dirty="0" smtClean="0">
                        <a:latin typeface="Cambria Math" panose="02040503050406030204" pitchFamily="18" charset="0"/>
                      </a:rPr>
                      <m:t>𝐮</m:t>
                    </m:r>
                  </m:oMath>
                </a14:m>
                <a:endParaRPr lang="en-US" b="1" dirty="0"/>
              </a:p>
            </p:txBody>
          </p:sp>
        </mc:Choice>
        <mc:Fallback xmlns="">
          <p:sp>
            <p:nvSpPr>
              <p:cNvPr id="21" name="Content Placeholder 4">
                <a:extLst>
                  <a:ext uri="{FF2B5EF4-FFF2-40B4-BE49-F238E27FC236}">
                    <a16:creationId xmlns:a16="http://schemas.microsoft.com/office/drawing/2014/main" id="{C2E3A768-B2DD-49B5-A909-9453EEB041E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-1" y="865206"/>
                <a:ext cx="5615190" cy="540000"/>
              </a:xfrm>
              <a:prstGeom prst="rect">
                <a:avLst/>
              </a:prstGeom>
              <a:blipFill>
                <a:blip r:embed="rId2"/>
                <a:stretch>
                  <a:fillRect l="-2172" t="-10112" b="-29213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FDFDD70C-3AAE-183B-5AED-36C59E3E9B77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IN" dirty="0"/>
                  <a:t>Method:1 </a:t>
                </a:r>
                <a14:m>
                  <m:oMath xmlns:m="http://schemas.openxmlformats.org/officeDocument/2006/math">
                    <m:r>
                      <a:rPr lang="en-I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⇝</m:t>
                    </m:r>
                  </m:oMath>
                </a14:m>
                <a:r>
                  <a:rPr lang="en-IN" dirty="0"/>
                  <a:t> Example:13(continue)</a:t>
                </a:r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FDFDD70C-3AAE-183B-5AED-36C59E3E9B7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3"/>
                <a:stretch>
                  <a:fillRect l="-400" t="-8547" b="-1965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Content Placeholder 4">
                <a:extLst>
                  <a:ext uri="{FF2B5EF4-FFF2-40B4-BE49-F238E27FC236}">
                    <a16:creationId xmlns:a16="http://schemas.microsoft.com/office/drawing/2014/main" id="{E2369E14-FB7F-439F-B8BC-3D00ED9ED33E}"/>
                  </a:ext>
                </a:extLst>
              </p:cNvPr>
              <p:cNvSpPr txBox="1">
                <a:spLocks/>
              </p:cNvSpPr>
              <p:nvPr/>
            </p:nvSpPr>
            <p:spPr>
              <a:xfrm flipH="1">
                <a:off x="1462701" y="2424712"/>
                <a:ext cx="1920277" cy="966734"/>
              </a:xfrm>
              <a:prstGeom prst="rect">
                <a:avLst/>
              </a:prstGeom>
              <a:noFill/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vert="horz" lIns="91440" tIns="45720" rIns="91440" bIns="45720" rtlCol="0" anchor="ctr">
                <a:noAutofit/>
              </a:bodyPr>
              <a:lstStyle>
                <a:lvl1pPr marL="265113" indent="-265113" algn="just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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809625" indent="-352425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lnSpc>
                    <a:spcPct val="115000"/>
                  </a:lnSpc>
                  <a:spcAft>
                    <a:spcPts val="8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i="0" dirty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Shruti" panose="020B0502040204020203" pitchFamily="34" charset="0"/>
                            </a:rPr>
                          </m:ctrlPr>
                        </m:dPr>
                        <m:e>
                          <m: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Shruti" panose="020B0502040204020203" pitchFamily="34" charset="0"/>
                            </a:rPr>
                            <m:t> </m:t>
                          </m:r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IN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Shruti" panose="020B0502040204020203" pitchFamily="34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US" sz="2800" i="1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Shruti" panose="020B0502040204020203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sz="280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Shruti" panose="020B0502040204020203" pitchFamily="34" charset="0"/>
                                      </a:rPr>
                                      <m:t>a</m:t>
                                    </m:r>
                                  </m:e>
                                  <m:sub>
                                    <m:r>
                                      <a:rPr lang="en-US" sz="280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Shruti" panose="020B0502040204020203" pitchFamily="34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  <m:e>
                                <m:r>
                                  <a:rPr lang="en-US" sz="280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Shruti" panose="020B0502040204020203" pitchFamily="34" charset="0"/>
                                  </a:rPr>
                                  <m:t>1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280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Shruti" panose="020B0502040204020203" pitchFamily="34" charset="0"/>
                                  </a:rPr>
                                  <m:t>1</m:t>
                                </m:r>
                              </m:e>
                              <m:e>
                                <m:sSub>
                                  <m:sSubPr>
                                    <m:ctrlPr>
                                      <a:rPr lang="en-US" sz="2800" i="1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Shruti" panose="020B0502040204020203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sz="280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Shruti" panose="020B0502040204020203" pitchFamily="34" charset="0"/>
                                      </a:rPr>
                                      <m:t>b</m:t>
                                    </m:r>
                                  </m:e>
                                  <m:sub>
                                    <m:r>
                                      <a:rPr lang="en-US" sz="280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Shruti" panose="020B0502040204020203" pitchFamily="34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</m:mr>
                          </m:m>
                          <m: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Shruti" panose="020B0502040204020203" pitchFamily="34" charset="0"/>
                            </a:rPr>
                            <m:t> </m:t>
                          </m:r>
                        </m:e>
                      </m:d>
                    </m:oMath>
                  </m:oMathPara>
                </a14:m>
                <a:endParaRPr lang="en-US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23" name="Content Placeholder 4">
                <a:extLst>
                  <a:ext uri="{FF2B5EF4-FFF2-40B4-BE49-F238E27FC236}">
                    <a16:creationId xmlns:a16="http://schemas.microsoft.com/office/drawing/2014/main" id="{E2369E14-FB7F-439F-B8BC-3D00ED9ED33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1462701" y="2424712"/>
                <a:ext cx="1920277" cy="966734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 w="12700" cap="flat" cmpd="sng" algn="ctr">
                <a:noFill/>
                <a:prstDash val="solid"/>
                <a:miter lim="800000"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Content Placeholder 4">
                <a:extLst>
                  <a:ext uri="{FF2B5EF4-FFF2-40B4-BE49-F238E27FC236}">
                    <a16:creationId xmlns:a16="http://schemas.microsoft.com/office/drawing/2014/main" id="{E2369E14-FB7F-439F-B8BC-3D00ED9ED33E}"/>
                  </a:ext>
                </a:extLst>
              </p:cNvPr>
              <p:cNvSpPr txBox="1">
                <a:spLocks/>
              </p:cNvSpPr>
              <p:nvPr/>
            </p:nvSpPr>
            <p:spPr>
              <a:xfrm flipH="1">
                <a:off x="132610" y="4168978"/>
                <a:ext cx="6268190" cy="990017"/>
              </a:xfrm>
              <a:prstGeom prst="rect">
                <a:avLst/>
              </a:prstGeom>
              <a:noFill/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vert="horz" lIns="91440" tIns="45720" rIns="91440" bIns="45720" rtlCol="0" anchor="ctr">
                <a:noAutofit/>
              </a:bodyPr>
              <a:lstStyle>
                <a:lvl1pPr marL="265113" indent="-265113" algn="just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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809625" indent="-352425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lnSpc>
                    <a:spcPct val="115000"/>
                  </a:lnSpc>
                  <a:spcAft>
                    <a:spcPts val="800"/>
                  </a:spcAft>
                  <a:buNone/>
                </a:pPr>
                <a:r>
                  <a:rPr lang="en-US" sz="2800" dirty="0">
                    <a:solidFill>
                      <a:srgbClr val="002060"/>
                    </a:solidFill>
                  </a:rPr>
                  <a:t>Here, All the axioms are satisfied for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800" dirty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V</m:t>
                    </m:r>
                  </m:oMath>
                </a14:m>
                <a:r>
                  <a:rPr lang="en-US" sz="2800" dirty="0">
                    <a:solidFill>
                      <a:srgbClr val="002060"/>
                    </a:solidFill>
                  </a:rPr>
                  <a:t> under given operations. </a:t>
                </a:r>
              </a:p>
            </p:txBody>
          </p:sp>
        </mc:Choice>
        <mc:Fallback xmlns="">
          <p:sp>
            <p:nvSpPr>
              <p:cNvPr id="28" name="Content Placeholder 4">
                <a:extLst>
                  <a:ext uri="{FF2B5EF4-FFF2-40B4-BE49-F238E27FC236}">
                    <a16:creationId xmlns:a16="http://schemas.microsoft.com/office/drawing/2014/main" id="{E2369E14-FB7F-439F-B8BC-3D00ED9ED33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132610" y="4168978"/>
                <a:ext cx="6268190" cy="990017"/>
              </a:xfrm>
              <a:prstGeom prst="rect">
                <a:avLst/>
              </a:prstGeom>
              <a:blipFill>
                <a:blip r:embed="rId6"/>
                <a:stretch>
                  <a:fillRect l="-2043" t="-6173" b="-20370"/>
                </a:stretch>
              </a:blipFill>
              <a:ln w="12700" cap="flat" cmpd="sng" algn="ctr">
                <a:noFill/>
                <a:prstDash val="solid"/>
                <a:miter lim="800000"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Content Placeholder 4">
                <a:extLst>
                  <a:ext uri="{FF2B5EF4-FFF2-40B4-BE49-F238E27FC236}">
                    <a16:creationId xmlns:a16="http://schemas.microsoft.com/office/drawing/2014/main" id="{E2369E14-FB7F-439F-B8BC-3D00ED9ED33E}"/>
                  </a:ext>
                </a:extLst>
              </p:cNvPr>
              <p:cNvSpPr txBox="1">
                <a:spLocks/>
              </p:cNvSpPr>
              <p:nvPr/>
            </p:nvSpPr>
            <p:spPr>
              <a:xfrm flipH="1">
                <a:off x="132610" y="5434630"/>
                <a:ext cx="6268190" cy="617827"/>
              </a:xfrm>
              <a:prstGeom prst="rect">
                <a:avLst/>
              </a:prstGeom>
              <a:noFill/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vert="horz" lIns="91440" tIns="45720" rIns="91440" bIns="45720" rtlCol="0" anchor="ctr">
                <a:noAutofit/>
              </a:bodyPr>
              <a:lstStyle>
                <a:lvl1pPr marL="265113" indent="-265113" algn="just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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809625" indent="-352425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lnSpc>
                    <a:spcPct val="115000"/>
                  </a:lnSpc>
                  <a:spcAft>
                    <a:spcPts val="800"/>
                  </a:spcAft>
                  <a:buNone/>
                </a:pPr>
                <a:r>
                  <a:rPr lang="en-US" sz="2800" dirty="0">
                    <a:solidFill>
                      <a:srgbClr val="002060"/>
                    </a:solidFill>
                    <a:latin typeface="+mj-lt"/>
                  </a:rPr>
                  <a:t>Hence,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28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b="0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en-US" sz="2800" b="0" i="0" dirty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V</m:t>
                        </m:r>
                        <m:r>
                          <a:rPr lang="en-US" sz="2800" b="0" i="0" dirty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 , + ,  ⋅ </m:t>
                        </m:r>
                      </m:e>
                    </m:d>
                  </m:oMath>
                </a14:m>
                <a:r>
                  <a:rPr lang="en-US" sz="2800" dirty="0">
                    <a:solidFill>
                      <a:srgbClr val="002060"/>
                    </a:solidFill>
                    <a:latin typeface="+mj-lt"/>
                  </a:rPr>
                  <a:t> is a vector space. </a:t>
                </a:r>
                <a:endParaRPr lang="en-US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18" name="Content Placeholder 4">
                <a:extLst>
                  <a:ext uri="{FF2B5EF4-FFF2-40B4-BE49-F238E27FC236}">
                    <a16:creationId xmlns:a16="http://schemas.microsoft.com/office/drawing/2014/main" id="{E2369E14-FB7F-439F-B8BC-3D00ED9ED33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132610" y="5434630"/>
                <a:ext cx="6268190" cy="617827"/>
              </a:xfrm>
              <a:prstGeom prst="rect">
                <a:avLst/>
              </a:prstGeom>
              <a:blipFill>
                <a:blip r:embed="rId7"/>
                <a:stretch>
                  <a:fillRect l="-2043" t="-2970" b="-18812"/>
                </a:stretch>
              </a:blipFill>
              <a:ln w="12700" cap="flat" cmpd="sng" algn="ctr">
                <a:noFill/>
                <a:prstDash val="solid"/>
                <a:miter lim="800000"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Content Placeholder 4">
                <a:extLst>
                  <a:ext uri="{FF2B5EF4-FFF2-40B4-BE49-F238E27FC236}">
                    <a16:creationId xmlns:a16="http://schemas.microsoft.com/office/drawing/2014/main" id="{E2369E14-FB7F-439F-B8BC-3D00ED9ED33E}"/>
                  </a:ext>
                </a:extLst>
              </p:cNvPr>
              <p:cNvSpPr txBox="1">
                <a:spLocks/>
              </p:cNvSpPr>
              <p:nvPr/>
            </p:nvSpPr>
            <p:spPr>
              <a:xfrm flipH="1">
                <a:off x="1462701" y="3510212"/>
                <a:ext cx="746625" cy="540000"/>
              </a:xfrm>
              <a:prstGeom prst="rect">
                <a:avLst/>
              </a:prstGeom>
              <a:noFill/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vert="horz" lIns="91440" tIns="45720" rIns="91440" bIns="45720" rtlCol="0" anchor="ctr">
                <a:noAutofit/>
              </a:bodyPr>
              <a:lstStyle>
                <a:lvl1pPr marL="265113" indent="-265113" algn="just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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809625" indent="-352425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lnSpc>
                    <a:spcPct val="115000"/>
                  </a:lnSpc>
                  <a:spcAft>
                    <a:spcPts val="8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i="0" dirty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Shruti" panose="020B0502040204020203" pitchFamily="34" charset="0"/>
                        </a:rPr>
                        <m:t>u</m:t>
                      </m:r>
                    </m:oMath>
                  </m:oMathPara>
                </a14:m>
                <a:endParaRPr lang="en-US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16" name="Content Placeholder 4">
                <a:extLst>
                  <a:ext uri="{FF2B5EF4-FFF2-40B4-BE49-F238E27FC236}">
                    <a16:creationId xmlns:a16="http://schemas.microsoft.com/office/drawing/2014/main" id="{E2369E14-FB7F-439F-B8BC-3D00ED9ED33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1462701" y="3510212"/>
                <a:ext cx="746625" cy="54000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  <a:ln w="12700" cap="flat" cmpd="sng" algn="ctr">
                <a:noFill/>
                <a:prstDash val="solid"/>
                <a:miter lim="800000"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Right Arrow 3">
            <a:extLst>
              <a:ext uri="{FF2B5EF4-FFF2-40B4-BE49-F238E27FC236}">
                <a16:creationId xmlns:a16="http://schemas.microsoft.com/office/drawing/2014/main" id="{3FE11F38-A8D0-406B-A77F-9DE69C4F1B02}"/>
              </a:ext>
            </a:extLst>
          </p:cNvPr>
          <p:cNvSpPr/>
          <p:nvPr/>
        </p:nvSpPr>
        <p:spPr>
          <a:xfrm flipV="1">
            <a:off x="7039492" y="2170089"/>
            <a:ext cx="144000" cy="180000"/>
          </a:xfrm>
          <a:prstGeom prst="rightArrow">
            <a:avLst/>
          </a:prstGeom>
          <a:gradFill>
            <a:gsLst>
              <a:gs pos="10000">
                <a:srgbClr val="0E47A1"/>
              </a:gs>
              <a:gs pos="100000">
                <a:srgbClr val="03A9F5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Wingdings 3" panose="05040102010807070707" pitchFamily="18" charset="2"/>
              <a:buNone/>
            </a:pPr>
            <a:endParaRPr lang="en-IN" sz="2800" dirty="0">
              <a:solidFill>
                <a:schemeClr val="bg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Content Placeholder 4">
                <a:extLst>
                  <a:ext uri="{FF2B5EF4-FFF2-40B4-BE49-F238E27FC236}">
                    <a16:creationId xmlns:a16="http://schemas.microsoft.com/office/drawing/2014/main" id="{E2369E14-FB7F-439F-B8BC-3D00ED9ED33E}"/>
                  </a:ext>
                </a:extLst>
              </p:cNvPr>
              <p:cNvSpPr txBox="1">
                <a:spLocks/>
              </p:cNvSpPr>
              <p:nvPr/>
            </p:nvSpPr>
            <p:spPr>
              <a:xfrm flipH="1">
                <a:off x="1462701" y="1439673"/>
                <a:ext cx="2331299" cy="1015794"/>
              </a:xfrm>
              <a:prstGeom prst="rect">
                <a:avLst/>
              </a:prstGeom>
              <a:noFill/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vert="horz" lIns="91440" tIns="45720" rIns="91440" bIns="45720" rtlCol="0" anchor="ctr">
                <a:noAutofit/>
              </a:bodyPr>
              <a:lstStyle>
                <a:lvl1pPr marL="265113" indent="-265113" algn="just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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809625" indent="-352425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lnSpc>
                    <a:spcPct val="115000"/>
                  </a:lnSpc>
                  <a:spcAft>
                    <a:spcPts val="8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dirty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=1</m:t>
                      </m:r>
                      <m:r>
                        <m:rPr>
                          <m:nor/>
                        </m:rPr>
                        <a:rPr lang="en-US" sz="2800" i="0" dirty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⋅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Shruti" panose="020B0502040204020203" pitchFamily="34" charset="0"/>
                            </a:rPr>
                          </m:ctrlPr>
                        </m:dPr>
                        <m:e>
                          <m: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Shruti" panose="020B0502040204020203" pitchFamily="34" charset="0"/>
                            </a:rPr>
                            <m:t> </m:t>
                          </m:r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IN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Shruti" panose="020B0502040204020203" pitchFamily="34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US" sz="2800" i="1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Shruti" panose="020B0502040204020203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sz="280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Shruti" panose="020B0502040204020203" pitchFamily="34" charset="0"/>
                                      </a:rPr>
                                      <m:t>a</m:t>
                                    </m:r>
                                  </m:e>
                                  <m:sub>
                                    <m:r>
                                      <a:rPr lang="en-US" sz="280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Shruti" panose="020B0502040204020203" pitchFamily="34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  <m:e>
                                <m:r>
                                  <a:rPr lang="en-US" sz="280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Shruti" panose="020B0502040204020203" pitchFamily="34" charset="0"/>
                                  </a:rPr>
                                  <m:t>1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280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Shruti" panose="020B0502040204020203" pitchFamily="34" charset="0"/>
                                  </a:rPr>
                                  <m:t>1</m:t>
                                </m:r>
                              </m:e>
                              <m:e>
                                <m:sSub>
                                  <m:sSubPr>
                                    <m:ctrlPr>
                                      <a:rPr lang="en-US" sz="2800" i="1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Shruti" panose="020B0502040204020203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sz="280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Shruti" panose="020B0502040204020203" pitchFamily="34" charset="0"/>
                                      </a:rPr>
                                      <m:t>b</m:t>
                                    </m:r>
                                  </m:e>
                                  <m:sub>
                                    <m:r>
                                      <a:rPr lang="en-US" sz="280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Shruti" panose="020B0502040204020203" pitchFamily="34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</m:mr>
                          </m:m>
                          <m: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Shruti" panose="020B0502040204020203" pitchFamily="34" charset="0"/>
                            </a:rPr>
                            <m:t> </m:t>
                          </m:r>
                        </m:e>
                      </m:d>
                    </m:oMath>
                  </m:oMathPara>
                </a14:m>
                <a:endParaRPr lang="en-US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22" name="Content Placeholder 4">
                <a:extLst>
                  <a:ext uri="{FF2B5EF4-FFF2-40B4-BE49-F238E27FC236}">
                    <a16:creationId xmlns:a16="http://schemas.microsoft.com/office/drawing/2014/main" id="{E2369E14-FB7F-439F-B8BC-3D00ED9ED33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1462701" y="1439673"/>
                <a:ext cx="2331299" cy="1015794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  <a:ln w="12700" cap="flat" cmpd="sng" algn="ctr">
                <a:noFill/>
                <a:prstDash val="solid"/>
                <a:miter lim="800000"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Content Placeholder 4">
                <a:extLst>
                  <a:ext uri="{FF2B5EF4-FFF2-40B4-BE49-F238E27FC236}">
                    <a16:creationId xmlns:a16="http://schemas.microsoft.com/office/drawing/2014/main" id="{E2369E14-FB7F-439F-B8BC-3D00ED9ED33E}"/>
                  </a:ext>
                </a:extLst>
              </p:cNvPr>
              <p:cNvSpPr txBox="1">
                <a:spLocks/>
              </p:cNvSpPr>
              <p:nvPr/>
            </p:nvSpPr>
            <p:spPr>
              <a:xfrm flipH="1">
                <a:off x="0" y="1677570"/>
                <a:ext cx="3258290" cy="540000"/>
              </a:xfrm>
              <a:prstGeom prst="rect">
                <a:avLst/>
              </a:prstGeom>
              <a:noFill/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vert="horz" lIns="91440" tIns="45720" rIns="91440" bIns="45720" rtlCol="0" anchor="ctr">
                <a:noAutofit/>
              </a:bodyPr>
              <a:lstStyle>
                <a:lvl1pPr marL="265113" indent="-265113" algn="just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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809625" indent="-352425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lnSpc>
                    <a:spcPct val="115000"/>
                  </a:lnSpc>
                  <a:spcAft>
                    <a:spcPts val="800"/>
                  </a:spcAft>
                  <a:buNone/>
                </a:pPr>
                <a:r>
                  <a:rPr lang="en-US" sz="2800" dirty="0">
                    <a:solidFill>
                      <a:srgbClr val="002060"/>
                    </a:solidFill>
                  </a:rPr>
                  <a:t>Now, </a:t>
                </a:r>
                <a14:m>
                  <m:oMath xmlns:m="http://schemas.openxmlformats.org/officeDocument/2006/math">
                    <m:r>
                      <a:rPr lang="en-US" sz="2800" dirty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nor/>
                      </m:rPr>
                      <a:rPr lang="en-US" sz="2800" i="0" dirty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US" sz="2800" dirty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sz="2800" dirty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u</m:t>
                    </m:r>
                  </m:oMath>
                </a14:m>
                <a:endParaRPr lang="en-US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24" name="Content Placeholder 4">
                <a:extLst>
                  <a:ext uri="{FF2B5EF4-FFF2-40B4-BE49-F238E27FC236}">
                    <a16:creationId xmlns:a16="http://schemas.microsoft.com/office/drawing/2014/main" id="{E2369E14-FB7F-439F-B8BC-3D00ED9ED33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0" y="1677570"/>
                <a:ext cx="3258290" cy="540000"/>
              </a:xfrm>
              <a:prstGeom prst="rect">
                <a:avLst/>
              </a:prstGeom>
              <a:blipFill>
                <a:blip r:embed="rId11"/>
                <a:stretch>
                  <a:fillRect l="-3745" t="-10112" b="-29213"/>
                </a:stretch>
              </a:blipFill>
              <a:ln w="12700" cap="flat" cmpd="sng" algn="ctr">
                <a:noFill/>
                <a:prstDash val="solid"/>
                <a:miter lim="800000"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4" name="Picture 13">
            <a:extLst>
              <a:ext uri="{FF2B5EF4-FFF2-40B4-BE49-F238E27FC236}">
                <a16:creationId xmlns:a16="http://schemas.microsoft.com/office/drawing/2014/main" id="{F2805C7D-A106-43A7-9F07-869E22F4450F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034207" y="824757"/>
            <a:ext cx="5132393" cy="17465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32210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/>
      <p:bldP spid="28" grpId="0"/>
      <p:bldP spid="18" grpId="0"/>
      <p:bldP spid="16" grpId="0"/>
      <p:bldP spid="22" grpId="0"/>
      <p:bldP spid="24" grpId="0"/>
    </p:bld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ECFC8A-BC0D-5D72-FE99-20313653BC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FDFDD70C-3AAE-183B-5AED-36C59E3E9B77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IN" dirty="0"/>
                  <a:t>Method:1 </a:t>
                </a:r>
                <a14:m>
                  <m:oMath xmlns:m="http://schemas.openxmlformats.org/officeDocument/2006/math">
                    <m:r>
                      <a:rPr lang="en-IN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⇝</m:t>
                    </m:r>
                  </m:oMath>
                </a14:m>
                <a:r>
                  <a:rPr lang="en-IN" dirty="0"/>
                  <a:t> Example:17</a:t>
                </a:r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FDFDD70C-3AAE-183B-5AED-36C59E3E9B7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400" t="-8547" b="-1965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Content Placeholder 4">
            <a:extLst>
              <a:ext uri="{FF2B5EF4-FFF2-40B4-BE49-F238E27FC236}">
                <a16:creationId xmlns:a16="http://schemas.microsoft.com/office/drawing/2014/main" id="{CAE77E5B-BF33-5497-20B0-3BFB83C99976}"/>
              </a:ext>
            </a:extLst>
          </p:cNvPr>
          <p:cNvSpPr txBox="1">
            <a:spLocks/>
          </p:cNvSpPr>
          <p:nvPr/>
        </p:nvSpPr>
        <p:spPr>
          <a:xfrm>
            <a:off x="205273" y="800163"/>
            <a:ext cx="1558214" cy="522081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marL="265113" indent="-265113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Wingdings 3" panose="05040102010807070707" pitchFamily="18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9625" indent="-352425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 3" panose="05040102010807070707" pitchFamily="18" charset="2"/>
              <a:buChar char="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endParaRPr lang="en-IN" sz="2800" dirty="0">
              <a:solidFill>
                <a:schemeClr val="tx2"/>
              </a:solidFill>
            </a:endParaRPr>
          </a:p>
        </p:txBody>
      </p:sp>
      <p:sp>
        <p:nvSpPr>
          <p:cNvPr id="7" name="Content Placeholder 4">
            <a:extLst>
              <a:ext uri="{FF2B5EF4-FFF2-40B4-BE49-F238E27FC236}">
                <a16:creationId xmlns:a16="http://schemas.microsoft.com/office/drawing/2014/main" id="{D0F31B58-9644-11ED-9321-574F96F65607}"/>
              </a:ext>
            </a:extLst>
          </p:cNvPr>
          <p:cNvSpPr txBox="1">
            <a:spLocks/>
          </p:cNvSpPr>
          <p:nvPr/>
        </p:nvSpPr>
        <p:spPr>
          <a:xfrm>
            <a:off x="132610" y="1690078"/>
            <a:ext cx="7639790" cy="133538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marL="265113" indent="-265113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Wingdings 3" panose="05040102010807070707" pitchFamily="18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9625" indent="-352425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 3" panose="05040102010807070707" pitchFamily="18" charset="2"/>
              <a:buChar char="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lang="en-IN" sz="2800" dirty="0"/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E7272109-8DE2-50AC-004B-6C788F2ADE24}"/>
              </a:ext>
            </a:extLst>
          </p:cNvPr>
          <p:cNvSpPr/>
          <p:nvPr/>
        </p:nvSpPr>
        <p:spPr>
          <a:xfrm>
            <a:off x="122278" y="2168308"/>
            <a:ext cx="1450657" cy="468000"/>
          </a:xfrm>
          <a:prstGeom prst="roundRect">
            <a:avLst/>
          </a:prstGeom>
          <a:gradFill>
            <a:gsLst>
              <a:gs pos="10000">
                <a:srgbClr val="0E47A1"/>
              </a:gs>
              <a:gs pos="100000">
                <a:srgbClr val="03A9F5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en-IN" sz="2800" dirty="0">
                <a:solidFill>
                  <a:schemeClr val="bg1"/>
                </a:solidFill>
              </a:rPr>
              <a:t>Solution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4" name="Content Placeholder 4">
                <a:extLst>
                  <a:ext uri="{FF2B5EF4-FFF2-40B4-BE49-F238E27FC236}">
                    <a16:creationId xmlns:a16="http://schemas.microsoft.com/office/drawing/2014/main" id="{ED23B262-736E-4535-FBA7-00FB33ACCCF0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655930" y="756519"/>
                <a:ext cx="10536070" cy="1315720"/>
              </a:xfrm>
              <a:prstGeom prst="rect">
                <a:avLst/>
              </a:prstGeom>
              <a:noFill/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vert="horz" lIns="91440" tIns="45720" rIns="91440" bIns="45720" rtlCol="0" anchor="ctr">
                <a:noAutofit/>
              </a:bodyPr>
              <a:lstStyle>
                <a:lvl1pPr marL="265113" indent="-265113" algn="just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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809625" indent="-352425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lnSpc>
                    <a:spcPct val="150000"/>
                  </a:lnSpc>
                  <a:buNone/>
                </a:pPr>
                <a:r>
                  <a:rPr lang="en-US" sz="2800" dirty="0">
                    <a:solidFill>
                      <a:srgbClr val="002060"/>
                    </a:solidFill>
                  </a:rPr>
                  <a:t>Check whether the set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i="1">
                            <a:solidFill>
                              <a:srgbClr val="3A4A6A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>
                            <a:solidFill>
                              <a:srgbClr val="3A4A6A"/>
                            </a:solidFill>
                            <a:latin typeface="Cambria Math" panose="02040503050406030204" pitchFamily="18" charset="0"/>
                          </a:rPr>
                          <m:t>ℙ</m:t>
                        </m:r>
                      </m:e>
                      <m:sub>
                        <m:r>
                          <a:rPr lang="en-US" sz="2800">
                            <a:solidFill>
                              <a:srgbClr val="3A4A6A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2800">
                        <a:solidFill>
                          <a:srgbClr val="3A4A6A"/>
                        </a:solidFill>
                        <a:latin typeface="Cambria Math" panose="02040503050406030204" pitchFamily="18" charset="0"/>
                      </a:rPr>
                      <m:t>= </m:t>
                    </m:r>
                    <m:d>
                      <m:dPr>
                        <m:begChr m:val="{"/>
                        <m:endChr m:val="}"/>
                        <m:ctrlPr>
                          <a:rPr lang="en-US" sz="2800" i="1">
                            <a:solidFill>
                              <a:srgbClr val="3A4A6A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800" i="1">
                                <a:solidFill>
                                  <a:srgbClr val="3A4A6A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sz="2800">
                                <a:solidFill>
                                  <a:srgbClr val="3A4A6A"/>
                                </a:solidFill>
                                <a:latin typeface="Cambria Math" panose="02040503050406030204" pitchFamily="18" charset="0"/>
                              </a:rPr>
                              <m:t>a</m:t>
                            </m:r>
                          </m:e>
                          <m:sub>
                            <m:r>
                              <a:rPr lang="en-US" sz="2800">
                                <a:solidFill>
                                  <a:srgbClr val="3A4A6A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lang="en-US" sz="2800">
                            <a:solidFill>
                              <a:srgbClr val="3A4A6A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sz="2800" i="1">
                                <a:solidFill>
                                  <a:srgbClr val="3A4A6A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sz="2800">
                                <a:solidFill>
                                  <a:srgbClr val="3A4A6A"/>
                                </a:solidFill>
                                <a:latin typeface="Cambria Math" panose="02040503050406030204" pitchFamily="18" charset="0"/>
                              </a:rPr>
                              <m:t>a</m:t>
                            </m:r>
                          </m:e>
                          <m:sub>
                            <m:r>
                              <a:rPr lang="en-US" sz="2800">
                                <a:solidFill>
                                  <a:srgbClr val="3A4A6A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US" sz="2800">
                            <a:solidFill>
                              <a:srgbClr val="3A4A6A"/>
                            </a:solidFill>
                            <a:latin typeface="Cambria Math" panose="02040503050406030204" pitchFamily="18" charset="0"/>
                          </a:rPr>
                          <m:t>x</m:t>
                        </m:r>
                        <m:r>
                          <a:rPr lang="en-US" sz="2800">
                            <a:solidFill>
                              <a:srgbClr val="3A4A6A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sz="2800" i="1">
                                <a:solidFill>
                                  <a:srgbClr val="3A4A6A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sz="2800">
                                <a:solidFill>
                                  <a:srgbClr val="3A4A6A"/>
                                </a:solidFill>
                                <a:latin typeface="Cambria Math" panose="02040503050406030204" pitchFamily="18" charset="0"/>
                              </a:rPr>
                              <m:t>a</m:t>
                            </m:r>
                          </m:e>
                          <m:sub>
                            <m:r>
                              <a:rPr lang="en-US" sz="2800">
                                <a:solidFill>
                                  <a:srgbClr val="3A4A6A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sSup>
                          <m:sSupPr>
                            <m:ctrlPr>
                              <a:rPr lang="en-US" sz="2800" i="1">
                                <a:solidFill>
                                  <a:srgbClr val="3A4A6A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lang="en-US" sz="2800">
                                <a:solidFill>
                                  <a:srgbClr val="3A4A6A"/>
                                </a:solidFill>
                                <a:latin typeface="Cambria Math" panose="02040503050406030204" pitchFamily="18" charset="0"/>
                              </a:rPr>
                              <m:t>x</m:t>
                            </m:r>
                          </m:e>
                          <m:sup>
                            <m:r>
                              <a:rPr lang="en-US" sz="2800">
                                <a:solidFill>
                                  <a:srgbClr val="3A4A6A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sz="2800">
                            <a:solidFill>
                              <a:srgbClr val="3A4A6A"/>
                            </a:solidFill>
                            <a:latin typeface="Cambria Math" panose="02040503050406030204" pitchFamily="18" charset="0"/>
                          </a:rPr>
                          <m:t> / </m:t>
                        </m:r>
                        <m:sSub>
                          <m:sSubPr>
                            <m:ctrlPr>
                              <a:rPr lang="en-US" sz="2800" i="1">
                                <a:solidFill>
                                  <a:srgbClr val="3A4A6A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sz="2800">
                                <a:solidFill>
                                  <a:srgbClr val="3A4A6A"/>
                                </a:solidFill>
                                <a:latin typeface="Cambria Math" panose="02040503050406030204" pitchFamily="18" charset="0"/>
                              </a:rPr>
                              <m:t>a</m:t>
                            </m:r>
                          </m:e>
                          <m:sub>
                            <m:r>
                              <a:rPr lang="en-US" sz="2800">
                                <a:solidFill>
                                  <a:srgbClr val="3A4A6A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lang="en-US" sz="2800">
                            <a:solidFill>
                              <a:srgbClr val="3A4A6A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sz="2800" i="1">
                                <a:solidFill>
                                  <a:srgbClr val="3A4A6A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sz="2800">
                                <a:solidFill>
                                  <a:srgbClr val="3A4A6A"/>
                                </a:solidFill>
                                <a:latin typeface="Cambria Math" panose="02040503050406030204" pitchFamily="18" charset="0"/>
                              </a:rPr>
                              <m:t>a</m:t>
                            </m:r>
                          </m:e>
                          <m:sub>
                            <m:r>
                              <a:rPr lang="en-US" sz="2800">
                                <a:solidFill>
                                  <a:srgbClr val="3A4A6A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sz="2800">
                            <a:solidFill>
                              <a:srgbClr val="3A4A6A"/>
                            </a:solidFill>
                            <a:latin typeface="Cambria Math" panose="02040503050406030204" pitchFamily="18" charset="0"/>
                          </a:rPr>
                          <m:t>, </m:t>
                        </m:r>
                        <m:sSub>
                          <m:sSubPr>
                            <m:ctrlPr>
                              <a:rPr lang="en-US" sz="2800" i="1">
                                <a:solidFill>
                                  <a:srgbClr val="3A4A6A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sz="2800">
                                <a:solidFill>
                                  <a:srgbClr val="3A4A6A"/>
                                </a:solidFill>
                                <a:latin typeface="Cambria Math" panose="02040503050406030204" pitchFamily="18" charset="0"/>
                              </a:rPr>
                              <m:t>a</m:t>
                            </m:r>
                          </m:e>
                          <m:sub>
                            <m:r>
                              <a:rPr lang="en-US" sz="2800">
                                <a:solidFill>
                                  <a:srgbClr val="3A4A6A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sz="2800">
                            <a:solidFill>
                              <a:srgbClr val="3A4A6A"/>
                            </a:solidFill>
                            <a:latin typeface="Cambria Math" panose="02040503050406030204" pitchFamily="18" charset="0"/>
                          </a:rPr>
                          <m:t>∈</m:t>
                        </m:r>
                        <m:sSup>
                          <m:sSupPr>
                            <m:ctrlPr>
                              <a:rPr lang="en-US" sz="2800" i="1">
                                <a:solidFill>
                                  <a:srgbClr val="3A4A6A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800">
                                <a:solidFill>
                                  <a:srgbClr val="3A4A6A"/>
                                </a:solidFill>
                                <a:latin typeface="Cambria Math" panose="02040503050406030204" pitchFamily="18" charset="0"/>
                              </a:rPr>
                              <m:t>ℝ</m:t>
                            </m:r>
                          </m:e>
                          <m:sup>
                            <m:r>
                              <a:rPr lang="en-US" sz="2800">
                                <a:solidFill>
                                  <a:srgbClr val="3A4A6A"/>
                                </a:solidFill>
                                <a:latin typeface="Cambria Math" panose="02040503050406030204" pitchFamily="18" charset="0"/>
                              </a:rPr>
                              <m:t> </m:t>
                            </m:r>
                          </m:sup>
                        </m:sSup>
                      </m:e>
                    </m:d>
                  </m:oMath>
                </a14:m>
                <a:r>
                  <a:rPr lang="en-US" sz="2800" dirty="0">
                    <a:solidFill>
                      <a:srgbClr val="002060"/>
                    </a:solidFill>
                  </a:rPr>
                  <a:t> is a vector space or not, with standard operations. </a:t>
                </a:r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34" name="Content Placeholder 4">
                <a:extLst>
                  <a:ext uri="{FF2B5EF4-FFF2-40B4-BE49-F238E27FC236}">
                    <a16:creationId xmlns:a16="http://schemas.microsoft.com/office/drawing/2014/main" id="{ED23B262-736E-4535-FBA7-00FB33ACCCF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55930" y="756519"/>
                <a:ext cx="10536070" cy="1315720"/>
              </a:xfrm>
              <a:prstGeom prst="rect">
                <a:avLst/>
              </a:prstGeom>
              <a:blipFill>
                <a:blip r:embed="rId3"/>
                <a:stretch>
                  <a:fillRect l="-1215" r="-1157" b="-12500"/>
                </a:stretch>
              </a:blipFill>
              <a:ln w="12700" cap="flat" cmpd="sng" algn="ctr">
                <a:noFill/>
                <a:prstDash val="solid"/>
                <a:miter lim="800000"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5" name="Rectangle: Rounded Corners 34">
            <a:extLst>
              <a:ext uri="{FF2B5EF4-FFF2-40B4-BE49-F238E27FC236}">
                <a16:creationId xmlns:a16="http://schemas.microsoft.com/office/drawing/2014/main" id="{7FC45F7B-4A36-49BB-E330-CB7BC1EEC8DC}"/>
              </a:ext>
            </a:extLst>
          </p:cNvPr>
          <p:cNvSpPr/>
          <p:nvPr/>
        </p:nvSpPr>
        <p:spPr>
          <a:xfrm>
            <a:off x="122278" y="960818"/>
            <a:ext cx="1450657" cy="468000"/>
          </a:xfrm>
          <a:prstGeom prst="roundRect">
            <a:avLst/>
          </a:prstGeom>
          <a:gradFill>
            <a:gsLst>
              <a:gs pos="10000">
                <a:srgbClr val="0E47A1"/>
              </a:gs>
              <a:gs pos="100000">
                <a:srgbClr val="03A9F5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r>
              <a:rPr lang="en-IN" sz="2800" dirty="0">
                <a:solidFill>
                  <a:schemeClr val="bg1"/>
                </a:solidFill>
              </a:rPr>
              <a:t>Example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Content Placeholder 4">
                <a:extLst>
                  <a:ext uri="{FF2B5EF4-FFF2-40B4-BE49-F238E27FC236}">
                    <a16:creationId xmlns:a16="http://schemas.microsoft.com/office/drawing/2014/main" id="{C2E3A768-B2DD-49B5-A909-9453EEB041E3}"/>
                  </a:ext>
                </a:extLst>
              </p:cNvPr>
              <p:cNvSpPr txBox="1">
                <a:spLocks/>
              </p:cNvSpPr>
              <p:nvPr/>
            </p:nvSpPr>
            <p:spPr>
              <a:xfrm flipH="1">
                <a:off x="66097" y="2736264"/>
                <a:ext cx="7199676" cy="544460"/>
              </a:xfrm>
              <a:prstGeom prst="rect">
                <a:avLst/>
              </a:prstGeom>
              <a:noFill/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vert="horz" lIns="91440" tIns="45720" rIns="91440" bIns="45720" rtlCol="0" anchor="ctr">
                <a:noAutofit/>
              </a:bodyPr>
              <a:lstStyle>
                <a:lvl1pPr marL="265113" indent="-265113" algn="just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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809625" indent="-352425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118745" indent="0">
                  <a:lnSpc>
                    <a:spcPct val="115000"/>
                  </a:lnSpc>
                  <a:spcAft>
                    <a:spcPts val="800"/>
                  </a:spcAft>
                  <a:buNone/>
                </a:pPr>
                <a:r>
                  <a:rPr lang="en-US" sz="2800" dirty="0">
                    <a:solidFill>
                      <a:srgbClr val="002060"/>
                    </a:solidFill>
                    <a:latin typeface="+mj-lt"/>
                  </a:rPr>
                  <a:t>Here,</a:t>
                </a:r>
                <a14:m>
                  <m:oMath xmlns:m="http://schemas.openxmlformats.org/officeDocument/2006/math">
                    <m:r>
                      <a:rPr lang="en-US" sz="2800" b="0" i="0" smtClean="0">
                        <a:solidFill>
                          <a:srgbClr val="3A4A6A"/>
                        </a:solidFill>
                        <a:latin typeface="Cambria Math" panose="02040503050406030204" pitchFamily="18" charset="0"/>
                      </a:rPr>
                      <m:t>   </m:t>
                    </m:r>
                    <m:sSub>
                      <m:sSubPr>
                        <m:ctrlPr>
                          <a:rPr lang="en-US" sz="2800" i="1">
                            <a:solidFill>
                              <a:srgbClr val="3A4A6A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>
                            <a:solidFill>
                              <a:srgbClr val="3A4A6A"/>
                            </a:solidFill>
                            <a:latin typeface="Cambria Math" panose="02040503050406030204" pitchFamily="18" charset="0"/>
                          </a:rPr>
                          <m:t>ℙ</m:t>
                        </m:r>
                      </m:e>
                      <m:sub>
                        <m:r>
                          <a:rPr lang="en-US" sz="2800">
                            <a:solidFill>
                              <a:srgbClr val="3A4A6A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2800">
                        <a:solidFill>
                          <a:srgbClr val="3A4A6A"/>
                        </a:solidFill>
                        <a:latin typeface="Cambria Math" panose="02040503050406030204" pitchFamily="18" charset="0"/>
                      </a:rPr>
                      <m:t>= </m:t>
                    </m:r>
                    <m:d>
                      <m:dPr>
                        <m:begChr m:val="{"/>
                        <m:endChr m:val="}"/>
                        <m:ctrlPr>
                          <a:rPr lang="en-US" sz="2800" i="1">
                            <a:solidFill>
                              <a:srgbClr val="3A4A6A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800" i="1">
                                <a:solidFill>
                                  <a:srgbClr val="3A4A6A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sz="2800">
                                <a:solidFill>
                                  <a:srgbClr val="3A4A6A"/>
                                </a:solidFill>
                                <a:latin typeface="Cambria Math" panose="02040503050406030204" pitchFamily="18" charset="0"/>
                              </a:rPr>
                              <m:t>a</m:t>
                            </m:r>
                          </m:e>
                          <m:sub>
                            <m:r>
                              <a:rPr lang="en-US" sz="2800">
                                <a:solidFill>
                                  <a:srgbClr val="3A4A6A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lang="en-US" sz="2800">
                            <a:solidFill>
                              <a:srgbClr val="3A4A6A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sz="2800" i="1">
                                <a:solidFill>
                                  <a:srgbClr val="3A4A6A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sz="2800">
                                <a:solidFill>
                                  <a:srgbClr val="3A4A6A"/>
                                </a:solidFill>
                                <a:latin typeface="Cambria Math" panose="02040503050406030204" pitchFamily="18" charset="0"/>
                              </a:rPr>
                              <m:t>a</m:t>
                            </m:r>
                          </m:e>
                          <m:sub>
                            <m:r>
                              <a:rPr lang="en-US" sz="2800">
                                <a:solidFill>
                                  <a:srgbClr val="3A4A6A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US" sz="2800">
                            <a:solidFill>
                              <a:srgbClr val="3A4A6A"/>
                            </a:solidFill>
                            <a:latin typeface="Cambria Math" panose="02040503050406030204" pitchFamily="18" charset="0"/>
                          </a:rPr>
                          <m:t>x</m:t>
                        </m:r>
                        <m:r>
                          <a:rPr lang="en-US" sz="2800">
                            <a:solidFill>
                              <a:srgbClr val="3A4A6A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sz="2800" i="1">
                                <a:solidFill>
                                  <a:srgbClr val="3A4A6A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sz="2800">
                                <a:solidFill>
                                  <a:srgbClr val="3A4A6A"/>
                                </a:solidFill>
                                <a:latin typeface="Cambria Math" panose="02040503050406030204" pitchFamily="18" charset="0"/>
                              </a:rPr>
                              <m:t>a</m:t>
                            </m:r>
                          </m:e>
                          <m:sub>
                            <m:r>
                              <a:rPr lang="en-US" sz="2800">
                                <a:solidFill>
                                  <a:srgbClr val="3A4A6A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sSup>
                          <m:sSupPr>
                            <m:ctrlPr>
                              <a:rPr lang="en-US" sz="2800" i="1">
                                <a:solidFill>
                                  <a:srgbClr val="3A4A6A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lang="en-US" sz="2800">
                                <a:solidFill>
                                  <a:srgbClr val="3A4A6A"/>
                                </a:solidFill>
                                <a:latin typeface="Cambria Math" panose="02040503050406030204" pitchFamily="18" charset="0"/>
                              </a:rPr>
                              <m:t>x</m:t>
                            </m:r>
                          </m:e>
                          <m:sup>
                            <m:r>
                              <a:rPr lang="en-US" sz="2800">
                                <a:solidFill>
                                  <a:srgbClr val="3A4A6A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sz="2800">
                            <a:solidFill>
                              <a:srgbClr val="3A4A6A"/>
                            </a:solidFill>
                            <a:latin typeface="Cambria Math" panose="02040503050406030204" pitchFamily="18" charset="0"/>
                          </a:rPr>
                          <m:t> / </m:t>
                        </m:r>
                        <m:sSub>
                          <m:sSubPr>
                            <m:ctrlPr>
                              <a:rPr lang="en-US" sz="2800" i="1">
                                <a:solidFill>
                                  <a:srgbClr val="3A4A6A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sz="2800">
                                <a:solidFill>
                                  <a:srgbClr val="3A4A6A"/>
                                </a:solidFill>
                                <a:latin typeface="Cambria Math" panose="02040503050406030204" pitchFamily="18" charset="0"/>
                              </a:rPr>
                              <m:t>a</m:t>
                            </m:r>
                          </m:e>
                          <m:sub>
                            <m:r>
                              <a:rPr lang="en-US" sz="2800">
                                <a:solidFill>
                                  <a:srgbClr val="3A4A6A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lang="en-US" sz="2800">
                            <a:solidFill>
                              <a:srgbClr val="3A4A6A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sz="2800" i="1">
                                <a:solidFill>
                                  <a:srgbClr val="3A4A6A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sz="2800">
                                <a:solidFill>
                                  <a:srgbClr val="3A4A6A"/>
                                </a:solidFill>
                                <a:latin typeface="Cambria Math" panose="02040503050406030204" pitchFamily="18" charset="0"/>
                              </a:rPr>
                              <m:t>a</m:t>
                            </m:r>
                          </m:e>
                          <m:sub>
                            <m:r>
                              <a:rPr lang="en-US" sz="2800">
                                <a:solidFill>
                                  <a:srgbClr val="3A4A6A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sz="2800">
                            <a:solidFill>
                              <a:srgbClr val="3A4A6A"/>
                            </a:solidFill>
                            <a:latin typeface="Cambria Math" panose="02040503050406030204" pitchFamily="18" charset="0"/>
                          </a:rPr>
                          <m:t>, </m:t>
                        </m:r>
                        <m:sSub>
                          <m:sSubPr>
                            <m:ctrlPr>
                              <a:rPr lang="en-US" sz="2800" i="1">
                                <a:solidFill>
                                  <a:srgbClr val="3A4A6A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sz="2800">
                                <a:solidFill>
                                  <a:srgbClr val="3A4A6A"/>
                                </a:solidFill>
                                <a:latin typeface="Cambria Math" panose="02040503050406030204" pitchFamily="18" charset="0"/>
                              </a:rPr>
                              <m:t>a</m:t>
                            </m:r>
                          </m:e>
                          <m:sub>
                            <m:r>
                              <a:rPr lang="en-US" sz="2800">
                                <a:solidFill>
                                  <a:srgbClr val="3A4A6A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sz="2800">
                            <a:solidFill>
                              <a:srgbClr val="3A4A6A"/>
                            </a:solidFill>
                            <a:latin typeface="Cambria Math" panose="02040503050406030204" pitchFamily="18" charset="0"/>
                          </a:rPr>
                          <m:t>∈</m:t>
                        </m:r>
                        <m:sSup>
                          <m:sSupPr>
                            <m:ctrlPr>
                              <a:rPr lang="en-US" sz="2800" i="1">
                                <a:solidFill>
                                  <a:srgbClr val="3A4A6A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800">
                                <a:solidFill>
                                  <a:srgbClr val="3A4A6A"/>
                                </a:solidFill>
                                <a:latin typeface="Cambria Math" panose="02040503050406030204" pitchFamily="18" charset="0"/>
                              </a:rPr>
                              <m:t>ℝ</m:t>
                            </m:r>
                          </m:e>
                          <m:sup>
                            <m:r>
                              <a:rPr lang="en-US" sz="2800">
                                <a:solidFill>
                                  <a:srgbClr val="3A4A6A"/>
                                </a:solidFill>
                                <a:latin typeface="Cambria Math" panose="02040503050406030204" pitchFamily="18" charset="0"/>
                              </a:rPr>
                              <m:t> </m:t>
                            </m:r>
                          </m:sup>
                        </m:sSup>
                      </m:e>
                    </m:d>
                  </m:oMath>
                </a14:m>
                <a:endParaRPr lang="en-US" sz="2800" dirty="0">
                  <a:solidFill>
                    <a:srgbClr val="002060"/>
                  </a:solidFill>
                  <a:latin typeface="+mj-lt"/>
                </a:endParaRPr>
              </a:p>
            </p:txBody>
          </p:sp>
        </mc:Choice>
        <mc:Fallback xmlns="">
          <p:sp>
            <p:nvSpPr>
              <p:cNvPr id="16" name="Content Placeholder 4">
                <a:extLst>
                  <a:ext uri="{FF2B5EF4-FFF2-40B4-BE49-F238E27FC236}">
                    <a16:creationId xmlns:a16="http://schemas.microsoft.com/office/drawing/2014/main" id="{C2E3A768-B2DD-49B5-A909-9453EEB041E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66097" y="2736264"/>
                <a:ext cx="7199676" cy="544460"/>
              </a:xfrm>
              <a:prstGeom prst="rect">
                <a:avLst/>
              </a:prstGeom>
              <a:blipFill>
                <a:blip r:embed="rId4"/>
                <a:stretch>
                  <a:fillRect l="-169" t="-10112" b="-29213"/>
                </a:stretch>
              </a:blipFill>
              <a:ln w="12700" cap="flat" cmpd="sng" algn="ctr">
                <a:noFill/>
                <a:prstDash val="solid"/>
                <a:miter lim="800000"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Content Placeholder 4">
                <a:extLst>
                  <a:ext uri="{FF2B5EF4-FFF2-40B4-BE49-F238E27FC236}">
                    <a16:creationId xmlns:a16="http://schemas.microsoft.com/office/drawing/2014/main" id="{C2E3A768-B2DD-49B5-A909-9453EEB041E3}"/>
                  </a:ext>
                </a:extLst>
              </p:cNvPr>
              <p:cNvSpPr txBox="1">
                <a:spLocks/>
              </p:cNvSpPr>
              <p:nvPr/>
            </p:nvSpPr>
            <p:spPr>
              <a:xfrm flipH="1">
                <a:off x="56407" y="3380680"/>
                <a:ext cx="12783292" cy="2524820"/>
              </a:xfrm>
              <a:prstGeom prst="rect">
                <a:avLst/>
              </a:prstGeom>
              <a:noFill/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vert="horz" lIns="91440" tIns="45720" rIns="91440" bIns="45720" rtlCol="0" anchor="ctr">
                <a:noAutofit/>
              </a:bodyPr>
              <a:lstStyle>
                <a:defPPr>
                  <a:defRPr lang="en-US"/>
                </a:defPPr>
                <a:lvl1pPr marL="118745" algn="just">
                  <a:lnSpc>
                    <a:spcPct val="115000"/>
                  </a:lnSpc>
                  <a:spcBef>
                    <a:spcPts val="1000"/>
                  </a:spcBef>
                  <a:spcAft>
                    <a:spcPts val="800"/>
                  </a:spcAft>
                  <a:buClr>
                    <a:schemeClr val="accent6"/>
                  </a:buClr>
                  <a:buFont typeface="Wingdings 3" panose="05040102010807070707" pitchFamily="18" charset="2"/>
                  <a:buNone/>
                  <a:defRPr sz="2800">
                    <a:solidFill>
                      <a:srgbClr val="3A4A6A"/>
                    </a:solidFill>
                  </a:defRPr>
                </a:lvl1pPr>
              </a:lstStyle>
              <a:p>
                <a:pPr>
                  <a:lnSpc>
                    <a:spcPct val="90000"/>
                  </a:lnSpc>
                </a:pPr>
                <a:r>
                  <a:rPr lang="en-US" dirty="0">
                    <a:solidFill>
                      <a:srgbClr val="002060"/>
                    </a:solidFill>
                    <a:latin typeface="+mj-lt"/>
                  </a:rPr>
                  <a:t>Binary Operations are defined as</a:t>
                </a:r>
              </a:p>
              <a:p>
                <a:pPr marL="990600" indent="-457200">
                  <a:lnSpc>
                    <a:spcPct val="90000"/>
                  </a:lnSpc>
                  <a:buFont typeface="Wingdings" panose="05000000000000000000" pitchFamily="2" charset="2"/>
                  <a:buChar char="§"/>
                </a:pPr>
                <a:r>
                  <a:rPr lang="en-US" dirty="0">
                    <a:solidFill>
                      <a:srgbClr val="002060"/>
                    </a:solidFill>
                    <a:latin typeface="+mj-lt"/>
                  </a:rPr>
                  <a:t>Vector Addition:									       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26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60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sz="260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a</m:t>
                            </m:r>
                          </m:e>
                          <m:sub>
                            <m:r>
                              <a:rPr lang="en-US" sz="260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lang="en-US" sz="26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sz="260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sz="260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a</m:t>
                            </m:r>
                          </m:e>
                          <m:sub>
                            <m:r>
                              <a:rPr lang="en-US" sz="260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US" sz="26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x</m:t>
                        </m:r>
                        <m:r>
                          <a:rPr lang="en-US" sz="26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sz="260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sz="260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a</m:t>
                            </m:r>
                          </m:e>
                          <m:sub>
                            <m:r>
                              <a:rPr lang="en-US" sz="260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sSup>
                          <m:sSupPr>
                            <m:ctrlPr>
                              <a:rPr lang="en-US" sz="260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lang="en-US" sz="260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x</m:t>
                            </m:r>
                          </m:e>
                          <m:sup>
                            <m:r>
                              <a:rPr lang="en-US" sz="260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  <m:r>
                      <a:rPr lang="en-US" sz="26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+</m:t>
                    </m:r>
                    <m:d>
                      <m:dPr>
                        <m:ctrlPr>
                          <a:rPr lang="en-US" sz="26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60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sz="260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b</m:t>
                            </m:r>
                          </m:e>
                          <m:sub>
                            <m:r>
                              <a:rPr lang="en-US" sz="260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lang="en-US" sz="26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sz="260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sz="260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b</m:t>
                            </m:r>
                          </m:e>
                          <m:sub>
                            <m:r>
                              <a:rPr lang="en-US" sz="260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US" sz="26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x</m:t>
                        </m:r>
                        <m:r>
                          <a:rPr lang="en-US" sz="26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sz="260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sz="260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b</m:t>
                            </m:r>
                          </m:e>
                          <m:sub>
                            <m:r>
                              <a:rPr lang="en-US" sz="260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sSup>
                          <m:sSupPr>
                            <m:ctrlPr>
                              <a:rPr lang="en-US" sz="260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lang="en-US" sz="260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x</m:t>
                            </m:r>
                          </m:e>
                          <m:sup>
                            <m:r>
                              <a:rPr lang="en-US" sz="260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  <m:r>
                      <a:rPr lang="en-US" sz="26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sz="26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60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sz="260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a</m:t>
                            </m:r>
                          </m:e>
                          <m:sub>
                            <m:r>
                              <a:rPr lang="en-US" sz="260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lang="en-US" sz="26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sz="260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sz="260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b</m:t>
                            </m:r>
                          </m:e>
                          <m:sub>
                            <m:r>
                              <a:rPr lang="en-US" sz="260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e>
                    </m:d>
                    <m:r>
                      <a:rPr lang="en-US" sz="26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+</m:t>
                    </m:r>
                    <m:d>
                      <m:dPr>
                        <m:ctrlPr>
                          <a:rPr lang="en-US" sz="26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60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sz="260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a</m:t>
                            </m:r>
                          </m:e>
                          <m:sub>
                            <m:r>
                              <a:rPr lang="en-US" sz="260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sz="26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sz="260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sz="260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b</m:t>
                            </m:r>
                          </m:e>
                          <m:sub>
                            <m:r>
                              <a:rPr lang="en-US" sz="260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  <m:r>
                      <m:rPr>
                        <m:sty m:val="p"/>
                      </m:rPr>
                      <a:rPr lang="en-US" sz="26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x</m:t>
                    </m:r>
                    <m:r>
                      <a:rPr lang="en-US" sz="26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sz="26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6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m:rPr>
                            <m:sty m:val="p"/>
                          </m:rPr>
                          <a:rPr lang="en-US" sz="26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a</m:t>
                        </m:r>
                      </m:e>
                      <m:sub>
                        <m:r>
                          <a:rPr lang="en-US" sz="26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26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sz="26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26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b</m:t>
                        </m:r>
                      </m:e>
                      <m:sub>
                        <m:r>
                          <a:rPr lang="en-US" sz="26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26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) </m:t>
                    </m:r>
                    <m:sSup>
                      <m:sSupPr>
                        <m:ctrlPr>
                          <a:rPr lang="en-US" sz="26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sz="26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x</m:t>
                        </m:r>
                      </m:e>
                      <m:sup>
                        <m:r>
                          <a:rPr lang="en-US" sz="26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en-US" sz="2600" dirty="0">
                  <a:solidFill>
                    <a:srgbClr val="002060"/>
                  </a:solidFill>
                  <a:latin typeface="+mj-lt"/>
                </a:endParaRPr>
              </a:p>
              <a:p>
                <a:pPr marL="990600" indent="-457200">
                  <a:lnSpc>
                    <a:spcPct val="90000"/>
                  </a:lnSpc>
                  <a:buFont typeface="Wingdings" panose="05000000000000000000" pitchFamily="2" charset="2"/>
                  <a:buChar char="§"/>
                </a:pPr>
                <a:r>
                  <a:rPr lang="en-US" dirty="0">
                    <a:solidFill>
                      <a:srgbClr val="002060"/>
                    </a:solidFill>
                    <a:latin typeface="+mj-lt"/>
                  </a:rPr>
                  <a:t>Scalar Multiplication: 								           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600">
                        <a:latin typeface="Cambria Math" panose="02040503050406030204" pitchFamily="18" charset="0"/>
                      </a:rPr>
                      <m:t>k</m:t>
                    </m:r>
                    <m:d>
                      <m:dPr>
                        <m:ctrlPr>
                          <a:rPr lang="en-US" sz="26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60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sz="260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a</m:t>
                            </m:r>
                          </m:e>
                          <m:sub>
                            <m:r>
                              <a:rPr lang="en-US" sz="260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lang="en-US" sz="26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sz="260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sz="260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a</m:t>
                            </m:r>
                          </m:e>
                          <m:sub>
                            <m:r>
                              <a:rPr lang="en-US" sz="260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US" sz="26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x</m:t>
                        </m:r>
                        <m:r>
                          <a:rPr lang="en-US" sz="26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sz="260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sz="260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a</m:t>
                            </m:r>
                          </m:e>
                          <m:sub>
                            <m:r>
                              <a:rPr lang="en-US" sz="260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sSup>
                          <m:sSupPr>
                            <m:ctrlPr>
                              <a:rPr lang="en-US" sz="260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lang="en-US" sz="260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x</m:t>
                            </m:r>
                          </m:e>
                          <m:sup>
                            <m:r>
                              <a:rPr lang="en-US" sz="260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  <m:r>
                      <a:rPr lang="en-US" sz="260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sz="2600" dirty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k</m:t>
                    </m:r>
                    <m:sSub>
                      <m:sSubPr>
                        <m:ctrlPr>
                          <a:rPr lang="en-US" sz="26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26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a</m:t>
                        </m:r>
                      </m:e>
                      <m:sub>
                        <m:r>
                          <a:rPr lang="en-US" sz="26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sz="26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+</m:t>
                    </m:r>
                    <m:d>
                      <m:dPr>
                        <m:ctrlPr>
                          <a:rPr lang="en-US" sz="2600" i="1" dirty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sz="2600" dirty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k</m:t>
                        </m:r>
                        <m:sSub>
                          <m:sSubPr>
                            <m:ctrlPr>
                              <a:rPr lang="en-US" sz="260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sz="260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a</m:t>
                            </m:r>
                          </m:e>
                          <m:sub>
                            <m:r>
                              <a:rPr lang="en-US" sz="260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  <m:r>
                      <m:rPr>
                        <m:sty m:val="p"/>
                      </m:rPr>
                      <a:rPr lang="en-US" sz="26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x</m:t>
                    </m:r>
                    <m:r>
                      <a:rPr lang="en-US" sz="26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nor/>
                      </m:rPr>
                      <a:rPr lang="en-US" sz="2600" i="0" dirty="0">
                        <a:solidFill>
                          <a:srgbClr val="002060"/>
                        </a:solidFill>
                      </a:rPr>
                      <m:t> </m:t>
                    </m:r>
                    <m:d>
                      <m:dPr>
                        <m:ctrlPr>
                          <a:rPr lang="en-US" sz="2600" i="1" dirty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sz="2600" dirty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k</m:t>
                        </m:r>
                        <m:sSub>
                          <m:sSubPr>
                            <m:ctrlPr>
                              <a:rPr lang="en-US" sz="260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sz="260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a</m:t>
                            </m:r>
                          </m:e>
                          <m:sub>
                            <m:r>
                              <a:rPr lang="en-US" sz="260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  <m:sSup>
                      <m:sSupPr>
                        <m:ctrlPr>
                          <a:rPr lang="en-US" sz="26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sz="26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x</m:t>
                        </m:r>
                      </m:e>
                      <m:sup>
                        <m:r>
                          <a:rPr lang="en-US" sz="26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en-US" sz="2600" dirty="0"/>
              </a:p>
            </p:txBody>
          </p:sp>
        </mc:Choice>
        <mc:Fallback xmlns="">
          <p:sp>
            <p:nvSpPr>
              <p:cNvPr id="22" name="Content Placeholder 4">
                <a:extLst>
                  <a:ext uri="{FF2B5EF4-FFF2-40B4-BE49-F238E27FC236}">
                    <a16:creationId xmlns:a16="http://schemas.microsoft.com/office/drawing/2014/main" id="{C2E3A768-B2DD-49B5-A909-9453EEB041E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56407" y="3380680"/>
                <a:ext cx="12783292" cy="2524820"/>
              </a:xfrm>
              <a:prstGeom prst="rect">
                <a:avLst/>
              </a:prstGeom>
              <a:blipFill>
                <a:blip r:embed="rId5"/>
                <a:stretch>
                  <a:fillRect l="-48" t="-2174"/>
                </a:stretch>
              </a:blipFill>
              <a:ln w="12700" cap="flat" cmpd="sng" algn="ctr">
                <a:noFill/>
                <a:prstDash val="solid"/>
                <a:miter lim="800000"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8" name="Content Placeholder 4">
            <a:extLst>
              <a:ext uri="{FF2B5EF4-FFF2-40B4-BE49-F238E27FC236}">
                <a16:creationId xmlns:a16="http://schemas.microsoft.com/office/drawing/2014/main" id="{C2E3A768-B2DD-49B5-A909-9453EEB041E3}"/>
              </a:ext>
            </a:extLst>
          </p:cNvPr>
          <p:cNvSpPr txBox="1">
            <a:spLocks/>
          </p:cNvSpPr>
          <p:nvPr/>
        </p:nvSpPr>
        <p:spPr>
          <a:xfrm flipH="1">
            <a:off x="66096" y="6048737"/>
            <a:ext cx="6512503" cy="54446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marL="265113" indent="-265113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Wingdings 3" panose="05040102010807070707" pitchFamily="18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9625" indent="-352425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 3" panose="05040102010807070707" pitchFamily="18" charset="2"/>
              <a:buChar char="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18745" indent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2800" dirty="0">
                <a:solidFill>
                  <a:srgbClr val="002060"/>
                </a:solidFill>
                <a:latin typeface="+mj-lt"/>
              </a:rPr>
              <a:t>Let us check </a:t>
            </a:r>
            <a:r>
              <a:rPr lang="en-US" sz="2800" b="1" dirty="0">
                <a:solidFill>
                  <a:srgbClr val="FF0000"/>
                </a:solidFill>
                <a:latin typeface="+mj-lt"/>
              </a:rPr>
              <a:t>ten axioms </a:t>
            </a:r>
            <a:r>
              <a:rPr lang="en-US" sz="2800" dirty="0">
                <a:solidFill>
                  <a:srgbClr val="002060"/>
                </a:solidFill>
                <a:latin typeface="+mj-lt"/>
              </a:rPr>
              <a:t>for a vector space.</a:t>
            </a:r>
          </a:p>
        </p:txBody>
      </p:sp>
    </p:spTree>
    <p:extLst>
      <p:ext uri="{BB962C8B-B14F-4D97-AF65-F5344CB8AC3E}">
        <p14:creationId xmlns:p14="http://schemas.microsoft.com/office/powerpoint/2010/main" val="16919690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22" grpId="0" animBg="1"/>
      <p:bldP spid="28" grpId="0"/>
    </p:bld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ECFC8A-BC0D-5D72-FE99-20313653BC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82710" y="756408"/>
            <a:ext cx="5353067" cy="1359637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1" name="Content Placeholder 4">
                <a:extLst>
                  <a:ext uri="{FF2B5EF4-FFF2-40B4-BE49-F238E27FC236}">
                    <a16:creationId xmlns:a16="http://schemas.microsoft.com/office/drawing/2014/main" id="{C2E3A768-B2DD-49B5-A909-9453EEB041E3}"/>
                  </a:ext>
                </a:extLst>
              </p:cNvPr>
              <p:cNvSpPr txBox="1">
                <a:spLocks/>
              </p:cNvSpPr>
              <p:nvPr/>
            </p:nvSpPr>
            <p:spPr>
              <a:xfrm flipH="1">
                <a:off x="-1" y="3591746"/>
                <a:ext cx="5760000" cy="540000"/>
              </a:xfrm>
              <a:prstGeom prst="rect">
                <a:avLst/>
              </a:prstGeom>
              <a:gradFill>
                <a:gsLst>
                  <a:gs pos="10000">
                    <a:srgbClr val="0E47A1"/>
                  </a:gs>
                  <a:gs pos="100000">
                    <a:srgbClr val="03A9F5"/>
                  </a:gs>
                </a:gsLst>
                <a:lin ang="10800000" scaled="1"/>
              </a:gradFill>
              <a:ln>
                <a:noFill/>
              </a:ln>
            </p:spPr>
            <p:txBody>
              <a:bodyPr vert="horz" wrap="square" lIns="91440" tIns="45720" rIns="91440" bIns="45720" numCol="1" anchor="ctr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algn="ctr">
                  <a:defRPr sz="2800">
                    <a:solidFill>
                      <a:schemeClr val="bg1"/>
                    </a:solidFill>
                  </a:defRPr>
                </a:lvl1pPr>
                <a:lvl2pPr>
                  <a:defRPr>
                    <a:solidFill>
                      <a:schemeClr val="tx1"/>
                    </a:solidFill>
                  </a:defRPr>
                </a:lvl2pPr>
                <a:lvl3pPr>
                  <a:defRPr>
                    <a:solidFill>
                      <a:schemeClr val="tx1"/>
                    </a:solidFill>
                  </a:defRPr>
                </a:lvl3pPr>
                <a:lvl4pPr>
                  <a:defRPr>
                    <a:solidFill>
                      <a:schemeClr val="tx1"/>
                    </a:solidFill>
                  </a:defRPr>
                </a:lvl4pPr>
                <a:lvl5pPr>
                  <a:defRPr>
                    <a:solidFill>
                      <a:schemeClr val="tx1"/>
                    </a:solidFill>
                  </a:defRPr>
                </a:lvl5pPr>
                <a:lvl6pPr>
                  <a:defRPr>
                    <a:solidFill>
                      <a:schemeClr val="tx1"/>
                    </a:solidFill>
                  </a:defRPr>
                </a:lvl6pPr>
                <a:lvl7pPr>
                  <a:defRPr>
                    <a:solidFill>
                      <a:schemeClr val="tx1"/>
                    </a:solidFill>
                  </a:defRPr>
                </a:lvl7pPr>
                <a:lvl8pPr>
                  <a:defRPr>
                    <a:solidFill>
                      <a:schemeClr val="tx1"/>
                    </a:solidFill>
                  </a:defRPr>
                </a:lvl8pPr>
                <a:lvl9pPr>
                  <a:defRPr>
                    <a:solidFill>
                      <a:schemeClr val="tx1"/>
                    </a:solidFill>
                  </a:defRPr>
                </a:lvl9pPr>
              </a:lstStyle>
              <a:p>
                <a:pPr algn="l"/>
                <a:r>
                  <a:rPr lang="en-US" b="1" dirty="0"/>
                  <a:t>Axiom 1: </a:t>
                </a:r>
                <a14:m>
                  <m:oMath xmlns:m="http://schemas.openxmlformats.org/officeDocument/2006/math">
                    <m:r>
                      <a:rPr lang="en-US" b="1" i="0" dirty="0" smtClean="0">
                        <a:latin typeface="Cambria Math" panose="02040503050406030204" pitchFamily="18" charset="0"/>
                      </a:rPr>
                      <m:t>𝐮</m:t>
                    </m:r>
                    <m:r>
                      <a:rPr lang="en-US" b="1" i="0" dirty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1" i="0" dirty="0" smtClean="0">
                        <a:latin typeface="Cambria Math" panose="02040503050406030204" pitchFamily="18" charset="0"/>
                      </a:rPr>
                      <m:t>𝐯</m:t>
                    </m:r>
                    <m:r>
                      <a:rPr lang="en-US" b="1" i="0" dirty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b="1" i="0" dirty="0">
                        <a:latin typeface="Cambria Math" panose="02040503050406030204" pitchFamily="18" charset="0"/>
                      </a:rPr>
                      <m:t>𝐕</m:t>
                    </m:r>
                  </m:oMath>
                </a14:m>
                <a:endParaRPr lang="en-US" b="1" dirty="0"/>
              </a:p>
            </p:txBody>
          </p:sp>
        </mc:Choice>
        <mc:Fallback xmlns="">
          <p:sp>
            <p:nvSpPr>
              <p:cNvPr id="21" name="Content Placeholder 4">
                <a:extLst>
                  <a:ext uri="{FF2B5EF4-FFF2-40B4-BE49-F238E27FC236}">
                    <a16:creationId xmlns:a16="http://schemas.microsoft.com/office/drawing/2014/main" id="{C2E3A768-B2DD-49B5-A909-9453EEB041E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-1" y="3591746"/>
                <a:ext cx="5760000" cy="540000"/>
              </a:xfrm>
              <a:prstGeom prst="rect">
                <a:avLst/>
              </a:prstGeom>
              <a:blipFill>
                <a:blip r:embed="rId3"/>
                <a:stretch>
                  <a:fillRect l="-2116" t="-10112" b="-29213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FDFDD70C-3AAE-183B-5AED-36C59E3E9B77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IN" dirty="0"/>
                  <a:t>Method:1 </a:t>
                </a:r>
                <a14:m>
                  <m:oMath xmlns:m="http://schemas.openxmlformats.org/officeDocument/2006/math">
                    <m:r>
                      <a:rPr lang="en-I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⇝</m:t>
                    </m:r>
                  </m:oMath>
                </a14:m>
                <a:r>
                  <a:rPr lang="en-IN" dirty="0"/>
                  <a:t> Example:17(continue)</a:t>
                </a:r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FDFDD70C-3AAE-183B-5AED-36C59E3E9B7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4"/>
                <a:stretch>
                  <a:fillRect l="-400" t="-8547" b="-1965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Content Placeholder 4">
                <a:extLst>
                  <a:ext uri="{FF2B5EF4-FFF2-40B4-BE49-F238E27FC236}">
                    <a16:creationId xmlns:a16="http://schemas.microsoft.com/office/drawing/2014/main" id="{C2E3A768-B2DD-49B5-A909-9453EEB041E3}"/>
                  </a:ext>
                </a:extLst>
              </p:cNvPr>
              <p:cNvSpPr txBox="1">
                <a:spLocks/>
              </p:cNvSpPr>
              <p:nvPr/>
            </p:nvSpPr>
            <p:spPr>
              <a:xfrm flipH="1">
                <a:off x="-8" y="858197"/>
                <a:ext cx="6019807" cy="1937674"/>
              </a:xfrm>
              <a:prstGeom prst="rect">
                <a:avLst/>
              </a:prstGeom>
              <a:noFill/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vert="horz" lIns="91440" tIns="45720" rIns="91440" bIns="45720" rtlCol="0" anchor="ctr">
                <a:noAutofit/>
              </a:bodyPr>
              <a:lstStyle>
                <a:lvl1pPr marL="265113" indent="-265113" algn="just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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809625" indent="-352425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118745" indent="0">
                  <a:lnSpc>
                    <a:spcPct val="115000"/>
                  </a:lnSpc>
                  <a:spcAft>
                    <a:spcPts val="800"/>
                  </a:spcAft>
                  <a:buNone/>
                </a:pPr>
                <a:r>
                  <a:rPr lang="en-US" sz="2800" i="0" dirty="0">
                    <a:solidFill>
                      <a:srgbClr val="002060"/>
                    </a:solidFill>
                    <a:latin typeface="+mj-lt"/>
                  </a:rPr>
                  <a:t>Let 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800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u</m:t>
                    </m:r>
                    <m:r>
                      <a:rPr lang="en-US" sz="2800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a</m:t>
                        </m:r>
                      </m:e>
                      <m:sub>
                        <m:r>
                          <a:rPr lang="en-US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sz="2800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a</m:t>
                        </m:r>
                      </m:e>
                      <m:sub>
                        <m:r>
                          <a:rPr lang="en-US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US" sz="2800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x</m:t>
                    </m:r>
                    <m:r>
                      <a:rPr lang="en-US" sz="2800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a</m:t>
                        </m:r>
                      </m:e>
                      <m:sub>
                        <m:r>
                          <a:rPr lang="en-US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sSup>
                      <m:sSupPr>
                        <m:ctrlPr>
                          <a:rPr lang="en-US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x</m:t>
                        </m:r>
                      </m:e>
                      <m:sup>
                        <m:r>
                          <a:rPr lang="en-US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2800" b="0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endParaRPr lang="en-US" sz="2800" i="1" dirty="0">
                  <a:solidFill>
                    <a:srgbClr val="002060"/>
                  </a:solidFill>
                  <a:latin typeface="Cambria Math" panose="02040503050406030204" pitchFamily="18" charset="0"/>
                </a:endParaRPr>
              </a:p>
              <a:p>
                <a:pPr marL="118745" indent="0">
                  <a:lnSpc>
                    <a:spcPct val="115000"/>
                  </a:lnSpc>
                  <a:spcAft>
                    <a:spcPts val="800"/>
                  </a:spcAft>
                  <a:buNone/>
                </a:pPr>
                <a:r>
                  <a:rPr lang="en-US" sz="2800" dirty="0">
                    <a:solidFill>
                      <a:srgbClr val="002060"/>
                    </a:solidFill>
                    <a:ea typeface="Calibri" panose="020F0502020204030204" pitchFamily="34" charset="0"/>
                    <a:cs typeface="Shruti" panose="020B0502040204020203" pitchFamily="34" charset="0"/>
                  </a:rPr>
                  <a:t>      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800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v</m:t>
                    </m:r>
                    <m:r>
                      <a:rPr lang="en-US" sz="2800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b</m:t>
                        </m:r>
                      </m:e>
                      <m:sub>
                        <m:r>
                          <a:rPr lang="en-US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sz="2800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b</m:t>
                        </m:r>
                      </m:e>
                      <m:sub>
                        <m:r>
                          <a:rPr lang="en-US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US" sz="2800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x</m:t>
                    </m:r>
                    <m:r>
                      <a:rPr lang="en-US" sz="2800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b</m:t>
                        </m:r>
                      </m:e>
                      <m:sub>
                        <m:r>
                          <a:rPr lang="en-US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sSup>
                      <m:sSupPr>
                        <m:ctrlPr>
                          <a:rPr lang="en-US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x</m:t>
                        </m:r>
                      </m:e>
                      <m:sup>
                        <m:r>
                          <a:rPr lang="en-US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2800" b="0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, </m:t>
                    </m:r>
                  </m:oMath>
                </a14:m>
                <a:r>
                  <a:rPr lang="en-US" sz="2800" b="0" i="0" dirty="0">
                    <a:solidFill>
                      <a:srgbClr val="002060"/>
                    </a:solidFill>
                    <a:latin typeface="+mj-lt"/>
                  </a:rPr>
                  <a:t>and</a:t>
                </a:r>
                <a:endParaRPr lang="en-US" sz="2800" dirty="0">
                  <a:solidFill>
                    <a:srgbClr val="002060"/>
                  </a:solidFill>
                  <a:latin typeface="Cambria Math" panose="02040503050406030204" pitchFamily="18" charset="0"/>
                </a:endParaRPr>
              </a:p>
              <a:p>
                <a:pPr marL="118745" indent="0">
                  <a:lnSpc>
                    <a:spcPct val="115000"/>
                  </a:lnSpc>
                  <a:spcAft>
                    <a:spcPts val="800"/>
                  </a:spcAft>
                  <a:buNone/>
                </a:pPr>
                <a:r>
                  <a:rPr lang="en-US" sz="2800" dirty="0">
                    <a:solidFill>
                      <a:srgbClr val="002060"/>
                    </a:solidFill>
                    <a:ea typeface="Calibri" panose="020F0502020204030204" pitchFamily="34" charset="0"/>
                    <a:cs typeface="Shruti" panose="020B0502040204020203" pitchFamily="34" charset="0"/>
                  </a:rPr>
                  <a:t>      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800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w</m:t>
                    </m:r>
                    <m:r>
                      <a:rPr lang="en-US" sz="2800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c</m:t>
                        </m:r>
                      </m:e>
                      <m:sub>
                        <m:r>
                          <a:rPr lang="en-US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sz="2800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c</m:t>
                        </m:r>
                      </m:e>
                      <m:sub>
                        <m:r>
                          <a:rPr lang="en-US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US" sz="2800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x</m:t>
                    </m:r>
                    <m:r>
                      <a:rPr lang="en-US" sz="2800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c</m:t>
                        </m:r>
                      </m:e>
                      <m:sub>
                        <m:r>
                          <a:rPr lang="en-US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sSup>
                      <m:sSupPr>
                        <m:ctrlPr>
                          <a:rPr lang="en-US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x</m:t>
                        </m:r>
                      </m:e>
                      <m:sup>
                        <m:r>
                          <a:rPr lang="en-US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2800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∈</m:t>
                    </m:r>
                    <m:sSub>
                      <m:sSubPr>
                        <m:ctrlPr>
                          <a:rPr lang="en-US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ℙ</m:t>
                        </m:r>
                      </m:e>
                      <m:sub>
                        <m:r>
                          <a:rPr lang="en-US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endParaRPr lang="en-US" sz="2800" i="1" dirty="0">
                  <a:solidFill>
                    <a:srgbClr val="002060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22" name="Content Placeholder 4">
                <a:extLst>
                  <a:ext uri="{FF2B5EF4-FFF2-40B4-BE49-F238E27FC236}">
                    <a16:creationId xmlns:a16="http://schemas.microsoft.com/office/drawing/2014/main" id="{C2E3A768-B2DD-49B5-A909-9453EEB041E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-8" y="858197"/>
                <a:ext cx="6019807" cy="1937674"/>
              </a:xfrm>
              <a:prstGeom prst="rect">
                <a:avLst/>
              </a:prstGeom>
              <a:blipFill>
                <a:blip r:embed="rId5"/>
                <a:stretch>
                  <a:fillRect l="-203" t="-3145"/>
                </a:stretch>
              </a:blipFill>
              <a:ln w="12700" cap="flat" cmpd="sng" algn="ctr">
                <a:noFill/>
                <a:prstDash val="solid"/>
                <a:miter lim="800000"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Content Placeholder 4">
                <a:extLst>
                  <a:ext uri="{FF2B5EF4-FFF2-40B4-BE49-F238E27FC236}">
                    <a16:creationId xmlns:a16="http://schemas.microsoft.com/office/drawing/2014/main" id="{E2369E14-FB7F-439F-B8BC-3D00ED9ED33E}"/>
                  </a:ext>
                </a:extLst>
              </p:cNvPr>
              <p:cNvSpPr txBox="1">
                <a:spLocks/>
              </p:cNvSpPr>
              <p:nvPr/>
            </p:nvSpPr>
            <p:spPr>
              <a:xfrm flipH="1">
                <a:off x="132610" y="2942866"/>
                <a:ext cx="3029820" cy="540000"/>
              </a:xfrm>
              <a:prstGeom prst="rect">
                <a:avLst/>
              </a:prstGeom>
              <a:noFill/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vert="horz" lIns="91440" tIns="45720" rIns="91440" bIns="45720" rtlCol="0" anchor="ctr">
                <a:noAutofit/>
              </a:bodyPr>
              <a:lstStyle>
                <a:lvl1pPr marL="265113" indent="-265113" algn="just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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809625" indent="-352425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lnSpc>
                    <a:spcPct val="115000"/>
                  </a:lnSpc>
                  <a:spcAft>
                    <a:spcPts val="800"/>
                  </a:spcAft>
                  <a:buNone/>
                </a:pPr>
                <a:r>
                  <a:rPr lang="en-US" sz="2800" dirty="0">
                    <a:solidFill>
                      <a:srgbClr val="002060"/>
                    </a:solidFill>
                  </a:rPr>
                  <a:t>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k</m:t>
                    </m:r>
                    <m:r>
                      <a:rPr lang="en-US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US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m</m:t>
                    </m:r>
                    <m:r>
                      <a:rPr lang="en-US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ℝ</m:t>
                    </m:r>
                  </m:oMath>
                </a14:m>
                <a:endParaRPr lang="en-US" sz="2800" dirty="0">
                  <a:solidFill>
                    <a:srgbClr val="002060"/>
                  </a:solidFill>
                  <a:latin typeface="+mj-lt"/>
                </a:endParaRPr>
              </a:p>
            </p:txBody>
          </p:sp>
        </mc:Choice>
        <mc:Fallback xmlns="">
          <p:sp>
            <p:nvSpPr>
              <p:cNvPr id="26" name="Content Placeholder 4">
                <a:extLst>
                  <a:ext uri="{FF2B5EF4-FFF2-40B4-BE49-F238E27FC236}">
                    <a16:creationId xmlns:a16="http://schemas.microsoft.com/office/drawing/2014/main" id="{E2369E14-FB7F-439F-B8BC-3D00ED9ED33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132610" y="2942866"/>
                <a:ext cx="3029820" cy="540000"/>
              </a:xfrm>
              <a:prstGeom prst="rect">
                <a:avLst/>
              </a:prstGeom>
              <a:blipFill>
                <a:blip r:embed="rId6"/>
                <a:stretch>
                  <a:fillRect l="-4225" t="-10227" b="-29545"/>
                </a:stretch>
              </a:blipFill>
              <a:ln w="12700" cap="flat" cmpd="sng" algn="ctr">
                <a:noFill/>
                <a:prstDash val="solid"/>
                <a:miter lim="800000"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Content Placeholder 4">
                <a:extLst>
                  <a:ext uri="{FF2B5EF4-FFF2-40B4-BE49-F238E27FC236}">
                    <a16:creationId xmlns:a16="http://schemas.microsoft.com/office/drawing/2014/main" id="{E2369E14-FB7F-439F-B8BC-3D00ED9ED33E}"/>
                  </a:ext>
                </a:extLst>
              </p:cNvPr>
              <p:cNvSpPr txBox="1">
                <a:spLocks/>
              </p:cNvSpPr>
              <p:nvPr/>
            </p:nvSpPr>
            <p:spPr>
              <a:xfrm flipH="1">
                <a:off x="132609" y="4196005"/>
                <a:ext cx="8611340" cy="540000"/>
              </a:xfrm>
              <a:prstGeom prst="rect">
                <a:avLst/>
              </a:prstGeom>
              <a:noFill/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vert="horz" lIns="91440" tIns="45720" rIns="91440" bIns="45720" rtlCol="0" anchor="ctr">
                <a:noAutofit/>
              </a:bodyPr>
              <a:lstStyle>
                <a:lvl1pPr marL="265113" indent="-265113" algn="just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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809625" indent="-352425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lnSpc>
                    <a:spcPct val="115000"/>
                  </a:lnSpc>
                  <a:spcAft>
                    <a:spcPts val="800"/>
                  </a:spcAft>
                  <a:buNone/>
                </a:pPr>
                <a:r>
                  <a:rPr lang="en-US" sz="2800" dirty="0">
                    <a:solidFill>
                      <a:srgbClr val="002060"/>
                    </a:solidFill>
                  </a:rPr>
                  <a:t>Now,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800" i="1" dirty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u</m:t>
                    </m:r>
                    <m:r>
                      <a:rPr lang="en-US" sz="2800" i="1" dirty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US" sz="2800" i="1" dirty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v</m:t>
                    </m:r>
                    <m:r>
                      <a:rPr lang="en-US" sz="2800" i="1" dirty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sSub>
                          <m:sSubPr>
                            <m:ctrlPr>
                              <a:rPr lang="en-US" sz="280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sz="280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a</m:t>
                            </m:r>
                          </m:e>
                          <m:sub>
                            <m:r>
                              <a:rPr lang="en-US" sz="280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lang="en-US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sz="280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sz="280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a</m:t>
                            </m:r>
                          </m:e>
                          <m:sub>
                            <m:r>
                              <a:rPr lang="en-US" sz="280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US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x</m:t>
                        </m:r>
                        <m:r>
                          <a:rPr lang="en-US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sz="280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sz="280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a</m:t>
                            </m:r>
                          </m:e>
                          <m:sub>
                            <m:r>
                              <a:rPr lang="en-US" sz="280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sSup>
                          <m:sSupPr>
                            <m:ctrlPr>
                              <a:rPr lang="en-US" sz="280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lang="en-US" sz="280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x</m:t>
                            </m:r>
                          </m:e>
                          <m:sup>
                            <m:r>
                              <a:rPr lang="en-US" sz="280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</m:e>
                    </m:d>
                    <m:r>
                      <a:rPr lang="en-US" sz="2800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+</m:t>
                    </m:r>
                    <m:d>
                      <m:dPr>
                        <m:ctrlPr>
                          <a:rPr lang="en-US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sSub>
                          <m:sSubPr>
                            <m:ctrlPr>
                              <a:rPr lang="en-US" sz="280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sz="280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b</m:t>
                            </m:r>
                          </m:e>
                          <m:sub>
                            <m:r>
                              <a:rPr lang="en-US" sz="280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lang="en-US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sz="280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sz="280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b</m:t>
                            </m:r>
                          </m:e>
                          <m:sub>
                            <m:r>
                              <a:rPr lang="en-US" sz="280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US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x</m:t>
                        </m:r>
                        <m:r>
                          <a:rPr lang="en-US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sz="280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sz="280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b</m:t>
                            </m:r>
                          </m:e>
                          <m:sub>
                            <m:r>
                              <a:rPr lang="en-US" sz="280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sSup>
                          <m:sSupPr>
                            <m:ctrlPr>
                              <a:rPr lang="en-US" sz="280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lang="en-US" sz="280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x</m:t>
                            </m:r>
                          </m:e>
                          <m:sup>
                            <m:r>
                              <a:rPr lang="en-US" sz="280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</m:e>
                    </m:d>
                  </m:oMath>
                </a14:m>
                <a:endParaRPr lang="en-US" sz="2800" i="1" dirty="0">
                  <a:solidFill>
                    <a:srgbClr val="002060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32" name="Content Placeholder 4">
                <a:extLst>
                  <a:ext uri="{FF2B5EF4-FFF2-40B4-BE49-F238E27FC236}">
                    <a16:creationId xmlns:a16="http://schemas.microsoft.com/office/drawing/2014/main" id="{E2369E14-FB7F-439F-B8BC-3D00ED9ED33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132609" y="4196005"/>
                <a:ext cx="8611340" cy="540000"/>
              </a:xfrm>
              <a:prstGeom prst="rect">
                <a:avLst/>
              </a:prstGeom>
              <a:blipFill>
                <a:blip r:embed="rId8"/>
                <a:stretch>
                  <a:fillRect l="-1487" t="-10112" b="-29213"/>
                </a:stretch>
              </a:blipFill>
              <a:ln w="12700" cap="flat" cmpd="sng" algn="ctr">
                <a:noFill/>
                <a:prstDash val="solid"/>
                <a:miter lim="800000"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" name="Content Placeholder 4">
                <a:extLst>
                  <a:ext uri="{FF2B5EF4-FFF2-40B4-BE49-F238E27FC236}">
                    <a16:creationId xmlns:a16="http://schemas.microsoft.com/office/drawing/2014/main" id="{E2369E14-FB7F-439F-B8BC-3D00ED9ED33E}"/>
                  </a:ext>
                </a:extLst>
              </p:cNvPr>
              <p:cNvSpPr txBox="1">
                <a:spLocks/>
              </p:cNvSpPr>
              <p:nvPr/>
            </p:nvSpPr>
            <p:spPr>
              <a:xfrm flipH="1">
                <a:off x="1796376" y="4875831"/>
                <a:ext cx="6261842" cy="540000"/>
              </a:xfrm>
              <a:prstGeom prst="rect">
                <a:avLst/>
              </a:prstGeom>
              <a:noFill/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vert="horz" lIns="91440" tIns="45720" rIns="91440" bIns="45720" rtlCol="0" anchor="ctr">
                <a:noAutofit/>
              </a:bodyPr>
              <a:lstStyle>
                <a:lvl1pPr marL="265113" indent="-265113" algn="just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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809625" indent="-352425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lnSpc>
                    <a:spcPct val="115000"/>
                  </a:lnSpc>
                  <a:spcAft>
                    <a:spcPts val="8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800" i="1" dirty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a</m:t>
                              </m:r>
                            </m:e>
                            <m:sub>
                              <m:r>
                                <a:rPr lang="en-US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b</m:t>
                              </m:r>
                            </m:e>
                            <m:sub>
                              <m:r>
                                <a:rPr lang="en-US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e>
                      </m:d>
                      <m:r>
                        <a:rPr lang="en-US" sz="2800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d>
                        <m:dPr>
                          <m:ctrlP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a</m:t>
                              </m:r>
                            </m:e>
                            <m:sub>
                              <m:r>
                                <a:rPr lang="en-US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b</m:t>
                              </m:r>
                            </m:e>
                            <m:sub>
                              <m:r>
                                <a:rPr lang="en-US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r>
                        <m:rPr>
                          <m:sty m:val="p"/>
                        </m:rPr>
                        <a:rPr lang="en-US" sz="2800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x</m:t>
                      </m:r>
                      <m:r>
                        <a:rPr lang="en-US" sz="2800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m:rPr>
                              <m:sty m:val="p"/>
                            </m:rP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a</m:t>
                          </m:r>
                        </m:e>
                        <m:sub>
                          <m: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2800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b</m:t>
                          </m:r>
                        </m:e>
                        <m:sub>
                          <m: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2800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  <m:sSup>
                        <m:sSupPr>
                          <m:ctrlP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x</m:t>
                          </m:r>
                        </m:e>
                        <m:sup>
                          <m: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US" sz="2800" i="1" dirty="0">
                  <a:solidFill>
                    <a:srgbClr val="002060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33" name="Content Placeholder 4">
                <a:extLst>
                  <a:ext uri="{FF2B5EF4-FFF2-40B4-BE49-F238E27FC236}">
                    <a16:creationId xmlns:a16="http://schemas.microsoft.com/office/drawing/2014/main" id="{E2369E14-FB7F-439F-B8BC-3D00ED9ED33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1796376" y="4875831"/>
                <a:ext cx="6261842" cy="540000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  <a:ln w="12700" cap="flat" cmpd="sng" algn="ctr">
                <a:noFill/>
                <a:prstDash val="solid"/>
                <a:miter lim="800000"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Right Arrow 3">
            <a:extLst>
              <a:ext uri="{FF2B5EF4-FFF2-40B4-BE49-F238E27FC236}">
                <a16:creationId xmlns:a16="http://schemas.microsoft.com/office/drawing/2014/main" id="{3FE11F38-A8D0-406B-A77F-9DE69C4F1B02}"/>
              </a:ext>
            </a:extLst>
          </p:cNvPr>
          <p:cNvSpPr/>
          <p:nvPr/>
        </p:nvSpPr>
        <p:spPr>
          <a:xfrm flipV="1">
            <a:off x="6782712" y="1229558"/>
            <a:ext cx="144000" cy="180000"/>
          </a:xfrm>
          <a:prstGeom prst="rightArrow">
            <a:avLst/>
          </a:prstGeom>
          <a:gradFill>
            <a:gsLst>
              <a:gs pos="10000">
                <a:srgbClr val="0E47A1"/>
              </a:gs>
              <a:gs pos="100000">
                <a:srgbClr val="03A9F5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Wingdings 3" panose="05040102010807070707" pitchFamily="18" charset="2"/>
              <a:buNone/>
            </a:pPr>
            <a:endParaRPr lang="en-IN" sz="28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149988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/>
      <p:bldP spid="26" grpId="0"/>
      <p:bldP spid="32" grpId="0"/>
      <p:bldP spid="33" grpId="0"/>
      <p:bldP spid="16" grpId="0" animBg="1"/>
    </p:bld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ECFC8A-BC0D-5D72-FE99-20313653BC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FDFDD70C-3AAE-183B-5AED-36C59E3E9B77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IN" dirty="0"/>
                  <a:t>Method:1 </a:t>
                </a:r>
                <a14:m>
                  <m:oMath xmlns:m="http://schemas.openxmlformats.org/officeDocument/2006/math">
                    <m:r>
                      <a:rPr lang="en-I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⇝</m:t>
                    </m:r>
                  </m:oMath>
                </a14:m>
                <a:r>
                  <a:rPr lang="en-IN" dirty="0"/>
                  <a:t> Example:17(continue)</a:t>
                </a:r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FDFDD70C-3AAE-183B-5AED-36C59E3E9B7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400" t="-8547" b="-1965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Content Placeholder 4">
                <a:extLst>
                  <a:ext uri="{FF2B5EF4-FFF2-40B4-BE49-F238E27FC236}">
                    <a16:creationId xmlns:a16="http://schemas.microsoft.com/office/drawing/2014/main" id="{DD59CEEB-AF94-47C4-B071-EE5F7486C3E2}"/>
                  </a:ext>
                </a:extLst>
              </p:cNvPr>
              <p:cNvSpPr txBox="1">
                <a:spLocks/>
              </p:cNvSpPr>
              <p:nvPr/>
            </p:nvSpPr>
            <p:spPr>
              <a:xfrm flipH="1">
                <a:off x="361209" y="4297249"/>
                <a:ext cx="6905252" cy="540000"/>
              </a:xfrm>
              <a:prstGeom prst="rect">
                <a:avLst/>
              </a:prstGeom>
              <a:noFill/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vert="horz" lIns="91440" tIns="45720" rIns="91440" bIns="45720" rtlCol="0" anchor="ctr">
                <a:noAutofit/>
              </a:bodyPr>
              <a:lstStyle>
                <a:lvl1pPr marL="265113" indent="-265113" algn="just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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809625" indent="-352425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lnSpc>
                    <a:spcPct val="115000"/>
                  </a:lnSpc>
                  <a:spcAft>
                    <a:spcPts val="8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dirty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⇒</m:t>
                      </m:r>
                      <m:d>
                        <m:dPr>
                          <m:ctrlP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a</m:t>
                              </m:r>
                            </m:e>
                            <m:sub>
                              <m:r>
                                <a:rPr lang="en-US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b</m:t>
                              </m:r>
                            </m:e>
                            <m:sub>
                              <m:r>
                                <a:rPr lang="en-US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e>
                      </m:d>
                      <m:r>
                        <a:rPr lang="en-US" sz="2800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d>
                        <m:dPr>
                          <m:ctrlP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a</m:t>
                              </m:r>
                            </m:e>
                            <m:sub>
                              <m:r>
                                <a:rPr lang="en-US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b</m:t>
                              </m:r>
                            </m:e>
                            <m:sub>
                              <m:r>
                                <a:rPr lang="en-US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r>
                        <m:rPr>
                          <m:sty m:val="p"/>
                        </m:rPr>
                        <a:rPr lang="en-US" sz="2800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x</m:t>
                      </m:r>
                      <m:r>
                        <a:rPr lang="en-US" sz="2800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m:rPr>
                              <m:sty m:val="p"/>
                            </m:rP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a</m:t>
                          </m:r>
                        </m:e>
                        <m:sub>
                          <m: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2800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b</m:t>
                          </m:r>
                        </m:e>
                        <m:sub>
                          <m: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2800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  <m:sSup>
                        <m:sSupPr>
                          <m:ctrlP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x</m:t>
                          </m:r>
                        </m:e>
                        <m:sup>
                          <m: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800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∈</m:t>
                      </m:r>
                      <m:sSub>
                        <m:sSubPr>
                          <m:ctrlP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ℙ</m:t>
                          </m:r>
                        </m:e>
                        <m:sub>
                          <m: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sz="2800" i="1" dirty="0">
                  <a:solidFill>
                    <a:srgbClr val="002060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30" name="Content Placeholder 4">
                <a:extLst>
                  <a:ext uri="{FF2B5EF4-FFF2-40B4-BE49-F238E27FC236}">
                    <a16:creationId xmlns:a16="http://schemas.microsoft.com/office/drawing/2014/main" id="{DD59CEEB-AF94-47C4-B071-EE5F7486C3E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361209" y="4297249"/>
                <a:ext cx="6905252" cy="54000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ln w="12700" cap="flat" cmpd="sng" algn="ctr">
                <a:noFill/>
                <a:prstDash val="solid"/>
                <a:miter lim="800000"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Content Placeholder 4">
                <a:extLst>
                  <a:ext uri="{FF2B5EF4-FFF2-40B4-BE49-F238E27FC236}">
                    <a16:creationId xmlns:a16="http://schemas.microsoft.com/office/drawing/2014/main" id="{C2E3A768-B2DD-49B5-A909-9453EEB041E3}"/>
                  </a:ext>
                </a:extLst>
              </p:cNvPr>
              <p:cNvSpPr txBox="1">
                <a:spLocks/>
              </p:cNvSpPr>
              <p:nvPr/>
            </p:nvSpPr>
            <p:spPr>
              <a:xfrm flipH="1">
                <a:off x="-1" y="865206"/>
                <a:ext cx="5760000" cy="540000"/>
              </a:xfrm>
              <a:prstGeom prst="rect">
                <a:avLst/>
              </a:prstGeom>
              <a:gradFill>
                <a:gsLst>
                  <a:gs pos="10000">
                    <a:srgbClr val="0E47A1"/>
                  </a:gs>
                  <a:gs pos="100000">
                    <a:srgbClr val="03A9F5"/>
                  </a:gs>
                </a:gsLst>
                <a:lin ang="10800000" scaled="1"/>
              </a:gradFill>
              <a:ln>
                <a:noFill/>
              </a:ln>
            </p:spPr>
            <p:txBody>
              <a:bodyPr vert="horz" wrap="square" lIns="91440" tIns="45720" rIns="91440" bIns="45720" numCol="1" anchor="ctr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algn="ctr">
                  <a:defRPr sz="2800">
                    <a:solidFill>
                      <a:schemeClr val="bg1"/>
                    </a:solidFill>
                  </a:defRPr>
                </a:lvl1pPr>
                <a:lvl2pPr>
                  <a:defRPr>
                    <a:solidFill>
                      <a:schemeClr val="tx1"/>
                    </a:solidFill>
                  </a:defRPr>
                </a:lvl2pPr>
                <a:lvl3pPr>
                  <a:defRPr>
                    <a:solidFill>
                      <a:schemeClr val="tx1"/>
                    </a:solidFill>
                  </a:defRPr>
                </a:lvl3pPr>
                <a:lvl4pPr>
                  <a:defRPr>
                    <a:solidFill>
                      <a:schemeClr val="tx1"/>
                    </a:solidFill>
                  </a:defRPr>
                </a:lvl4pPr>
                <a:lvl5pPr>
                  <a:defRPr>
                    <a:solidFill>
                      <a:schemeClr val="tx1"/>
                    </a:solidFill>
                  </a:defRPr>
                </a:lvl5pPr>
                <a:lvl6pPr>
                  <a:defRPr>
                    <a:solidFill>
                      <a:schemeClr val="tx1"/>
                    </a:solidFill>
                  </a:defRPr>
                </a:lvl6pPr>
                <a:lvl7pPr>
                  <a:defRPr>
                    <a:solidFill>
                      <a:schemeClr val="tx1"/>
                    </a:solidFill>
                  </a:defRPr>
                </a:lvl7pPr>
                <a:lvl8pPr>
                  <a:defRPr>
                    <a:solidFill>
                      <a:schemeClr val="tx1"/>
                    </a:solidFill>
                  </a:defRPr>
                </a:lvl8pPr>
                <a:lvl9pPr>
                  <a:defRPr>
                    <a:solidFill>
                      <a:schemeClr val="tx1"/>
                    </a:solidFill>
                  </a:defRPr>
                </a:lvl9pPr>
              </a:lstStyle>
              <a:p>
                <a:pPr algn="l"/>
                <a:r>
                  <a:rPr lang="en-US" b="1" dirty="0"/>
                  <a:t>Axiom 1: </a:t>
                </a:r>
                <a14:m>
                  <m:oMath xmlns:m="http://schemas.openxmlformats.org/officeDocument/2006/math">
                    <m:r>
                      <a:rPr lang="en-US" b="1" dirty="0">
                        <a:latin typeface="Cambria Math" panose="02040503050406030204" pitchFamily="18" charset="0"/>
                      </a:rPr>
                      <m:t>𝐮</m:t>
                    </m:r>
                    <m:r>
                      <a:rPr lang="en-US" b="1" dirty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1" dirty="0">
                        <a:latin typeface="Cambria Math" panose="02040503050406030204" pitchFamily="18" charset="0"/>
                      </a:rPr>
                      <m:t>𝐯</m:t>
                    </m:r>
                    <m:r>
                      <a:rPr lang="en-US" b="1" dirty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b="1" dirty="0">
                        <a:latin typeface="Cambria Math" panose="02040503050406030204" pitchFamily="18" charset="0"/>
                      </a:rPr>
                      <m:t>𝐕</m:t>
                    </m:r>
                  </m:oMath>
                </a14:m>
                <a:endParaRPr lang="en-US" b="1" dirty="0"/>
              </a:p>
            </p:txBody>
          </p:sp>
        </mc:Choice>
        <mc:Fallback xmlns="">
          <p:sp>
            <p:nvSpPr>
              <p:cNvPr id="22" name="Content Placeholder 4">
                <a:extLst>
                  <a:ext uri="{FF2B5EF4-FFF2-40B4-BE49-F238E27FC236}">
                    <a16:creationId xmlns:a16="http://schemas.microsoft.com/office/drawing/2014/main" id="{C2E3A768-B2DD-49B5-A909-9453EEB041E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-1" y="865206"/>
                <a:ext cx="5760000" cy="540000"/>
              </a:xfrm>
              <a:prstGeom prst="rect">
                <a:avLst/>
              </a:prstGeom>
              <a:blipFill>
                <a:blip r:embed="rId7"/>
                <a:stretch>
                  <a:fillRect l="-2116" t="-10112" b="-29213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Content Placeholder 4">
                <a:extLst>
                  <a:ext uri="{FF2B5EF4-FFF2-40B4-BE49-F238E27FC236}">
                    <a16:creationId xmlns:a16="http://schemas.microsoft.com/office/drawing/2014/main" id="{E2369E14-FB7F-439F-B8BC-3D00ED9ED33E}"/>
                  </a:ext>
                </a:extLst>
              </p:cNvPr>
              <p:cNvSpPr txBox="1">
                <a:spLocks/>
              </p:cNvSpPr>
              <p:nvPr/>
            </p:nvSpPr>
            <p:spPr>
              <a:xfrm flipH="1">
                <a:off x="361209" y="2906033"/>
                <a:ext cx="4059043" cy="540000"/>
              </a:xfrm>
              <a:prstGeom prst="rect">
                <a:avLst/>
              </a:prstGeom>
              <a:noFill/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vert="horz" lIns="91440" tIns="45720" rIns="91440" bIns="45720" rtlCol="0" anchor="ctr">
                <a:noAutofit/>
              </a:bodyPr>
              <a:lstStyle>
                <a:lvl1pPr marL="265113" indent="-265113" algn="just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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809625" indent="-352425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lnSpc>
                    <a:spcPct val="115000"/>
                  </a:lnSpc>
                  <a:spcAft>
                    <a:spcPts val="8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i="1" dirty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⇒</m:t>
                      </m:r>
                      <m:sSub>
                        <m:sSubPr>
                          <m:ctrlP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a</m:t>
                          </m:r>
                        </m:e>
                        <m:sub>
                          <m: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sz="2800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b</m:t>
                          </m:r>
                        </m:e>
                        <m:sub>
                          <m: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sz="2800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a</m:t>
                          </m:r>
                        </m:e>
                        <m:sub>
                          <m: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2800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b</m:t>
                          </m:r>
                        </m:e>
                        <m:sub>
                          <m: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2800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a</m:t>
                          </m:r>
                        </m:e>
                        <m:sub>
                          <m: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2800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b</m:t>
                          </m:r>
                        </m:e>
                        <m:sub>
                          <m: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2800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∈</m:t>
                      </m:r>
                      <m:r>
                        <a:rPr lang="en-US" sz="2800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ℝ</m:t>
                      </m:r>
                    </m:oMath>
                  </m:oMathPara>
                </a14:m>
                <a:endParaRPr lang="en-US" sz="2800" i="1" dirty="0">
                  <a:solidFill>
                    <a:srgbClr val="002060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35" name="Content Placeholder 4">
                <a:extLst>
                  <a:ext uri="{FF2B5EF4-FFF2-40B4-BE49-F238E27FC236}">
                    <a16:creationId xmlns:a16="http://schemas.microsoft.com/office/drawing/2014/main" id="{E2369E14-FB7F-439F-B8BC-3D00ED9ED33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361209" y="2906033"/>
                <a:ext cx="4059043" cy="54000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  <a:ln w="12700" cap="flat" cmpd="sng" algn="ctr">
                <a:noFill/>
                <a:prstDash val="solid"/>
                <a:miter lim="800000"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Content Placeholder 4">
                <a:extLst>
                  <a:ext uri="{FF2B5EF4-FFF2-40B4-BE49-F238E27FC236}">
                    <a16:creationId xmlns:a16="http://schemas.microsoft.com/office/drawing/2014/main" id="{E2369E14-FB7F-439F-B8BC-3D00ED9ED33E}"/>
                  </a:ext>
                </a:extLst>
              </p:cNvPr>
              <p:cNvSpPr txBox="1">
                <a:spLocks/>
              </p:cNvSpPr>
              <p:nvPr/>
            </p:nvSpPr>
            <p:spPr>
              <a:xfrm flipH="1">
                <a:off x="361209" y="3603244"/>
                <a:ext cx="5842685" cy="540000"/>
              </a:xfrm>
              <a:prstGeom prst="rect">
                <a:avLst/>
              </a:prstGeom>
              <a:noFill/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vert="horz" lIns="91440" tIns="45720" rIns="91440" bIns="45720" rtlCol="0" anchor="ctr">
                <a:noAutofit/>
              </a:bodyPr>
              <a:lstStyle>
                <a:lvl1pPr marL="265113" indent="-265113" algn="just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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809625" indent="-352425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lnSpc>
                    <a:spcPct val="115000"/>
                  </a:lnSpc>
                  <a:spcAft>
                    <a:spcPts val="8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dirty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⇒</m:t>
                      </m:r>
                      <m:d>
                        <m:dPr>
                          <m:ctrlP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a</m:t>
                              </m:r>
                            </m:e>
                            <m:sub>
                              <m: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b</m:t>
                              </m:r>
                            </m:e>
                            <m:sub>
                              <m: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e>
                      </m:d>
                      <m:r>
                        <a:rPr lang="en-US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d>
                        <m:dPr>
                          <m:ctrlPr>
                            <a:rPr lang="en-US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800" b="0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2800" b="0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a</m:t>
                              </m:r>
                            </m:e>
                            <m:sub>
                              <m: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sz="2800" b="0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2800" b="0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b</m:t>
                              </m:r>
                            </m:e>
                            <m:sub>
                              <m:r>
                                <a:rPr lang="en-US" sz="2800" b="0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r>
                        <a:rPr lang="en-US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d>
                        <m:dPr>
                          <m:ctrlP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a</m:t>
                              </m:r>
                            </m:e>
                            <m:sub>
                              <m:r>
                                <a:rPr lang="en-US" sz="2800" b="0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b</m:t>
                              </m:r>
                            </m:e>
                            <m:sub>
                              <m:r>
                                <a:rPr lang="en-US" sz="2800" b="0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  <m:r>
                        <a:rPr lang="en-US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∈</m:t>
                      </m:r>
                      <m:r>
                        <a:rPr lang="en-US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ℝ</m:t>
                      </m:r>
                    </m:oMath>
                  </m:oMathPara>
                </a14:m>
                <a:endParaRPr lang="en-US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37" name="Content Placeholder 4">
                <a:extLst>
                  <a:ext uri="{FF2B5EF4-FFF2-40B4-BE49-F238E27FC236}">
                    <a16:creationId xmlns:a16="http://schemas.microsoft.com/office/drawing/2014/main" id="{E2369E14-FB7F-439F-B8BC-3D00ED9ED33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361209" y="3603244"/>
                <a:ext cx="5842685" cy="540000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  <a:ln w="12700" cap="flat" cmpd="sng" algn="ctr">
                <a:noFill/>
                <a:prstDash val="solid"/>
                <a:miter lim="800000"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9" name="Content Placeholder 4">
                <a:extLst>
                  <a:ext uri="{FF2B5EF4-FFF2-40B4-BE49-F238E27FC236}">
                    <a16:creationId xmlns:a16="http://schemas.microsoft.com/office/drawing/2014/main" id="{E2369E14-FB7F-439F-B8BC-3D00ED9ED33E}"/>
                  </a:ext>
                </a:extLst>
              </p:cNvPr>
              <p:cNvSpPr txBox="1">
                <a:spLocks/>
              </p:cNvSpPr>
              <p:nvPr/>
            </p:nvSpPr>
            <p:spPr>
              <a:xfrm flipH="1">
                <a:off x="145309" y="4991254"/>
                <a:ext cx="2434154" cy="540000"/>
              </a:xfrm>
              <a:prstGeom prst="rect">
                <a:avLst/>
              </a:prstGeom>
              <a:noFill/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vert="horz" lIns="91440" tIns="45720" rIns="91440" bIns="45720" rtlCol="0" anchor="ctr">
                <a:noAutofit/>
              </a:bodyPr>
              <a:lstStyle>
                <a:lvl1pPr marL="265113" indent="-265113" algn="just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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809625" indent="-352425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lnSpc>
                    <a:spcPct val="115000"/>
                  </a:lnSpc>
                  <a:spcAft>
                    <a:spcPts val="800"/>
                  </a:spcAft>
                  <a:buNone/>
                </a:pPr>
                <a:r>
                  <a:rPr lang="en-US" sz="2800" dirty="0">
                    <a:solidFill>
                      <a:srgbClr val="002060"/>
                    </a:solidFill>
                  </a:rPr>
                  <a:t>So,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800" dirty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u</m:t>
                    </m:r>
                    <m:r>
                      <a:rPr lang="en-US" sz="2800" dirty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US" sz="2800" dirty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v</m:t>
                    </m:r>
                    <m:r>
                      <a:rPr lang="en-US" sz="2800" b="0" i="1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US" sz="2800" b="0" i="0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V</m:t>
                    </m:r>
                  </m:oMath>
                </a14:m>
                <a:endParaRPr lang="en-US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39" name="Content Placeholder 4">
                <a:extLst>
                  <a:ext uri="{FF2B5EF4-FFF2-40B4-BE49-F238E27FC236}">
                    <a16:creationId xmlns:a16="http://schemas.microsoft.com/office/drawing/2014/main" id="{E2369E14-FB7F-439F-B8BC-3D00ED9ED33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145309" y="4991254"/>
                <a:ext cx="2434154" cy="540000"/>
              </a:xfrm>
              <a:prstGeom prst="rect">
                <a:avLst/>
              </a:prstGeom>
              <a:blipFill>
                <a:blip r:embed="rId10"/>
                <a:stretch>
                  <a:fillRect l="-5263" t="-10227" b="-29545"/>
                </a:stretch>
              </a:blipFill>
              <a:ln w="12700" cap="flat" cmpd="sng" algn="ctr">
                <a:noFill/>
                <a:prstDash val="solid"/>
                <a:miter lim="800000"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0" name="Content Placeholder 4">
                <a:extLst>
                  <a:ext uri="{FF2B5EF4-FFF2-40B4-BE49-F238E27FC236}">
                    <a16:creationId xmlns:a16="http://schemas.microsoft.com/office/drawing/2014/main" id="{C2E3A768-B2DD-49B5-A909-9453EEB041E3}"/>
                  </a:ext>
                </a:extLst>
              </p:cNvPr>
              <p:cNvSpPr txBox="1">
                <a:spLocks/>
              </p:cNvSpPr>
              <p:nvPr/>
            </p:nvSpPr>
            <p:spPr>
              <a:xfrm flipH="1">
                <a:off x="65551" y="1563047"/>
                <a:ext cx="5760007" cy="1152458"/>
              </a:xfrm>
              <a:prstGeom prst="rect">
                <a:avLst/>
              </a:prstGeom>
              <a:noFill/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vert="horz" lIns="91440" tIns="45720" rIns="91440" bIns="45720" rtlCol="0" anchor="ctr">
                <a:noAutofit/>
              </a:bodyPr>
              <a:lstStyle>
                <a:lvl1pPr marL="265113" indent="-265113" algn="just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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809625" indent="-352425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 algn="l">
                  <a:lnSpc>
                    <a:spcPct val="115000"/>
                  </a:lnSpc>
                  <a:spcAft>
                    <a:spcPts val="800"/>
                  </a:spcAft>
                  <a:buNone/>
                </a:pPr>
                <a14:m>
                  <m:oMath xmlns:m="http://schemas.openxmlformats.org/officeDocument/2006/math">
                    <m:r>
                      <a:rPr lang="en-US" sz="2800" i="1" smtClean="0">
                        <a:solidFill>
                          <a:srgbClr val="3A4A6A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800" dirty="0">
                    <a:solidFill>
                      <a:srgbClr val="3A4A6A"/>
                    </a:solidFill>
                  </a:rPr>
                  <a:t>Since,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sSub>
                          <m:sSubPr>
                            <m:ctrlPr>
                              <a:rPr lang="en-US" sz="280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sz="280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a</m:t>
                            </m:r>
                          </m:e>
                          <m:sub>
                            <m:r>
                              <a:rPr lang="en-US" sz="280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lang="en-US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sz="280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sz="280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a</m:t>
                            </m:r>
                          </m:e>
                          <m:sub>
                            <m:r>
                              <a:rPr lang="en-US" sz="280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US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x</m:t>
                        </m:r>
                        <m:r>
                          <a:rPr lang="en-US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sz="280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sz="280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a</m:t>
                            </m:r>
                          </m:e>
                          <m:sub>
                            <m:r>
                              <a:rPr lang="en-US" sz="280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sSup>
                          <m:sSupPr>
                            <m:ctrlPr>
                              <a:rPr lang="en-US" sz="280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lang="en-US" sz="280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x</m:t>
                            </m:r>
                          </m:e>
                          <m:sup>
                            <m:r>
                              <a:rPr lang="en-US" sz="280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</m:e>
                    </m:d>
                    <m:r>
                      <a:rPr lang="en-US" sz="2800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lang="en-US" sz="2800" dirty="0">
                    <a:solidFill>
                      <a:srgbClr val="3A4A6A"/>
                    </a:solidFill>
                  </a:rPr>
                  <a:t>                                                                                                                                                         </a:t>
                </a:r>
              </a:p>
              <a:p>
                <a:pPr marL="0" indent="0" algn="l">
                  <a:lnSpc>
                    <a:spcPct val="115000"/>
                  </a:lnSpc>
                  <a:spcAft>
                    <a:spcPts val="800"/>
                  </a:spcAft>
                  <a:buNone/>
                </a:pPr>
                <a:r>
                  <a:rPr lang="en-US" sz="2800" dirty="0">
                    <a:solidFill>
                      <a:srgbClr val="3A4A6A"/>
                    </a:solidFill>
                  </a:rPr>
                  <a:t>           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sSub>
                          <m:sSubPr>
                            <m:ctrlPr>
                              <a:rPr lang="en-US" sz="280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sz="280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b</m:t>
                            </m:r>
                          </m:e>
                          <m:sub>
                            <m:r>
                              <a:rPr lang="en-US" sz="280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lang="en-US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sz="280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sz="280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b</m:t>
                            </m:r>
                          </m:e>
                          <m:sub>
                            <m:r>
                              <a:rPr lang="en-US" sz="280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US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x</m:t>
                        </m:r>
                        <m:r>
                          <a:rPr lang="en-US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sz="280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sz="280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b</m:t>
                            </m:r>
                          </m:e>
                          <m:sub>
                            <m:r>
                              <a:rPr lang="en-US" sz="280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sSup>
                          <m:sSupPr>
                            <m:ctrlPr>
                              <a:rPr lang="en-US" sz="280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lang="en-US" sz="280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x</m:t>
                            </m:r>
                          </m:e>
                          <m:sup>
                            <m:r>
                              <a:rPr lang="en-US" sz="280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</m:e>
                    </m:d>
                    <m:r>
                      <a:rPr lang="en-US" sz="2800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∈</m:t>
                    </m:r>
                    <m:sSub>
                      <m:sSubPr>
                        <m:ctrlPr>
                          <a:rPr lang="en-US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ℙ</m:t>
                        </m:r>
                      </m:e>
                      <m:sub>
                        <m:r>
                          <a:rPr lang="en-US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endParaRPr lang="en-US" sz="2800" i="1" dirty="0">
                  <a:solidFill>
                    <a:srgbClr val="002060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40" name="Content Placeholder 4">
                <a:extLst>
                  <a:ext uri="{FF2B5EF4-FFF2-40B4-BE49-F238E27FC236}">
                    <a16:creationId xmlns:a16="http://schemas.microsoft.com/office/drawing/2014/main" id="{C2E3A768-B2DD-49B5-A909-9453EEB041E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65551" y="1563047"/>
                <a:ext cx="5760007" cy="1152458"/>
              </a:xfrm>
              <a:prstGeom prst="rect">
                <a:avLst/>
              </a:prstGeom>
              <a:blipFill>
                <a:blip r:embed="rId11"/>
                <a:stretch>
                  <a:fillRect l="-847" t="-8995"/>
                </a:stretch>
              </a:blipFill>
              <a:ln w="12700" cap="flat" cmpd="sng" algn="ctr">
                <a:noFill/>
                <a:prstDash val="solid"/>
                <a:miter lim="800000"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5" name="Picture 44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782710" y="756408"/>
            <a:ext cx="5353067" cy="1359637"/>
          </a:xfrm>
          <a:prstGeom prst="rect">
            <a:avLst/>
          </a:prstGeom>
        </p:spPr>
      </p:pic>
      <p:sp>
        <p:nvSpPr>
          <p:cNvPr id="46" name="Right Arrow 3">
            <a:extLst>
              <a:ext uri="{FF2B5EF4-FFF2-40B4-BE49-F238E27FC236}">
                <a16:creationId xmlns:a16="http://schemas.microsoft.com/office/drawing/2014/main" id="{3FE11F38-A8D0-406B-A77F-9DE69C4F1B02}"/>
              </a:ext>
            </a:extLst>
          </p:cNvPr>
          <p:cNvSpPr/>
          <p:nvPr/>
        </p:nvSpPr>
        <p:spPr>
          <a:xfrm flipV="1">
            <a:off x="6782712" y="1229558"/>
            <a:ext cx="144000" cy="180000"/>
          </a:xfrm>
          <a:prstGeom prst="rightArrow">
            <a:avLst/>
          </a:prstGeom>
          <a:gradFill>
            <a:gsLst>
              <a:gs pos="10000">
                <a:srgbClr val="0E47A1"/>
              </a:gs>
              <a:gs pos="100000">
                <a:srgbClr val="03A9F5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Wingdings 3" panose="05040102010807070707" pitchFamily="18" charset="2"/>
              <a:buNone/>
            </a:pPr>
            <a:endParaRPr lang="en-IN" sz="28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363916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" grpId="0"/>
      <p:bldP spid="35" grpId="0"/>
      <p:bldP spid="37" grpId="0"/>
      <p:bldP spid="39" grpId="0"/>
    </p:bld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ECFC8A-BC0D-5D72-FE99-20313653BC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1" name="Content Placeholder 4">
                <a:extLst>
                  <a:ext uri="{FF2B5EF4-FFF2-40B4-BE49-F238E27FC236}">
                    <a16:creationId xmlns:a16="http://schemas.microsoft.com/office/drawing/2014/main" id="{C2E3A768-B2DD-49B5-A909-9453EEB041E3}"/>
                  </a:ext>
                </a:extLst>
              </p:cNvPr>
              <p:cNvSpPr txBox="1">
                <a:spLocks/>
              </p:cNvSpPr>
              <p:nvPr/>
            </p:nvSpPr>
            <p:spPr>
              <a:xfrm flipH="1">
                <a:off x="-1" y="865206"/>
                <a:ext cx="5760000" cy="540000"/>
              </a:xfrm>
              <a:prstGeom prst="rect">
                <a:avLst/>
              </a:prstGeom>
              <a:gradFill>
                <a:gsLst>
                  <a:gs pos="10000">
                    <a:srgbClr val="0E47A1"/>
                  </a:gs>
                  <a:gs pos="100000">
                    <a:srgbClr val="03A9F5"/>
                  </a:gs>
                </a:gsLst>
                <a:lin ang="10800000" scaled="1"/>
              </a:gradFill>
              <a:ln>
                <a:noFill/>
              </a:ln>
            </p:spPr>
            <p:txBody>
              <a:bodyPr vert="horz" wrap="square" lIns="91440" tIns="45720" rIns="91440" bIns="45720" numCol="1" anchor="ctr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algn="ctr">
                  <a:defRPr sz="2800">
                    <a:solidFill>
                      <a:schemeClr val="bg1"/>
                    </a:solidFill>
                  </a:defRPr>
                </a:lvl1pPr>
                <a:lvl2pPr>
                  <a:defRPr>
                    <a:solidFill>
                      <a:schemeClr val="tx1"/>
                    </a:solidFill>
                  </a:defRPr>
                </a:lvl2pPr>
                <a:lvl3pPr>
                  <a:defRPr>
                    <a:solidFill>
                      <a:schemeClr val="tx1"/>
                    </a:solidFill>
                  </a:defRPr>
                </a:lvl3pPr>
                <a:lvl4pPr>
                  <a:defRPr>
                    <a:solidFill>
                      <a:schemeClr val="tx1"/>
                    </a:solidFill>
                  </a:defRPr>
                </a:lvl4pPr>
                <a:lvl5pPr>
                  <a:defRPr>
                    <a:solidFill>
                      <a:schemeClr val="tx1"/>
                    </a:solidFill>
                  </a:defRPr>
                </a:lvl5pPr>
                <a:lvl6pPr>
                  <a:defRPr>
                    <a:solidFill>
                      <a:schemeClr val="tx1"/>
                    </a:solidFill>
                  </a:defRPr>
                </a:lvl6pPr>
                <a:lvl7pPr>
                  <a:defRPr>
                    <a:solidFill>
                      <a:schemeClr val="tx1"/>
                    </a:solidFill>
                  </a:defRPr>
                </a:lvl7pPr>
                <a:lvl8pPr>
                  <a:defRPr>
                    <a:solidFill>
                      <a:schemeClr val="tx1"/>
                    </a:solidFill>
                  </a:defRPr>
                </a:lvl8pPr>
                <a:lvl9pPr>
                  <a:defRPr>
                    <a:solidFill>
                      <a:schemeClr val="tx1"/>
                    </a:solidFill>
                  </a:defRPr>
                </a:lvl9pPr>
              </a:lstStyle>
              <a:p>
                <a:pPr algn="l"/>
                <a:r>
                  <a:rPr lang="en-US" b="1" dirty="0"/>
                  <a:t>Axiom 2: </a:t>
                </a:r>
                <a14:m>
                  <m:oMath xmlns:m="http://schemas.openxmlformats.org/officeDocument/2006/math">
                    <m:r>
                      <a:rPr lang="en-US" b="1" i="0" dirty="0" smtClean="0">
                        <a:latin typeface="Cambria Math" panose="02040503050406030204" pitchFamily="18" charset="0"/>
                      </a:rPr>
                      <m:t>𝐮</m:t>
                    </m:r>
                    <m:r>
                      <a:rPr lang="en-US" b="1" i="0" dirty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1" i="0" dirty="0" smtClean="0">
                        <a:latin typeface="Cambria Math" panose="02040503050406030204" pitchFamily="18" charset="0"/>
                      </a:rPr>
                      <m:t>𝐯</m:t>
                    </m:r>
                    <m:r>
                      <a:rPr lang="en-US" b="1" i="0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1" i="0" dirty="0" smtClean="0">
                        <a:latin typeface="Cambria Math" panose="02040503050406030204" pitchFamily="18" charset="0"/>
                      </a:rPr>
                      <m:t>𝐯</m:t>
                    </m:r>
                    <m:r>
                      <a:rPr lang="en-US" b="1" i="0" dirty="0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1" i="0" dirty="0" smtClean="0">
                        <a:latin typeface="Cambria Math" panose="02040503050406030204" pitchFamily="18" charset="0"/>
                      </a:rPr>
                      <m:t>𝐮</m:t>
                    </m:r>
                  </m:oMath>
                </a14:m>
                <a:endParaRPr lang="en-US" b="1" dirty="0"/>
              </a:p>
            </p:txBody>
          </p:sp>
        </mc:Choice>
        <mc:Fallback xmlns="">
          <p:sp>
            <p:nvSpPr>
              <p:cNvPr id="21" name="Content Placeholder 4">
                <a:extLst>
                  <a:ext uri="{FF2B5EF4-FFF2-40B4-BE49-F238E27FC236}">
                    <a16:creationId xmlns:a16="http://schemas.microsoft.com/office/drawing/2014/main" id="{C2E3A768-B2DD-49B5-A909-9453EEB041E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-1" y="865206"/>
                <a:ext cx="5760000" cy="540000"/>
              </a:xfrm>
              <a:prstGeom prst="rect">
                <a:avLst/>
              </a:prstGeom>
              <a:blipFill>
                <a:blip r:embed="rId2"/>
                <a:stretch>
                  <a:fillRect l="-2116" t="-10112" b="-29213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FDFDD70C-3AAE-183B-5AED-36C59E3E9B77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IN" dirty="0"/>
                  <a:t>Method:1 </a:t>
                </a:r>
                <a14:m>
                  <m:oMath xmlns:m="http://schemas.openxmlformats.org/officeDocument/2006/math">
                    <m:r>
                      <a:rPr lang="en-I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⇝</m:t>
                    </m:r>
                  </m:oMath>
                </a14:m>
                <a:r>
                  <a:rPr lang="en-IN" dirty="0"/>
                  <a:t> Example:17(continue)</a:t>
                </a:r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FDFDD70C-3AAE-183B-5AED-36C59E3E9B7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3"/>
                <a:stretch>
                  <a:fillRect l="-400" t="-8547" b="-1965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Content Placeholder 4">
                <a:extLst>
                  <a:ext uri="{FF2B5EF4-FFF2-40B4-BE49-F238E27FC236}">
                    <a16:creationId xmlns:a16="http://schemas.microsoft.com/office/drawing/2014/main" id="{E2369E14-FB7F-439F-B8BC-3D00ED9ED33E}"/>
                  </a:ext>
                </a:extLst>
              </p:cNvPr>
              <p:cNvSpPr txBox="1">
                <a:spLocks/>
              </p:cNvSpPr>
              <p:nvPr/>
            </p:nvSpPr>
            <p:spPr>
              <a:xfrm flipH="1">
                <a:off x="217669" y="2520313"/>
                <a:ext cx="2297323" cy="540000"/>
              </a:xfrm>
              <a:prstGeom prst="rect">
                <a:avLst/>
              </a:prstGeom>
              <a:noFill/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vert="horz" lIns="91440" tIns="45720" rIns="91440" bIns="45720" rtlCol="0" anchor="ctr">
                <a:noAutofit/>
              </a:bodyPr>
              <a:lstStyle>
                <a:lvl1pPr marL="265113" indent="-265113" algn="just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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809625" indent="-352425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lnSpc>
                    <a:spcPct val="115000"/>
                  </a:lnSpc>
                  <a:spcAft>
                    <a:spcPts val="800"/>
                  </a:spcAft>
                  <a:buNone/>
                </a:pPr>
                <a:r>
                  <a:rPr lang="en-US" sz="2800" i="0" dirty="0">
                    <a:solidFill>
                      <a:srgbClr val="002060"/>
                    </a:solidFill>
                    <a:latin typeface="+mj-lt"/>
                  </a:rPr>
                  <a:t>Now,</a:t>
                </a:r>
                <a:r>
                  <a:rPr lang="en-US" sz="2800" i="1" dirty="0">
                    <a:solidFill>
                      <a:srgbClr val="002060"/>
                    </a:solidFill>
                    <a:latin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800" i="1" dirty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u</m:t>
                    </m:r>
                    <m:r>
                      <a:rPr lang="en-US" sz="2800" i="1" dirty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US" sz="2800" i="1" dirty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v</m:t>
                    </m:r>
                  </m:oMath>
                </a14:m>
                <a:endParaRPr lang="en-US" sz="2800" i="1" dirty="0">
                  <a:solidFill>
                    <a:srgbClr val="002060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26" name="Content Placeholder 4">
                <a:extLst>
                  <a:ext uri="{FF2B5EF4-FFF2-40B4-BE49-F238E27FC236}">
                    <a16:creationId xmlns:a16="http://schemas.microsoft.com/office/drawing/2014/main" id="{E2369E14-FB7F-439F-B8BC-3D00ED9ED33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217669" y="2520313"/>
                <a:ext cx="2297323" cy="540000"/>
              </a:xfrm>
              <a:prstGeom prst="rect">
                <a:avLst/>
              </a:prstGeom>
              <a:blipFill>
                <a:blip r:embed="rId4"/>
                <a:stretch>
                  <a:fillRect l="-5570" t="-6742" b="-32584"/>
                </a:stretch>
              </a:blipFill>
              <a:ln w="12700" cap="flat" cmpd="sng" algn="ctr">
                <a:noFill/>
                <a:prstDash val="solid"/>
                <a:miter lim="800000"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Content Placeholder 4">
                <a:extLst>
                  <a:ext uri="{FF2B5EF4-FFF2-40B4-BE49-F238E27FC236}">
                    <a16:creationId xmlns:a16="http://schemas.microsoft.com/office/drawing/2014/main" id="{E2369E14-FB7F-439F-B8BC-3D00ED9ED33E}"/>
                  </a:ext>
                </a:extLst>
              </p:cNvPr>
              <p:cNvSpPr txBox="1">
                <a:spLocks/>
              </p:cNvSpPr>
              <p:nvPr/>
            </p:nvSpPr>
            <p:spPr>
              <a:xfrm flipH="1">
                <a:off x="1900326" y="3922470"/>
                <a:ext cx="6070844" cy="540000"/>
              </a:xfrm>
              <a:prstGeom prst="rect">
                <a:avLst/>
              </a:prstGeom>
              <a:noFill/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vert="horz" lIns="91440" tIns="45720" rIns="91440" bIns="45720" rtlCol="0" anchor="ctr">
                <a:noAutofit/>
              </a:bodyPr>
              <a:lstStyle>
                <a:lvl1pPr marL="265113" indent="-265113" algn="just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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809625" indent="-352425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lnSpc>
                    <a:spcPct val="115000"/>
                  </a:lnSpc>
                  <a:spcAft>
                    <a:spcPts val="8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b</m:t>
                              </m:r>
                            </m:e>
                            <m:sub>
                              <m:r>
                                <a:rPr lang="en-US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a</m:t>
                              </m:r>
                            </m:e>
                            <m:sub>
                              <m:r>
                                <a:rPr lang="en-US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e>
                      </m:d>
                      <m:r>
                        <a:rPr lang="en-US" sz="2800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d>
                        <m:dPr>
                          <m:ctrlP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b</m:t>
                              </m:r>
                            </m:e>
                            <m:sub>
                              <m:r>
                                <a:rPr lang="en-US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a</m:t>
                              </m:r>
                            </m:e>
                            <m:sub>
                              <m:r>
                                <a:rPr lang="en-US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r>
                        <m:rPr>
                          <m:sty m:val="p"/>
                        </m:rPr>
                        <a:rPr lang="en-US" sz="2800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x</m:t>
                      </m:r>
                      <m:r>
                        <a:rPr lang="en-US" sz="2800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m:rPr>
                              <m:sty m:val="p"/>
                            </m:rP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b</m:t>
                          </m:r>
                        </m:e>
                        <m:sub>
                          <m: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2800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a</m:t>
                          </m:r>
                        </m:e>
                        <m:sub>
                          <m: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2800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  <m:sSup>
                        <m:sSupPr>
                          <m:ctrlP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x</m:t>
                          </m:r>
                        </m:e>
                        <m:sup>
                          <m: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US" sz="2800" i="1" dirty="0">
                  <a:solidFill>
                    <a:srgbClr val="002060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32" name="Content Placeholder 4">
                <a:extLst>
                  <a:ext uri="{FF2B5EF4-FFF2-40B4-BE49-F238E27FC236}">
                    <a16:creationId xmlns:a16="http://schemas.microsoft.com/office/drawing/2014/main" id="{E2369E14-FB7F-439F-B8BC-3D00ED9ED33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1900326" y="3922470"/>
                <a:ext cx="6070844" cy="54000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ln w="12700" cap="flat" cmpd="sng" algn="ctr">
                <a:noFill/>
                <a:prstDash val="solid"/>
                <a:miter lim="800000"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Content Placeholder 4">
                <a:extLst>
                  <a:ext uri="{FF2B5EF4-FFF2-40B4-BE49-F238E27FC236}">
                    <a16:creationId xmlns:a16="http://schemas.microsoft.com/office/drawing/2014/main" id="{E2369E14-FB7F-439F-B8BC-3D00ED9ED33E}"/>
                  </a:ext>
                </a:extLst>
              </p:cNvPr>
              <p:cNvSpPr txBox="1">
                <a:spLocks/>
              </p:cNvSpPr>
              <p:nvPr/>
            </p:nvSpPr>
            <p:spPr>
              <a:xfrm flipH="1">
                <a:off x="1856968" y="3281624"/>
                <a:ext cx="6070845" cy="540000"/>
              </a:xfrm>
              <a:prstGeom prst="rect">
                <a:avLst/>
              </a:prstGeom>
              <a:noFill/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vert="horz" lIns="91440" tIns="45720" rIns="91440" bIns="45720" rtlCol="0" anchor="ctr">
                <a:noAutofit/>
              </a:bodyPr>
              <a:lstStyle>
                <a:lvl1pPr marL="265113" indent="-265113" algn="just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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809625" indent="-352425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lnSpc>
                    <a:spcPct val="115000"/>
                  </a:lnSpc>
                  <a:spcAft>
                    <a:spcPts val="8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a</m:t>
                              </m:r>
                            </m:e>
                            <m:sub>
                              <m:r>
                                <a:rPr lang="en-US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b</m:t>
                              </m:r>
                            </m:e>
                            <m:sub>
                              <m:r>
                                <a:rPr lang="en-US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e>
                      </m:d>
                      <m:r>
                        <a:rPr lang="en-US" sz="2800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d>
                        <m:dPr>
                          <m:ctrlP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a</m:t>
                              </m:r>
                            </m:e>
                            <m:sub>
                              <m:r>
                                <a:rPr lang="en-US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b</m:t>
                              </m:r>
                            </m:e>
                            <m:sub>
                              <m:r>
                                <a:rPr lang="en-US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r>
                        <m:rPr>
                          <m:sty m:val="p"/>
                        </m:rPr>
                        <a:rPr lang="en-US" sz="2800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x</m:t>
                      </m:r>
                      <m:r>
                        <a:rPr lang="en-US" sz="2800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m:rPr>
                              <m:sty m:val="p"/>
                            </m:rP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a</m:t>
                          </m:r>
                        </m:e>
                        <m:sub>
                          <m: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2800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b</m:t>
                          </m:r>
                        </m:e>
                        <m:sub>
                          <m: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2800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  <m:sSup>
                        <m:sSupPr>
                          <m:ctrlP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x</m:t>
                          </m:r>
                        </m:e>
                        <m:sup>
                          <m: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US" sz="2800" i="1" dirty="0">
                  <a:solidFill>
                    <a:srgbClr val="002060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6" name="Content Placeholder 4">
                <a:extLst>
                  <a:ext uri="{FF2B5EF4-FFF2-40B4-BE49-F238E27FC236}">
                    <a16:creationId xmlns:a16="http://schemas.microsoft.com/office/drawing/2014/main" id="{E2369E14-FB7F-439F-B8BC-3D00ED9ED33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1856968" y="3281624"/>
                <a:ext cx="6070845" cy="54000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  <a:ln w="12700" cap="flat" cmpd="sng" algn="ctr">
                <a:noFill/>
                <a:prstDash val="solid"/>
                <a:miter lim="800000"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Content Placeholder 4">
                <a:extLst>
                  <a:ext uri="{FF2B5EF4-FFF2-40B4-BE49-F238E27FC236}">
                    <a16:creationId xmlns:a16="http://schemas.microsoft.com/office/drawing/2014/main" id="{E2369E14-FB7F-439F-B8BC-3D00ED9ED33E}"/>
                  </a:ext>
                </a:extLst>
              </p:cNvPr>
              <p:cNvSpPr txBox="1">
                <a:spLocks/>
              </p:cNvSpPr>
              <p:nvPr/>
            </p:nvSpPr>
            <p:spPr>
              <a:xfrm flipH="1">
                <a:off x="503374" y="5801781"/>
                <a:ext cx="3029820" cy="540000"/>
              </a:xfrm>
              <a:prstGeom prst="rect">
                <a:avLst/>
              </a:prstGeom>
              <a:noFill/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vert="horz" lIns="91440" tIns="45720" rIns="91440" bIns="45720" rtlCol="0" anchor="ctr">
                <a:noAutofit/>
              </a:bodyPr>
              <a:lstStyle>
                <a:lvl1pPr marL="265113" indent="-265113" algn="just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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809625" indent="-352425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lnSpc>
                    <a:spcPct val="115000"/>
                  </a:lnSpc>
                  <a:spcAft>
                    <a:spcPts val="800"/>
                  </a:spcAft>
                  <a:buNone/>
                </a:pPr>
                <a:r>
                  <a:rPr lang="en-US" sz="2800" i="0" dirty="0">
                    <a:solidFill>
                      <a:srgbClr val="002060"/>
                    </a:solidFill>
                    <a:latin typeface="+mj-lt"/>
                  </a:rPr>
                  <a:t>So,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800" i="1" dirty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u</m:t>
                    </m:r>
                    <m:r>
                      <a:rPr lang="en-US" sz="2800" i="1" dirty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US" sz="2800" i="1" dirty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v</m:t>
                    </m:r>
                    <m:r>
                      <a:rPr lang="en-US" sz="2800" i="1" dirty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sz="2800" i="1" dirty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v</m:t>
                    </m:r>
                    <m:r>
                      <a:rPr lang="en-US" sz="2800" i="1" dirty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US" sz="2800" i="1" dirty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u</m:t>
                    </m:r>
                  </m:oMath>
                </a14:m>
                <a:endParaRPr lang="en-US" sz="2800" i="1" dirty="0">
                  <a:solidFill>
                    <a:srgbClr val="002060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28" name="Content Placeholder 4">
                <a:extLst>
                  <a:ext uri="{FF2B5EF4-FFF2-40B4-BE49-F238E27FC236}">
                    <a16:creationId xmlns:a16="http://schemas.microsoft.com/office/drawing/2014/main" id="{E2369E14-FB7F-439F-B8BC-3D00ED9ED33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503374" y="5801781"/>
                <a:ext cx="3029820" cy="540000"/>
              </a:xfrm>
              <a:prstGeom prst="rect">
                <a:avLst/>
              </a:prstGeom>
              <a:blipFill>
                <a:blip r:embed="rId8"/>
                <a:stretch>
                  <a:fillRect l="-4225" t="-6818" b="-32955"/>
                </a:stretch>
              </a:blipFill>
              <a:ln w="12700" cap="flat" cmpd="sng" algn="ctr">
                <a:noFill/>
                <a:prstDash val="solid"/>
                <a:miter lim="800000"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Content Placeholder 4">
                <a:extLst>
                  <a:ext uri="{FF2B5EF4-FFF2-40B4-BE49-F238E27FC236}">
                    <a16:creationId xmlns:a16="http://schemas.microsoft.com/office/drawing/2014/main" id="{B88EBA83-8768-41A4-B644-AD633B142EE2}"/>
                  </a:ext>
                </a:extLst>
              </p:cNvPr>
              <p:cNvSpPr txBox="1">
                <a:spLocks/>
              </p:cNvSpPr>
              <p:nvPr/>
            </p:nvSpPr>
            <p:spPr>
              <a:xfrm flipH="1">
                <a:off x="1900326" y="2589195"/>
                <a:ext cx="6464354" cy="540000"/>
              </a:xfrm>
              <a:prstGeom prst="rect">
                <a:avLst/>
              </a:prstGeom>
              <a:noFill/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vert="horz" lIns="91440" tIns="45720" rIns="91440" bIns="45720" rtlCol="0" anchor="ctr">
                <a:noAutofit/>
              </a:bodyPr>
              <a:lstStyle>
                <a:lvl1pPr marL="265113" indent="-265113" algn="just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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809625" indent="-352425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lnSpc>
                    <a:spcPct val="115000"/>
                  </a:lnSpc>
                  <a:spcAft>
                    <a:spcPts val="8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800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=(</m:t>
                      </m:r>
                      <m:sSub>
                        <m:sSubPr>
                          <m:ctrlP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a</m:t>
                          </m:r>
                        </m:e>
                        <m:sub>
                          <m: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sz="2800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a</m:t>
                          </m:r>
                        </m:e>
                        <m:sub>
                          <m: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n-US" sz="2800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x</m:t>
                      </m:r>
                      <m:r>
                        <a:rPr lang="en-US" sz="2800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a</m:t>
                          </m:r>
                        </m:e>
                        <m:sub>
                          <m: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p>
                        <m:sSupPr>
                          <m:ctrlP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x</m:t>
                          </m:r>
                        </m:e>
                        <m:sup>
                          <m: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800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)+(</m:t>
                      </m:r>
                      <m:sSub>
                        <m:sSubPr>
                          <m:ctrlP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b</m:t>
                          </m:r>
                        </m:e>
                        <m:sub>
                          <m: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sz="2800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b</m:t>
                          </m:r>
                        </m:e>
                        <m:sub>
                          <m: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n-US" sz="2800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x</m:t>
                      </m:r>
                      <m:r>
                        <a:rPr lang="en-US" sz="2800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b</m:t>
                          </m:r>
                        </m:e>
                        <m:sub>
                          <m: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p>
                        <m:sSupPr>
                          <m:ctrlP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x</m:t>
                          </m:r>
                        </m:e>
                        <m:sup>
                          <m: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800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800" i="1" dirty="0">
                  <a:solidFill>
                    <a:srgbClr val="002060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9" name="Content Placeholder 4">
                <a:extLst>
                  <a:ext uri="{FF2B5EF4-FFF2-40B4-BE49-F238E27FC236}">
                    <a16:creationId xmlns:a16="http://schemas.microsoft.com/office/drawing/2014/main" id="{B88EBA83-8768-41A4-B644-AD633B142EE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1900326" y="2589195"/>
                <a:ext cx="6464354" cy="540000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  <a:ln w="12700" cap="flat" cmpd="sng" algn="ctr">
                <a:noFill/>
                <a:prstDash val="solid"/>
                <a:miter lim="800000"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5" name="Picture 14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782710" y="756408"/>
            <a:ext cx="5353067" cy="1359637"/>
          </a:xfrm>
          <a:prstGeom prst="rect">
            <a:avLst/>
          </a:prstGeom>
        </p:spPr>
      </p:pic>
      <p:sp>
        <p:nvSpPr>
          <p:cNvPr id="17" name="Right Arrow 3">
            <a:extLst>
              <a:ext uri="{FF2B5EF4-FFF2-40B4-BE49-F238E27FC236}">
                <a16:creationId xmlns:a16="http://schemas.microsoft.com/office/drawing/2014/main" id="{3FE11F38-A8D0-406B-A77F-9DE69C4F1B02}"/>
              </a:ext>
            </a:extLst>
          </p:cNvPr>
          <p:cNvSpPr/>
          <p:nvPr/>
        </p:nvSpPr>
        <p:spPr>
          <a:xfrm flipV="1">
            <a:off x="6782712" y="1229558"/>
            <a:ext cx="144000" cy="180000"/>
          </a:xfrm>
          <a:prstGeom prst="rightArrow">
            <a:avLst/>
          </a:prstGeom>
          <a:gradFill>
            <a:gsLst>
              <a:gs pos="10000">
                <a:srgbClr val="0E47A1"/>
              </a:gs>
              <a:gs pos="100000">
                <a:srgbClr val="03A9F5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Wingdings 3" panose="05040102010807070707" pitchFamily="18" charset="2"/>
              <a:buNone/>
            </a:pPr>
            <a:endParaRPr lang="en-IN" sz="2800" dirty="0">
              <a:solidFill>
                <a:schemeClr val="bg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Content Placeholder 4">
                <a:extLst>
                  <a:ext uri="{FF2B5EF4-FFF2-40B4-BE49-F238E27FC236}">
                    <a16:creationId xmlns:a16="http://schemas.microsoft.com/office/drawing/2014/main" id="{449284D4-486E-46D3-84CD-DC9A05215FC2}"/>
                  </a:ext>
                </a:extLst>
              </p:cNvPr>
              <p:cNvSpPr txBox="1">
                <a:spLocks/>
              </p:cNvSpPr>
              <p:nvPr/>
            </p:nvSpPr>
            <p:spPr>
              <a:xfrm flipH="1">
                <a:off x="1900326" y="4603334"/>
                <a:ext cx="6464354" cy="540000"/>
              </a:xfrm>
              <a:prstGeom prst="rect">
                <a:avLst/>
              </a:prstGeom>
              <a:noFill/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vert="horz" lIns="91440" tIns="45720" rIns="91440" bIns="45720" rtlCol="0" anchor="ctr">
                <a:noAutofit/>
              </a:bodyPr>
              <a:lstStyle>
                <a:lvl1pPr marL="265113" indent="-265113" algn="just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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809625" indent="-352425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lnSpc>
                    <a:spcPct val="115000"/>
                  </a:lnSpc>
                  <a:spcAft>
                    <a:spcPts val="8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80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=(</m:t>
                      </m:r>
                      <m:sSub>
                        <m:sSubPr>
                          <m:ctrlP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b</m:t>
                          </m:r>
                        </m:e>
                        <m:sub>
                          <m:r>
                            <a:rPr lang="en-US" sz="280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sz="2800" i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b</m:t>
                          </m:r>
                        </m:e>
                        <m:sub>
                          <m:r>
                            <a:rPr lang="en-US" sz="280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n-US" sz="2800" i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x</m:t>
                      </m:r>
                      <m:r>
                        <a:rPr lang="en-US" sz="2800" i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b</m:t>
                          </m:r>
                        </m:e>
                        <m:sub>
                          <m:r>
                            <a:rPr lang="en-US" sz="280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p>
                        <m:sSupPr>
                          <m:ctrlP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en-US" sz="280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x</m:t>
                          </m:r>
                        </m:e>
                        <m:sup>
                          <m:r>
                            <a:rPr lang="en-US" sz="280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800" i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)+(</m:t>
                      </m:r>
                      <m:sSub>
                        <m:sSubPr>
                          <m:ctrlP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a</m:t>
                          </m:r>
                        </m:e>
                        <m:sub>
                          <m:r>
                            <a:rPr lang="en-US" sz="280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sz="2800" i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a</m:t>
                          </m:r>
                        </m:e>
                        <m:sub>
                          <m:r>
                            <a:rPr lang="en-US" sz="280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n-US" sz="2800" i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x</m:t>
                      </m:r>
                      <m:r>
                        <a:rPr lang="en-US" sz="2800" i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a</m:t>
                          </m:r>
                        </m:e>
                        <m:sub>
                          <m:r>
                            <a:rPr lang="en-US" sz="280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p>
                        <m:sSupPr>
                          <m:ctrlP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en-US" sz="280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x</m:t>
                          </m:r>
                        </m:e>
                        <m:sup>
                          <m:r>
                            <a:rPr lang="en-US" sz="280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800" i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800" dirty="0">
                  <a:solidFill>
                    <a:srgbClr val="002060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2" name="Content Placeholder 4">
                <a:extLst>
                  <a:ext uri="{FF2B5EF4-FFF2-40B4-BE49-F238E27FC236}">
                    <a16:creationId xmlns:a16="http://schemas.microsoft.com/office/drawing/2014/main" id="{449284D4-486E-46D3-84CD-DC9A05215FC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1900326" y="4603334"/>
                <a:ext cx="6464354" cy="540000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  <a:ln w="12700" cap="flat" cmpd="sng" algn="ctr">
                <a:noFill/>
                <a:prstDash val="solid"/>
                <a:miter lim="800000"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Content Placeholder 4">
                <a:extLst>
                  <a:ext uri="{FF2B5EF4-FFF2-40B4-BE49-F238E27FC236}">
                    <a16:creationId xmlns:a16="http://schemas.microsoft.com/office/drawing/2014/main" id="{4E8452A3-41A4-4112-A95F-751FEA486ACB}"/>
                  </a:ext>
                </a:extLst>
              </p:cNvPr>
              <p:cNvSpPr txBox="1">
                <a:spLocks/>
              </p:cNvSpPr>
              <p:nvPr/>
            </p:nvSpPr>
            <p:spPr>
              <a:xfrm flipH="1">
                <a:off x="1911954" y="5203306"/>
                <a:ext cx="1479832" cy="540000"/>
              </a:xfrm>
              <a:prstGeom prst="rect">
                <a:avLst/>
              </a:prstGeom>
              <a:noFill/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vert="horz" lIns="91440" tIns="45720" rIns="91440" bIns="45720" rtlCol="0" anchor="ctr">
                <a:noAutofit/>
              </a:bodyPr>
              <a:lstStyle>
                <a:lvl1pPr marL="265113" indent="-265113" algn="just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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809625" indent="-352425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lnSpc>
                    <a:spcPct val="115000"/>
                  </a:lnSpc>
                  <a:spcAft>
                    <a:spcPts val="8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80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v</m:t>
                      </m:r>
                      <m:r>
                        <a:rPr lang="en-US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m:rPr>
                          <m:sty m:val="p"/>
                        </m:rPr>
                        <a:rPr lang="en-US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u</m:t>
                      </m:r>
                    </m:oMath>
                  </m:oMathPara>
                </a14:m>
                <a:endParaRPr lang="en-US" sz="2800" dirty="0">
                  <a:solidFill>
                    <a:srgbClr val="002060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3" name="Content Placeholder 4">
                <a:extLst>
                  <a:ext uri="{FF2B5EF4-FFF2-40B4-BE49-F238E27FC236}">
                    <a16:creationId xmlns:a16="http://schemas.microsoft.com/office/drawing/2014/main" id="{4E8452A3-41A4-4112-A95F-751FEA486AC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1911954" y="5203306"/>
                <a:ext cx="1479832" cy="540000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  <a:ln w="12700" cap="flat" cmpd="sng" algn="ctr">
                <a:noFill/>
                <a:prstDash val="solid"/>
                <a:miter lim="800000"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174837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/>
      <p:bldP spid="32" grpId="0"/>
      <p:bldP spid="16" grpId="0"/>
      <p:bldP spid="28" grpId="0"/>
      <p:bldP spid="19" grpId="0"/>
      <p:bldP spid="12" grpId="0"/>
      <p:bldP spid="13" grpId="0"/>
    </p:bld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ECFC8A-BC0D-5D72-FE99-20313653BC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FDFDD70C-3AAE-183B-5AED-36C59E3E9B77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IN" dirty="0"/>
                  <a:t>Method:1 </a:t>
                </a:r>
                <a14:m>
                  <m:oMath xmlns:m="http://schemas.openxmlformats.org/officeDocument/2006/math">
                    <m:r>
                      <a:rPr lang="en-I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⇝</m:t>
                    </m:r>
                  </m:oMath>
                </a14:m>
                <a:r>
                  <a:rPr lang="en-IN" dirty="0"/>
                  <a:t> Example:17(continue)</a:t>
                </a:r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FDFDD70C-3AAE-183B-5AED-36C59E3E9B7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400" t="-8547" b="-1965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Content Placeholder 4">
                <a:extLst>
                  <a:ext uri="{FF2B5EF4-FFF2-40B4-BE49-F238E27FC236}">
                    <a16:creationId xmlns:a16="http://schemas.microsoft.com/office/drawing/2014/main" id="{C2E3A768-B2DD-49B5-A909-9453EEB041E3}"/>
                  </a:ext>
                </a:extLst>
              </p:cNvPr>
              <p:cNvSpPr txBox="1">
                <a:spLocks/>
              </p:cNvSpPr>
              <p:nvPr/>
            </p:nvSpPr>
            <p:spPr>
              <a:xfrm flipH="1">
                <a:off x="0" y="897049"/>
                <a:ext cx="5760000" cy="540000"/>
              </a:xfrm>
              <a:prstGeom prst="rect">
                <a:avLst/>
              </a:prstGeom>
              <a:gradFill>
                <a:gsLst>
                  <a:gs pos="10000">
                    <a:srgbClr val="0E47A1"/>
                  </a:gs>
                  <a:gs pos="100000">
                    <a:srgbClr val="03A9F5"/>
                  </a:gs>
                </a:gsLst>
                <a:lin ang="10800000" scaled="1"/>
              </a:gradFill>
              <a:ln>
                <a:noFill/>
              </a:ln>
            </p:spPr>
            <p:txBody>
              <a:bodyPr vert="horz" wrap="square" lIns="91440" tIns="45720" rIns="91440" bIns="45720" numCol="1" anchor="ctr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algn="ctr">
                  <a:defRPr sz="2800">
                    <a:solidFill>
                      <a:schemeClr val="bg1"/>
                    </a:solidFill>
                  </a:defRPr>
                </a:lvl1pPr>
                <a:lvl2pPr>
                  <a:defRPr>
                    <a:solidFill>
                      <a:schemeClr val="tx1"/>
                    </a:solidFill>
                  </a:defRPr>
                </a:lvl2pPr>
                <a:lvl3pPr>
                  <a:defRPr>
                    <a:solidFill>
                      <a:schemeClr val="tx1"/>
                    </a:solidFill>
                  </a:defRPr>
                </a:lvl3pPr>
                <a:lvl4pPr>
                  <a:defRPr>
                    <a:solidFill>
                      <a:schemeClr val="tx1"/>
                    </a:solidFill>
                  </a:defRPr>
                </a:lvl4pPr>
                <a:lvl5pPr>
                  <a:defRPr>
                    <a:solidFill>
                      <a:schemeClr val="tx1"/>
                    </a:solidFill>
                  </a:defRPr>
                </a:lvl5pPr>
                <a:lvl6pPr>
                  <a:defRPr>
                    <a:solidFill>
                      <a:schemeClr val="tx1"/>
                    </a:solidFill>
                  </a:defRPr>
                </a:lvl6pPr>
                <a:lvl7pPr>
                  <a:defRPr>
                    <a:solidFill>
                      <a:schemeClr val="tx1"/>
                    </a:solidFill>
                  </a:defRPr>
                </a:lvl7pPr>
                <a:lvl8pPr>
                  <a:defRPr>
                    <a:solidFill>
                      <a:schemeClr val="tx1"/>
                    </a:solidFill>
                  </a:defRPr>
                </a:lvl8pPr>
                <a:lvl9pPr>
                  <a:defRPr>
                    <a:solidFill>
                      <a:schemeClr val="tx1"/>
                    </a:solidFill>
                  </a:defRPr>
                </a:lvl9pPr>
              </a:lstStyle>
              <a:p>
                <a:pPr algn="l"/>
                <a:r>
                  <a:rPr lang="en-US" b="1" dirty="0"/>
                  <a:t>Axiom 3: </a:t>
                </a:r>
                <a14:m>
                  <m:oMath xmlns:m="http://schemas.openxmlformats.org/officeDocument/2006/math">
                    <m:r>
                      <a:rPr lang="en-US" b="1" i="0" dirty="0" smtClean="0">
                        <a:latin typeface="Cambria Math" panose="02040503050406030204" pitchFamily="18" charset="0"/>
                      </a:rPr>
                      <m:t>𝐮</m:t>
                    </m:r>
                    <m:r>
                      <a:rPr lang="en-US" b="1" i="0" dirty="0">
                        <a:latin typeface="Cambria Math" panose="02040503050406030204" pitchFamily="18" charset="0"/>
                      </a:rPr>
                      <m:t>+</m:t>
                    </m:r>
                    <m:d>
                      <m:dPr>
                        <m:ctrlPr>
                          <a:rPr lang="en-US" b="1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 i="0" dirty="0" smtClean="0">
                            <a:latin typeface="Cambria Math" panose="02040503050406030204" pitchFamily="18" charset="0"/>
                          </a:rPr>
                          <m:t>𝐯</m:t>
                        </m:r>
                        <m:r>
                          <a:rPr lang="en-US" b="1" i="0" dirty="0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b="1" i="0" dirty="0" smtClean="0">
                            <a:latin typeface="Cambria Math" panose="02040503050406030204" pitchFamily="18" charset="0"/>
                          </a:rPr>
                          <m:t>𝐰</m:t>
                        </m:r>
                      </m:e>
                    </m:d>
                    <m:r>
                      <a:rPr lang="en-US" b="1" i="0" dirty="0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b="1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 i="0" dirty="0" smtClean="0">
                            <a:latin typeface="Cambria Math" panose="02040503050406030204" pitchFamily="18" charset="0"/>
                          </a:rPr>
                          <m:t>𝐮</m:t>
                        </m:r>
                        <m:r>
                          <a:rPr lang="en-US" b="1" i="0" dirty="0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b="1" i="0" dirty="0" smtClean="0">
                            <a:latin typeface="Cambria Math" panose="02040503050406030204" pitchFamily="18" charset="0"/>
                          </a:rPr>
                          <m:t>𝐯</m:t>
                        </m:r>
                      </m:e>
                    </m:d>
                    <m:r>
                      <a:rPr lang="en-US" b="1" i="0" dirty="0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1" i="0" dirty="0" smtClean="0">
                        <a:latin typeface="Cambria Math" panose="02040503050406030204" pitchFamily="18" charset="0"/>
                      </a:rPr>
                      <m:t>𝐰</m:t>
                    </m:r>
                  </m:oMath>
                </a14:m>
                <a:endParaRPr lang="en-US" b="1" dirty="0"/>
              </a:p>
            </p:txBody>
          </p:sp>
        </mc:Choice>
        <mc:Fallback xmlns="">
          <p:sp>
            <p:nvSpPr>
              <p:cNvPr id="17" name="Content Placeholder 4">
                <a:extLst>
                  <a:ext uri="{FF2B5EF4-FFF2-40B4-BE49-F238E27FC236}">
                    <a16:creationId xmlns:a16="http://schemas.microsoft.com/office/drawing/2014/main" id="{C2E3A768-B2DD-49B5-A909-9453EEB041E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0" y="897049"/>
                <a:ext cx="5760000" cy="540000"/>
              </a:xfrm>
              <a:prstGeom prst="rect">
                <a:avLst/>
              </a:prstGeom>
              <a:blipFill>
                <a:blip r:embed="rId4"/>
                <a:stretch>
                  <a:fillRect l="-2116" t="-10112" b="-29213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Content Placeholder 4">
                <a:extLst>
                  <a:ext uri="{FF2B5EF4-FFF2-40B4-BE49-F238E27FC236}">
                    <a16:creationId xmlns:a16="http://schemas.microsoft.com/office/drawing/2014/main" id="{E2369E14-FB7F-439F-B8BC-3D00ED9ED33E}"/>
                  </a:ext>
                </a:extLst>
              </p:cNvPr>
              <p:cNvSpPr txBox="1">
                <a:spLocks/>
              </p:cNvSpPr>
              <p:nvPr/>
            </p:nvSpPr>
            <p:spPr>
              <a:xfrm flipH="1">
                <a:off x="139805" y="1778171"/>
                <a:ext cx="3143989" cy="540000"/>
              </a:xfrm>
              <a:prstGeom prst="rect">
                <a:avLst/>
              </a:prstGeom>
              <a:noFill/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vert="horz" lIns="91440" tIns="45720" rIns="91440" bIns="45720" rtlCol="0" anchor="ctr">
                <a:noAutofit/>
              </a:bodyPr>
              <a:lstStyle>
                <a:lvl1pPr marL="265113" indent="-265113" algn="just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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809625" indent="-352425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lnSpc>
                    <a:spcPct val="115000"/>
                  </a:lnSpc>
                  <a:spcAft>
                    <a:spcPts val="800"/>
                  </a:spcAft>
                  <a:buNone/>
                </a:pPr>
                <a:r>
                  <a:rPr lang="en-US" sz="2800" dirty="0">
                    <a:solidFill>
                      <a:srgbClr val="002060"/>
                    </a:solidFill>
                    <a:latin typeface="+mj-lt"/>
                  </a:rPr>
                  <a:t>Now,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800" b="0" i="0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u</m:t>
                    </m:r>
                    <m:r>
                      <a:rPr lang="en-US" sz="2800" dirty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+</m:t>
                    </m:r>
                    <m:d>
                      <m:dPr>
                        <m:ctrlPr>
                          <a:rPr lang="en-US" sz="2800" b="0" i="1" dirty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sz="2800" b="0" i="0" dirty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v</m:t>
                        </m:r>
                        <m:r>
                          <a:rPr lang="en-US" sz="2800" dirty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US" sz="2800" b="0" i="0" dirty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w</m:t>
                        </m:r>
                      </m:e>
                    </m:d>
                    <m:r>
                      <a:rPr lang="en-US" sz="2800" dirty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endParaRPr lang="en-US" sz="2800" dirty="0">
                  <a:solidFill>
                    <a:srgbClr val="002060"/>
                  </a:solidFill>
                  <a:latin typeface="+mj-lt"/>
                </a:endParaRPr>
              </a:p>
            </p:txBody>
          </p:sp>
        </mc:Choice>
        <mc:Fallback xmlns="">
          <p:sp>
            <p:nvSpPr>
              <p:cNvPr id="18" name="Content Placeholder 4">
                <a:extLst>
                  <a:ext uri="{FF2B5EF4-FFF2-40B4-BE49-F238E27FC236}">
                    <a16:creationId xmlns:a16="http://schemas.microsoft.com/office/drawing/2014/main" id="{E2369E14-FB7F-439F-B8BC-3D00ED9ED33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139805" y="1778171"/>
                <a:ext cx="3143989" cy="540000"/>
              </a:xfrm>
              <a:prstGeom prst="rect">
                <a:avLst/>
              </a:prstGeom>
              <a:blipFill>
                <a:blip r:embed="rId5"/>
                <a:stretch>
                  <a:fillRect l="-4070" t="-10227" b="-29545"/>
                </a:stretch>
              </a:blipFill>
              <a:ln w="12700" cap="flat" cmpd="sng" algn="ctr">
                <a:noFill/>
                <a:prstDash val="solid"/>
                <a:miter lim="800000"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Content Placeholder 4">
                <a:extLst>
                  <a:ext uri="{FF2B5EF4-FFF2-40B4-BE49-F238E27FC236}">
                    <a16:creationId xmlns:a16="http://schemas.microsoft.com/office/drawing/2014/main" id="{E2369E14-FB7F-439F-B8BC-3D00ED9ED33E}"/>
                  </a:ext>
                </a:extLst>
              </p:cNvPr>
              <p:cNvSpPr txBox="1">
                <a:spLocks/>
              </p:cNvSpPr>
              <p:nvPr/>
            </p:nvSpPr>
            <p:spPr>
              <a:xfrm flipH="1">
                <a:off x="127341" y="2479599"/>
                <a:ext cx="9476674" cy="540000"/>
              </a:xfrm>
              <a:prstGeom prst="rect">
                <a:avLst/>
              </a:prstGeom>
              <a:noFill/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vert="horz" lIns="91440" tIns="45720" rIns="91440" bIns="45720" rtlCol="0" anchor="ctr">
                <a:noAutofit/>
              </a:bodyPr>
              <a:lstStyle>
                <a:lvl1pPr marL="265113" indent="-265113" algn="just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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809625" indent="-352425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lnSpc>
                    <a:spcPct val="115000"/>
                  </a:lnSpc>
                  <a:spcAft>
                    <a:spcPts val="8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800" i="1">
                          <a:solidFill>
                            <a:srgbClr val="3A4A6A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sz="2800" i="1">
                              <a:solidFill>
                                <a:srgbClr val="3A4A6A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800" i="1">
                              <a:solidFill>
                                <a:srgbClr val="3A4A6A"/>
                              </a:solidFill>
                              <a:latin typeface="Cambria Math" panose="02040503050406030204" pitchFamily="18" charset="0"/>
                            </a:rPr>
                            <m:t>a</m:t>
                          </m:r>
                        </m:e>
                        <m:sub>
                          <m:r>
                            <a:rPr lang="en-US" sz="2800" i="1">
                              <a:solidFill>
                                <a:srgbClr val="3A4A6A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sz="2800" i="1">
                          <a:solidFill>
                            <a:srgbClr val="3A4A6A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2800" i="1">
                              <a:solidFill>
                                <a:srgbClr val="3A4A6A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800" i="1">
                              <a:solidFill>
                                <a:srgbClr val="3A4A6A"/>
                              </a:solidFill>
                              <a:latin typeface="Cambria Math" panose="02040503050406030204" pitchFamily="18" charset="0"/>
                            </a:rPr>
                            <m:t>a</m:t>
                          </m:r>
                        </m:e>
                        <m:sub>
                          <m:r>
                            <a:rPr lang="en-US" sz="2800" i="1">
                              <a:solidFill>
                                <a:srgbClr val="3A4A6A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n-US" sz="2800" i="1">
                          <a:solidFill>
                            <a:srgbClr val="3A4A6A"/>
                          </a:solidFill>
                          <a:latin typeface="Cambria Math" panose="02040503050406030204" pitchFamily="18" charset="0"/>
                        </a:rPr>
                        <m:t>x</m:t>
                      </m:r>
                      <m:r>
                        <a:rPr lang="en-US" sz="2800" i="1">
                          <a:solidFill>
                            <a:srgbClr val="3A4A6A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2800" i="1">
                              <a:solidFill>
                                <a:srgbClr val="3A4A6A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800" i="1">
                              <a:solidFill>
                                <a:srgbClr val="3A4A6A"/>
                              </a:solidFill>
                              <a:latin typeface="Cambria Math" panose="02040503050406030204" pitchFamily="18" charset="0"/>
                            </a:rPr>
                            <m:t>a</m:t>
                          </m:r>
                        </m:e>
                        <m:sub>
                          <m:r>
                            <a:rPr lang="en-US" sz="2800" i="1">
                              <a:solidFill>
                                <a:srgbClr val="3A4A6A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p>
                        <m:sSupPr>
                          <m:ctrlPr>
                            <a:rPr lang="en-US" sz="2800" i="1">
                              <a:solidFill>
                                <a:srgbClr val="3A4A6A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en-US" sz="2800" i="1">
                              <a:solidFill>
                                <a:srgbClr val="3A4A6A"/>
                              </a:solidFill>
                              <a:latin typeface="Cambria Math" panose="02040503050406030204" pitchFamily="18" charset="0"/>
                            </a:rPr>
                            <m:t>x</m:t>
                          </m:r>
                        </m:e>
                        <m:sup>
                          <m:r>
                            <a:rPr lang="en-US" sz="2800" i="1">
                              <a:solidFill>
                                <a:srgbClr val="3A4A6A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800" i="1">
                          <a:solidFill>
                            <a:srgbClr val="3A4A6A"/>
                          </a:solidFill>
                          <a:latin typeface="Cambria Math" panose="02040503050406030204" pitchFamily="18" charset="0"/>
                        </a:rPr>
                        <m:t>)+</m:t>
                      </m:r>
                      <m:d>
                        <m:dPr>
                          <m:ctrlPr>
                            <a:rPr lang="en-US" sz="2800" i="1">
                              <a:solidFill>
                                <a:srgbClr val="3A4A6A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800" i="1">
                                  <a:solidFill>
                                    <a:srgbClr val="3A4A6A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i="1">
                                  <a:solidFill>
                                    <a:srgbClr val="3A4A6A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m:rPr>
                                  <m:sty m:val="p"/>
                                </m:rPr>
                                <a:rPr lang="en-US" sz="2800" i="1">
                                  <a:solidFill>
                                    <a:srgbClr val="3A4A6A"/>
                                  </a:solidFill>
                                  <a:latin typeface="Cambria Math" panose="02040503050406030204" pitchFamily="18" charset="0"/>
                                </a:rPr>
                                <m:t>b</m:t>
                              </m:r>
                            </m:e>
                            <m:sub>
                              <m:r>
                                <a:rPr lang="en-US" sz="2800" i="1">
                                  <a:solidFill>
                                    <a:srgbClr val="3A4A6A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en-US" sz="2800" i="1">
                              <a:solidFill>
                                <a:srgbClr val="3A4A6A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sz="2800" i="1">
                                  <a:solidFill>
                                    <a:srgbClr val="3A4A6A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2800" i="1">
                                  <a:solidFill>
                                    <a:srgbClr val="3A4A6A"/>
                                  </a:solidFill>
                                  <a:latin typeface="Cambria Math" panose="02040503050406030204" pitchFamily="18" charset="0"/>
                                </a:rPr>
                                <m:t>b</m:t>
                              </m:r>
                            </m:e>
                            <m:sub>
                              <m:r>
                                <a:rPr lang="en-US" sz="2800" i="1">
                                  <a:solidFill>
                                    <a:srgbClr val="3A4A6A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m:rPr>
                              <m:sty m:val="p"/>
                            </m:rPr>
                            <a:rPr lang="en-US" sz="2800" i="1">
                              <a:solidFill>
                                <a:srgbClr val="3A4A6A"/>
                              </a:solidFill>
                              <a:latin typeface="Cambria Math" panose="02040503050406030204" pitchFamily="18" charset="0"/>
                            </a:rPr>
                            <m:t>x</m:t>
                          </m:r>
                          <m:r>
                            <a:rPr lang="en-US" sz="2800" i="1">
                              <a:solidFill>
                                <a:srgbClr val="3A4A6A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sz="2800" i="1">
                                  <a:solidFill>
                                    <a:srgbClr val="3A4A6A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2800" i="1">
                                  <a:solidFill>
                                    <a:srgbClr val="3A4A6A"/>
                                  </a:solidFill>
                                  <a:latin typeface="Cambria Math" panose="02040503050406030204" pitchFamily="18" charset="0"/>
                                </a:rPr>
                                <m:t>b</m:t>
                              </m:r>
                            </m:e>
                            <m:sub>
                              <m:r>
                                <a:rPr lang="en-US" sz="2800" i="1">
                                  <a:solidFill>
                                    <a:srgbClr val="3A4A6A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sSup>
                            <m:sSupPr>
                              <m:ctrlPr>
                                <a:rPr lang="en-US" sz="2800" i="1">
                                  <a:solidFill>
                                    <a:srgbClr val="3A4A6A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n-US" sz="2800" i="1">
                                  <a:solidFill>
                                    <a:srgbClr val="3A4A6A"/>
                                  </a:solidFill>
                                  <a:latin typeface="Cambria Math" panose="02040503050406030204" pitchFamily="18" charset="0"/>
                                </a:rPr>
                                <m:t>x</m:t>
                              </m:r>
                            </m:e>
                            <m:sup>
                              <m:r>
                                <a:rPr lang="en-US" sz="2800" i="1">
                                  <a:solidFill>
                                    <a:srgbClr val="3A4A6A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sz="2800" i="1">
                              <a:solidFill>
                                <a:srgbClr val="3A4A6A"/>
                              </a:solidFill>
                              <a:latin typeface="Cambria Math" panose="02040503050406030204" pitchFamily="18" charset="0"/>
                            </a:rPr>
                            <m:t>)+</m:t>
                          </m:r>
                          <m:sSub>
                            <m:sSubPr>
                              <m:ctrlPr>
                                <a:rPr lang="en-US" sz="2800" i="1">
                                  <a:solidFill>
                                    <a:srgbClr val="3A4A6A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i="1">
                                  <a:solidFill>
                                    <a:srgbClr val="3A4A6A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m:rPr>
                                  <m:sty m:val="p"/>
                                </m:rPr>
                                <a:rPr lang="en-US" sz="2800" i="1">
                                  <a:solidFill>
                                    <a:srgbClr val="3A4A6A"/>
                                  </a:solidFill>
                                  <a:latin typeface="Cambria Math" panose="02040503050406030204" pitchFamily="18" charset="0"/>
                                </a:rPr>
                                <m:t>c</m:t>
                              </m:r>
                            </m:e>
                            <m:sub>
                              <m:r>
                                <a:rPr lang="en-US" sz="2800" i="1">
                                  <a:solidFill>
                                    <a:srgbClr val="3A4A6A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en-US" sz="2800" i="1">
                              <a:solidFill>
                                <a:srgbClr val="3A4A6A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sz="2800" i="1">
                                  <a:solidFill>
                                    <a:srgbClr val="3A4A6A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2800" i="1">
                                  <a:solidFill>
                                    <a:srgbClr val="3A4A6A"/>
                                  </a:solidFill>
                                  <a:latin typeface="Cambria Math" panose="02040503050406030204" pitchFamily="18" charset="0"/>
                                </a:rPr>
                                <m:t>c</m:t>
                              </m:r>
                            </m:e>
                            <m:sub>
                              <m:r>
                                <a:rPr lang="en-US" sz="2800" i="1">
                                  <a:solidFill>
                                    <a:srgbClr val="3A4A6A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m:rPr>
                              <m:sty m:val="p"/>
                            </m:rPr>
                            <a:rPr lang="en-US" sz="2800" i="1">
                              <a:solidFill>
                                <a:srgbClr val="3A4A6A"/>
                              </a:solidFill>
                              <a:latin typeface="Cambria Math" panose="02040503050406030204" pitchFamily="18" charset="0"/>
                            </a:rPr>
                            <m:t>x</m:t>
                          </m:r>
                          <m:r>
                            <a:rPr lang="en-US" sz="2800" i="1">
                              <a:solidFill>
                                <a:srgbClr val="3A4A6A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sz="2800" i="1">
                                  <a:solidFill>
                                    <a:srgbClr val="3A4A6A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2800" i="1">
                                  <a:solidFill>
                                    <a:srgbClr val="3A4A6A"/>
                                  </a:solidFill>
                                  <a:latin typeface="Cambria Math" panose="02040503050406030204" pitchFamily="18" charset="0"/>
                                </a:rPr>
                                <m:t>c</m:t>
                              </m:r>
                            </m:e>
                            <m:sub>
                              <m:r>
                                <a:rPr lang="en-US" sz="2800" i="1">
                                  <a:solidFill>
                                    <a:srgbClr val="3A4A6A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sSup>
                            <m:sSupPr>
                              <m:ctrlPr>
                                <a:rPr lang="en-US" sz="2800" i="1">
                                  <a:solidFill>
                                    <a:srgbClr val="3A4A6A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n-US" sz="2800" i="1">
                                  <a:solidFill>
                                    <a:srgbClr val="3A4A6A"/>
                                  </a:solidFill>
                                  <a:latin typeface="Cambria Math" panose="02040503050406030204" pitchFamily="18" charset="0"/>
                                </a:rPr>
                                <m:t>x</m:t>
                              </m:r>
                            </m:e>
                            <m:sup>
                              <m:r>
                                <a:rPr lang="en-US" sz="2800" i="1">
                                  <a:solidFill>
                                    <a:srgbClr val="3A4A6A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sz="2800" i="1">
                              <a:solidFill>
                                <a:srgbClr val="3A4A6A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d>
                    </m:oMath>
                  </m:oMathPara>
                </a14:m>
                <a:endParaRPr lang="en-US" sz="2800" i="1" dirty="0">
                  <a:solidFill>
                    <a:srgbClr val="3A4A6A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31" name="Content Placeholder 4">
                <a:extLst>
                  <a:ext uri="{FF2B5EF4-FFF2-40B4-BE49-F238E27FC236}">
                    <a16:creationId xmlns:a16="http://schemas.microsoft.com/office/drawing/2014/main" id="{E2369E14-FB7F-439F-B8BC-3D00ED9ED33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127341" y="2479599"/>
                <a:ext cx="9476674" cy="54000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ln w="12700" cap="flat" cmpd="sng" algn="ctr">
                <a:noFill/>
                <a:prstDash val="solid"/>
                <a:miter lim="800000"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Content Placeholder 4">
                <a:extLst>
                  <a:ext uri="{FF2B5EF4-FFF2-40B4-BE49-F238E27FC236}">
                    <a16:creationId xmlns:a16="http://schemas.microsoft.com/office/drawing/2014/main" id="{AEC1AF95-6B03-429C-9DC9-73D2526AB0DE}"/>
                  </a:ext>
                </a:extLst>
              </p:cNvPr>
              <p:cNvSpPr txBox="1">
                <a:spLocks/>
              </p:cNvSpPr>
              <p:nvPr/>
            </p:nvSpPr>
            <p:spPr>
              <a:xfrm flipH="1">
                <a:off x="12700" y="3202446"/>
                <a:ext cx="9518759" cy="550352"/>
              </a:xfrm>
              <a:prstGeom prst="rect">
                <a:avLst/>
              </a:prstGeom>
              <a:noFill/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vert="horz" lIns="91440" tIns="45720" rIns="91440" bIns="45720" rtlCol="0" anchor="ctr">
                <a:noAutofit/>
              </a:bodyPr>
              <a:lstStyle>
                <a:lvl1pPr marL="265113" indent="-265113" algn="just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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809625" indent="-352425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118745" indent="0">
                  <a:lnSpc>
                    <a:spcPct val="115000"/>
                  </a:lnSpc>
                  <a:spcAft>
                    <a:spcPts val="8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800" smtClean="0">
                          <a:solidFill>
                            <a:srgbClr val="3A4A6A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800" b="0" i="0" smtClean="0">
                          <a:solidFill>
                            <a:srgbClr val="3A4A6A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sz="2800" i="1">
                              <a:solidFill>
                                <a:srgbClr val="3A4A6A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800">
                              <a:solidFill>
                                <a:srgbClr val="3A4A6A"/>
                              </a:solidFill>
                              <a:latin typeface="Cambria Math" panose="02040503050406030204" pitchFamily="18" charset="0"/>
                            </a:rPr>
                            <m:t>a</m:t>
                          </m:r>
                        </m:e>
                        <m:sub>
                          <m:r>
                            <a:rPr lang="en-US" sz="2800">
                              <a:solidFill>
                                <a:srgbClr val="3A4A6A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sz="2800">
                          <a:solidFill>
                            <a:srgbClr val="3A4A6A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2800" i="1">
                              <a:solidFill>
                                <a:srgbClr val="3A4A6A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800">
                              <a:solidFill>
                                <a:srgbClr val="3A4A6A"/>
                              </a:solidFill>
                              <a:latin typeface="Cambria Math" panose="02040503050406030204" pitchFamily="18" charset="0"/>
                            </a:rPr>
                            <m:t>a</m:t>
                          </m:r>
                        </m:e>
                        <m:sub>
                          <m:r>
                            <a:rPr lang="en-US" sz="2800">
                              <a:solidFill>
                                <a:srgbClr val="3A4A6A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n-US" sz="2800">
                          <a:solidFill>
                            <a:srgbClr val="3A4A6A"/>
                          </a:solidFill>
                          <a:latin typeface="Cambria Math" panose="02040503050406030204" pitchFamily="18" charset="0"/>
                        </a:rPr>
                        <m:t>x</m:t>
                      </m:r>
                      <m:r>
                        <a:rPr lang="en-US" sz="2800">
                          <a:solidFill>
                            <a:srgbClr val="3A4A6A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2800" i="1">
                              <a:solidFill>
                                <a:srgbClr val="3A4A6A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800">
                              <a:solidFill>
                                <a:srgbClr val="3A4A6A"/>
                              </a:solidFill>
                              <a:latin typeface="Cambria Math" panose="02040503050406030204" pitchFamily="18" charset="0"/>
                            </a:rPr>
                            <m:t>a</m:t>
                          </m:r>
                        </m:e>
                        <m:sub>
                          <m:r>
                            <a:rPr lang="en-US" sz="2800">
                              <a:solidFill>
                                <a:srgbClr val="3A4A6A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p>
                        <m:sSupPr>
                          <m:ctrlPr>
                            <a:rPr lang="en-US" sz="2800" i="1">
                              <a:solidFill>
                                <a:srgbClr val="3A4A6A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en-US" sz="2800">
                              <a:solidFill>
                                <a:srgbClr val="3A4A6A"/>
                              </a:solidFill>
                              <a:latin typeface="Cambria Math" panose="02040503050406030204" pitchFamily="18" charset="0"/>
                            </a:rPr>
                            <m:t>x</m:t>
                          </m:r>
                        </m:e>
                        <m:sup>
                          <m:r>
                            <a:rPr lang="en-US" sz="2800">
                              <a:solidFill>
                                <a:srgbClr val="3A4A6A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800" b="0" i="0" smtClean="0">
                          <a:solidFill>
                            <a:srgbClr val="3A4A6A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lang="en-US" sz="2800" b="0" i="1" smtClean="0">
                          <a:solidFill>
                            <a:srgbClr val="3A4A6A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d>
                        <m:dPr>
                          <m:ctrlPr>
                            <a:rPr lang="en-US" sz="2800" b="0" i="1" smtClean="0">
                              <a:solidFill>
                                <a:srgbClr val="3A4A6A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800" b="0" i="1" smtClean="0">
                                  <a:solidFill>
                                    <a:srgbClr val="3A4A6A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b="0" i="0" smtClean="0">
                                  <a:solidFill>
                                    <a:srgbClr val="3A4A6A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m:rPr>
                                  <m:sty m:val="p"/>
                                </m:rPr>
                                <a:rPr lang="en-US" sz="2800">
                                  <a:solidFill>
                                    <a:srgbClr val="3A4A6A"/>
                                  </a:solidFill>
                                  <a:latin typeface="Cambria Math" panose="02040503050406030204" pitchFamily="18" charset="0"/>
                                </a:rPr>
                                <m:t>b</m:t>
                              </m:r>
                            </m:e>
                            <m:sub>
                              <m:r>
                                <a:rPr lang="en-US" sz="2800">
                                  <a:solidFill>
                                    <a:srgbClr val="3A4A6A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en-US" sz="2800">
                              <a:solidFill>
                                <a:srgbClr val="3A4A6A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sz="2800" b="0" i="1" smtClean="0">
                                  <a:solidFill>
                                    <a:srgbClr val="3A4A6A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2800" b="0" i="0" smtClean="0">
                                  <a:solidFill>
                                    <a:srgbClr val="3A4A6A"/>
                                  </a:solidFill>
                                  <a:latin typeface="Cambria Math" panose="02040503050406030204" pitchFamily="18" charset="0"/>
                                </a:rPr>
                                <m:t>c</m:t>
                              </m:r>
                            </m:e>
                            <m:sub>
                              <m:r>
                                <a:rPr lang="en-US" sz="2800" b="0" i="0" smtClean="0">
                                  <a:solidFill>
                                    <a:srgbClr val="3A4A6A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en-US" sz="2800" b="0" i="0" smtClean="0">
                              <a:solidFill>
                                <a:srgbClr val="3A4A6A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  <m:r>
                            <a:rPr lang="en-US" sz="2800">
                              <a:solidFill>
                                <a:srgbClr val="3A4A6A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d>
                            <m:dPr>
                              <m:ctrlPr>
                                <a:rPr lang="en-US" sz="2800" b="0" i="1" smtClean="0">
                                  <a:solidFill>
                                    <a:srgbClr val="3A4A6A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2800" b="0" i="1" smtClean="0">
                                      <a:solidFill>
                                        <a:srgbClr val="3A4A6A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sz="2800" b="0" i="0" smtClean="0">
                                      <a:solidFill>
                                        <a:srgbClr val="3A4A6A"/>
                                      </a:solidFill>
                                      <a:latin typeface="Cambria Math" panose="02040503050406030204" pitchFamily="18" charset="0"/>
                                    </a:rPr>
                                    <m:t>b</m:t>
                                  </m:r>
                                </m:e>
                                <m:sub>
                                  <m:r>
                                    <a:rPr lang="en-US" sz="2800" b="0" i="0" smtClean="0">
                                      <a:solidFill>
                                        <a:srgbClr val="3A4A6A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sz="2800" b="0" i="1" smtClean="0">
                                  <a:solidFill>
                                    <a:srgbClr val="3A4A6A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US" sz="2800" b="0" i="1" smtClean="0">
                                      <a:solidFill>
                                        <a:srgbClr val="3A4A6A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sz="2800" b="0" i="0" smtClean="0">
                                      <a:solidFill>
                                        <a:srgbClr val="3A4A6A"/>
                                      </a:solidFill>
                                      <a:latin typeface="Cambria Math" panose="02040503050406030204" pitchFamily="18" charset="0"/>
                                    </a:rPr>
                                    <m:t>c</m:t>
                                  </m:r>
                                </m:e>
                                <m:sub>
                                  <m:r>
                                    <a:rPr lang="en-US" sz="2800" b="0" i="0" smtClean="0">
                                      <a:solidFill>
                                        <a:srgbClr val="3A4A6A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d>
                          <m:r>
                            <m:rPr>
                              <m:sty m:val="p"/>
                            </m:rPr>
                            <a:rPr lang="en-US" sz="2800" b="0" i="0" smtClean="0">
                              <a:solidFill>
                                <a:srgbClr val="3A4A6A"/>
                              </a:solidFill>
                              <a:latin typeface="Cambria Math" panose="02040503050406030204" pitchFamily="18" charset="0"/>
                            </a:rPr>
                            <m:t>x</m:t>
                          </m:r>
                          <m:r>
                            <a:rPr lang="en-US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Shruti" panose="020B0502040204020203" pitchFamily="34" charset="0"/>
                            </a:rPr>
                            <m:t>+</m:t>
                          </m:r>
                          <m:d>
                            <m:dPr>
                              <m:ctrlPr>
                                <a:rPr lang="en-US" sz="2800" b="0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Shruti" panose="020B0502040204020203" pitchFamily="34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2800" b="0" i="1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Shruti" panose="020B0502040204020203" pitchFamily="34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sz="2800" b="0" i="0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Shruti" panose="020B0502040204020203" pitchFamily="34" charset="0"/>
                                    </a:rPr>
                                    <m:t>b</m:t>
                                  </m:r>
                                </m:e>
                                <m:sub>
                                  <m:r>
                                    <a:rPr lang="en-US" sz="2800" b="0" i="0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Shruti" panose="020B0502040204020203" pitchFamily="34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US" sz="2800" b="0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Shruti" panose="020B0502040204020203" pitchFamily="34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US" sz="2800" b="0" i="1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Shruti" panose="020B0502040204020203" pitchFamily="34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sz="2800" b="0" i="0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Shruti" panose="020B0502040204020203" pitchFamily="34" charset="0"/>
                                    </a:rPr>
                                    <m:t>c</m:t>
                                  </m:r>
                                </m:e>
                                <m:sub>
                                  <m:r>
                                    <a:rPr lang="en-US" sz="2800" b="0" i="0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Shruti" panose="020B0502040204020203" pitchFamily="34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d>
                          <m:sSup>
                            <m:sSupPr>
                              <m:ctrlPr>
                                <a:rPr lang="en-US" sz="2800" b="0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Shruti" panose="020B0502040204020203" pitchFamily="34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n-US" sz="2800" b="0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Shruti" panose="020B0502040204020203" pitchFamily="34" charset="0"/>
                                </a:rPr>
                                <m:t>x</m:t>
                              </m:r>
                            </m:e>
                            <m:sup>
                              <m:r>
                                <a:rPr lang="en-US" sz="2800" b="0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Shruti" panose="020B0502040204020203" pitchFamily="34" charset="0"/>
                                </a:rPr>
                                <m:t>2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en-US" sz="2800" dirty="0">
                  <a:solidFill>
                    <a:srgbClr val="3A4A6A"/>
                  </a:solidFill>
                </a:endParaRPr>
              </a:p>
            </p:txBody>
          </p:sp>
        </mc:Choice>
        <mc:Fallback xmlns="">
          <p:sp>
            <p:nvSpPr>
              <p:cNvPr id="20" name="Content Placeholder 4">
                <a:extLst>
                  <a:ext uri="{FF2B5EF4-FFF2-40B4-BE49-F238E27FC236}">
                    <a16:creationId xmlns:a16="http://schemas.microsoft.com/office/drawing/2014/main" id="{AEC1AF95-6B03-429C-9DC9-73D2526AB0D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12700" y="3202446"/>
                <a:ext cx="9518759" cy="550352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  <a:ln w="12700" cap="flat" cmpd="sng" algn="ctr">
                <a:noFill/>
                <a:prstDash val="solid"/>
                <a:miter lim="800000"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Content Placeholder 4">
                <a:extLst>
                  <a:ext uri="{FF2B5EF4-FFF2-40B4-BE49-F238E27FC236}">
                    <a16:creationId xmlns:a16="http://schemas.microsoft.com/office/drawing/2014/main" id="{CF97745C-B091-4A42-B425-C591566279FE}"/>
                  </a:ext>
                </a:extLst>
              </p:cNvPr>
              <p:cNvSpPr txBox="1">
                <a:spLocks/>
              </p:cNvSpPr>
              <p:nvPr/>
            </p:nvSpPr>
            <p:spPr>
              <a:xfrm flipH="1">
                <a:off x="12700" y="3972370"/>
                <a:ext cx="8731359" cy="687940"/>
              </a:xfrm>
              <a:prstGeom prst="rect">
                <a:avLst/>
              </a:prstGeom>
              <a:noFill/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vert="horz" lIns="91440" tIns="45720" rIns="91440" bIns="45720" rtlCol="0" anchor="ctr">
                <a:noAutofit/>
              </a:bodyPr>
              <a:lstStyle>
                <a:lvl1pPr marL="265113" indent="-265113" algn="just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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809625" indent="-352425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118745" indent="0">
                  <a:lnSpc>
                    <a:spcPct val="115000"/>
                  </a:lnSpc>
                  <a:spcAft>
                    <a:spcPts val="8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800" b="0" i="1" smtClean="0">
                          <a:solidFill>
                            <a:srgbClr val="3A4A6A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800" i="1">
                              <a:solidFill>
                                <a:srgbClr val="3A4A6A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>
                              <a:solidFill>
                                <a:srgbClr val="3A4A6A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en-US" sz="2800" i="1">
                                  <a:solidFill>
                                    <a:srgbClr val="3A4A6A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2800">
                                  <a:solidFill>
                                    <a:srgbClr val="3A4A6A"/>
                                  </a:solidFill>
                                  <a:latin typeface="Cambria Math" panose="02040503050406030204" pitchFamily="18" charset="0"/>
                                </a:rPr>
                                <m:t>a</m:t>
                              </m:r>
                            </m:e>
                            <m:sub>
                              <m:r>
                                <a:rPr lang="en-US" sz="2800">
                                  <a:solidFill>
                                    <a:srgbClr val="3A4A6A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en-US" sz="2800">
                              <a:solidFill>
                                <a:srgbClr val="3A4A6A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m:rPr>
                              <m:sty m:val="p"/>
                            </m:rPr>
                            <a:rPr lang="en-US" sz="2800">
                              <a:solidFill>
                                <a:srgbClr val="3A4A6A"/>
                              </a:solidFill>
                              <a:latin typeface="Cambria Math" panose="02040503050406030204" pitchFamily="18" charset="0"/>
                            </a:rPr>
                            <m:t>b</m:t>
                          </m:r>
                        </m:e>
                        <m:sub>
                          <m:r>
                            <a:rPr lang="en-US" sz="2800">
                              <a:solidFill>
                                <a:srgbClr val="3A4A6A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sz="2800">
                          <a:solidFill>
                            <a:srgbClr val="3A4A6A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2800" i="1">
                              <a:solidFill>
                                <a:srgbClr val="3A4A6A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800">
                              <a:solidFill>
                                <a:srgbClr val="3A4A6A"/>
                              </a:solidFill>
                              <a:latin typeface="Cambria Math" panose="02040503050406030204" pitchFamily="18" charset="0"/>
                            </a:rPr>
                            <m:t>c</m:t>
                          </m:r>
                        </m:e>
                        <m:sub>
                          <m:r>
                            <a:rPr lang="en-US" sz="2800">
                              <a:solidFill>
                                <a:srgbClr val="3A4A6A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sz="2800">
                          <a:solidFill>
                            <a:srgbClr val="3A4A6A"/>
                          </a:solidFill>
                          <a:latin typeface="Cambria Math" panose="02040503050406030204" pitchFamily="18" charset="0"/>
                        </a:rPr>
                        <m:t>)+</m:t>
                      </m:r>
                      <m:d>
                        <m:dPr>
                          <m:ctrlPr>
                            <a:rPr lang="en-US" sz="2800" i="1">
                              <a:solidFill>
                                <a:srgbClr val="3A4A6A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800" i="1">
                                  <a:solidFill>
                                    <a:srgbClr val="3A4A6A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sSub>
                                <m:sSubPr>
                                  <m:ctrlPr>
                                    <a:rPr lang="en-US" sz="2800" i="1">
                                      <a:solidFill>
                                        <a:srgbClr val="3A4A6A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sz="2800">
                                      <a:solidFill>
                                        <a:srgbClr val="3A4A6A"/>
                                      </a:solidFill>
                                      <a:latin typeface="Cambria Math" panose="02040503050406030204" pitchFamily="18" charset="0"/>
                                    </a:rPr>
                                    <m:t>a</m:t>
                                  </m:r>
                                </m:e>
                                <m:sub>
                                  <m:r>
                                    <a:rPr lang="en-US" sz="2800">
                                      <a:solidFill>
                                        <a:srgbClr val="3A4A6A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sz="2800">
                                  <a:solidFill>
                                    <a:srgbClr val="3A4A6A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m:rPr>
                                  <m:sty m:val="p"/>
                                </m:rPr>
                                <a:rPr lang="en-US" sz="2800">
                                  <a:solidFill>
                                    <a:srgbClr val="3A4A6A"/>
                                  </a:solidFill>
                                  <a:latin typeface="Cambria Math" panose="02040503050406030204" pitchFamily="18" charset="0"/>
                                </a:rPr>
                                <m:t>b</m:t>
                              </m:r>
                            </m:e>
                            <m:sub>
                              <m:r>
                                <a:rPr lang="en-US" sz="2800">
                                  <a:solidFill>
                                    <a:srgbClr val="3A4A6A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2800" i="1">
                              <a:solidFill>
                                <a:srgbClr val="3A4A6A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sz="2800" i="1">
                                  <a:solidFill>
                                    <a:srgbClr val="3A4A6A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2800">
                                  <a:solidFill>
                                    <a:srgbClr val="3A4A6A"/>
                                  </a:solidFill>
                                  <a:latin typeface="Cambria Math" panose="02040503050406030204" pitchFamily="18" charset="0"/>
                                </a:rPr>
                                <m:t>c</m:t>
                              </m:r>
                            </m:e>
                            <m:sub>
                              <m:r>
                                <a:rPr lang="en-US" sz="2800">
                                  <a:solidFill>
                                    <a:srgbClr val="3A4A6A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r>
                        <m:rPr>
                          <m:sty m:val="p"/>
                        </m:rPr>
                        <a:rPr lang="en-US" sz="2800">
                          <a:solidFill>
                            <a:srgbClr val="3A4A6A"/>
                          </a:solidFill>
                          <a:latin typeface="Cambria Math" panose="02040503050406030204" pitchFamily="18" charset="0"/>
                        </a:rPr>
                        <m:t>x</m:t>
                      </m:r>
                      <m:r>
                        <a:rPr lang="en-US" sz="2800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Shruti" panose="020B0502040204020203" pitchFamily="34" charset="0"/>
                        </a:rPr>
                        <m:t>+</m:t>
                      </m:r>
                      <m:d>
                        <m:dPr>
                          <m:ctrlPr>
                            <a:rPr lang="en-US" sz="2800" i="1">
                              <a:solidFill>
                                <a:srgbClr val="3A4A6A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800" i="1">
                                  <a:solidFill>
                                    <a:srgbClr val="3A4A6A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2800">
                                  <a:solidFill>
                                    <a:srgbClr val="3A4A6A"/>
                                  </a:solidFill>
                                  <a:latin typeface="Cambria Math" panose="02040503050406030204" pitchFamily="18" charset="0"/>
                                </a:rPr>
                                <m:t>a</m:t>
                              </m:r>
                            </m:e>
                            <m:sub>
                              <m:r>
                                <a:rPr lang="en-US" sz="2800">
                                  <a:solidFill>
                                    <a:srgbClr val="3A4A6A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sz="2800">
                              <a:solidFill>
                                <a:srgbClr val="3A4A6A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Shruti" panose="020B0502040204020203" pitchFamily="34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Shruti" panose="020B0502040204020203" pitchFamily="34" charset="0"/>
                                </a:rPr>
                                <m:t>b</m:t>
                              </m:r>
                            </m:e>
                            <m:sub>
                              <m: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Shruti" panose="020B0502040204020203" pitchFamily="34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Shruti" panose="020B0502040204020203" pitchFamily="34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Shruti" panose="020B0502040204020203" pitchFamily="34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Shruti" panose="020B0502040204020203" pitchFamily="34" charset="0"/>
                                </a:rPr>
                                <m:t>c</m:t>
                              </m:r>
                            </m:e>
                            <m:sub>
                              <m: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Shruti" panose="020B0502040204020203" pitchFamily="34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  <m:sSup>
                        <m:sSupPr>
                          <m:ctrlP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Shruti" panose="020B0502040204020203" pitchFamily="34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Shruti" panose="020B0502040204020203" pitchFamily="34" charset="0"/>
                            </a:rPr>
                            <m:t>x</m:t>
                          </m:r>
                        </m:e>
                        <m:sup>
                          <m: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Shruti" panose="020B0502040204020203" pitchFamily="34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US" sz="2800" dirty="0">
                  <a:solidFill>
                    <a:srgbClr val="3A4A6A"/>
                  </a:solidFill>
                </a:endParaRPr>
              </a:p>
            </p:txBody>
          </p:sp>
        </mc:Choice>
        <mc:Fallback xmlns="">
          <p:sp>
            <p:nvSpPr>
              <p:cNvPr id="24" name="Content Placeholder 4">
                <a:extLst>
                  <a:ext uri="{FF2B5EF4-FFF2-40B4-BE49-F238E27FC236}">
                    <a16:creationId xmlns:a16="http://schemas.microsoft.com/office/drawing/2014/main" id="{CF97745C-B091-4A42-B425-C591566279F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12700" y="3972370"/>
                <a:ext cx="8731359" cy="687940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  <a:ln w="12700" cap="flat" cmpd="sng" algn="ctr">
                <a:noFill/>
                <a:prstDash val="solid"/>
                <a:miter lim="800000"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5" name="Picture 14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782710" y="756408"/>
            <a:ext cx="5353067" cy="1359637"/>
          </a:xfrm>
          <a:prstGeom prst="rect">
            <a:avLst/>
          </a:prstGeom>
        </p:spPr>
      </p:pic>
      <p:sp>
        <p:nvSpPr>
          <p:cNvPr id="16" name="Right Arrow 3">
            <a:extLst>
              <a:ext uri="{FF2B5EF4-FFF2-40B4-BE49-F238E27FC236}">
                <a16:creationId xmlns:a16="http://schemas.microsoft.com/office/drawing/2014/main" id="{3FE11F38-A8D0-406B-A77F-9DE69C4F1B02}"/>
              </a:ext>
            </a:extLst>
          </p:cNvPr>
          <p:cNvSpPr/>
          <p:nvPr/>
        </p:nvSpPr>
        <p:spPr>
          <a:xfrm flipV="1">
            <a:off x="6782712" y="1229558"/>
            <a:ext cx="144000" cy="180000"/>
          </a:xfrm>
          <a:prstGeom prst="rightArrow">
            <a:avLst/>
          </a:prstGeom>
          <a:gradFill>
            <a:gsLst>
              <a:gs pos="10000">
                <a:srgbClr val="0E47A1"/>
              </a:gs>
              <a:gs pos="100000">
                <a:srgbClr val="03A9F5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Wingdings 3" panose="05040102010807070707" pitchFamily="18" charset="2"/>
              <a:buNone/>
            </a:pPr>
            <a:endParaRPr lang="en-IN" sz="28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120938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  <p:bldP spid="31" grpId="0"/>
      <p:bldP spid="20" grpId="0"/>
      <p:bldP spid="24" grpId="0"/>
    </p:bld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ECFC8A-BC0D-5D72-FE99-20313653BC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FDFDD70C-3AAE-183B-5AED-36C59E3E9B77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IN" dirty="0"/>
                  <a:t>Method:1 </a:t>
                </a:r>
                <a14:m>
                  <m:oMath xmlns:m="http://schemas.openxmlformats.org/officeDocument/2006/math">
                    <m:r>
                      <a:rPr lang="en-I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⇝</m:t>
                    </m:r>
                  </m:oMath>
                </a14:m>
                <a:r>
                  <a:rPr lang="en-IN" dirty="0"/>
                  <a:t> Example:17(continue)</a:t>
                </a:r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FDFDD70C-3AAE-183B-5AED-36C59E3E9B7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400" t="-8547" b="-1965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Content Placeholder 4">
                <a:extLst>
                  <a:ext uri="{FF2B5EF4-FFF2-40B4-BE49-F238E27FC236}">
                    <a16:creationId xmlns:a16="http://schemas.microsoft.com/office/drawing/2014/main" id="{C2E3A768-B2DD-49B5-A909-9453EEB041E3}"/>
                  </a:ext>
                </a:extLst>
              </p:cNvPr>
              <p:cNvSpPr txBox="1">
                <a:spLocks/>
              </p:cNvSpPr>
              <p:nvPr/>
            </p:nvSpPr>
            <p:spPr>
              <a:xfrm flipH="1">
                <a:off x="0" y="897049"/>
                <a:ext cx="5760000" cy="540000"/>
              </a:xfrm>
              <a:prstGeom prst="rect">
                <a:avLst/>
              </a:prstGeom>
              <a:gradFill>
                <a:gsLst>
                  <a:gs pos="10000">
                    <a:srgbClr val="0E47A1"/>
                  </a:gs>
                  <a:gs pos="100000">
                    <a:srgbClr val="03A9F5"/>
                  </a:gs>
                </a:gsLst>
                <a:lin ang="10800000" scaled="1"/>
              </a:gradFill>
              <a:ln>
                <a:noFill/>
              </a:ln>
            </p:spPr>
            <p:txBody>
              <a:bodyPr vert="horz" wrap="square" lIns="91440" tIns="45720" rIns="91440" bIns="45720" numCol="1" anchor="ctr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algn="ctr">
                  <a:defRPr sz="2800">
                    <a:solidFill>
                      <a:schemeClr val="bg1"/>
                    </a:solidFill>
                  </a:defRPr>
                </a:lvl1pPr>
                <a:lvl2pPr>
                  <a:defRPr>
                    <a:solidFill>
                      <a:schemeClr val="tx1"/>
                    </a:solidFill>
                  </a:defRPr>
                </a:lvl2pPr>
                <a:lvl3pPr>
                  <a:defRPr>
                    <a:solidFill>
                      <a:schemeClr val="tx1"/>
                    </a:solidFill>
                  </a:defRPr>
                </a:lvl3pPr>
                <a:lvl4pPr>
                  <a:defRPr>
                    <a:solidFill>
                      <a:schemeClr val="tx1"/>
                    </a:solidFill>
                  </a:defRPr>
                </a:lvl4pPr>
                <a:lvl5pPr>
                  <a:defRPr>
                    <a:solidFill>
                      <a:schemeClr val="tx1"/>
                    </a:solidFill>
                  </a:defRPr>
                </a:lvl5pPr>
                <a:lvl6pPr>
                  <a:defRPr>
                    <a:solidFill>
                      <a:schemeClr val="tx1"/>
                    </a:solidFill>
                  </a:defRPr>
                </a:lvl6pPr>
                <a:lvl7pPr>
                  <a:defRPr>
                    <a:solidFill>
                      <a:schemeClr val="tx1"/>
                    </a:solidFill>
                  </a:defRPr>
                </a:lvl7pPr>
                <a:lvl8pPr>
                  <a:defRPr>
                    <a:solidFill>
                      <a:schemeClr val="tx1"/>
                    </a:solidFill>
                  </a:defRPr>
                </a:lvl8pPr>
                <a:lvl9pPr>
                  <a:defRPr>
                    <a:solidFill>
                      <a:schemeClr val="tx1"/>
                    </a:solidFill>
                  </a:defRPr>
                </a:lvl9pPr>
              </a:lstStyle>
              <a:p>
                <a:pPr algn="l"/>
                <a:r>
                  <a:rPr lang="en-US" b="1" dirty="0"/>
                  <a:t>Axiom 3: </a:t>
                </a:r>
                <a14:m>
                  <m:oMath xmlns:m="http://schemas.openxmlformats.org/officeDocument/2006/math">
                    <m:r>
                      <a:rPr lang="en-US" b="1" i="0" dirty="0" smtClean="0">
                        <a:latin typeface="Cambria Math" panose="02040503050406030204" pitchFamily="18" charset="0"/>
                      </a:rPr>
                      <m:t>𝐮</m:t>
                    </m:r>
                    <m:r>
                      <a:rPr lang="en-US" b="1" i="0" dirty="0">
                        <a:latin typeface="Cambria Math" panose="02040503050406030204" pitchFamily="18" charset="0"/>
                      </a:rPr>
                      <m:t>+</m:t>
                    </m:r>
                    <m:d>
                      <m:dPr>
                        <m:ctrlPr>
                          <a:rPr lang="en-US" b="1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 i="0" dirty="0" smtClean="0">
                            <a:latin typeface="Cambria Math" panose="02040503050406030204" pitchFamily="18" charset="0"/>
                          </a:rPr>
                          <m:t>𝐯</m:t>
                        </m:r>
                        <m:r>
                          <a:rPr lang="en-US" b="1" i="0" dirty="0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b="1" i="0" dirty="0" smtClean="0">
                            <a:latin typeface="Cambria Math" panose="02040503050406030204" pitchFamily="18" charset="0"/>
                          </a:rPr>
                          <m:t>𝐰</m:t>
                        </m:r>
                      </m:e>
                    </m:d>
                    <m:r>
                      <a:rPr lang="en-US" b="1" i="0" dirty="0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b="1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 i="0" dirty="0" smtClean="0">
                            <a:latin typeface="Cambria Math" panose="02040503050406030204" pitchFamily="18" charset="0"/>
                          </a:rPr>
                          <m:t>𝐮</m:t>
                        </m:r>
                        <m:r>
                          <a:rPr lang="en-US" b="1" i="0" dirty="0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b="1" i="0" dirty="0" smtClean="0">
                            <a:latin typeface="Cambria Math" panose="02040503050406030204" pitchFamily="18" charset="0"/>
                          </a:rPr>
                          <m:t>𝐯</m:t>
                        </m:r>
                      </m:e>
                    </m:d>
                    <m:r>
                      <a:rPr lang="en-US" b="1" i="0" dirty="0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1" i="0" dirty="0" smtClean="0">
                        <a:latin typeface="Cambria Math" panose="02040503050406030204" pitchFamily="18" charset="0"/>
                      </a:rPr>
                      <m:t>𝐰</m:t>
                    </m:r>
                  </m:oMath>
                </a14:m>
                <a:endParaRPr lang="en-US" b="1" dirty="0"/>
              </a:p>
            </p:txBody>
          </p:sp>
        </mc:Choice>
        <mc:Fallback xmlns="">
          <p:sp>
            <p:nvSpPr>
              <p:cNvPr id="17" name="Content Placeholder 4">
                <a:extLst>
                  <a:ext uri="{FF2B5EF4-FFF2-40B4-BE49-F238E27FC236}">
                    <a16:creationId xmlns:a16="http://schemas.microsoft.com/office/drawing/2014/main" id="{C2E3A768-B2DD-49B5-A909-9453EEB041E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0" y="897049"/>
                <a:ext cx="5760000" cy="540000"/>
              </a:xfrm>
              <a:prstGeom prst="rect">
                <a:avLst/>
              </a:prstGeom>
              <a:blipFill>
                <a:blip r:embed="rId4"/>
                <a:stretch>
                  <a:fillRect l="-2116" t="-10112" b="-29213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Content Placeholder 4">
                <a:extLst>
                  <a:ext uri="{FF2B5EF4-FFF2-40B4-BE49-F238E27FC236}">
                    <a16:creationId xmlns:a16="http://schemas.microsoft.com/office/drawing/2014/main" id="{E2369E14-FB7F-439F-B8BC-3D00ED9ED33E}"/>
                  </a:ext>
                </a:extLst>
              </p:cNvPr>
              <p:cNvSpPr txBox="1">
                <a:spLocks/>
              </p:cNvSpPr>
              <p:nvPr/>
            </p:nvSpPr>
            <p:spPr>
              <a:xfrm flipH="1">
                <a:off x="139805" y="1778171"/>
                <a:ext cx="3143989" cy="540000"/>
              </a:xfrm>
              <a:prstGeom prst="rect">
                <a:avLst/>
              </a:prstGeom>
              <a:noFill/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vert="horz" lIns="91440" tIns="45720" rIns="91440" bIns="45720" rtlCol="0" anchor="ctr">
                <a:noAutofit/>
              </a:bodyPr>
              <a:lstStyle>
                <a:lvl1pPr marL="265113" indent="-265113" algn="just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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809625" indent="-352425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lnSpc>
                    <a:spcPct val="115000"/>
                  </a:lnSpc>
                  <a:spcAft>
                    <a:spcPts val="800"/>
                  </a:spcAft>
                  <a:buNone/>
                </a:pPr>
                <a:r>
                  <a:rPr lang="en-US" sz="2800" dirty="0">
                    <a:solidFill>
                      <a:srgbClr val="002060"/>
                    </a:solidFill>
                  </a:rPr>
                  <a:t>Now,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2800" i="1">
                            <a:solidFill>
                              <a:srgbClr val="3A4A6A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sz="2800" i="1">
                            <a:solidFill>
                              <a:srgbClr val="3A4A6A"/>
                            </a:solidFill>
                            <a:latin typeface="Cambria Math" panose="02040503050406030204" pitchFamily="18" charset="0"/>
                          </a:rPr>
                          <m:t>u</m:t>
                        </m:r>
                        <m:r>
                          <a:rPr lang="en-US" sz="2800" i="1">
                            <a:solidFill>
                              <a:srgbClr val="3A4A6A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US" sz="2800" i="1">
                            <a:solidFill>
                              <a:srgbClr val="3A4A6A"/>
                            </a:solidFill>
                            <a:latin typeface="Cambria Math" panose="02040503050406030204" pitchFamily="18" charset="0"/>
                          </a:rPr>
                          <m:t>v</m:t>
                        </m:r>
                      </m:e>
                    </m:d>
                    <m:r>
                      <a:rPr lang="en-US" sz="2800" i="1">
                        <a:solidFill>
                          <a:srgbClr val="3A4A6A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US" sz="2800" i="1">
                        <a:solidFill>
                          <a:srgbClr val="3A4A6A"/>
                        </a:solidFill>
                        <a:latin typeface="Cambria Math" panose="02040503050406030204" pitchFamily="18" charset="0"/>
                      </a:rPr>
                      <m:t>w</m:t>
                    </m:r>
                    <m:r>
                      <a:rPr lang="en-US" sz="2800" i="1">
                        <a:solidFill>
                          <a:srgbClr val="3A4A6A"/>
                        </a:solidFill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endParaRPr lang="en-US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18" name="Content Placeholder 4">
                <a:extLst>
                  <a:ext uri="{FF2B5EF4-FFF2-40B4-BE49-F238E27FC236}">
                    <a16:creationId xmlns:a16="http://schemas.microsoft.com/office/drawing/2014/main" id="{E2369E14-FB7F-439F-B8BC-3D00ED9ED33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139805" y="1778171"/>
                <a:ext cx="3143989" cy="540000"/>
              </a:xfrm>
              <a:prstGeom prst="rect">
                <a:avLst/>
              </a:prstGeom>
              <a:blipFill>
                <a:blip r:embed="rId5"/>
                <a:stretch>
                  <a:fillRect l="-4070" t="-10227" b="-29545"/>
                </a:stretch>
              </a:blipFill>
              <a:ln w="12700" cap="flat" cmpd="sng" algn="ctr">
                <a:noFill/>
                <a:prstDash val="solid"/>
                <a:miter lim="800000"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Content Placeholder 4">
                <a:extLst>
                  <a:ext uri="{FF2B5EF4-FFF2-40B4-BE49-F238E27FC236}">
                    <a16:creationId xmlns:a16="http://schemas.microsoft.com/office/drawing/2014/main" id="{E2369E14-FB7F-439F-B8BC-3D00ED9ED33E}"/>
                  </a:ext>
                </a:extLst>
              </p:cNvPr>
              <p:cNvSpPr txBox="1">
                <a:spLocks/>
              </p:cNvSpPr>
              <p:nvPr/>
            </p:nvSpPr>
            <p:spPr>
              <a:xfrm flipH="1">
                <a:off x="127340" y="2479599"/>
                <a:ext cx="9689759" cy="540000"/>
              </a:xfrm>
              <a:prstGeom prst="rect">
                <a:avLst/>
              </a:prstGeom>
              <a:noFill/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vert="horz" lIns="91440" tIns="45720" rIns="91440" bIns="45720" rtlCol="0" anchor="ctr">
                <a:noAutofit/>
              </a:bodyPr>
              <a:lstStyle>
                <a:lvl1pPr marL="265113" indent="-265113" algn="just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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809625" indent="-352425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lnSpc>
                    <a:spcPct val="115000"/>
                  </a:lnSpc>
                  <a:spcAft>
                    <a:spcPts val="8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800" i="1">
                          <a:solidFill>
                            <a:srgbClr val="3A4A6A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sz="2800" i="1">
                              <a:solidFill>
                                <a:srgbClr val="3A4A6A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ctrlPr>
                                <a:rPr lang="en-US" sz="2800" i="1">
                                  <a:solidFill>
                                    <a:srgbClr val="3A4A6A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2800" i="1">
                                      <a:solidFill>
                                        <a:srgbClr val="3A4A6A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sz="2800" i="1">
                                      <a:solidFill>
                                        <a:srgbClr val="3A4A6A"/>
                                      </a:solidFill>
                                      <a:latin typeface="Cambria Math" panose="02040503050406030204" pitchFamily="18" charset="0"/>
                                    </a:rPr>
                                    <m:t>a</m:t>
                                  </m:r>
                                </m:e>
                                <m:sub>
                                  <m:r>
                                    <a:rPr lang="en-US" sz="2800" i="1">
                                      <a:solidFill>
                                        <a:srgbClr val="3A4A6A"/>
                                      </a:solidFill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  <m:r>
                                <a:rPr lang="en-US" sz="2800" i="1">
                                  <a:solidFill>
                                    <a:srgbClr val="3A4A6A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US" sz="2800" i="1">
                                      <a:solidFill>
                                        <a:srgbClr val="3A4A6A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sz="2800" i="1">
                                      <a:solidFill>
                                        <a:srgbClr val="3A4A6A"/>
                                      </a:solidFill>
                                      <a:latin typeface="Cambria Math" panose="02040503050406030204" pitchFamily="18" charset="0"/>
                                    </a:rPr>
                                    <m:t>a</m:t>
                                  </m:r>
                                </m:e>
                                <m:sub>
                                  <m:r>
                                    <a:rPr lang="en-US" sz="2800" i="1">
                                      <a:solidFill>
                                        <a:srgbClr val="3A4A6A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m:rPr>
                                  <m:sty m:val="p"/>
                                </m:rPr>
                                <a:rPr lang="en-US" sz="2800" i="1">
                                  <a:solidFill>
                                    <a:srgbClr val="3A4A6A"/>
                                  </a:solidFill>
                                  <a:latin typeface="Cambria Math" panose="02040503050406030204" pitchFamily="18" charset="0"/>
                                </a:rPr>
                                <m:t>x</m:t>
                              </m:r>
                              <m:r>
                                <a:rPr lang="en-US" sz="2800" i="1">
                                  <a:solidFill>
                                    <a:srgbClr val="3A4A6A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US" sz="2800" i="1">
                                      <a:solidFill>
                                        <a:srgbClr val="3A4A6A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sz="2800" i="1">
                                      <a:solidFill>
                                        <a:srgbClr val="3A4A6A"/>
                                      </a:solidFill>
                                      <a:latin typeface="Cambria Math" panose="02040503050406030204" pitchFamily="18" charset="0"/>
                                    </a:rPr>
                                    <m:t>a</m:t>
                                  </m:r>
                                </m:e>
                                <m:sub>
                                  <m:r>
                                    <a:rPr lang="en-US" sz="2800" i="1">
                                      <a:solidFill>
                                        <a:srgbClr val="3A4A6A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sSup>
                                <m:sSupPr>
                                  <m:ctrlPr>
                                    <a:rPr lang="en-US" sz="2800" i="1">
                                      <a:solidFill>
                                        <a:srgbClr val="3A4A6A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sz="2800" i="1">
                                      <a:solidFill>
                                        <a:srgbClr val="3A4A6A"/>
                                      </a:solidFill>
                                      <a:latin typeface="Cambria Math" panose="02040503050406030204" pitchFamily="18" charset="0"/>
                                    </a:rPr>
                                    <m:t>x</m:t>
                                  </m:r>
                                </m:e>
                                <m:sup>
                                  <m:r>
                                    <a:rPr lang="en-US" sz="2800" i="1">
                                      <a:solidFill>
                                        <a:srgbClr val="3A4A6A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d>
                          <m:r>
                            <a:rPr lang="en-US" sz="2800" i="1">
                              <a:solidFill>
                                <a:srgbClr val="3A4A6A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sz="2800" i="1">
                                  <a:solidFill>
                                    <a:srgbClr val="3A4A6A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i="1">
                                  <a:solidFill>
                                    <a:srgbClr val="3A4A6A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m:rPr>
                                  <m:sty m:val="p"/>
                                </m:rPr>
                                <a:rPr lang="en-US" sz="2800" i="1">
                                  <a:solidFill>
                                    <a:srgbClr val="3A4A6A"/>
                                  </a:solidFill>
                                  <a:latin typeface="Cambria Math" panose="02040503050406030204" pitchFamily="18" charset="0"/>
                                </a:rPr>
                                <m:t>b</m:t>
                              </m:r>
                            </m:e>
                            <m:sub>
                              <m:r>
                                <a:rPr lang="en-US" sz="2800" i="1">
                                  <a:solidFill>
                                    <a:srgbClr val="3A4A6A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en-US" sz="2800" i="1">
                              <a:solidFill>
                                <a:srgbClr val="3A4A6A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sz="2800" i="1">
                                  <a:solidFill>
                                    <a:srgbClr val="3A4A6A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2800" i="1">
                                  <a:solidFill>
                                    <a:srgbClr val="3A4A6A"/>
                                  </a:solidFill>
                                  <a:latin typeface="Cambria Math" panose="02040503050406030204" pitchFamily="18" charset="0"/>
                                </a:rPr>
                                <m:t>b</m:t>
                              </m:r>
                            </m:e>
                            <m:sub>
                              <m:r>
                                <a:rPr lang="en-US" sz="2800" i="1">
                                  <a:solidFill>
                                    <a:srgbClr val="3A4A6A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m:rPr>
                              <m:sty m:val="p"/>
                            </m:rPr>
                            <a:rPr lang="en-US" sz="2800" i="1">
                              <a:solidFill>
                                <a:srgbClr val="3A4A6A"/>
                              </a:solidFill>
                              <a:latin typeface="Cambria Math" panose="02040503050406030204" pitchFamily="18" charset="0"/>
                            </a:rPr>
                            <m:t>x</m:t>
                          </m:r>
                          <m:r>
                            <a:rPr lang="en-US" sz="2800" i="1">
                              <a:solidFill>
                                <a:srgbClr val="3A4A6A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sz="2800" i="1">
                                  <a:solidFill>
                                    <a:srgbClr val="3A4A6A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2800" i="1">
                                  <a:solidFill>
                                    <a:srgbClr val="3A4A6A"/>
                                  </a:solidFill>
                                  <a:latin typeface="Cambria Math" panose="02040503050406030204" pitchFamily="18" charset="0"/>
                                </a:rPr>
                                <m:t>b</m:t>
                              </m:r>
                            </m:e>
                            <m:sub>
                              <m:r>
                                <a:rPr lang="en-US" sz="2800" i="1">
                                  <a:solidFill>
                                    <a:srgbClr val="3A4A6A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sSup>
                            <m:sSupPr>
                              <m:ctrlPr>
                                <a:rPr lang="en-US" sz="2800" i="1">
                                  <a:solidFill>
                                    <a:srgbClr val="3A4A6A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n-US" sz="2800" i="1">
                                  <a:solidFill>
                                    <a:srgbClr val="3A4A6A"/>
                                  </a:solidFill>
                                  <a:latin typeface="Cambria Math" panose="02040503050406030204" pitchFamily="18" charset="0"/>
                                </a:rPr>
                                <m:t>x</m:t>
                              </m:r>
                            </m:e>
                            <m:sup>
                              <m:r>
                                <a:rPr lang="en-US" sz="2800" i="1">
                                  <a:solidFill>
                                    <a:srgbClr val="3A4A6A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sz="2800" i="1">
                              <a:solidFill>
                                <a:srgbClr val="3A4A6A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d>
                      <m:r>
                        <a:rPr lang="en-US" sz="2800" i="1">
                          <a:solidFill>
                            <a:srgbClr val="3A4A6A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2800" i="1">
                              <a:solidFill>
                                <a:srgbClr val="3A4A6A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i="1">
                              <a:solidFill>
                                <a:srgbClr val="3A4A6A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m:rPr>
                              <m:sty m:val="p"/>
                            </m:rPr>
                            <a:rPr lang="en-US" sz="2800" i="1">
                              <a:solidFill>
                                <a:srgbClr val="3A4A6A"/>
                              </a:solidFill>
                              <a:latin typeface="Cambria Math" panose="02040503050406030204" pitchFamily="18" charset="0"/>
                            </a:rPr>
                            <m:t>c</m:t>
                          </m:r>
                        </m:e>
                        <m:sub>
                          <m:r>
                            <a:rPr lang="en-US" sz="2800" i="1">
                              <a:solidFill>
                                <a:srgbClr val="3A4A6A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sz="2800" i="1">
                          <a:solidFill>
                            <a:srgbClr val="3A4A6A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2800" i="1">
                              <a:solidFill>
                                <a:srgbClr val="3A4A6A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800" i="1">
                              <a:solidFill>
                                <a:srgbClr val="3A4A6A"/>
                              </a:solidFill>
                              <a:latin typeface="Cambria Math" panose="02040503050406030204" pitchFamily="18" charset="0"/>
                            </a:rPr>
                            <m:t>c</m:t>
                          </m:r>
                        </m:e>
                        <m:sub>
                          <m:r>
                            <a:rPr lang="en-US" sz="2800" i="1">
                              <a:solidFill>
                                <a:srgbClr val="3A4A6A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n-US" sz="2800" i="1">
                          <a:solidFill>
                            <a:srgbClr val="3A4A6A"/>
                          </a:solidFill>
                          <a:latin typeface="Cambria Math" panose="02040503050406030204" pitchFamily="18" charset="0"/>
                        </a:rPr>
                        <m:t>x</m:t>
                      </m:r>
                      <m:r>
                        <a:rPr lang="en-US" sz="2800" i="1">
                          <a:solidFill>
                            <a:srgbClr val="3A4A6A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2800" i="1">
                              <a:solidFill>
                                <a:srgbClr val="3A4A6A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800" i="1">
                              <a:solidFill>
                                <a:srgbClr val="3A4A6A"/>
                              </a:solidFill>
                              <a:latin typeface="Cambria Math" panose="02040503050406030204" pitchFamily="18" charset="0"/>
                            </a:rPr>
                            <m:t>c</m:t>
                          </m:r>
                        </m:e>
                        <m:sub>
                          <m:r>
                            <a:rPr lang="en-US" sz="2800" i="1">
                              <a:solidFill>
                                <a:srgbClr val="3A4A6A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p>
                        <m:sSupPr>
                          <m:ctrlPr>
                            <a:rPr lang="en-US" sz="2800" i="1">
                              <a:solidFill>
                                <a:srgbClr val="3A4A6A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en-US" sz="2800" i="1">
                              <a:solidFill>
                                <a:srgbClr val="3A4A6A"/>
                              </a:solidFill>
                              <a:latin typeface="Cambria Math" panose="02040503050406030204" pitchFamily="18" charset="0"/>
                            </a:rPr>
                            <m:t>x</m:t>
                          </m:r>
                        </m:e>
                        <m:sup>
                          <m:r>
                            <a:rPr lang="en-US" sz="2800" i="1">
                              <a:solidFill>
                                <a:srgbClr val="3A4A6A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800" i="1">
                          <a:solidFill>
                            <a:srgbClr val="3A4A6A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31" name="Content Placeholder 4">
                <a:extLst>
                  <a:ext uri="{FF2B5EF4-FFF2-40B4-BE49-F238E27FC236}">
                    <a16:creationId xmlns:a16="http://schemas.microsoft.com/office/drawing/2014/main" id="{E2369E14-FB7F-439F-B8BC-3D00ED9ED33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127340" y="2479599"/>
                <a:ext cx="9689759" cy="54000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ln w="12700" cap="flat" cmpd="sng" algn="ctr">
                <a:noFill/>
                <a:prstDash val="solid"/>
                <a:miter lim="800000"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Content Placeholder 4">
                <a:extLst>
                  <a:ext uri="{FF2B5EF4-FFF2-40B4-BE49-F238E27FC236}">
                    <a16:creationId xmlns:a16="http://schemas.microsoft.com/office/drawing/2014/main" id="{AEC1AF95-6B03-429C-9DC9-73D2526AB0DE}"/>
                  </a:ext>
                </a:extLst>
              </p:cNvPr>
              <p:cNvSpPr txBox="1">
                <a:spLocks/>
              </p:cNvSpPr>
              <p:nvPr/>
            </p:nvSpPr>
            <p:spPr>
              <a:xfrm flipH="1">
                <a:off x="127340" y="3222614"/>
                <a:ext cx="9518759" cy="550352"/>
              </a:xfrm>
              <a:prstGeom prst="rect">
                <a:avLst/>
              </a:prstGeom>
              <a:noFill/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vert="horz" lIns="91440" tIns="45720" rIns="91440" bIns="45720" rtlCol="0" anchor="ctr">
                <a:noAutofit/>
              </a:bodyPr>
              <a:lstStyle>
                <a:lvl1pPr marL="265113" indent="-265113" algn="just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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809625" indent="-352425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lnSpc>
                    <a:spcPct val="115000"/>
                  </a:lnSpc>
                  <a:spcAft>
                    <a:spcPts val="8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800" smtClean="0">
                          <a:solidFill>
                            <a:srgbClr val="3A4A6A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sz="2800" b="0" i="1" smtClean="0">
                              <a:solidFill>
                                <a:srgbClr val="3A4A6A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ctrlPr>
                                <a:rPr lang="en-US" sz="2800" b="0" i="1" smtClean="0">
                                  <a:solidFill>
                                    <a:srgbClr val="3A4A6A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2800" i="1">
                                      <a:solidFill>
                                        <a:srgbClr val="3A4A6A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sz="2800">
                                      <a:solidFill>
                                        <a:srgbClr val="3A4A6A"/>
                                      </a:solidFill>
                                      <a:latin typeface="Cambria Math" panose="02040503050406030204" pitchFamily="18" charset="0"/>
                                    </a:rPr>
                                    <m:t>a</m:t>
                                  </m:r>
                                </m:e>
                                <m:sub>
                                  <m:r>
                                    <a:rPr lang="en-US" sz="2800">
                                      <a:solidFill>
                                        <a:srgbClr val="3A4A6A"/>
                                      </a:solidFill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  <m:r>
                                <a:rPr lang="en-US" sz="2800">
                                  <a:solidFill>
                                    <a:srgbClr val="3A4A6A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US" sz="2800" i="1">
                                      <a:solidFill>
                                        <a:srgbClr val="3A4A6A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sz="2800">
                                      <a:solidFill>
                                        <a:srgbClr val="3A4A6A"/>
                                      </a:solidFill>
                                      <a:latin typeface="Cambria Math" panose="02040503050406030204" pitchFamily="18" charset="0"/>
                                    </a:rPr>
                                    <m:t>b</m:t>
                                  </m:r>
                                </m:e>
                                <m:sub>
                                  <m:r>
                                    <a:rPr lang="en-US" sz="2800">
                                      <a:solidFill>
                                        <a:srgbClr val="3A4A6A"/>
                                      </a:solidFill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</m:e>
                          </m:d>
                          <m:r>
                            <a:rPr lang="en-US" sz="2800">
                              <a:solidFill>
                                <a:srgbClr val="3A4A6A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d>
                            <m:dPr>
                              <m:ctrlPr>
                                <a:rPr lang="en-US" sz="2800" i="1">
                                  <a:solidFill>
                                    <a:srgbClr val="3A4A6A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2800" i="1">
                                      <a:solidFill>
                                        <a:srgbClr val="3A4A6A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sz="2800">
                                      <a:solidFill>
                                        <a:srgbClr val="3A4A6A"/>
                                      </a:solidFill>
                                      <a:latin typeface="Cambria Math" panose="02040503050406030204" pitchFamily="18" charset="0"/>
                                    </a:rPr>
                                    <m:t>a</m:t>
                                  </m:r>
                                </m:e>
                                <m:sub>
                                  <m:r>
                                    <a:rPr lang="en-US" sz="2800">
                                      <a:solidFill>
                                        <a:srgbClr val="3A4A6A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sz="2800" i="1">
                                  <a:solidFill>
                                    <a:srgbClr val="3A4A6A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US" sz="2800" i="1">
                                      <a:solidFill>
                                        <a:srgbClr val="3A4A6A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sz="2800">
                                      <a:solidFill>
                                        <a:srgbClr val="3A4A6A"/>
                                      </a:solidFill>
                                      <a:latin typeface="Cambria Math" panose="02040503050406030204" pitchFamily="18" charset="0"/>
                                    </a:rPr>
                                    <m:t>b</m:t>
                                  </m:r>
                                </m:e>
                                <m:sub>
                                  <m:r>
                                    <a:rPr lang="en-US" sz="2800">
                                      <a:solidFill>
                                        <a:srgbClr val="3A4A6A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d>
                          <m:r>
                            <m:rPr>
                              <m:sty m:val="p"/>
                            </m:rPr>
                            <a:rPr lang="en-US" sz="2800">
                              <a:solidFill>
                                <a:srgbClr val="3A4A6A"/>
                              </a:solidFill>
                              <a:latin typeface="Cambria Math" panose="02040503050406030204" pitchFamily="18" charset="0"/>
                            </a:rPr>
                            <m:t>x</m:t>
                          </m:r>
                          <m:r>
                            <a:rPr lang="en-US" sz="2800" i="1">
                              <a:solidFill>
                                <a:srgbClr val="3A4A6A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d>
                            <m:dPr>
                              <m:ctrlPr>
                                <a:rPr lang="en-US" sz="2800" i="1">
                                  <a:solidFill>
                                    <a:srgbClr val="3A4A6A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2800" i="1">
                                      <a:solidFill>
                                        <a:srgbClr val="3A4A6A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sz="2800">
                                      <a:solidFill>
                                        <a:srgbClr val="3A4A6A"/>
                                      </a:solidFill>
                                      <a:latin typeface="Cambria Math" panose="02040503050406030204" pitchFamily="18" charset="0"/>
                                    </a:rPr>
                                    <m:t>a</m:t>
                                  </m:r>
                                </m:e>
                                <m:sub>
                                  <m:r>
                                    <a:rPr lang="en-US" sz="2800">
                                      <a:solidFill>
                                        <a:srgbClr val="3A4A6A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US" sz="2800">
                                  <a:solidFill>
                                    <a:srgbClr val="3A4A6A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US" sz="2800" i="1">
                                      <a:solidFill>
                                        <a:srgbClr val="3A4A6A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sz="2800">
                                      <a:solidFill>
                                        <a:srgbClr val="3A4A6A"/>
                                      </a:solidFill>
                                      <a:latin typeface="Cambria Math" panose="02040503050406030204" pitchFamily="18" charset="0"/>
                                    </a:rPr>
                                    <m:t>b</m:t>
                                  </m:r>
                                </m:e>
                                <m:sub>
                                  <m:r>
                                    <a:rPr lang="en-US" sz="2800">
                                      <a:solidFill>
                                        <a:srgbClr val="3A4A6A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d>
                          <m:sSup>
                            <m:sSupPr>
                              <m:ctrlPr>
                                <a:rPr lang="en-US" sz="2800" i="1">
                                  <a:solidFill>
                                    <a:srgbClr val="3A4A6A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n-US" sz="2800">
                                  <a:solidFill>
                                    <a:srgbClr val="3A4A6A"/>
                                  </a:solidFill>
                                  <a:latin typeface="Cambria Math" panose="02040503050406030204" pitchFamily="18" charset="0"/>
                                </a:rPr>
                                <m:t>x</m:t>
                              </m:r>
                            </m:e>
                            <m:sup>
                              <m:r>
                                <a:rPr lang="en-US" sz="2800">
                                  <a:solidFill>
                                    <a:srgbClr val="3A4A6A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d>
                      <m:r>
                        <a:rPr lang="en-US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Shruti" panose="020B0502040204020203" pitchFamily="34" charset="0"/>
                        </a:rPr>
                        <m:t>+</m:t>
                      </m:r>
                      <m:sSub>
                        <m:sSubPr>
                          <m:ctrlPr>
                            <a:rPr lang="en-US" sz="2800" i="1">
                              <a:solidFill>
                                <a:srgbClr val="3A4A6A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>
                              <a:solidFill>
                                <a:srgbClr val="3A4A6A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m:rPr>
                              <m:sty m:val="p"/>
                            </m:rPr>
                            <a:rPr lang="en-US" sz="2800">
                              <a:solidFill>
                                <a:srgbClr val="3A4A6A"/>
                              </a:solidFill>
                              <a:latin typeface="Cambria Math" panose="02040503050406030204" pitchFamily="18" charset="0"/>
                            </a:rPr>
                            <m:t>c</m:t>
                          </m:r>
                        </m:e>
                        <m:sub>
                          <m:r>
                            <a:rPr lang="en-US" sz="2800">
                              <a:solidFill>
                                <a:srgbClr val="3A4A6A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sz="2800">
                          <a:solidFill>
                            <a:srgbClr val="3A4A6A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2800" i="1">
                              <a:solidFill>
                                <a:srgbClr val="3A4A6A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800">
                              <a:solidFill>
                                <a:srgbClr val="3A4A6A"/>
                              </a:solidFill>
                              <a:latin typeface="Cambria Math" panose="02040503050406030204" pitchFamily="18" charset="0"/>
                            </a:rPr>
                            <m:t>c</m:t>
                          </m:r>
                        </m:e>
                        <m:sub>
                          <m:r>
                            <a:rPr lang="en-US" sz="2800">
                              <a:solidFill>
                                <a:srgbClr val="3A4A6A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n-US" sz="2800">
                          <a:solidFill>
                            <a:srgbClr val="3A4A6A"/>
                          </a:solidFill>
                          <a:latin typeface="Cambria Math" panose="02040503050406030204" pitchFamily="18" charset="0"/>
                        </a:rPr>
                        <m:t>x</m:t>
                      </m:r>
                      <m:r>
                        <a:rPr lang="en-US" sz="2800">
                          <a:solidFill>
                            <a:srgbClr val="3A4A6A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2800" i="1">
                              <a:solidFill>
                                <a:srgbClr val="3A4A6A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800">
                              <a:solidFill>
                                <a:srgbClr val="3A4A6A"/>
                              </a:solidFill>
                              <a:latin typeface="Cambria Math" panose="02040503050406030204" pitchFamily="18" charset="0"/>
                            </a:rPr>
                            <m:t>c</m:t>
                          </m:r>
                        </m:e>
                        <m:sub>
                          <m:r>
                            <a:rPr lang="en-US" sz="2800">
                              <a:solidFill>
                                <a:srgbClr val="3A4A6A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p>
                        <m:sSupPr>
                          <m:ctrlPr>
                            <a:rPr lang="en-US" sz="2800" i="1">
                              <a:solidFill>
                                <a:srgbClr val="3A4A6A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en-US" sz="2800">
                              <a:solidFill>
                                <a:srgbClr val="3A4A6A"/>
                              </a:solidFill>
                              <a:latin typeface="Cambria Math" panose="02040503050406030204" pitchFamily="18" charset="0"/>
                            </a:rPr>
                            <m:t>x</m:t>
                          </m:r>
                        </m:e>
                        <m:sup>
                          <m:r>
                            <a:rPr lang="en-US" sz="2800">
                              <a:solidFill>
                                <a:srgbClr val="3A4A6A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800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Shruti" panose="020B0502040204020203" pitchFamily="34" charset="0"/>
                        </a:rPr>
                        <m:t>)</m:t>
                      </m:r>
                    </m:oMath>
                  </m:oMathPara>
                </a14:m>
                <a:endParaRPr lang="en-US" sz="2800" dirty="0">
                  <a:solidFill>
                    <a:srgbClr val="3A4A6A"/>
                  </a:solidFill>
                </a:endParaRPr>
              </a:p>
            </p:txBody>
          </p:sp>
        </mc:Choice>
        <mc:Fallback xmlns="">
          <p:sp>
            <p:nvSpPr>
              <p:cNvPr id="20" name="Content Placeholder 4">
                <a:extLst>
                  <a:ext uri="{FF2B5EF4-FFF2-40B4-BE49-F238E27FC236}">
                    <a16:creationId xmlns:a16="http://schemas.microsoft.com/office/drawing/2014/main" id="{AEC1AF95-6B03-429C-9DC9-73D2526AB0D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127340" y="3222614"/>
                <a:ext cx="9518759" cy="550352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  <a:ln w="12700" cap="flat" cmpd="sng" algn="ctr">
                <a:noFill/>
                <a:prstDash val="solid"/>
                <a:miter lim="800000"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Content Placeholder 4">
                <a:extLst>
                  <a:ext uri="{FF2B5EF4-FFF2-40B4-BE49-F238E27FC236}">
                    <a16:creationId xmlns:a16="http://schemas.microsoft.com/office/drawing/2014/main" id="{CF97745C-B091-4A42-B425-C591566279FE}"/>
                  </a:ext>
                </a:extLst>
              </p:cNvPr>
              <p:cNvSpPr txBox="1">
                <a:spLocks/>
              </p:cNvSpPr>
              <p:nvPr/>
            </p:nvSpPr>
            <p:spPr>
              <a:xfrm flipH="1">
                <a:off x="12700" y="3972370"/>
                <a:ext cx="8731359" cy="687940"/>
              </a:xfrm>
              <a:prstGeom prst="rect">
                <a:avLst/>
              </a:prstGeom>
              <a:noFill/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vert="horz" lIns="91440" tIns="45720" rIns="91440" bIns="45720" rtlCol="0" anchor="ctr">
                <a:noAutofit/>
              </a:bodyPr>
              <a:lstStyle>
                <a:lvl1pPr marL="265113" indent="-265113" algn="just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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809625" indent="-352425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118745" indent="0">
                  <a:lnSpc>
                    <a:spcPct val="115000"/>
                  </a:lnSpc>
                  <a:spcAft>
                    <a:spcPts val="8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800" i="1">
                          <a:solidFill>
                            <a:srgbClr val="3A4A6A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800" i="1">
                              <a:solidFill>
                                <a:srgbClr val="3A4A6A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>
                              <a:solidFill>
                                <a:srgbClr val="3A4A6A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en-US" sz="2800" i="1">
                                  <a:solidFill>
                                    <a:srgbClr val="3A4A6A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2800">
                                  <a:solidFill>
                                    <a:srgbClr val="3A4A6A"/>
                                  </a:solidFill>
                                  <a:latin typeface="Cambria Math" panose="02040503050406030204" pitchFamily="18" charset="0"/>
                                </a:rPr>
                                <m:t>a</m:t>
                              </m:r>
                            </m:e>
                            <m:sub>
                              <m:r>
                                <a:rPr lang="en-US" sz="2800">
                                  <a:solidFill>
                                    <a:srgbClr val="3A4A6A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en-US" sz="2800">
                              <a:solidFill>
                                <a:srgbClr val="3A4A6A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m:rPr>
                              <m:sty m:val="p"/>
                            </m:rPr>
                            <a:rPr lang="en-US" sz="2800">
                              <a:solidFill>
                                <a:srgbClr val="3A4A6A"/>
                              </a:solidFill>
                              <a:latin typeface="Cambria Math" panose="02040503050406030204" pitchFamily="18" charset="0"/>
                            </a:rPr>
                            <m:t>b</m:t>
                          </m:r>
                        </m:e>
                        <m:sub>
                          <m:r>
                            <a:rPr lang="en-US" sz="2800">
                              <a:solidFill>
                                <a:srgbClr val="3A4A6A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sz="2800">
                          <a:solidFill>
                            <a:srgbClr val="3A4A6A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2800" i="1">
                              <a:solidFill>
                                <a:srgbClr val="3A4A6A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800">
                              <a:solidFill>
                                <a:srgbClr val="3A4A6A"/>
                              </a:solidFill>
                              <a:latin typeface="Cambria Math" panose="02040503050406030204" pitchFamily="18" charset="0"/>
                            </a:rPr>
                            <m:t>c</m:t>
                          </m:r>
                        </m:e>
                        <m:sub>
                          <m:r>
                            <a:rPr lang="en-US" sz="2800">
                              <a:solidFill>
                                <a:srgbClr val="3A4A6A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sz="2800">
                          <a:solidFill>
                            <a:srgbClr val="3A4A6A"/>
                          </a:solidFill>
                          <a:latin typeface="Cambria Math" panose="02040503050406030204" pitchFamily="18" charset="0"/>
                        </a:rPr>
                        <m:t>)+</m:t>
                      </m:r>
                      <m:d>
                        <m:dPr>
                          <m:ctrlPr>
                            <a:rPr lang="en-US" sz="2800" i="1">
                              <a:solidFill>
                                <a:srgbClr val="3A4A6A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800" i="1">
                                  <a:solidFill>
                                    <a:srgbClr val="3A4A6A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sSub>
                                <m:sSubPr>
                                  <m:ctrlPr>
                                    <a:rPr lang="en-US" sz="2800" i="1">
                                      <a:solidFill>
                                        <a:srgbClr val="3A4A6A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sz="2800">
                                      <a:solidFill>
                                        <a:srgbClr val="3A4A6A"/>
                                      </a:solidFill>
                                      <a:latin typeface="Cambria Math" panose="02040503050406030204" pitchFamily="18" charset="0"/>
                                    </a:rPr>
                                    <m:t>a</m:t>
                                  </m:r>
                                </m:e>
                                <m:sub>
                                  <m:r>
                                    <a:rPr lang="en-US" sz="2800">
                                      <a:solidFill>
                                        <a:srgbClr val="3A4A6A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sz="2800">
                                  <a:solidFill>
                                    <a:srgbClr val="3A4A6A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m:rPr>
                                  <m:sty m:val="p"/>
                                </m:rPr>
                                <a:rPr lang="en-US" sz="2800">
                                  <a:solidFill>
                                    <a:srgbClr val="3A4A6A"/>
                                  </a:solidFill>
                                  <a:latin typeface="Cambria Math" panose="02040503050406030204" pitchFamily="18" charset="0"/>
                                </a:rPr>
                                <m:t>b</m:t>
                              </m:r>
                            </m:e>
                            <m:sub>
                              <m:r>
                                <a:rPr lang="en-US" sz="2800">
                                  <a:solidFill>
                                    <a:srgbClr val="3A4A6A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2800" i="1">
                              <a:solidFill>
                                <a:srgbClr val="3A4A6A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sz="2800" i="1">
                                  <a:solidFill>
                                    <a:srgbClr val="3A4A6A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2800">
                                  <a:solidFill>
                                    <a:srgbClr val="3A4A6A"/>
                                  </a:solidFill>
                                  <a:latin typeface="Cambria Math" panose="02040503050406030204" pitchFamily="18" charset="0"/>
                                </a:rPr>
                                <m:t>c</m:t>
                              </m:r>
                            </m:e>
                            <m:sub>
                              <m:r>
                                <a:rPr lang="en-US" sz="2800">
                                  <a:solidFill>
                                    <a:srgbClr val="3A4A6A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r>
                        <m:rPr>
                          <m:sty m:val="p"/>
                        </m:rPr>
                        <a:rPr lang="en-US" sz="2800">
                          <a:solidFill>
                            <a:srgbClr val="3A4A6A"/>
                          </a:solidFill>
                          <a:latin typeface="Cambria Math" panose="02040503050406030204" pitchFamily="18" charset="0"/>
                        </a:rPr>
                        <m:t>x</m:t>
                      </m:r>
                      <m:r>
                        <a:rPr lang="en-US" sz="2800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Shruti" panose="020B0502040204020203" pitchFamily="34" charset="0"/>
                        </a:rPr>
                        <m:t>+</m:t>
                      </m:r>
                      <m:d>
                        <m:dPr>
                          <m:ctrlPr>
                            <a:rPr lang="en-US" sz="2800" i="1">
                              <a:solidFill>
                                <a:srgbClr val="3A4A6A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800" i="1">
                                  <a:solidFill>
                                    <a:srgbClr val="3A4A6A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2800">
                                  <a:solidFill>
                                    <a:srgbClr val="3A4A6A"/>
                                  </a:solidFill>
                                  <a:latin typeface="Cambria Math" panose="02040503050406030204" pitchFamily="18" charset="0"/>
                                </a:rPr>
                                <m:t>a</m:t>
                              </m:r>
                            </m:e>
                            <m:sub>
                              <m:r>
                                <a:rPr lang="en-US" sz="2800">
                                  <a:solidFill>
                                    <a:srgbClr val="3A4A6A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sz="2800">
                              <a:solidFill>
                                <a:srgbClr val="3A4A6A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Shruti" panose="020B0502040204020203" pitchFamily="34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Shruti" panose="020B0502040204020203" pitchFamily="34" charset="0"/>
                                </a:rPr>
                                <m:t>b</m:t>
                              </m:r>
                            </m:e>
                            <m:sub>
                              <m: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Shruti" panose="020B0502040204020203" pitchFamily="34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Shruti" panose="020B0502040204020203" pitchFamily="34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Shruti" panose="020B0502040204020203" pitchFamily="34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Shruti" panose="020B0502040204020203" pitchFamily="34" charset="0"/>
                                </a:rPr>
                                <m:t>c</m:t>
                              </m:r>
                            </m:e>
                            <m:sub>
                              <m: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Shruti" panose="020B0502040204020203" pitchFamily="34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  <m:sSup>
                        <m:sSupPr>
                          <m:ctrlP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Shruti" panose="020B0502040204020203" pitchFamily="34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Shruti" panose="020B0502040204020203" pitchFamily="34" charset="0"/>
                            </a:rPr>
                            <m:t>x</m:t>
                          </m:r>
                        </m:e>
                        <m:sup>
                          <m: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Shruti" panose="020B0502040204020203" pitchFamily="34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US" sz="2800" dirty="0">
                  <a:solidFill>
                    <a:srgbClr val="3A4A6A"/>
                  </a:solidFill>
                </a:endParaRPr>
              </a:p>
            </p:txBody>
          </p:sp>
        </mc:Choice>
        <mc:Fallback xmlns="">
          <p:sp>
            <p:nvSpPr>
              <p:cNvPr id="24" name="Content Placeholder 4">
                <a:extLst>
                  <a:ext uri="{FF2B5EF4-FFF2-40B4-BE49-F238E27FC236}">
                    <a16:creationId xmlns:a16="http://schemas.microsoft.com/office/drawing/2014/main" id="{CF97745C-B091-4A42-B425-C591566279F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12700" y="3972370"/>
                <a:ext cx="8731359" cy="687940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  <a:ln w="12700" cap="flat" cmpd="sng" algn="ctr">
                <a:noFill/>
                <a:prstDash val="solid"/>
                <a:miter lim="800000"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Content Placeholder 4">
                <a:extLst>
                  <a:ext uri="{FF2B5EF4-FFF2-40B4-BE49-F238E27FC236}">
                    <a16:creationId xmlns:a16="http://schemas.microsoft.com/office/drawing/2014/main" id="{CF97745C-B091-4A42-B425-C591566279FE}"/>
                  </a:ext>
                </a:extLst>
              </p:cNvPr>
              <p:cNvSpPr txBox="1">
                <a:spLocks/>
              </p:cNvSpPr>
              <p:nvPr/>
            </p:nvSpPr>
            <p:spPr>
              <a:xfrm flipH="1">
                <a:off x="12700" y="4853492"/>
                <a:ext cx="8731359" cy="525619"/>
              </a:xfrm>
              <a:prstGeom prst="rect">
                <a:avLst/>
              </a:prstGeom>
              <a:noFill/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vert="horz" lIns="91440" tIns="45720" rIns="91440" bIns="45720" rtlCol="0" anchor="ctr">
                <a:noAutofit/>
              </a:bodyPr>
              <a:lstStyle>
                <a:lvl1pPr marL="265113" indent="-265113" algn="just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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809625" indent="-352425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118745" indent="0">
                  <a:lnSpc>
                    <a:spcPct val="115000"/>
                  </a:lnSpc>
                  <a:spcAft>
                    <a:spcPts val="8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sz="2800" i="0" dirty="0">
                          <a:solidFill>
                            <a:srgbClr val="3A4A6A"/>
                          </a:solidFill>
                        </a:rPr>
                        <m:t>Hence</m:t>
                      </m:r>
                      <m:r>
                        <m:rPr>
                          <m:nor/>
                        </m:rPr>
                        <a:rPr lang="en-US" sz="2800" i="0" dirty="0">
                          <a:solidFill>
                            <a:srgbClr val="3A4A6A"/>
                          </a:solidFill>
                        </a:rPr>
                        <m:t>,</m:t>
                      </m:r>
                      <m:r>
                        <a:rPr lang="en-US" sz="2800" dirty="0">
                          <a:solidFill>
                            <a:srgbClr val="3A4A6A"/>
                          </a:solidFill>
                          <a:latin typeface="Cambria Math" panose="02040503050406030204" pitchFamily="18" charset="0"/>
                        </a:rPr>
                        <m:t>   </m:t>
                      </m:r>
                      <m:r>
                        <m:rPr>
                          <m:sty m:val="p"/>
                        </m:rPr>
                        <a:rPr lang="en-US" sz="2800">
                          <a:solidFill>
                            <a:srgbClr val="3A4A6A"/>
                          </a:solidFill>
                          <a:latin typeface="Cambria Math" panose="02040503050406030204" pitchFamily="18" charset="0"/>
                        </a:rPr>
                        <m:t>u</m:t>
                      </m:r>
                      <m:r>
                        <a:rPr lang="en-US" sz="2800">
                          <a:solidFill>
                            <a:srgbClr val="3A4A6A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d>
                        <m:dPr>
                          <m:ctrlPr>
                            <a:rPr lang="en-US" sz="2800" i="1">
                              <a:solidFill>
                                <a:srgbClr val="3A4A6A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sz="2800">
                              <a:solidFill>
                                <a:srgbClr val="3A4A6A"/>
                              </a:solidFill>
                              <a:latin typeface="Cambria Math" panose="02040503050406030204" pitchFamily="18" charset="0"/>
                            </a:rPr>
                            <m:t>v</m:t>
                          </m:r>
                          <m:r>
                            <a:rPr lang="en-US" sz="2800">
                              <a:solidFill>
                                <a:srgbClr val="3A4A6A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m:rPr>
                              <m:sty m:val="p"/>
                            </m:rPr>
                            <a:rPr lang="en-US" sz="2800">
                              <a:solidFill>
                                <a:srgbClr val="3A4A6A"/>
                              </a:solidFill>
                              <a:latin typeface="Cambria Math" panose="02040503050406030204" pitchFamily="18" charset="0"/>
                            </a:rPr>
                            <m:t>w</m:t>
                          </m:r>
                        </m:e>
                      </m:d>
                      <m:r>
                        <a:rPr lang="en-US" sz="2800">
                          <a:solidFill>
                            <a:srgbClr val="3A4A6A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sz="2800" i="1">
                              <a:solidFill>
                                <a:srgbClr val="3A4A6A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sz="2800">
                              <a:solidFill>
                                <a:srgbClr val="3A4A6A"/>
                              </a:solidFill>
                              <a:latin typeface="Cambria Math" panose="02040503050406030204" pitchFamily="18" charset="0"/>
                            </a:rPr>
                            <m:t>u</m:t>
                          </m:r>
                          <m:r>
                            <a:rPr lang="en-US" sz="2800">
                              <a:solidFill>
                                <a:srgbClr val="3A4A6A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m:rPr>
                              <m:sty m:val="p"/>
                            </m:rPr>
                            <a:rPr lang="en-US" sz="2800">
                              <a:solidFill>
                                <a:srgbClr val="3A4A6A"/>
                              </a:solidFill>
                              <a:latin typeface="Cambria Math" panose="02040503050406030204" pitchFamily="18" charset="0"/>
                            </a:rPr>
                            <m:t>v</m:t>
                          </m:r>
                        </m:e>
                      </m:d>
                      <m:r>
                        <a:rPr lang="en-US" sz="2800">
                          <a:solidFill>
                            <a:srgbClr val="3A4A6A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m:rPr>
                          <m:sty m:val="p"/>
                        </m:rPr>
                        <a:rPr lang="en-US" sz="2800">
                          <a:solidFill>
                            <a:srgbClr val="3A4A6A"/>
                          </a:solidFill>
                          <a:latin typeface="Cambria Math" panose="02040503050406030204" pitchFamily="18" charset="0"/>
                        </a:rPr>
                        <m:t>w</m:t>
                      </m:r>
                    </m:oMath>
                  </m:oMathPara>
                </a14:m>
                <a:endParaRPr lang="en-US" sz="2800" dirty="0">
                  <a:solidFill>
                    <a:srgbClr val="3A4A6A"/>
                  </a:solidFill>
                </a:endParaRPr>
              </a:p>
            </p:txBody>
          </p:sp>
        </mc:Choice>
        <mc:Fallback xmlns="">
          <p:sp>
            <p:nvSpPr>
              <p:cNvPr id="13" name="Content Placeholder 4">
                <a:extLst>
                  <a:ext uri="{FF2B5EF4-FFF2-40B4-BE49-F238E27FC236}">
                    <a16:creationId xmlns:a16="http://schemas.microsoft.com/office/drawing/2014/main" id="{CF97745C-B091-4A42-B425-C591566279F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12700" y="4853492"/>
                <a:ext cx="8731359" cy="525619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  <a:ln w="12700" cap="flat" cmpd="sng" algn="ctr">
                <a:noFill/>
                <a:prstDash val="solid"/>
                <a:miter lim="800000"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6" name="Picture 15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782710" y="756408"/>
            <a:ext cx="5353067" cy="1359637"/>
          </a:xfrm>
          <a:prstGeom prst="rect">
            <a:avLst/>
          </a:prstGeom>
        </p:spPr>
      </p:pic>
      <p:sp>
        <p:nvSpPr>
          <p:cNvPr id="19" name="Right Arrow 3">
            <a:extLst>
              <a:ext uri="{FF2B5EF4-FFF2-40B4-BE49-F238E27FC236}">
                <a16:creationId xmlns:a16="http://schemas.microsoft.com/office/drawing/2014/main" id="{3FE11F38-A8D0-406B-A77F-9DE69C4F1B02}"/>
              </a:ext>
            </a:extLst>
          </p:cNvPr>
          <p:cNvSpPr/>
          <p:nvPr/>
        </p:nvSpPr>
        <p:spPr>
          <a:xfrm flipV="1">
            <a:off x="6782712" y="1229558"/>
            <a:ext cx="144000" cy="180000"/>
          </a:xfrm>
          <a:prstGeom prst="rightArrow">
            <a:avLst/>
          </a:prstGeom>
          <a:gradFill>
            <a:gsLst>
              <a:gs pos="10000">
                <a:srgbClr val="0E47A1"/>
              </a:gs>
              <a:gs pos="100000">
                <a:srgbClr val="03A9F5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Wingdings 3" panose="05040102010807070707" pitchFamily="18" charset="2"/>
              <a:buNone/>
            </a:pPr>
            <a:endParaRPr lang="en-IN" sz="28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35755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  <p:bldP spid="31" grpId="0"/>
      <p:bldP spid="20" grpId="0"/>
      <p:bldP spid="24" grpId="0"/>
      <p:bldP spid="13" grpId="0"/>
    </p:bld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ECFC8A-BC0D-5D72-FE99-20313653BC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1" name="Content Placeholder 4">
                <a:extLst>
                  <a:ext uri="{FF2B5EF4-FFF2-40B4-BE49-F238E27FC236}">
                    <a16:creationId xmlns:a16="http://schemas.microsoft.com/office/drawing/2014/main" id="{C2E3A768-B2DD-49B5-A909-9453EEB041E3}"/>
                  </a:ext>
                </a:extLst>
              </p:cNvPr>
              <p:cNvSpPr txBox="1">
                <a:spLocks/>
              </p:cNvSpPr>
              <p:nvPr/>
            </p:nvSpPr>
            <p:spPr>
              <a:xfrm flipH="1">
                <a:off x="-1" y="865206"/>
                <a:ext cx="5499100" cy="540000"/>
              </a:xfrm>
              <a:prstGeom prst="rect">
                <a:avLst/>
              </a:prstGeom>
              <a:gradFill>
                <a:gsLst>
                  <a:gs pos="10000">
                    <a:srgbClr val="0E47A1"/>
                  </a:gs>
                  <a:gs pos="100000">
                    <a:srgbClr val="03A9F5"/>
                  </a:gs>
                </a:gsLst>
                <a:lin ang="10800000" scaled="1"/>
              </a:gradFill>
              <a:ln>
                <a:noFill/>
              </a:ln>
            </p:spPr>
            <p:txBody>
              <a:bodyPr vert="horz" wrap="square" lIns="91440" tIns="45720" rIns="91440" bIns="45720" numCol="1" anchor="ctr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algn="ctr">
                  <a:defRPr sz="2800">
                    <a:solidFill>
                      <a:schemeClr val="bg1"/>
                    </a:solidFill>
                  </a:defRPr>
                </a:lvl1pPr>
                <a:lvl2pPr>
                  <a:defRPr>
                    <a:solidFill>
                      <a:schemeClr val="tx1"/>
                    </a:solidFill>
                  </a:defRPr>
                </a:lvl2pPr>
                <a:lvl3pPr>
                  <a:defRPr>
                    <a:solidFill>
                      <a:schemeClr val="tx1"/>
                    </a:solidFill>
                  </a:defRPr>
                </a:lvl3pPr>
                <a:lvl4pPr>
                  <a:defRPr>
                    <a:solidFill>
                      <a:schemeClr val="tx1"/>
                    </a:solidFill>
                  </a:defRPr>
                </a:lvl4pPr>
                <a:lvl5pPr>
                  <a:defRPr>
                    <a:solidFill>
                      <a:schemeClr val="tx1"/>
                    </a:solidFill>
                  </a:defRPr>
                </a:lvl5pPr>
                <a:lvl6pPr>
                  <a:defRPr>
                    <a:solidFill>
                      <a:schemeClr val="tx1"/>
                    </a:solidFill>
                  </a:defRPr>
                </a:lvl6pPr>
                <a:lvl7pPr>
                  <a:defRPr>
                    <a:solidFill>
                      <a:schemeClr val="tx1"/>
                    </a:solidFill>
                  </a:defRPr>
                </a:lvl7pPr>
                <a:lvl8pPr>
                  <a:defRPr>
                    <a:solidFill>
                      <a:schemeClr val="tx1"/>
                    </a:solidFill>
                  </a:defRPr>
                </a:lvl8pPr>
                <a:lvl9pPr>
                  <a:defRPr>
                    <a:solidFill>
                      <a:schemeClr val="tx1"/>
                    </a:solidFill>
                  </a:defRPr>
                </a:lvl9pPr>
              </a:lstStyle>
              <a:p>
                <a:pPr algn="l"/>
                <a:r>
                  <a:rPr lang="en-US" b="1" dirty="0"/>
                  <a:t>Axiom 4: </a:t>
                </a:r>
                <a14:m>
                  <m:oMath xmlns:m="http://schemas.openxmlformats.org/officeDocument/2006/math">
                    <m:r>
                      <a:rPr lang="en-US" b="1" i="0" dirty="0" smtClean="0">
                        <a:latin typeface="Cambria Math" panose="02040503050406030204" pitchFamily="18" charset="0"/>
                      </a:rPr>
                      <m:t>𝐮</m:t>
                    </m:r>
                    <m:r>
                      <a:rPr lang="en-US" b="1" i="0" dirty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1" i="0" dirty="0" smtClean="0">
                        <a:latin typeface="Cambria Math" panose="02040503050406030204" pitchFamily="18" charset="0"/>
                      </a:rPr>
                      <m:t>𝐞</m:t>
                    </m:r>
                    <m:r>
                      <a:rPr lang="en-US" b="1" i="0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1" i="0" dirty="0" smtClean="0">
                        <a:latin typeface="Cambria Math" panose="02040503050406030204" pitchFamily="18" charset="0"/>
                      </a:rPr>
                      <m:t>𝐮</m:t>
                    </m:r>
                  </m:oMath>
                </a14:m>
                <a:endParaRPr lang="en-US" b="1" dirty="0"/>
              </a:p>
            </p:txBody>
          </p:sp>
        </mc:Choice>
        <mc:Fallback xmlns="">
          <p:sp>
            <p:nvSpPr>
              <p:cNvPr id="21" name="Content Placeholder 4">
                <a:extLst>
                  <a:ext uri="{FF2B5EF4-FFF2-40B4-BE49-F238E27FC236}">
                    <a16:creationId xmlns:a16="http://schemas.microsoft.com/office/drawing/2014/main" id="{C2E3A768-B2DD-49B5-A909-9453EEB041E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-1" y="865206"/>
                <a:ext cx="5499100" cy="540000"/>
              </a:xfrm>
              <a:prstGeom prst="rect">
                <a:avLst/>
              </a:prstGeom>
              <a:blipFill>
                <a:blip r:embed="rId2"/>
                <a:stretch>
                  <a:fillRect l="-2217" t="-10112" b="-29213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FDFDD70C-3AAE-183B-5AED-36C59E3E9B77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IN" dirty="0"/>
                  <a:t>Method:1 </a:t>
                </a:r>
                <a14:m>
                  <m:oMath xmlns:m="http://schemas.openxmlformats.org/officeDocument/2006/math">
                    <m:r>
                      <a:rPr lang="en-I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⇝</m:t>
                    </m:r>
                  </m:oMath>
                </a14:m>
                <a:r>
                  <a:rPr lang="en-IN" dirty="0"/>
                  <a:t> Example:17(continue)</a:t>
                </a:r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FDFDD70C-3AAE-183B-5AED-36C59E3E9B7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3"/>
                <a:stretch>
                  <a:fillRect l="-400" t="-8547" b="-1965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Content Placeholder 4">
                <a:extLst>
                  <a:ext uri="{FF2B5EF4-FFF2-40B4-BE49-F238E27FC236}">
                    <a16:creationId xmlns:a16="http://schemas.microsoft.com/office/drawing/2014/main" id="{E2369E14-FB7F-439F-B8BC-3D00ED9ED33E}"/>
                  </a:ext>
                </a:extLst>
              </p:cNvPr>
              <p:cNvSpPr txBox="1">
                <a:spLocks/>
              </p:cNvSpPr>
              <p:nvPr/>
            </p:nvSpPr>
            <p:spPr>
              <a:xfrm flipH="1">
                <a:off x="132605" y="1514100"/>
                <a:ext cx="5366493" cy="540000"/>
              </a:xfrm>
              <a:prstGeom prst="rect">
                <a:avLst/>
              </a:prstGeom>
              <a:noFill/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vert="horz" lIns="91440" tIns="45720" rIns="91440" bIns="45720" rtlCol="0" anchor="ctr">
                <a:noAutofit/>
              </a:bodyPr>
              <a:lstStyle>
                <a:lvl1pPr marL="265113" indent="-265113" algn="just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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809625" indent="-352425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lnSpc>
                    <a:spcPct val="115000"/>
                  </a:lnSpc>
                  <a:spcAft>
                    <a:spcPts val="800"/>
                  </a:spcAft>
                  <a:buNone/>
                </a:pPr>
                <a:r>
                  <a:rPr lang="en-US" sz="2800" dirty="0">
                    <a:solidFill>
                      <a:srgbClr val="002060"/>
                    </a:solidFill>
                    <a:latin typeface="+mj-lt"/>
                  </a:rPr>
                  <a:t>Let,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800" b="0" i="0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e</m:t>
                    </m:r>
                    <m:r>
                      <a:rPr lang="en-US" sz="2800" dirty="0">
                        <a:solidFill>
                          <a:srgbClr val="3A4A6A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Shruti" panose="020B0502040204020203" pitchFamily="34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Shruti" panose="020B0502040204020203" pitchFamily="34" charset="0"/>
                          </a:rPr>
                          <m:t>a</m:t>
                        </m:r>
                      </m:e>
                      <m:sup>
                        <m:r>
                          <a:rPr lang="en-US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Shruti" panose="020B0502040204020203" pitchFamily="34" charset="0"/>
                          </a:rPr>
                          <m:t>′</m:t>
                        </m:r>
                      </m:sup>
                    </m:sSup>
                    <m:r>
                      <a:rPr lang="en-US" sz="2800" i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Shruti" panose="020B0502040204020203" pitchFamily="34" charset="0"/>
                      </a:rPr>
                      <m:t>+</m:t>
                    </m:r>
                    <m:sSup>
                      <m:sSupPr>
                        <m:ctrlPr>
                          <a:rPr lang="en-US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Shruti" panose="020B0502040204020203" pitchFamily="34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Shruti" panose="020B0502040204020203" pitchFamily="34" charset="0"/>
                          </a:rPr>
                          <m:t>a</m:t>
                        </m:r>
                      </m:e>
                      <m:sup>
                        <m:r>
                          <a:rPr lang="en-US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Shruti" panose="020B0502040204020203" pitchFamily="34" charset="0"/>
                          </a:rPr>
                          <m:t>′</m:t>
                        </m:r>
                        <m:r>
                          <a:rPr lang="en-US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Shruti" panose="020B0502040204020203" pitchFamily="34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US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Shruti" panose="020B0502040204020203" pitchFamily="34" charset="0"/>
                      </a:rPr>
                      <m:t>x</m:t>
                    </m:r>
                    <m:r>
                      <a:rPr lang="en-US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Shruti" panose="020B0502040204020203" pitchFamily="34" charset="0"/>
                      </a:rPr>
                      <m:t>+</m:t>
                    </m:r>
                    <m:sSup>
                      <m:sSupPr>
                        <m:ctrlPr>
                          <a:rPr lang="en-US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Shruti" panose="020B0502040204020203" pitchFamily="34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Shruti" panose="020B0502040204020203" pitchFamily="34" charset="0"/>
                          </a:rPr>
                          <m:t>a</m:t>
                        </m:r>
                      </m:e>
                      <m:sup>
                        <m:r>
                          <a:rPr lang="en-US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Shruti" panose="020B0502040204020203" pitchFamily="34" charset="0"/>
                          </a:rPr>
                          <m:t>′′′</m:t>
                        </m:r>
                      </m:sup>
                    </m:sSup>
                    <m:sSup>
                      <m:sSupPr>
                        <m:ctrlPr>
                          <a:rPr lang="en-US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Shruti" panose="020B0502040204020203" pitchFamily="34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Shruti" panose="020B0502040204020203" pitchFamily="34" charset="0"/>
                          </a:rPr>
                          <m:t>x</m:t>
                        </m:r>
                      </m:e>
                      <m:sup>
                        <m:r>
                          <a:rPr lang="en-US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Shruti" panose="020B0502040204020203" pitchFamily="34" charset="0"/>
                          </a:rPr>
                          <m:t>2</m:t>
                        </m:r>
                      </m:sup>
                    </m:sSup>
                    <m:r>
                      <a:rPr lang="en-US" sz="2800" dirty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∈</m:t>
                    </m:r>
                    <m:sSub>
                      <m:sSubPr>
                        <m:ctrlPr>
                          <a:rPr lang="en-US" sz="2800" b="0" i="1" dirty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b="0" i="1" dirty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ℙ</m:t>
                        </m:r>
                      </m:e>
                      <m:sub>
                        <m:r>
                          <a:rPr lang="en-US" sz="2800" b="0" i="1" dirty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endParaRPr lang="en-US" sz="2800" dirty="0">
                  <a:solidFill>
                    <a:srgbClr val="002060"/>
                  </a:solidFill>
                  <a:latin typeface="+mj-lt"/>
                </a:endParaRPr>
              </a:p>
            </p:txBody>
          </p:sp>
        </mc:Choice>
        <mc:Fallback xmlns="">
          <p:sp>
            <p:nvSpPr>
              <p:cNvPr id="26" name="Content Placeholder 4">
                <a:extLst>
                  <a:ext uri="{FF2B5EF4-FFF2-40B4-BE49-F238E27FC236}">
                    <a16:creationId xmlns:a16="http://schemas.microsoft.com/office/drawing/2014/main" id="{E2369E14-FB7F-439F-B8BC-3D00ED9ED33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132605" y="1514100"/>
                <a:ext cx="5366493" cy="540000"/>
              </a:xfrm>
              <a:prstGeom prst="rect">
                <a:avLst/>
              </a:prstGeom>
              <a:blipFill>
                <a:blip r:embed="rId4"/>
                <a:stretch>
                  <a:fillRect l="-2386" t="-10112" b="-29213"/>
                </a:stretch>
              </a:blipFill>
              <a:ln w="12700" cap="flat" cmpd="sng" algn="ctr">
                <a:noFill/>
                <a:prstDash val="solid"/>
                <a:miter lim="800000"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Content Placeholder 4">
                <a:extLst>
                  <a:ext uri="{FF2B5EF4-FFF2-40B4-BE49-F238E27FC236}">
                    <a16:creationId xmlns:a16="http://schemas.microsoft.com/office/drawing/2014/main" id="{E2369E14-FB7F-439F-B8BC-3D00ED9ED33E}"/>
                  </a:ext>
                </a:extLst>
              </p:cNvPr>
              <p:cNvSpPr txBox="1">
                <a:spLocks/>
              </p:cNvSpPr>
              <p:nvPr/>
            </p:nvSpPr>
            <p:spPr>
              <a:xfrm flipH="1">
                <a:off x="443802" y="3462966"/>
                <a:ext cx="10020998" cy="540000"/>
              </a:xfrm>
              <a:prstGeom prst="rect">
                <a:avLst/>
              </a:prstGeom>
              <a:noFill/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vert="horz" lIns="91440" tIns="45720" rIns="91440" bIns="45720" rtlCol="0" anchor="ctr">
                <a:noAutofit/>
              </a:bodyPr>
              <a:lstStyle>
                <a:lvl1pPr marL="265113" indent="-265113" algn="just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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809625" indent="-352425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lnSpc>
                    <a:spcPct val="115000"/>
                  </a:lnSpc>
                  <a:spcAft>
                    <a:spcPts val="8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800" dirty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⇒</m:t>
                      </m:r>
                      <m:d>
                        <m:dPr>
                          <m:ctrlPr>
                            <a:rPr lang="en-US" sz="2800" i="1">
                              <a:solidFill>
                                <a:srgbClr val="3A4A6A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800" i="1">
                                  <a:solidFill>
                                    <a:srgbClr val="3A4A6A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2800" i="1">
                                  <a:solidFill>
                                    <a:srgbClr val="3A4A6A"/>
                                  </a:solidFill>
                                  <a:latin typeface="Cambria Math" panose="02040503050406030204" pitchFamily="18" charset="0"/>
                                </a:rPr>
                                <m:t>a</m:t>
                              </m:r>
                            </m:e>
                            <m:sub>
                              <m:r>
                                <a:rPr lang="en-US" sz="2800" i="1">
                                  <a:solidFill>
                                    <a:srgbClr val="3A4A6A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en-US" sz="2800" i="1">
                              <a:solidFill>
                                <a:srgbClr val="3A4A6A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sz="2800" i="1">
                                  <a:solidFill>
                                    <a:srgbClr val="3A4A6A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2800" i="1">
                                  <a:solidFill>
                                    <a:srgbClr val="3A4A6A"/>
                                  </a:solidFill>
                                  <a:latin typeface="Cambria Math" panose="02040503050406030204" pitchFamily="18" charset="0"/>
                                </a:rPr>
                                <m:t>a</m:t>
                              </m:r>
                            </m:e>
                            <m:sub>
                              <m:r>
                                <a:rPr lang="en-US" sz="2800" i="1">
                                  <a:solidFill>
                                    <a:srgbClr val="3A4A6A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m:rPr>
                              <m:sty m:val="p"/>
                            </m:rPr>
                            <a:rPr lang="en-US" sz="2800" i="1">
                              <a:solidFill>
                                <a:srgbClr val="3A4A6A"/>
                              </a:solidFill>
                              <a:latin typeface="Cambria Math" panose="02040503050406030204" pitchFamily="18" charset="0"/>
                            </a:rPr>
                            <m:t>x</m:t>
                          </m:r>
                          <m:r>
                            <a:rPr lang="en-US" sz="2800" i="1">
                              <a:solidFill>
                                <a:srgbClr val="3A4A6A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sz="2800" i="1">
                                  <a:solidFill>
                                    <a:srgbClr val="3A4A6A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2800" i="1">
                                  <a:solidFill>
                                    <a:srgbClr val="3A4A6A"/>
                                  </a:solidFill>
                                  <a:latin typeface="Cambria Math" panose="02040503050406030204" pitchFamily="18" charset="0"/>
                                </a:rPr>
                                <m:t>a</m:t>
                              </m:r>
                            </m:e>
                            <m:sub>
                              <m:r>
                                <a:rPr lang="en-US" sz="2800" i="1">
                                  <a:solidFill>
                                    <a:srgbClr val="3A4A6A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sSup>
                            <m:sSupPr>
                              <m:ctrlPr>
                                <a:rPr lang="en-US" sz="2800" i="1">
                                  <a:solidFill>
                                    <a:srgbClr val="3A4A6A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n-US" sz="2800" i="1">
                                  <a:solidFill>
                                    <a:srgbClr val="3A4A6A"/>
                                  </a:solidFill>
                                  <a:latin typeface="Cambria Math" panose="02040503050406030204" pitchFamily="18" charset="0"/>
                                </a:rPr>
                                <m:t>x</m:t>
                              </m:r>
                            </m:e>
                            <m:sup>
                              <m:r>
                                <a:rPr lang="en-US" sz="2800" i="1">
                                  <a:solidFill>
                                    <a:srgbClr val="3A4A6A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d>
                      <m:r>
                        <a:rPr lang="en-US" sz="2800" dirty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d>
                        <m:dPr>
                          <m:ctrlP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Shruti" panose="020B0502040204020203" pitchFamily="34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Shruti" panose="020B0502040204020203" pitchFamily="34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Shruti" panose="020B0502040204020203" pitchFamily="34" charset="0"/>
                                </a:rPr>
                                <m:t>a</m:t>
                              </m:r>
                            </m:e>
                            <m:sup>
                              <m: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Shruti" panose="020B0502040204020203" pitchFamily="34" charset="0"/>
                                </a:rPr>
                                <m:t>′</m:t>
                              </m:r>
                            </m:sup>
                          </m:sSup>
                          <m: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Shruti" panose="020B0502040204020203" pitchFamily="34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en-US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Shruti" panose="020B0502040204020203" pitchFamily="34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Shruti" panose="020B0502040204020203" pitchFamily="34" charset="0"/>
                                </a:rPr>
                                <m:t>a</m:t>
                              </m:r>
                            </m:e>
                            <m:sup>
                              <m:r>
                                <a:rPr lang="en-US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Shruti" panose="020B0502040204020203" pitchFamily="34" charset="0"/>
                                </a:rPr>
                                <m:t>′</m:t>
                              </m:r>
                              <m: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Shruti" panose="020B0502040204020203" pitchFamily="34" charset="0"/>
                                </a:rPr>
                                <m:t>′</m:t>
                              </m:r>
                            </m:sup>
                          </m:sSup>
                          <m:r>
                            <m:rPr>
                              <m:sty m:val="p"/>
                            </m:rP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Shruti" panose="020B0502040204020203" pitchFamily="34" charset="0"/>
                            </a:rPr>
                            <m:t>x</m:t>
                          </m:r>
                          <m: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Shruti" panose="020B0502040204020203" pitchFamily="34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en-US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Shruti" panose="020B0502040204020203" pitchFamily="34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Shruti" panose="020B0502040204020203" pitchFamily="34" charset="0"/>
                                </a:rPr>
                                <m:t>a</m:t>
                              </m:r>
                            </m:e>
                            <m:sup>
                              <m: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Shruti" panose="020B0502040204020203" pitchFamily="34" charset="0"/>
                                </a:rPr>
                                <m:t>′′′</m:t>
                              </m:r>
                            </m:sup>
                          </m:sSup>
                          <m:sSup>
                            <m:sSupPr>
                              <m:ctrlPr>
                                <a:rPr lang="en-US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Shruti" panose="020B0502040204020203" pitchFamily="34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Shruti" panose="020B0502040204020203" pitchFamily="34" charset="0"/>
                                </a:rPr>
                                <m:t>x</m:t>
                              </m:r>
                            </m:e>
                            <m:sup>
                              <m: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Shruti" panose="020B0502040204020203" pitchFamily="34" charset="0"/>
                                </a:rPr>
                                <m:t>2</m:t>
                              </m:r>
                            </m:sup>
                          </m:sSup>
                        </m:e>
                      </m:d>
                      <m:r>
                        <a:rPr lang="en-US" sz="2800" dirty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sz="2800" i="1">
                              <a:solidFill>
                                <a:srgbClr val="3A4A6A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800" i="1">
                                  <a:solidFill>
                                    <a:srgbClr val="3A4A6A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2800" i="1">
                                  <a:solidFill>
                                    <a:srgbClr val="3A4A6A"/>
                                  </a:solidFill>
                                  <a:latin typeface="Cambria Math" panose="02040503050406030204" pitchFamily="18" charset="0"/>
                                </a:rPr>
                                <m:t>a</m:t>
                              </m:r>
                            </m:e>
                            <m:sub>
                              <m:r>
                                <a:rPr lang="en-US" sz="2800" i="1">
                                  <a:solidFill>
                                    <a:srgbClr val="3A4A6A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en-US" sz="2800" i="1">
                              <a:solidFill>
                                <a:srgbClr val="3A4A6A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sz="2800" i="1">
                                  <a:solidFill>
                                    <a:srgbClr val="3A4A6A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2800" i="1">
                                  <a:solidFill>
                                    <a:srgbClr val="3A4A6A"/>
                                  </a:solidFill>
                                  <a:latin typeface="Cambria Math" panose="02040503050406030204" pitchFamily="18" charset="0"/>
                                </a:rPr>
                                <m:t>a</m:t>
                              </m:r>
                            </m:e>
                            <m:sub>
                              <m:r>
                                <a:rPr lang="en-US" sz="2800" i="1">
                                  <a:solidFill>
                                    <a:srgbClr val="3A4A6A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m:rPr>
                              <m:sty m:val="p"/>
                            </m:rPr>
                            <a:rPr lang="en-US" sz="2800" i="1">
                              <a:solidFill>
                                <a:srgbClr val="3A4A6A"/>
                              </a:solidFill>
                              <a:latin typeface="Cambria Math" panose="02040503050406030204" pitchFamily="18" charset="0"/>
                            </a:rPr>
                            <m:t>x</m:t>
                          </m:r>
                          <m:r>
                            <a:rPr lang="en-US" sz="2800" i="1">
                              <a:solidFill>
                                <a:srgbClr val="3A4A6A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sz="2800" i="1">
                                  <a:solidFill>
                                    <a:srgbClr val="3A4A6A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2800" i="1">
                                  <a:solidFill>
                                    <a:srgbClr val="3A4A6A"/>
                                  </a:solidFill>
                                  <a:latin typeface="Cambria Math" panose="02040503050406030204" pitchFamily="18" charset="0"/>
                                </a:rPr>
                                <m:t>a</m:t>
                              </m:r>
                            </m:e>
                            <m:sub>
                              <m:r>
                                <a:rPr lang="en-US" sz="2800" i="1">
                                  <a:solidFill>
                                    <a:srgbClr val="3A4A6A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sSup>
                            <m:sSupPr>
                              <m:ctrlPr>
                                <a:rPr lang="en-US" sz="2800" i="1">
                                  <a:solidFill>
                                    <a:srgbClr val="3A4A6A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n-US" sz="2800" i="1">
                                  <a:solidFill>
                                    <a:srgbClr val="3A4A6A"/>
                                  </a:solidFill>
                                  <a:latin typeface="Cambria Math" panose="02040503050406030204" pitchFamily="18" charset="0"/>
                                </a:rPr>
                                <m:t>x</m:t>
                              </m:r>
                            </m:e>
                            <m:sup>
                              <m:r>
                                <a:rPr lang="en-US" sz="2800" i="1">
                                  <a:solidFill>
                                    <a:srgbClr val="3A4A6A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en-US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32" name="Content Placeholder 4">
                <a:extLst>
                  <a:ext uri="{FF2B5EF4-FFF2-40B4-BE49-F238E27FC236}">
                    <a16:creationId xmlns:a16="http://schemas.microsoft.com/office/drawing/2014/main" id="{E2369E14-FB7F-439F-B8BC-3D00ED9ED33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443802" y="3462966"/>
                <a:ext cx="10020998" cy="54000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 w="12700" cap="flat" cmpd="sng" algn="ctr">
                <a:noFill/>
                <a:prstDash val="solid"/>
                <a:miter lim="800000"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Content Placeholder 4">
                <a:extLst>
                  <a:ext uri="{FF2B5EF4-FFF2-40B4-BE49-F238E27FC236}">
                    <a16:creationId xmlns:a16="http://schemas.microsoft.com/office/drawing/2014/main" id="{E2369E14-FB7F-439F-B8BC-3D00ED9ED33E}"/>
                  </a:ext>
                </a:extLst>
              </p:cNvPr>
              <p:cNvSpPr txBox="1">
                <a:spLocks/>
              </p:cNvSpPr>
              <p:nvPr/>
            </p:nvSpPr>
            <p:spPr>
              <a:xfrm flipH="1">
                <a:off x="132607" y="2811806"/>
                <a:ext cx="3857502" cy="540000"/>
              </a:xfrm>
              <a:prstGeom prst="rect">
                <a:avLst/>
              </a:prstGeom>
              <a:noFill/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vert="horz" lIns="91440" tIns="45720" rIns="91440" bIns="45720" rtlCol="0" anchor="ctr">
                <a:noAutofit/>
              </a:bodyPr>
              <a:lstStyle>
                <a:lvl1pPr marL="265113" indent="-265113" algn="just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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809625" indent="-352425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lnSpc>
                    <a:spcPct val="115000"/>
                  </a:lnSpc>
                  <a:spcAft>
                    <a:spcPts val="800"/>
                  </a:spcAft>
                  <a:buNone/>
                </a:pPr>
                <a:r>
                  <a:rPr lang="en-US" sz="2800" dirty="0">
                    <a:solidFill>
                      <a:srgbClr val="002060"/>
                    </a:solidFill>
                    <a:latin typeface="+mj-lt"/>
                  </a:rPr>
                  <a:t>Now,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800" dirty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u</m:t>
                    </m:r>
                    <m:r>
                      <a:rPr lang="en-US" sz="2800" dirty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US" sz="2800" dirty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e</m:t>
                    </m:r>
                    <m:r>
                      <a:rPr lang="en-US" sz="2800" dirty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sz="2800" dirty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u</m:t>
                    </m:r>
                  </m:oMath>
                </a14:m>
                <a:endParaRPr lang="en-US" sz="2800" dirty="0">
                  <a:solidFill>
                    <a:srgbClr val="002060"/>
                  </a:solidFill>
                  <a:latin typeface="+mj-lt"/>
                </a:endParaRPr>
              </a:p>
            </p:txBody>
          </p:sp>
        </mc:Choice>
        <mc:Fallback xmlns="">
          <p:sp>
            <p:nvSpPr>
              <p:cNvPr id="16" name="Content Placeholder 4">
                <a:extLst>
                  <a:ext uri="{FF2B5EF4-FFF2-40B4-BE49-F238E27FC236}">
                    <a16:creationId xmlns:a16="http://schemas.microsoft.com/office/drawing/2014/main" id="{E2369E14-FB7F-439F-B8BC-3D00ED9ED33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132607" y="2811806"/>
                <a:ext cx="3857502" cy="540000"/>
              </a:xfrm>
              <a:prstGeom prst="rect">
                <a:avLst/>
              </a:prstGeom>
              <a:blipFill>
                <a:blip r:embed="rId6"/>
                <a:stretch>
                  <a:fillRect l="-3318" t="-10112" b="-29213"/>
                </a:stretch>
              </a:blipFill>
              <a:ln w="12700" cap="flat" cmpd="sng" algn="ctr">
                <a:noFill/>
                <a:prstDash val="solid"/>
                <a:miter lim="800000"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Content Placeholder 4">
                <a:extLst>
                  <a:ext uri="{FF2B5EF4-FFF2-40B4-BE49-F238E27FC236}">
                    <a16:creationId xmlns:a16="http://schemas.microsoft.com/office/drawing/2014/main" id="{E2369E14-FB7F-439F-B8BC-3D00ED9ED33E}"/>
                  </a:ext>
                </a:extLst>
              </p:cNvPr>
              <p:cNvSpPr txBox="1">
                <a:spLocks/>
              </p:cNvSpPr>
              <p:nvPr/>
            </p:nvSpPr>
            <p:spPr>
              <a:xfrm flipH="1">
                <a:off x="139395" y="6007314"/>
                <a:ext cx="8345386" cy="540000"/>
              </a:xfrm>
              <a:prstGeom prst="rect">
                <a:avLst/>
              </a:prstGeom>
              <a:noFill/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vert="horz" lIns="91440" tIns="45720" rIns="91440" bIns="45720" rtlCol="0" anchor="ctr">
                <a:noAutofit/>
              </a:bodyPr>
              <a:lstStyle>
                <a:lvl1pPr marL="265113" indent="-265113" algn="just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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809625" indent="-352425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lnSpc>
                    <a:spcPct val="115000"/>
                  </a:lnSpc>
                  <a:spcAft>
                    <a:spcPts val="800"/>
                  </a:spcAft>
                  <a:buNone/>
                </a:pPr>
                <a:r>
                  <a:rPr lang="en-US" sz="2800" dirty="0">
                    <a:solidFill>
                      <a:srgbClr val="002060"/>
                    </a:solidFill>
                    <a:latin typeface="+mj-lt"/>
                  </a:rPr>
                  <a:t>So, </a:t>
                </a:r>
                <a14:m>
                  <m:oMath xmlns:m="http://schemas.openxmlformats.org/officeDocument/2006/math">
                    <m:r>
                      <a:rPr lang="en-US" sz="2800" b="1" i="0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𝐞</m:t>
                    </m:r>
                    <m:r>
                      <a:rPr lang="en-US" sz="2800" b="1" i="0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800" b="1" i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Shruti" panose="020B0502040204020203" pitchFamily="34" charset="0"/>
                      </a:rPr>
                      <m:t>𝟎</m:t>
                    </m:r>
                    <m:r>
                      <a:rPr lang="en-US" sz="2800" b="1" i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Shruti" panose="020B0502040204020203" pitchFamily="34" charset="0"/>
                      </a:rPr>
                      <m:t>+</m:t>
                    </m:r>
                    <m:r>
                      <a:rPr lang="en-US" sz="2800" b="1" i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Shruti" panose="020B0502040204020203" pitchFamily="34" charset="0"/>
                      </a:rPr>
                      <m:t>𝟎</m:t>
                    </m:r>
                    <m:r>
                      <a:rPr lang="en-US" sz="2800" b="1" i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Shruti" panose="020B0502040204020203" pitchFamily="34" charset="0"/>
                      </a:rPr>
                      <m:t>𝐱</m:t>
                    </m:r>
                    <m:r>
                      <a:rPr lang="en-US" sz="2800" b="1" i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Shruti" panose="020B0502040204020203" pitchFamily="34" charset="0"/>
                      </a:rPr>
                      <m:t>+</m:t>
                    </m:r>
                    <m:r>
                      <a:rPr lang="en-US" sz="2800" b="1" i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Shruti" panose="020B0502040204020203" pitchFamily="34" charset="0"/>
                      </a:rPr>
                      <m:t>𝟎</m:t>
                    </m:r>
                    <m:sSup>
                      <m:sSupPr>
                        <m:ctrlPr>
                          <a:rPr lang="en-US" sz="28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Shruti" panose="020B0502040204020203" pitchFamily="34" charset="0"/>
                          </a:rPr>
                        </m:ctrlPr>
                      </m:sSupPr>
                      <m:e>
                        <m:r>
                          <a:rPr lang="en-US" sz="2800" b="1" i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Shruti" panose="020B0502040204020203" pitchFamily="34" charset="0"/>
                          </a:rPr>
                          <m:t>𝐱</m:t>
                        </m:r>
                      </m:e>
                      <m:sup>
                        <m:r>
                          <a:rPr lang="en-US" sz="2800" b="1" i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Shruti" panose="020B0502040204020203" pitchFamily="34" charset="0"/>
                          </a:rPr>
                          <m:t>𝟐</m:t>
                        </m:r>
                      </m:sup>
                    </m:sSup>
                    <m:r>
                      <a:rPr lang="en-US" sz="2800" b="1" i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Shruti" panose="020B0502040204020203" pitchFamily="34" charset="0"/>
                      </a:rPr>
                      <m:t>=</m:t>
                    </m:r>
                    <m:r>
                      <a:rPr lang="en-US" sz="2800" b="1" i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Shruti" panose="020B0502040204020203" pitchFamily="34" charset="0"/>
                      </a:rPr>
                      <m:t>𝟎</m:t>
                    </m:r>
                  </m:oMath>
                </a14:m>
                <a:r>
                  <a:rPr lang="en-US" sz="2800" dirty="0">
                    <a:solidFill>
                      <a:srgbClr val="002060"/>
                    </a:solidFill>
                    <a:latin typeface="+mj-lt"/>
                  </a:rPr>
                  <a:t> is the identity element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i="1" dirty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i="1" dirty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ℙ</m:t>
                        </m:r>
                      </m:e>
                      <m:sub>
                        <m:r>
                          <a:rPr lang="en-US" sz="2800" i="1" dirty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2800" dirty="0">
                    <a:solidFill>
                      <a:srgbClr val="002060"/>
                    </a:solidFill>
                    <a:latin typeface="+mj-lt"/>
                  </a:rPr>
                  <a:t>.</a:t>
                </a:r>
              </a:p>
            </p:txBody>
          </p:sp>
        </mc:Choice>
        <mc:Fallback xmlns="">
          <p:sp>
            <p:nvSpPr>
              <p:cNvPr id="18" name="Content Placeholder 4">
                <a:extLst>
                  <a:ext uri="{FF2B5EF4-FFF2-40B4-BE49-F238E27FC236}">
                    <a16:creationId xmlns:a16="http://schemas.microsoft.com/office/drawing/2014/main" id="{E2369E14-FB7F-439F-B8BC-3D00ED9ED33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139395" y="6007314"/>
                <a:ext cx="8345386" cy="540000"/>
              </a:xfrm>
              <a:prstGeom prst="rect">
                <a:avLst/>
              </a:prstGeom>
              <a:blipFill>
                <a:blip r:embed="rId7"/>
                <a:stretch>
                  <a:fillRect l="-1534" t="-4494" b="-33708"/>
                </a:stretch>
              </a:blipFill>
              <a:ln w="12700" cap="flat" cmpd="sng" algn="ctr">
                <a:noFill/>
                <a:prstDash val="solid"/>
                <a:miter lim="800000"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Content Placeholder 4">
                <a:extLst>
                  <a:ext uri="{FF2B5EF4-FFF2-40B4-BE49-F238E27FC236}">
                    <a16:creationId xmlns:a16="http://schemas.microsoft.com/office/drawing/2014/main" id="{E2369E14-FB7F-439F-B8BC-3D00ED9ED33E}"/>
                  </a:ext>
                </a:extLst>
              </p:cNvPr>
              <p:cNvSpPr txBox="1">
                <a:spLocks/>
              </p:cNvSpPr>
              <p:nvPr/>
            </p:nvSpPr>
            <p:spPr>
              <a:xfrm flipH="1">
                <a:off x="443802" y="4111043"/>
                <a:ext cx="9576498" cy="540000"/>
              </a:xfrm>
              <a:prstGeom prst="rect">
                <a:avLst/>
              </a:prstGeom>
              <a:noFill/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vert="horz" lIns="91440" tIns="45720" rIns="91440" bIns="45720" rtlCol="0" anchor="ctr">
                <a:noAutofit/>
              </a:bodyPr>
              <a:lstStyle>
                <a:lvl1pPr marL="265113" indent="-265113" algn="just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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809625" indent="-352425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lnSpc>
                    <a:spcPct val="115000"/>
                  </a:lnSpc>
                  <a:spcAft>
                    <a:spcPts val="8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dirty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⇒</m:t>
                      </m:r>
                      <m:d>
                        <m:dPr>
                          <m:ctrlPr>
                            <a:rPr lang="en-US" sz="2800" i="1">
                              <a:solidFill>
                                <a:srgbClr val="3A4A6A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800" i="1">
                                  <a:solidFill>
                                    <a:srgbClr val="3A4A6A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2800" i="1">
                                  <a:solidFill>
                                    <a:srgbClr val="3A4A6A"/>
                                  </a:solidFill>
                                  <a:latin typeface="Cambria Math" panose="02040503050406030204" pitchFamily="18" charset="0"/>
                                </a:rPr>
                                <m:t>a</m:t>
                              </m:r>
                            </m:e>
                            <m:sub>
                              <m:r>
                                <a:rPr lang="en-US" sz="2800" i="1">
                                  <a:solidFill>
                                    <a:srgbClr val="3A4A6A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en-US" sz="2800" i="1">
                              <a:solidFill>
                                <a:srgbClr val="3A4A6A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en-US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Shruti" panose="020B0502040204020203" pitchFamily="34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Shruti" panose="020B0502040204020203" pitchFamily="34" charset="0"/>
                                </a:rPr>
                                <m:t>a</m:t>
                              </m:r>
                            </m:e>
                            <m:sup>
                              <m: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Shruti" panose="020B0502040204020203" pitchFamily="34" charset="0"/>
                                </a:rPr>
                                <m:t>′</m:t>
                              </m:r>
                            </m:sup>
                          </m:sSup>
                          <m:r>
                            <a:rPr lang="en-US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Shruti" panose="020B0502040204020203" pitchFamily="34" charset="0"/>
                            </a:rPr>
                            <m:t>)+(</m:t>
                          </m:r>
                          <m:sSub>
                            <m:sSubPr>
                              <m:ctrlPr>
                                <a:rPr lang="en-US" sz="2800" i="1">
                                  <a:solidFill>
                                    <a:srgbClr val="3A4A6A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2800" i="1">
                                  <a:solidFill>
                                    <a:srgbClr val="3A4A6A"/>
                                  </a:solidFill>
                                  <a:latin typeface="Cambria Math" panose="02040503050406030204" pitchFamily="18" charset="0"/>
                                </a:rPr>
                                <m:t>a</m:t>
                              </m:r>
                            </m:e>
                            <m:sub>
                              <m:r>
                                <a:rPr lang="en-US" sz="2800" i="1">
                                  <a:solidFill>
                                    <a:srgbClr val="3A4A6A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2800" b="0" i="1" smtClean="0">
                              <a:solidFill>
                                <a:srgbClr val="3A4A6A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en-US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Shruti" panose="020B0502040204020203" pitchFamily="34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Shruti" panose="020B0502040204020203" pitchFamily="34" charset="0"/>
                                </a:rPr>
                                <m:t>a</m:t>
                              </m:r>
                            </m:e>
                            <m:sup>
                              <m:r>
                                <a:rPr lang="en-US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Shruti" panose="020B0502040204020203" pitchFamily="34" charset="0"/>
                                </a:rPr>
                                <m:t>′</m:t>
                              </m:r>
                              <m: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Shruti" panose="020B0502040204020203" pitchFamily="34" charset="0"/>
                                </a:rPr>
                                <m:t>′</m:t>
                              </m:r>
                            </m:sup>
                          </m:sSup>
                          <m:r>
                            <a:rPr lang="en-US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Shruti" panose="020B0502040204020203" pitchFamily="34" charset="0"/>
                            </a:rPr>
                            <m:t>)</m:t>
                          </m:r>
                          <m:r>
                            <m:rPr>
                              <m:sty m:val="p"/>
                            </m:rPr>
                            <a:rPr lang="en-US" sz="2800" i="1">
                              <a:solidFill>
                                <a:srgbClr val="3A4A6A"/>
                              </a:solidFill>
                              <a:latin typeface="Cambria Math" panose="02040503050406030204" pitchFamily="18" charset="0"/>
                            </a:rPr>
                            <m:t>x</m:t>
                          </m:r>
                          <m:r>
                            <a:rPr lang="en-US" sz="2800" i="1">
                              <a:solidFill>
                                <a:srgbClr val="3A4A6A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d>
                            <m:dPr>
                              <m:ctrlPr>
                                <a:rPr lang="en-US" sz="2800" i="1">
                                  <a:solidFill>
                                    <a:srgbClr val="3A4A6A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2800" i="1">
                                      <a:solidFill>
                                        <a:srgbClr val="3A4A6A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sz="2800" i="1">
                                      <a:solidFill>
                                        <a:srgbClr val="3A4A6A"/>
                                      </a:solidFill>
                                      <a:latin typeface="Cambria Math" panose="02040503050406030204" pitchFamily="18" charset="0"/>
                                    </a:rPr>
                                    <m:t>a</m:t>
                                  </m:r>
                                </m:e>
                                <m:sub>
                                  <m:r>
                                    <a:rPr lang="en-US" sz="2800" i="1">
                                      <a:solidFill>
                                        <a:srgbClr val="3A4A6A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US" sz="2800" b="0" i="1" smtClean="0">
                                  <a:solidFill>
                                    <a:srgbClr val="3A4A6A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p>
                                <m:sSupPr>
                                  <m:ctrlPr>
                                    <a:rPr lang="en-US" sz="2800" i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Shruti" panose="020B0502040204020203" pitchFamily="34" charset="0"/>
                                    </a:rPr>
                                  </m:ctrlPr>
                                </m:s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sz="280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Shruti" panose="020B0502040204020203" pitchFamily="34" charset="0"/>
                                    </a:rPr>
                                    <m:t>a</m:t>
                                  </m:r>
                                </m:e>
                                <m:sup>
                                  <m:r>
                                    <a:rPr lang="en-US" sz="280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Shruti" panose="020B0502040204020203" pitchFamily="34" charset="0"/>
                                    </a:rPr>
                                    <m:t>′′′</m:t>
                                  </m:r>
                                </m:sup>
                              </m:sSup>
                            </m:e>
                          </m:d>
                          <m:sSup>
                            <m:sSupPr>
                              <m:ctrlPr>
                                <a:rPr lang="en-US" sz="2800" i="1">
                                  <a:solidFill>
                                    <a:srgbClr val="3A4A6A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n-US" sz="2800" i="1">
                                  <a:solidFill>
                                    <a:srgbClr val="3A4A6A"/>
                                  </a:solidFill>
                                  <a:latin typeface="Cambria Math" panose="02040503050406030204" pitchFamily="18" charset="0"/>
                                </a:rPr>
                                <m:t>x</m:t>
                              </m:r>
                            </m:e>
                            <m:sup>
                              <m:r>
                                <a:rPr lang="en-US" sz="2800" i="1">
                                  <a:solidFill>
                                    <a:srgbClr val="3A4A6A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d>
                      <m:r>
                        <a:rPr lang="en-US" sz="2800" dirty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sz="2800" i="1">
                              <a:solidFill>
                                <a:srgbClr val="3A4A6A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800" i="1">
                                  <a:solidFill>
                                    <a:srgbClr val="3A4A6A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2800" i="1">
                                  <a:solidFill>
                                    <a:srgbClr val="3A4A6A"/>
                                  </a:solidFill>
                                  <a:latin typeface="Cambria Math" panose="02040503050406030204" pitchFamily="18" charset="0"/>
                                </a:rPr>
                                <m:t>a</m:t>
                              </m:r>
                            </m:e>
                            <m:sub>
                              <m:r>
                                <a:rPr lang="en-US" sz="2800" i="1">
                                  <a:solidFill>
                                    <a:srgbClr val="3A4A6A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en-US" sz="2800" i="1">
                              <a:solidFill>
                                <a:srgbClr val="3A4A6A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sz="2800" i="1">
                                  <a:solidFill>
                                    <a:srgbClr val="3A4A6A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2800" i="1">
                                  <a:solidFill>
                                    <a:srgbClr val="3A4A6A"/>
                                  </a:solidFill>
                                  <a:latin typeface="Cambria Math" panose="02040503050406030204" pitchFamily="18" charset="0"/>
                                </a:rPr>
                                <m:t>a</m:t>
                              </m:r>
                            </m:e>
                            <m:sub>
                              <m:r>
                                <a:rPr lang="en-US" sz="2800" i="1">
                                  <a:solidFill>
                                    <a:srgbClr val="3A4A6A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m:rPr>
                              <m:sty m:val="p"/>
                            </m:rPr>
                            <a:rPr lang="en-US" sz="2800" i="1">
                              <a:solidFill>
                                <a:srgbClr val="3A4A6A"/>
                              </a:solidFill>
                              <a:latin typeface="Cambria Math" panose="02040503050406030204" pitchFamily="18" charset="0"/>
                            </a:rPr>
                            <m:t>x</m:t>
                          </m:r>
                          <m:r>
                            <a:rPr lang="en-US" sz="2800" i="1">
                              <a:solidFill>
                                <a:srgbClr val="3A4A6A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sz="2800" i="1">
                                  <a:solidFill>
                                    <a:srgbClr val="3A4A6A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2800" i="1">
                                  <a:solidFill>
                                    <a:srgbClr val="3A4A6A"/>
                                  </a:solidFill>
                                  <a:latin typeface="Cambria Math" panose="02040503050406030204" pitchFamily="18" charset="0"/>
                                </a:rPr>
                                <m:t>a</m:t>
                              </m:r>
                            </m:e>
                            <m:sub>
                              <m:r>
                                <a:rPr lang="en-US" sz="2800" i="1">
                                  <a:solidFill>
                                    <a:srgbClr val="3A4A6A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sSup>
                            <m:sSupPr>
                              <m:ctrlPr>
                                <a:rPr lang="en-US" sz="2800" i="1">
                                  <a:solidFill>
                                    <a:srgbClr val="3A4A6A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n-US" sz="2800" i="1">
                                  <a:solidFill>
                                    <a:srgbClr val="3A4A6A"/>
                                  </a:solidFill>
                                  <a:latin typeface="Cambria Math" panose="02040503050406030204" pitchFamily="18" charset="0"/>
                                </a:rPr>
                                <m:t>x</m:t>
                              </m:r>
                            </m:e>
                            <m:sup>
                              <m:r>
                                <a:rPr lang="en-US" sz="2800" i="1">
                                  <a:solidFill>
                                    <a:srgbClr val="3A4A6A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en-US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22" name="Content Placeholder 4">
                <a:extLst>
                  <a:ext uri="{FF2B5EF4-FFF2-40B4-BE49-F238E27FC236}">
                    <a16:creationId xmlns:a16="http://schemas.microsoft.com/office/drawing/2014/main" id="{E2369E14-FB7F-439F-B8BC-3D00ED9ED33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443802" y="4111043"/>
                <a:ext cx="9576498" cy="54000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  <a:ln w="12700" cap="flat" cmpd="sng" algn="ctr">
                <a:noFill/>
                <a:prstDash val="solid"/>
                <a:miter lim="800000"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Content Placeholder 4">
                <a:extLst>
                  <a:ext uri="{FF2B5EF4-FFF2-40B4-BE49-F238E27FC236}">
                    <a16:creationId xmlns:a16="http://schemas.microsoft.com/office/drawing/2014/main" id="{E2369E14-FB7F-439F-B8BC-3D00ED9ED33E}"/>
                  </a:ext>
                </a:extLst>
              </p:cNvPr>
              <p:cNvSpPr txBox="1">
                <a:spLocks/>
              </p:cNvSpPr>
              <p:nvPr/>
            </p:nvSpPr>
            <p:spPr>
              <a:xfrm flipH="1">
                <a:off x="458794" y="4762938"/>
                <a:ext cx="7935906" cy="540000"/>
              </a:xfrm>
              <a:prstGeom prst="rect">
                <a:avLst/>
              </a:prstGeom>
              <a:noFill/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vert="horz" lIns="91440" tIns="45720" rIns="91440" bIns="45720" rtlCol="0" anchor="ctr">
                <a:noAutofit/>
              </a:bodyPr>
              <a:lstStyle>
                <a:lvl1pPr marL="265113" indent="-265113" algn="just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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809625" indent="-352425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lnSpc>
                    <a:spcPct val="115000"/>
                  </a:lnSpc>
                  <a:spcAft>
                    <a:spcPts val="800"/>
                  </a:spcAft>
                  <a:buNone/>
                </a:pPr>
                <a14:m>
                  <m:oMath xmlns:m="http://schemas.openxmlformats.org/officeDocument/2006/math">
                    <m:r>
                      <a:rPr lang="en-US" sz="2800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⇒</m:t>
                    </m:r>
                    <m:sSub>
                      <m:sSubPr>
                        <m:ctrlPr>
                          <a:rPr lang="en-US" sz="2800" i="1">
                            <a:solidFill>
                              <a:srgbClr val="3A4A6A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2800" i="1">
                            <a:solidFill>
                              <a:srgbClr val="3A4A6A"/>
                            </a:solidFill>
                            <a:latin typeface="Cambria Math" panose="02040503050406030204" pitchFamily="18" charset="0"/>
                          </a:rPr>
                          <m:t>a</m:t>
                        </m:r>
                      </m:e>
                      <m:sub>
                        <m:r>
                          <a:rPr lang="en-US" sz="2800" i="1">
                            <a:solidFill>
                              <a:srgbClr val="3A4A6A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sz="2800" i="1">
                        <a:solidFill>
                          <a:srgbClr val="3A4A6A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en-US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Shruti" panose="020B0502040204020203" pitchFamily="34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Shruti" panose="020B0502040204020203" pitchFamily="34" charset="0"/>
                          </a:rPr>
                          <m:t>a</m:t>
                        </m:r>
                      </m:e>
                      <m:sup>
                        <m:r>
                          <a:rPr lang="en-US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Shruti" panose="020B0502040204020203" pitchFamily="34" charset="0"/>
                          </a:rPr>
                          <m:t>′</m:t>
                        </m:r>
                      </m:sup>
                    </m:sSup>
                    <m:r>
                      <a:rPr lang="en-US" sz="2800" i="1" dirty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2800" i="1">
                            <a:solidFill>
                              <a:srgbClr val="3A4A6A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2800" i="1">
                            <a:solidFill>
                              <a:srgbClr val="3A4A6A"/>
                            </a:solidFill>
                            <a:latin typeface="Cambria Math" panose="02040503050406030204" pitchFamily="18" charset="0"/>
                          </a:rPr>
                          <m:t>a</m:t>
                        </m:r>
                      </m:e>
                      <m:sub>
                        <m:r>
                          <a:rPr lang="en-US" sz="2800" i="1">
                            <a:solidFill>
                              <a:srgbClr val="3A4A6A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sz="2800" b="0" i="1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,    </m:t>
                    </m:r>
                    <m:sSub>
                      <m:sSubPr>
                        <m:ctrlPr>
                          <a:rPr lang="en-US" sz="2800" i="1">
                            <a:solidFill>
                              <a:srgbClr val="3A4A6A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2800" i="1">
                            <a:solidFill>
                              <a:srgbClr val="3A4A6A"/>
                            </a:solidFill>
                            <a:latin typeface="Cambria Math" panose="02040503050406030204" pitchFamily="18" charset="0"/>
                          </a:rPr>
                          <m:t>a</m:t>
                        </m:r>
                      </m:e>
                      <m:sub>
                        <m:r>
                          <a:rPr lang="en-US" sz="2800" i="1">
                            <a:solidFill>
                              <a:srgbClr val="3A4A6A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800" i="1">
                        <a:solidFill>
                          <a:srgbClr val="3A4A6A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en-US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Shruti" panose="020B0502040204020203" pitchFamily="34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Shruti" panose="020B0502040204020203" pitchFamily="34" charset="0"/>
                          </a:rPr>
                          <m:t>a</m:t>
                        </m:r>
                      </m:e>
                      <m:sup>
                        <m:r>
                          <a:rPr lang="en-US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Shruti" panose="020B0502040204020203" pitchFamily="34" charset="0"/>
                          </a:rPr>
                          <m:t>′</m:t>
                        </m:r>
                        <m:r>
                          <a:rPr lang="en-US" sz="28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Shruti" panose="020B0502040204020203" pitchFamily="34" charset="0"/>
                          </a:rPr>
                          <m:t>′</m:t>
                        </m:r>
                      </m:sup>
                    </m:sSup>
                    <m:r>
                      <a:rPr lang="en-US" sz="2800" i="1" dirty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2800" i="1">
                            <a:solidFill>
                              <a:srgbClr val="3A4A6A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2800" i="1">
                            <a:solidFill>
                              <a:srgbClr val="3A4A6A"/>
                            </a:solidFill>
                            <a:latin typeface="Cambria Math" panose="02040503050406030204" pitchFamily="18" charset="0"/>
                          </a:rPr>
                          <m:t>a</m:t>
                        </m:r>
                      </m:e>
                      <m:sub>
                        <m:r>
                          <a:rPr lang="en-US" sz="2800" i="1">
                            <a:solidFill>
                              <a:srgbClr val="3A4A6A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2800" dirty="0">
                    <a:solidFill>
                      <a:srgbClr val="002060"/>
                    </a:solidFill>
                  </a:rPr>
                  <a:t>   and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i="1">
                            <a:solidFill>
                              <a:srgbClr val="3A4A6A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2800" i="1">
                            <a:solidFill>
                              <a:srgbClr val="3A4A6A"/>
                            </a:solidFill>
                            <a:latin typeface="Cambria Math" panose="02040503050406030204" pitchFamily="18" charset="0"/>
                          </a:rPr>
                          <m:t>a</m:t>
                        </m:r>
                      </m:e>
                      <m:sub>
                        <m:r>
                          <a:rPr lang="en-US" sz="2800" b="0" i="1" smtClean="0">
                            <a:solidFill>
                              <a:srgbClr val="3A4A6A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2800" i="1">
                        <a:solidFill>
                          <a:srgbClr val="3A4A6A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en-US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Shruti" panose="020B0502040204020203" pitchFamily="34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Shruti" panose="020B0502040204020203" pitchFamily="34" charset="0"/>
                          </a:rPr>
                          <m:t>a</m:t>
                        </m:r>
                      </m:e>
                      <m:sup>
                        <m:r>
                          <a:rPr lang="en-US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Shruti" panose="020B0502040204020203" pitchFamily="34" charset="0"/>
                          </a:rPr>
                          <m:t>′</m:t>
                        </m:r>
                        <m:r>
                          <a:rPr lang="en-US" sz="2800" b="0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Shruti" panose="020B0502040204020203" pitchFamily="34" charset="0"/>
                          </a:rPr>
                          <m:t>′</m:t>
                        </m:r>
                        <m:r>
                          <a:rPr lang="en-US" sz="28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Shruti" panose="020B0502040204020203" pitchFamily="34" charset="0"/>
                          </a:rPr>
                          <m:t>′</m:t>
                        </m:r>
                      </m:sup>
                    </m:sSup>
                    <m:r>
                      <a:rPr lang="en-US" sz="2800" i="1" dirty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2800" i="1">
                            <a:solidFill>
                              <a:srgbClr val="3A4A6A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2800" i="1">
                            <a:solidFill>
                              <a:srgbClr val="3A4A6A"/>
                            </a:solidFill>
                            <a:latin typeface="Cambria Math" panose="02040503050406030204" pitchFamily="18" charset="0"/>
                          </a:rPr>
                          <m:t>a</m:t>
                        </m:r>
                      </m:e>
                      <m:sub>
                        <m:r>
                          <a:rPr lang="en-US" sz="2800" i="1">
                            <a:solidFill>
                              <a:srgbClr val="3A4A6A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endParaRPr lang="en-US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23" name="Content Placeholder 4">
                <a:extLst>
                  <a:ext uri="{FF2B5EF4-FFF2-40B4-BE49-F238E27FC236}">
                    <a16:creationId xmlns:a16="http://schemas.microsoft.com/office/drawing/2014/main" id="{E2369E14-FB7F-439F-B8BC-3D00ED9ED33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458794" y="4762938"/>
                <a:ext cx="7935906" cy="540000"/>
              </a:xfrm>
              <a:prstGeom prst="rect">
                <a:avLst/>
              </a:prstGeom>
              <a:blipFill>
                <a:blip r:embed="rId9"/>
                <a:stretch>
                  <a:fillRect t="-10112" b="-29213"/>
                </a:stretch>
              </a:blipFill>
              <a:ln w="12700" cap="flat" cmpd="sng" algn="ctr">
                <a:noFill/>
                <a:prstDash val="solid"/>
                <a:miter lim="800000"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Content Placeholder 4">
                <a:extLst>
                  <a:ext uri="{FF2B5EF4-FFF2-40B4-BE49-F238E27FC236}">
                    <a16:creationId xmlns:a16="http://schemas.microsoft.com/office/drawing/2014/main" id="{AD72AFE7-1C85-4BFF-A6F1-C2DBC114453D}"/>
                  </a:ext>
                </a:extLst>
              </p:cNvPr>
              <p:cNvSpPr txBox="1">
                <a:spLocks/>
              </p:cNvSpPr>
              <p:nvPr/>
            </p:nvSpPr>
            <p:spPr>
              <a:xfrm flipH="1">
                <a:off x="132607" y="2162994"/>
                <a:ext cx="3764387" cy="540000"/>
              </a:xfrm>
              <a:prstGeom prst="rect">
                <a:avLst/>
              </a:prstGeom>
              <a:noFill/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vert="horz" lIns="91440" tIns="45720" rIns="91440" bIns="45720" rtlCol="0" anchor="ctr">
                <a:noAutofit/>
              </a:bodyPr>
              <a:lstStyle>
                <a:lvl1pPr marL="265113" indent="-265113" algn="just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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809625" indent="-352425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lnSpc>
                    <a:spcPct val="115000"/>
                  </a:lnSpc>
                  <a:spcAft>
                    <a:spcPts val="800"/>
                  </a:spcAft>
                  <a:buNone/>
                </a:pPr>
                <a:r>
                  <a:rPr lang="en-US" sz="2800" dirty="0">
                    <a:solidFill>
                      <a:srgbClr val="002060"/>
                    </a:solidFill>
                    <a:latin typeface="+mj-lt"/>
                  </a:rPr>
                  <a:t>such that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800" b="0" i="0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u</m:t>
                    </m:r>
                    <m:r>
                      <a:rPr lang="en-US" sz="2800" dirty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US" sz="2800" b="0" i="0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e</m:t>
                    </m:r>
                    <m:r>
                      <a:rPr lang="en-US" sz="2800" dirty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sz="2800" b="0" i="0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u</m:t>
                    </m:r>
                  </m:oMath>
                </a14:m>
                <a:r>
                  <a:rPr lang="en-US" sz="2800" dirty="0">
                    <a:solidFill>
                      <a:srgbClr val="002060"/>
                    </a:solidFill>
                    <a:latin typeface="+mj-lt"/>
                  </a:rPr>
                  <a:t>. </a:t>
                </a:r>
              </a:p>
            </p:txBody>
          </p:sp>
        </mc:Choice>
        <mc:Fallback xmlns="">
          <p:sp>
            <p:nvSpPr>
              <p:cNvPr id="15" name="Content Placeholder 4">
                <a:extLst>
                  <a:ext uri="{FF2B5EF4-FFF2-40B4-BE49-F238E27FC236}">
                    <a16:creationId xmlns:a16="http://schemas.microsoft.com/office/drawing/2014/main" id="{AD72AFE7-1C85-4BFF-A6F1-C2DBC114453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132607" y="2162994"/>
                <a:ext cx="3764387" cy="540000"/>
              </a:xfrm>
              <a:prstGeom prst="rect">
                <a:avLst/>
              </a:prstGeom>
              <a:blipFill>
                <a:blip r:embed="rId12"/>
                <a:stretch>
                  <a:fillRect l="-3404" t="-6818" b="-32955"/>
                </a:stretch>
              </a:blipFill>
              <a:ln w="12700" cap="flat" cmpd="sng" algn="ctr">
                <a:noFill/>
                <a:prstDash val="solid"/>
                <a:miter lim="800000"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Content Placeholder 4">
                <a:extLst>
                  <a:ext uri="{FF2B5EF4-FFF2-40B4-BE49-F238E27FC236}">
                    <a16:creationId xmlns:a16="http://schemas.microsoft.com/office/drawing/2014/main" id="{C9F287AA-6B96-4C7F-8E5B-6899F67C9607}"/>
                  </a:ext>
                </a:extLst>
              </p:cNvPr>
              <p:cNvSpPr txBox="1">
                <a:spLocks/>
              </p:cNvSpPr>
              <p:nvPr/>
            </p:nvSpPr>
            <p:spPr>
              <a:xfrm flipH="1">
                <a:off x="458794" y="5385126"/>
                <a:ext cx="5040304" cy="540000"/>
              </a:xfrm>
              <a:prstGeom prst="rect">
                <a:avLst/>
              </a:prstGeom>
              <a:noFill/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vert="horz" lIns="91440" tIns="45720" rIns="91440" bIns="45720" rtlCol="0" anchor="ctr">
                <a:noAutofit/>
              </a:bodyPr>
              <a:lstStyle>
                <a:lvl1pPr marL="265113" indent="-265113" algn="just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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809625" indent="-352425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lnSpc>
                    <a:spcPct val="115000"/>
                  </a:lnSpc>
                  <a:spcAft>
                    <a:spcPts val="800"/>
                  </a:spcAft>
                  <a:buNone/>
                </a:pPr>
                <a14:m>
                  <m:oMath xmlns:m="http://schemas.openxmlformats.org/officeDocument/2006/math">
                    <m:r>
                      <a:rPr lang="en-US" sz="2800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⇒</m:t>
                    </m:r>
                    <m:sSup>
                      <m:sSupPr>
                        <m:ctrlPr>
                          <a:rPr lang="en-US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Shruti" panose="020B0502040204020203" pitchFamily="34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Shruti" panose="020B0502040204020203" pitchFamily="34" charset="0"/>
                          </a:rPr>
                          <m:t>a</m:t>
                        </m:r>
                      </m:e>
                      <m:sup>
                        <m:r>
                          <a:rPr lang="en-US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Shruti" panose="020B0502040204020203" pitchFamily="34" charset="0"/>
                          </a:rPr>
                          <m:t>′</m:t>
                        </m:r>
                      </m:sup>
                    </m:sSup>
                    <m:r>
                      <a:rPr lang="en-US" sz="2800" i="1" dirty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800" b="0" i="1" smtClean="0">
                        <a:solidFill>
                          <a:srgbClr val="3A4A6A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a:rPr lang="en-US" sz="2800" b="0" i="1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,   </m:t>
                    </m:r>
                    <m:sSup>
                      <m:sSupPr>
                        <m:ctrlPr>
                          <a:rPr lang="en-US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Shruti" panose="020B0502040204020203" pitchFamily="34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Shruti" panose="020B0502040204020203" pitchFamily="34" charset="0"/>
                          </a:rPr>
                          <m:t>a</m:t>
                        </m:r>
                      </m:e>
                      <m:sup>
                        <m:r>
                          <a:rPr lang="en-US" sz="2800" b="0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Shruti" panose="020B0502040204020203" pitchFamily="34" charset="0"/>
                          </a:rPr>
                          <m:t>′</m:t>
                        </m:r>
                        <m:r>
                          <a:rPr lang="en-US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Shruti" panose="020B0502040204020203" pitchFamily="34" charset="0"/>
                          </a:rPr>
                          <m:t>′</m:t>
                        </m:r>
                      </m:sup>
                    </m:sSup>
                    <m:r>
                      <a:rPr lang="en-US" sz="2800" i="1" dirty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800" b="0" i="1" smtClean="0">
                        <a:solidFill>
                          <a:srgbClr val="3A4A6A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en-US" sz="2800" dirty="0">
                    <a:solidFill>
                      <a:srgbClr val="002060"/>
                    </a:solidFill>
                  </a:rPr>
                  <a:t>   and  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Shruti" panose="020B0502040204020203" pitchFamily="34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Shruti" panose="020B0502040204020203" pitchFamily="34" charset="0"/>
                          </a:rPr>
                          <m:t>a</m:t>
                        </m:r>
                      </m:e>
                      <m:sup>
                        <m:r>
                          <a:rPr lang="en-US" sz="28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Shruti" panose="020B0502040204020203" pitchFamily="34" charset="0"/>
                          </a:rPr>
                          <m:t>′′</m:t>
                        </m:r>
                        <m:r>
                          <a:rPr lang="en-US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Shruti" panose="020B0502040204020203" pitchFamily="34" charset="0"/>
                          </a:rPr>
                          <m:t>′</m:t>
                        </m:r>
                      </m:sup>
                    </m:sSup>
                    <m:r>
                      <a:rPr lang="en-US" sz="2800" i="1" dirty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800" b="0" i="1" smtClean="0">
                        <a:solidFill>
                          <a:srgbClr val="3A4A6A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endParaRPr lang="en-US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19" name="Content Placeholder 4">
                <a:extLst>
                  <a:ext uri="{FF2B5EF4-FFF2-40B4-BE49-F238E27FC236}">
                    <a16:creationId xmlns:a16="http://schemas.microsoft.com/office/drawing/2014/main" id="{C9F287AA-6B96-4C7F-8E5B-6899F67C960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458794" y="5385126"/>
                <a:ext cx="5040304" cy="540000"/>
              </a:xfrm>
              <a:prstGeom prst="rect">
                <a:avLst/>
              </a:prstGeom>
              <a:blipFill>
                <a:blip r:embed="rId13"/>
                <a:stretch>
                  <a:fillRect t="-10112" b="-29213"/>
                </a:stretch>
              </a:blipFill>
              <a:ln w="12700" cap="flat" cmpd="sng" algn="ctr">
                <a:noFill/>
                <a:prstDash val="solid"/>
                <a:miter lim="800000"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9" name="Picture 28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782710" y="756408"/>
            <a:ext cx="5353067" cy="1359637"/>
          </a:xfrm>
          <a:prstGeom prst="rect">
            <a:avLst/>
          </a:prstGeom>
        </p:spPr>
      </p:pic>
      <p:sp>
        <p:nvSpPr>
          <p:cNvPr id="30" name="Right Arrow 3">
            <a:extLst>
              <a:ext uri="{FF2B5EF4-FFF2-40B4-BE49-F238E27FC236}">
                <a16:creationId xmlns:a16="http://schemas.microsoft.com/office/drawing/2014/main" id="{3FE11F38-A8D0-406B-A77F-9DE69C4F1B02}"/>
              </a:ext>
            </a:extLst>
          </p:cNvPr>
          <p:cNvSpPr/>
          <p:nvPr/>
        </p:nvSpPr>
        <p:spPr>
          <a:xfrm flipV="1">
            <a:off x="6782712" y="1229558"/>
            <a:ext cx="144000" cy="180000"/>
          </a:xfrm>
          <a:prstGeom prst="rightArrow">
            <a:avLst/>
          </a:prstGeom>
          <a:gradFill>
            <a:gsLst>
              <a:gs pos="10000">
                <a:srgbClr val="0E47A1"/>
              </a:gs>
              <a:gs pos="100000">
                <a:srgbClr val="03A9F5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Wingdings 3" panose="05040102010807070707" pitchFamily="18" charset="2"/>
              <a:buNone/>
            </a:pPr>
            <a:endParaRPr lang="en-IN" sz="28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029060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/>
      <p:bldP spid="32" grpId="0"/>
      <p:bldP spid="16" grpId="0"/>
      <p:bldP spid="18" grpId="0"/>
      <p:bldP spid="22" grpId="0"/>
      <p:bldP spid="23" grpId="0"/>
      <p:bldP spid="15" grpId="0"/>
      <p:bldP spid="19" grpId="0"/>
    </p:bld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ECFC8A-BC0D-5D72-FE99-20313653BC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1" name="Content Placeholder 4">
                <a:extLst>
                  <a:ext uri="{FF2B5EF4-FFF2-40B4-BE49-F238E27FC236}">
                    <a16:creationId xmlns:a16="http://schemas.microsoft.com/office/drawing/2014/main" id="{C2E3A768-B2DD-49B5-A909-9453EEB041E3}"/>
                  </a:ext>
                </a:extLst>
              </p:cNvPr>
              <p:cNvSpPr txBox="1">
                <a:spLocks/>
              </p:cNvSpPr>
              <p:nvPr/>
            </p:nvSpPr>
            <p:spPr>
              <a:xfrm flipH="1">
                <a:off x="-1" y="865206"/>
                <a:ext cx="5499100" cy="540000"/>
              </a:xfrm>
              <a:prstGeom prst="rect">
                <a:avLst/>
              </a:prstGeom>
              <a:gradFill>
                <a:gsLst>
                  <a:gs pos="10000">
                    <a:srgbClr val="0E47A1"/>
                  </a:gs>
                  <a:gs pos="100000">
                    <a:srgbClr val="03A9F5"/>
                  </a:gs>
                </a:gsLst>
                <a:lin ang="10800000" scaled="1"/>
              </a:gradFill>
              <a:ln>
                <a:noFill/>
              </a:ln>
            </p:spPr>
            <p:txBody>
              <a:bodyPr vert="horz" wrap="square" lIns="91440" tIns="45720" rIns="91440" bIns="45720" numCol="1" anchor="ctr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algn="ctr">
                  <a:defRPr sz="2800">
                    <a:solidFill>
                      <a:schemeClr val="bg1"/>
                    </a:solidFill>
                  </a:defRPr>
                </a:lvl1pPr>
                <a:lvl2pPr>
                  <a:defRPr>
                    <a:solidFill>
                      <a:schemeClr val="tx1"/>
                    </a:solidFill>
                  </a:defRPr>
                </a:lvl2pPr>
                <a:lvl3pPr>
                  <a:defRPr>
                    <a:solidFill>
                      <a:schemeClr val="tx1"/>
                    </a:solidFill>
                  </a:defRPr>
                </a:lvl3pPr>
                <a:lvl4pPr>
                  <a:defRPr>
                    <a:solidFill>
                      <a:schemeClr val="tx1"/>
                    </a:solidFill>
                  </a:defRPr>
                </a:lvl4pPr>
                <a:lvl5pPr>
                  <a:defRPr>
                    <a:solidFill>
                      <a:schemeClr val="tx1"/>
                    </a:solidFill>
                  </a:defRPr>
                </a:lvl5pPr>
                <a:lvl6pPr>
                  <a:defRPr>
                    <a:solidFill>
                      <a:schemeClr val="tx1"/>
                    </a:solidFill>
                  </a:defRPr>
                </a:lvl6pPr>
                <a:lvl7pPr>
                  <a:defRPr>
                    <a:solidFill>
                      <a:schemeClr val="tx1"/>
                    </a:solidFill>
                  </a:defRPr>
                </a:lvl7pPr>
                <a:lvl8pPr>
                  <a:defRPr>
                    <a:solidFill>
                      <a:schemeClr val="tx1"/>
                    </a:solidFill>
                  </a:defRPr>
                </a:lvl8pPr>
                <a:lvl9pPr>
                  <a:defRPr>
                    <a:solidFill>
                      <a:schemeClr val="tx1"/>
                    </a:solidFill>
                  </a:defRPr>
                </a:lvl9pPr>
              </a:lstStyle>
              <a:p>
                <a:pPr algn="l"/>
                <a:r>
                  <a:rPr lang="en-US" b="1" dirty="0"/>
                  <a:t>Axiom 5: </a:t>
                </a:r>
                <a14:m>
                  <m:oMath xmlns:m="http://schemas.openxmlformats.org/officeDocument/2006/math">
                    <m:r>
                      <a:rPr lang="en-US" b="1" i="0" dirty="0" smtClean="0">
                        <a:latin typeface="Cambria Math" panose="02040503050406030204" pitchFamily="18" charset="0"/>
                      </a:rPr>
                      <m:t>𝐮</m:t>
                    </m:r>
                    <m:r>
                      <a:rPr lang="en-US" b="1" i="0" dirty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1" i="0" dirty="0" smtClean="0">
                        <a:latin typeface="Cambria Math" panose="02040503050406030204" pitchFamily="18" charset="0"/>
                      </a:rPr>
                      <m:t>𝐰</m:t>
                    </m:r>
                    <m:r>
                      <a:rPr lang="en-US" b="1" i="0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1" i="0" dirty="0" smtClean="0">
                        <a:latin typeface="Cambria Math" panose="02040503050406030204" pitchFamily="18" charset="0"/>
                      </a:rPr>
                      <m:t>𝟎</m:t>
                    </m:r>
                  </m:oMath>
                </a14:m>
                <a:endParaRPr lang="en-US" b="1" dirty="0"/>
              </a:p>
            </p:txBody>
          </p:sp>
        </mc:Choice>
        <mc:Fallback xmlns="">
          <p:sp>
            <p:nvSpPr>
              <p:cNvPr id="21" name="Content Placeholder 4">
                <a:extLst>
                  <a:ext uri="{FF2B5EF4-FFF2-40B4-BE49-F238E27FC236}">
                    <a16:creationId xmlns:a16="http://schemas.microsoft.com/office/drawing/2014/main" id="{C2E3A768-B2DD-49B5-A909-9453EEB041E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-1" y="865206"/>
                <a:ext cx="5499100" cy="540000"/>
              </a:xfrm>
              <a:prstGeom prst="rect">
                <a:avLst/>
              </a:prstGeom>
              <a:blipFill>
                <a:blip r:embed="rId2"/>
                <a:stretch>
                  <a:fillRect l="-2217" t="-10112" b="-29213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FDFDD70C-3AAE-183B-5AED-36C59E3E9B77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IN" dirty="0"/>
                  <a:t>Method:1 </a:t>
                </a:r>
                <a14:m>
                  <m:oMath xmlns:m="http://schemas.openxmlformats.org/officeDocument/2006/math">
                    <m:r>
                      <a:rPr lang="en-I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⇝</m:t>
                    </m:r>
                  </m:oMath>
                </a14:m>
                <a:r>
                  <a:rPr lang="en-IN" dirty="0"/>
                  <a:t> Example:17(continue)</a:t>
                </a:r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FDFDD70C-3AAE-183B-5AED-36C59E3E9B7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3"/>
                <a:stretch>
                  <a:fillRect l="-400" t="-8547" b="-1965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Content Placeholder 4">
                <a:extLst>
                  <a:ext uri="{FF2B5EF4-FFF2-40B4-BE49-F238E27FC236}">
                    <a16:creationId xmlns:a16="http://schemas.microsoft.com/office/drawing/2014/main" id="{E2369E14-FB7F-439F-B8BC-3D00ED9ED33E}"/>
                  </a:ext>
                </a:extLst>
              </p:cNvPr>
              <p:cNvSpPr txBox="1">
                <a:spLocks/>
              </p:cNvSpPr>
              <p:nvPr/>
            </p:nvSpPr>
            <p:spPr>
              <a:xfrm flipH="1">
                <a:off x="132605" y="1514100"/>
                <a:ext cx="6396983" cy="540000"/>
              </a:xfrm>
              <a:prstGeom prst="rect">
                <a:avLst/>
              </a:prstGeom>
              <a:noFill/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vert="horz" lIns="91440" tIns="45720" rIns="91440" bIns="45720" rtlCol="0" anchor="ctr">
                <a:noAutofit/>
              </a:bodyPr>
              <a:lstStyle>
                <a:lvl1pPr marL="265113" indent="-265113" algn="just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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809625" indent="-352425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lnSpc>
                    <a:spcPct val="115000"/>
                  </a:lnSpc>
                  <a:spcAft>
                    <a:spcPts val="800"/>
                  </a:spcAft>
                  <a:buNone/>
                </a:pPr>
                <a:r>
                  <a:rPr lang="en-US" sz="2800" dirty="0">
                    <a:solidFill>
                      <a:srgbClr val="002060"/>
                    </a:solidFill>
                  </a:rPr>
                  <a:t>Let,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800" b="0" i="0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w</m:t>
                    </m:r>
                    <m:r>
                      <a:rPr lang="en-US" sz="2800" b="0" i="0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Shruti" panose="020B0502040204020203" pitchFamily="34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Shruti" panose="020B0502040204020203" pitchFamily="34" charset="0"/>
                          </a:rPr>
                          <m:t>a</m:t>
                        </m:r>
                      </m:e>
                      <m:sup>
                        <m:r>
                          <a:rPr lang="en-US" sz="2800" b="0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Shruti" panose="020B0502040204020203" pitchFamily="34" charset="0"/>
                          </a:rPr>
                          <m:t>∗</m:t>
                        </m:r>
                      </m:sup>
                    </m:sSup>
                    <m:r>
                      <a:rPr lang="en-US" sz="2800" i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Shruti" panose="020B0502040204020203" pitchFamily="34" charset="0"/>
                      </a:rPr>
                      <m:t>+</m:t>
                    </m:r>
                    <m:sSup>
                      <m:sSupPr>
                        <m:ctrlPr>
                          <a:rPr lang="en-US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Shruti" panose="020B0502040204020203" pitchFamily="34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Shruti" panose="020B0502040204020203" pitchFamily="34" charset="0"/>
                          </a:rPr>
                          <m:t>a</m:t>
                        </m:r>
                      </m:e>
                      <m:sup>
                        <m:r>
                          <a:rPr lang="en-US" sz="28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Shruti" panose="020B0502040204020203" pitchFamily="34" charset="0"/>
                          </a:rPr>
                          <m:t>∗∗</m:t>
                        </m:r>
                      </m:sup>
                    </m:sSup>
                    <m:r>
                      <m:rPr>
                        <m:sty m:val="p"/>
                      </m:rPr>
                      <a:rPr lang="en-US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Shruti" panose="020B0502040204020203" pitchFamily="34" charset="0"/>
                      </a:rPr>
                      <m:t>x</m:t>
                    </m:r>
                    <m:r>
                      <a:rPr lang="en-US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Shruti" panose="020B0502040204020203" pitchFamily="34" charset="0"/>
                      </a:rPr>
                      <m:t>+</m:t>
                    </m:r>
                    <m:sSup>
                      <m:sSupPr>
                        <m:ctrlPr>
                          <a:rPr lang="en-US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Shruti" panose="020B0502040204020203" pitchFamily="34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Shruti" panose="020B0502040204020203" pitchFamily="34" charset="0"/>
                          </a:rPr>
                          <m:t>a</m:t>
                        </m:r>
                      </m:e>
                      <m:sup>
                        <m:r>
                          <a:rPr lang="en-US" sz="2800" b="0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Shruti" panose="020B0502040204020203" pitchFamily="34" charset="0"/>
                          </a:rPr>
                          <m:t>∗∗∗</m:t>
                        </m:r>
                      </m:sup>
                    </m:sSup>
                    <m:sSup>
                      <m:sSupPr>
                        <m:ctrlPr>
                          <a:rPr lang="en-US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Shruti" panose="020B0502040204020203" pitchFamily="34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Shruti" panose="020B0502040204020203" pitchFamily="34" charset="0"/>
                          </a:rPr>
                          <m:t>x</m:t>
                        </m:r>
                      </m:e>
                      <m:sup>
                        <m:r>
                          <a:rPr lang="en-US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Shruti" panose="020B0502040204020203" pitchFamily="34" charset="0"/>
                          </a:rPr>
                          <m:t>2</m:t>
                        </m:r>
                      </m:sup>
                    </m:sSup>
                    <m:r>
                      <a:rPr lang="en-US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Shruti" panose="020B0502040204020203" pitchFamily="34" charset="0"/>
                      </a:rPr>
                      <m:t>∈</m:t>
                    </m:r>
                    <m:sSub>
                      <m:sSubPr>
                        <m:ctrlPr>
                          <a:rPr lang="en-US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Shruti" panose="020B0502040204020203" pitchFamily="34" charset="0"/>
                          </a:rPr>
                        </m:ctrlPr>
                      </m:sSubPr>
                      <m:e>
                        <m:r>
                          <a:rPr lang="en-US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Shruti" panose="020B0502040204020203" pitchFamily="34" charset="0"/>
                          </a:rPr>
                          <m:t>ℙ</m:t>
                        </m:r>
                      </m:e>
                      <m:sub>
                        <m:r>
                          <a:rPr lang="en-US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Shruti" panose="020B0502040204020203" pitchFamily="34" charset="0"/>
                          </a:rPr>
                          <m:t>2</m:t>
                        </m:r>
                      </m:sub>
                    </m:sSub>
                  </m:oMath>
                </a14:m>
                <a:endParaRPr lang="en-US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26" name="Content Placeholder 4">
                <a:extLst>
                  <a:ext uri="{FF2B5EF4-FFF2-40B4-BE49-F238E27FC236}">
                    <a16:creationId xmlns:a16="http://schemas.microsoft.com/office/drawing/2014/main" id="{E2369E14-FB7F-439F-B8BC-3D00ED9ED33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132605" y="1514100"/>
                <a:ext cx="6396983" cy="540000"/>
              </a:xfrm>
              <a:prstGeom prst="rect">
                <a:avLst/>
              </a:prstGeom>
              <a:blipFill>
                <a:blip r:embed="rId4"/>
                <a:stretch>
                  <a:fillRect l="-2002" t="-10112" b="-29213"/>
                </a:stretch>
              </a:blipFill>
              <a:ln w="12700" cap="flat" cmpd="sng" algn="ctr">
                <a:noFill/>
                <a:prstDash val="solid"/>
                <a:miter lim="800000"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Content Placeholder 4">
                <a:extLst>
                  <a:ext uri="{FF2B5EF4-FFF2-40B4-BE49-F238E27FC236}">
                    <a16:creationId xmlns:a16="http://schemas.microsoft.com/office/drawing/2014/main" id="{E2369E14-FB7F-439F-B8BC-3D00ED9ED33E}"/>
                  </a:ext>
                </a:extLst>
              </p:cNvPr>
              <p:cNvSpPr txBox="1">
                <a:spLocks/>
              </p:cNvSpPr>
              <p:nvPr/>
            </p:nvSpPr>
            <p:spPr>
              <a:xfrm flipH="1">
                <a:off x="454685" y="3553270"/>
                <a:ext cx="9157399" cy="540000"/>
              </a:xfrm>
              <a:prstGeom prst="rect">
                <a:avLst/>
              </a:prstGeom>
              <a:noFill/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vert="horz" lIns="91440" tIns="45720" rIns="91440" bIns="45720" rtlCol="0" anchor="ctr">
                <a:noAutofit/>
              </a:bodyPr>
              <a:lstStyle>
                <a:lvl1pPr marL="265113" indent="-265113" algn="just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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809625" indent="-352425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lnSpc>
                    <a:spcPct val="115000"/>
                  </a:lnSpc>
                  <a:spcAft>
                    <a:spcPts val="8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dirty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⇒</m:t>
                      </m:r>
                      <m:d>
                        <m:dPr>
                          <m:ctrlPr>
                            <a:rPr lang="en-US" sz="2800" i="1">
                              <a:solidFill>
                                <a:srgbClr val="3A4A6A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800" i="1">
                                  <a:solidFill>
                                    <a:srgbClr val="3A4A6A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2800" i="1">
                                  <a:solidFill>
                                    <a:srgbClr val="3A4A6A"/>
                                  </a:solidFill>
                                  <a:latin typeface="Cambria Math" panose="02040503050406030204" pitchFamily="18" charset="0"/>
                                </a:rPr>
                                <m:t>a</m:t>
                              </m:r>
                            </m:e>
                            <m:sub>
                              <m:r>
                                <a:rPr lang="en-US" sz="2800" i="1">
                                  <a:solidFill>
                                    <a:srgbClr val="3A4A6A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en-US" sz="2800" i="1">
                              <a:solidFill>
                                <a:srgbClr val="3A4A6A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sz="2800" i="1">
                                  <a:solidFill>
                                    <a:srgbClr val="3A4A6A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2800" i="1">
                                  <a:solidFill>
                                    <a:srgbClr val="3A4A6A"/>
                                  </a:solidFill>
                                  <a:latin typeface="Cambria Math" panose="02040503050406030204" pitchFamily="18" charset="0"/>
                                </a:rPr>
                                <m:t>a</m:t>
                              </m:r>
                            </m:e>
                            <m:sub>
                              <m:r>
                                <a:rPr lang="en-US" sz="2800" i="1">
                                  <a:solidFill>
                                    <a:srgbClr val="3A4A6A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m:rPr>
                              <m:sty m:val="p"/>
                            </m:rPr>
                            <a:rPr lang="en-US" sz="2800" i="1">
                              <a:solidFill>
                                <a:srgbClr val="3A4A6A"/>
                              </a:solidFill>
                              <a:latin typeface="Cambria Math" panose="02040503050406030204" pitchFamily="18" charset="0"/>
                            </a:rPr>
                            <m:t>x</m:t>
                          </m:r>
                          <m:r>
                            <a:rPr lang="en-US" sz="2800" i="1">
                              <a:solidFill>
                                <a:srgbClr val="3A4A6A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sz="2800" i="1">
                                  <a:solidFill>
                                    <a:srgbClr val="3A4A6A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2800" i="1">
                                  <a:solidFill>
                                    <a:srgbClr val="3A4A6A"/>
                                  </a:solidFill>
                                  <a:latin typeface="Cambria Math" panose="02040503050406030204" pitchFamily="18" charset="0"/>
                                </a:rPr>
                                <m:t>a</m:t>
                              </m:r>
                            </m:e>
                            <m:sub>
                              <m:r>
                                <a:rPr lang="en-US" sz="2800" i="1">
                                  <a:solidFill>
                                    <a:srgbClr val="3A4A6A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sSup>
                            <m:sSupPr>
                              <m:ctrlPr>
                                <a:rPr lang="en-US" sz="2800" i="1">
                                  <a:solidFill>
                                    <a:srgbClr val="3A4A6A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n-US" sz="2800" i="1">
                                  <a:solidFill>
                                    <a:srgbClr val="3A4A6A"/>
                                  </a:solidFill>
                                  <a:latin typeface="Cambria Math" panose="02040503050406030204" pitchFamily="18" charset="0"/>
                                </a:rPr>
                                <m:t>x</m:t>
                              </m:r>
                            </m:e>
                            <m:sup>
                              <m:r>
                                <a:rPr lang="en-US" sz="2800" i="1">
                                  <a:solidFill>
                                    <a:srgbClr val="3A4A6A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d>
                      <m:r>
                        <a:rPr lang="en-US" sz="2800" dirty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d>
                        <m:dPr>
                          <m:ctrlP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Shruti" panose="020B0502040204020203" pitchFamily="34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Shruti" panose="020B0502040204020203" pitchFamily="34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Shruti" panose="020B0502040204020203" pitchFamily="34" charset="0"/>
                                </a:rPr>
                                <m:t>a</m:t>
                              </m:r>
                            </m:e>
                            <m:sup>
                              <m: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Shruti" panose="020B0502040204020203" pitchFamily="34" charset="0"/>
                                </a:rPr>
                                <m:t>∗</m:t>
                              </m:r>
                            </m:sup>
                          </m:sSup>
                          <m: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Shruti" panose="020B0502040204020203" pitchFamily="34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en-US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Shruti" panose="020B0502040204020203" pitchFamily="34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Shruti" panose="020B0502040204020203" pitchFamily="34" charset="0"/>
                                </a:rPr>
                                <m:t>a</m:t>
                              </m:r>
                            </m:e>
                            <m:sup>
                              <m:r>
                                <a:rPr lang="en-US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Shruti" panose="020B0502040204020203" pitchFamily="34" charset="0"/>
                                </a:rPr>
                                <m:t>∗∗</m:t>
                              </m:r>
                            </m:sup>
                          </m:sSup>
                          <m:r>
                            <m:rPr>
                              <m:sty m:val="p"/>
                            </m:rP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Shruti" panose="020B0502040204020203" pitchFamily="34" charset="0"/>
                            </a:rPr>
                            <m:t>x</m:t>
                          </m:r>
                          <m: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Shruti" panose="020B0502040204020203" pitchFamily="34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en-US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Shruti" panose="020B0502040204020203" pitchFamily="34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Shruti" panose="020B0502040204020203" pitchFamily="34" charset="0"/>
                                </a:rPr>
                                <m:t>a</m:t>
                              </m:r>
                            </m:e>
                            <m:sup>
                              <m: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Shruti" panose="020B0502040204020203" pitchFamily="34" charset="0"/>
                                </a:rPr>
                                <m:t>∗∗∗</m:t>
                              </m:r>
                            </m:sup>
                          </m:sSup>
                          <m:sSup>
                            <m:sSupPr>
                              <m:ctrlPr>
                                <a:rPr lang="en-US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Shruti" panose="020B0502040204020203" pitchFamily="34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Shruti" panose="020B0502040204020203" pitchFamily="34" charset="0"/>
                                </a:rPr>
                                <m:t>x</m:t>
                              </m:r>
                            </m:e>
                            <m:sup>
                              <m: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Shruti" panose="020B0502040204020203" pitchFamily="34" charset="0"/>
                                </a:rPr>
                                <m:t>2</m:t>
                              </m:r>
                            </m:sup>
                          </m:sSup>
                        </m:e>
                      </m:d>
                      <m:r>
                        <a:rPr lang="en-US" sz="2800" dirty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800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Shruti" panose="020B0502040204020203" pitchFamily="34" charset="0"/>
                        </a:rPr>
                        <m:t>0+0</m:t>
                      </m:r>
                      <m:r>
                        <m:rPr>
                          <m:sty m:val="p"/>
                        </m:rPr>
                        <a:rPr lang="en-US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Shruti" panose="020B0502040204020203" pitchFamily="34" charset="0"/>
                        </a:rPr>
                        <m:t>x</m:t>
                      </m:r>
                      <m:r>
                        <a:rPr lang="en-US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Shruti" panose="020B0502040204020203" pitchFamily="34" charset="0"/>
                        </a:rPr>
                        <m:t>+0</m:t>
                      </m:r>
                      <m:sSup>
                        <m:sSupPr>
                          <m:ctrlP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Shruti" panose="020B0502040204020203" pitchFamily="34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Shruti" panose="020B0502040204020203" pitchFamily="34" charset="0"/>
                            </a:rPr>
                            <m:t>x</m:t>
                          </m:r>
                        </m:e>
                        <m:sup>
                          <m: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Shruti" panose="020B0502040204020203" pitchFamily="34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US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14" name="Content Placeholder 4">
                <a:extLst>
                  <a:ext uri="{FF2B5EF4-FFF2-40B4-BE49-F238E27FC236}">
                    <a16:creationId xmlns:a16="http://schemas.microsoft.com/office/drawing/2014/main" id="{E2369E14-FB7F-439F-B8BC-3D00ED9ED33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454685" y="3553270"/>
                <a:ext cx="9157399" cy="54000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 w="12700" cap="flat" cmpd="sng" algn="ctr">
                <a:noFill/>
                <a:prstDash val="solid"/>
                <a:miter lim="800000"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Content Placeholder 4">
                <a:extLst>
                  <a:ext uri="{FF2B5EF4-FFF2-40B4-BE49-F238E27FC236}">
                    <a16:creationId xmlns:a16="http://schemas.microsoft.com/office/drawing/2014/main" id="{E2369E14-FB7F-439F-B8BC-3D00ED9ED33E}"/>
                  </a:ext>
                </a:extLst>
              </p:cNvPr>
              <p:cNvSpPr txBox="1">
                <a:spLocks/>
              </p:cNvSpPr>
              <p:nvPr/>
            </p:nvSpPr>
            <p:spPr>
              <a:xfrm flipH="1">
                <a:off x="132604" y="2889000"/>
                <a:ext cx="3513121" cy="540000"/>
              </a:xfrm>
              <a:prstGeom prst="rect">
                <a:avLst/>
              </a:prstGeom>
              <a:noFill/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vert="horz" lIns="91440" tIns="45720" rIns="91440" bIns="45720" rtlCol="0" anchor="ctr">
                <a:noAutofit/>
              </a:bodyPr>
              <a:lstStyle>
                <a:lvl1pPr marL="265113" indent="-265113" algn="just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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809625" indent="-352425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lnSpc>
                    <a:spcPct val="115000"/>
                  </a:lnSpc>
                  <a:spcAft>
                    <a:spcPts val="800"/>
                  </a:spcAft>
                  <a:buNone/>
                </a:pPr>
                <a:r>
                  <a:rPr lang="en-US" sz="2800" dirty="0">
                    <a:solidFill>
                      <a:srgbClr val="002060"/>
                    </a:solidFill>
                    <a:latin typeface="+mj-lt"/>
                  </a:rPr>
                  <a:t>Now,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800" b="0" i="0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u</m:t>
                    </m:r>
                    <m:r>
                      <a:rPr lang="en-US" sz="2800" b="0" i="0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US" sz="2800" b="0" i="0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w</m:t>
                    </m:r>
                    <m:r>
                      <a:rPr lang="en-US" sz="2800" b="0" i="0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endParaRPr lang="en-US" sz="2800" dirty="0">
                  <a:solidFill>
                    <a:srgbClr val="002060"/>
                  </a:solidFill>
                  <a:latin typeface="+mj-lt"/>
                </a:endParaRPr>
              </a:p>
            </p:txBody>
          </p:sp>
        </mc:Choice>
        <mc:Fallback xmlns="">
          <p:sp>
            <p:nvSpPr>
              <p:cNvPr id="15" name="Content Placeholder 4">
                <a:extLst>
                  <a:ext uri="{FF2B5EF4-FFF2-40B4-BE49-F238E27FC236}">
                    <a16:creationId xmlns:a16="http://schemas.microsoft.com/office/drawing/2014/main" id="{E2369E14-FB7F-439F-B8BC-3D00ED9ED33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132604" y="2889000"/>
                <a:ext cx="3513121" cy="540000"/>
              </a:xfrm>
              <a:prstGeom prst="rect">
                <a:avLst/>
              </a:prstGeom>
              <a:blipFill>
                <a:blip r:embed="rId6"/>
                <a:stretch>
                  <a:fillRect l="-3646" t="-6742" b="-31461"/>
                </a:stretch>
              </a:blipFill>
              <a:ln w="12700" cap="flat" cmpd="sng" algn="ctr">
                <a:noFill/>
                <a:prstDash val="solid"/>
                <a:miter lim="800000"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Content Placeholder 4">
                <a:extLst>
                  <a:ext uri="{FF2B5EF4-FFF2-40B4-BE49-F238E27FC236}">
                    <a16:creationId xmlns:a16="http://schemas.microsoft.com/office/drawing/2014/main" id="{E2369E14-FB7F-439F-B8BC-3D00ED9ED33E}"/>
                  </a:ext>
                </a:extLst>
              </p:cNvPr>
              <p:cNvSpPr txBox="1">
                <a:spLocks/>
              </p:cNvSpPr>
              <p:nvPr/>
            </p:nvSpPr>
            <p:spPr>
              <a:xfrm flipH="1">
                <a:off x="135389" y="6072918"/>
                <a:ext cx="8353701" cy="540000"/>
              </a:xfrm>
              <a:prstGeom prst="rect">
                <a:avLst/>
              </a:prstGeom>
              <a:noFill/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vert="horz" lIns="91440" tIns="45720" rIns="91440" bIns="45720" rtlCol="0" anchor="ctr">
                <a:noAutofit/>
              </a:bodyPr>
              <a:lstStyle>
                <a:lvl1pPr marL="265113" indent="-265113" algn="just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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809625" indent="-352425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lnSpc>
                    <a:spcPct val="115000"/>
                  </a:lnSpc>
                  <a:spcAft>
                    <a:spcPts val="800"/>
                  </a:spcAft>
                  <a:buNone/>
                </a:pPr>
                <a:r>
                  <a:rPr lang="en-US" sz="2800" dirty="0">
                    <a:solidFill>
                      <a:srgbClr val="002060"/>
                    </a:solidFill>
                    <a:latin typeface="+mj-lt"/>
                  </a:rPr>
                  <a:t>So,</a:t>
                </a:r>
                <a14:m>
                  <m:oMath xmlns:m="http://schemas.openxmlformats.org/officeDocument/2006/math">
                    <m:r>
                      <a:rPr lang="en-US" sz="2800" b="0" i="0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 </m:t>
                    </m:r>
                    <m:r>
                      <a:rPr lang="en-US" sz="2800" b="1" i="0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800" b="1" i="0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𝐰</m:t>
                    </m:r>
                    <m:r>
                      <a:rPr lang="en-US" sz="2800" b="1" i="0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800" b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sz="28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b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𝐚</m:t>
                        </m:r>
                      </m:e>
                      <m:sub>
                        <m:r>
                          <a:rPr lang="en-US" sz="2800" b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𝟎</m:t>
                        </m:r>
                      </m:sub>
                    </m:sSub>
                    <m:r>
                      <a:rPr lang="en-US" sz="2800" b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sz="28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b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𝐚</m:t>
                        </m:r>
                      </m:e>
                      <m:sub>
                        <m:r>
                          <a:rPr lang="en-US" sz="2800" b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  <m:r>
                      <a:rPr lang="en-US" sz="2800" b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𝐱</m:t>
                    </m:r>
                    <m:r>
                      <a:rPr lang="en-US" sz="2800" b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sz="28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b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𝐚</m:t>
                        </m:r>
                      </m:e>
                      <m:sub>
                        <m:r>
                          <a:rPr lang="en-US" sz="2800" b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sub>
                    </m:sSub>
                    <m:sSup>
                      <m:sSupPr>
                        <m:ctrlPr>
                          <a:rPr lang="en-US" sz="28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800" b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𝐱</m:t>
                        </m:r>
                      </m:e>
                      <m:sup>
                        <m:r>
                          <a:rPr lang="en-US" sz="2800" b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p>
                  </m:oMath>
                </a14:m>
                <a:r>
                  <a:rPr lang="en-US" sz="2800" dirty="0">
                    <a:solidFill>
                      <a:srgbClr val="002060"/>
                    </a:solidFill>
                    <a:latin typeface="+mj-lt"/>
                  </a:rPr>
                  <a:t> is the </a:t>
                </a:r>
                <a:r>
                  <a:rPr lang="en-US" sz="2800" dirty="0">
                    <a:solidFill>
                      <a:srgbClr val="002060"/>
                    </a:solidFill>
                  </a:rPr>
                  <a:t>additive inverse of </a:t>
                </a:r>
                <a14:m>
                  <m:oMath xmlns:m="http://schemas.openxmlformats.org/officeDocument/2006/math">
                    <m:r>
                      <a:rPr lang="en-US" sz="2800" b="1" i="0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𝐮</m:t>
                    </m:r>
                  </m:oMath>
                </a14:m>
                <a:r>
                  <a:rPr lang="en-US" sz="2800" dirty="0">
                    <a:solidFill>
                      <a:srgbClr val="002060"/>
                    </a:solidFill>
                  </a:rPr>
                  <a:t>.</a:t>
                </a:r>
              </a:p>
            </p:txBody>
          </p:sp>
        </mc:Choice>
        <mc:Fallback xmlns="">
          <p:sp>
            <p:nvSpPr>
              <p:cNvPr id="23" name="Content Placeholder 4">
                <a:extLst>
                  <a:ext uri="{FF2B5EF4-FFF2-40B4-BE49-F238E27FC236}">
                    <a16:creationId xmlns:a16="http://schemas.microsoft.com/office/drawing/2014/main" id="{E2369E14-FB7F-439F-B8BC-3D00ED9ED33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135389" y="6072918"/>
                <a:ext cx="8353701" cy="540000"/>
              </a:xfrm>
              <a:prstGeom prst="rect">
                <a:avLst/>
              </a:prstGeom>
              <a:blipFill>
                <a:blip r:embed="rId7"/>
                <a:stretch>
                  <a:fillRect l="-1459" t="-4494" b="-33708"/>
                </a:stretch>
              </a:blipFill>
              <a:ln w="12700" cap="flat" cmpd="sng" algn="ctr">
                <a:noFill/>
                <a:prstDash val="solid"/>
                <a:miter lim="800000"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Content Placeholder 4">
                <a:extLst>
                  <a:ext uri="{FF2B5EF4-FFF2-40B4-BE49-F238E27FC236}">
                    <a16:creationId xmlns:a16="http://schemas.microsoft.com/office/drawing/2014/main" id="{E2369E14-FB7F-439F-B8BC-3D00ED9ED33E}"/>
                  </a:ext>
                </a:extLst>
              </p:cNvPr>
              <p:cNvSpPr txBox="1">
                <a:spLocks/>
              </p:cNvSpPr>
              <p:nvPr/>
            </p:nvSpPr>
            <p:spPr>
              <a:xfrm flipH="1">
                <a:off x="480811" y="4239622"/>
                <a:ext cx="8890479" cy="540000"/>
              </a:xfrm>
              <a:prstGeom prst="rect">
                <a:avLst/>
              </a:prstGeom>
              <a:noFill/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vert="horz" lIns="91440" tIns="45720" rIns="91440" bIns="45720" rtlCol="0" anchor="ctr">
                <a:noAutofit/>
              </a:bodyPr>
              <a:lstStyle>
                <a:lvl1pPr marL="265113" indent="-265113" algn="just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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809625" indent="-352425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lnSpc>
                    <a:spcPct val="115000"/>
                  </a:lnSpc>
                  <a:spcAft>
                    <a:spcPts val="8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dirty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⇒</m:t>
                      </m:r>
                      <m:d>
                        <m:dPr>
                          <m:ctrlPr>
                            <a:rPr lang="en-US" sz="2800" i="1">
                              <a:solidFill>
                                <a:srgbClr val="3A4A6A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800" i="1">
                                  <a:solidFill>
                                    <a:srgbClr val="3A4A6A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2800">
                                  <a:solidFill>
                                    <a:srgbClr val="3A4A6A"/>
                                  </a:solidFill>
                                  <a:latin typeface="Cambria Math" panose="02040503050406030204" pitchFamily="18" charset="0"/>
                                </a:rPr>
                                <m:t>a</m:t>
                              </m:r>
                            </m:e>
                            <m:sub>
                              <m:r>
                                <a:rPr lang="en-US" sz="2800">
                                  <a:solidFill>
                                    <a:srgbClr val="3A4A6A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en-US" sz="2800">
                              <a:solidFill>
                                <a:srgbClr val="3A4A6A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en-US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Shruti" panose="020B0502040204020203" pitchFamily="34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Shruti" panose="020B0502040204020203" pitchFamily="34" charset="0"/>
                                </a:rPr>
                                <m:t>a</m:t>
                              </m:r>
                            </m:e>
                            <m:sup>
                              <m: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Shruti" panose="020B0502040204020203" pitchFamily="34" charset="0"/>
                                </a:rPr>
                                <m:t>∗</m:t>
                              </m:r>
                            </m:sup>
                          </m:sSup>
                        </m:e>
                      </m:d>
                      <m:r>
                        <a:rPr lang="en-US" sz="2800" b="0" i="1" smtClean="0">
                          <a:solidFill>
                            <a:srgbClr val="3A4A6A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d>
                        <m:dPr>
                          <m:ctrlPr>
                            <a:rPr lang="en-US" sz="2800" i="1">
                              <a:solidFill>
                                <a:srgbClr val="3A4A6A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800" i="1">
                                  <a:solidFill>
                                    <a:srgbClr val="3A4A6A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2800">
                                  <a:solidFill>
                                    <a:srgbClr val="3A4A6A"/>
                                  </a:solidFill>
                                  <a:latin typeface="Cambria Math" panose="02040503050406030204" pitchFamily="18" charset="0"/>
                                </a:rPr>
                                <m:t>a</m:t>
                              </m:r>
                            </m:e>
                            <m:sub>
                              <m:r>
                                <a:rPr lang="en-US" sz="2800" b="0" i="0" smtClean="0">
                                  <a:solidFill>
                                    <a:srgbClr val="3A4A6A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2800">
                              <a:solidFill>
                                <a:srgbClr val="3A4A6A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en-US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Shruti" panose="020B0502040204020203" pitchFamily="34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Shruti" panose="020B0502040204020203" pitchFamily="34" charset="0"/>
                                </a:rPr>
                                <m:t>a</m:t>
                              </m:r>
                            </m:e>
                            <m:sup>
                              <m: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Shruti" panose="020B0502040204020203" pitchFamily="34" charset="0"/>
                                </a:rPr>
                                <m:t>∗</m:t>
                              </m:r>
                              <m:r>
                                <a:rPr lang="en-US" sz="2800" b="0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Shruti" panose="020B0502040204020203" pitchFamily="34" charset="0"/>
                                </a:rPr>
                                <m:t>∗</m:t>
                              </m:r>
                            </m:sup>
                          </m:sSup>
                        </m:e>
                      </m:d>
                      <m:r>
                        <m:rPr>
                          <m:sty m:val="p"/>
                        </m:rPr>
                        <a:rPr lang="en-US" sz="2800" b="0" i="0" smtClean="0">
                          <a:solidFill>
                            <a:srgbClr val="3A4A6A"/>
                          </a:solidFill>
                          <a:latin typeface="Cambria Math" panose="02040503050406030204" pitchFamily="18" charset="0"/>
                        </a:rPr>
                        <m:t>x</m:t>
                      </m:r>
                      <m:r>
                        <a:rPr lang="en-US" sz="2800" b="0" i="1" smtClean="0">
                          <a:solidFill>
                            <a:srgbClr val="3A4A6A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d>
                        <m:dPr>
                          <m:ctrlPr>
                            <a:rPr lang="en-US" sz="2800" i="1">
                              <a:solidFill>
                                <a:srgbClr val="3A4A6A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800" i="1">
                                  <a:solidFill>
                                    <a:srgbClr val="3A4A6A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2800">
                                  <a:solidFill>
                                    <a:srgbClr val="3A4A6A"/>
                                  </a:solidFill>
                                  <a:latin typeface="Cambria Math" panose="02040503050406030204" pitchFamily="18" charset="0"/>
                                </a:rPr>
                                <m:t>a</m:t>
                              </m:r>
                            </m:e>
                            <m:sub>
                              <m:r>
                                <a:rPr lang="en-US" sz="2800" b="0" i="0" smtClean="0">
                                  <a:solidFill>
                                    <a:srgbClr val="3A4A6A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sz="2800">
                              <a:solidFill>
                                <a:srgbClr val="3A4A6A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en-US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Shruti" panose="020B0502040204020203" pitchFamily="34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Shruti" panose="020B0502040204020203" pitchFamily="34" charset="0"/>
                                </a:rPr>
                                <m:t>a</m:t>
                              </m:r>
                            </m:e>
                            <m:sup>
                              <m: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Shruti" panose="020B0502040204020203" pitchFamily="34" charset="0"/>
                                </a:rPr>
                                <m:t>∗</m:t>
                              </m:r>
                              <m:r>
                                <a:rPr lang="en-US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Shruti" panose="020B0502040204020203" pitchFamily="34" charset="0"/>
                                </a:rPr>
                                <m:t>∗</m:t>
                              </m:r>
                              <m:r>
                                <a:rPr lang="en-US" sz="2800" b="0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Shruti" panose="020B0502040204020203" pitchFamily="34" charset="0"/>
                                </a:rPr>
                                <m:t>∗</m:t>
                              </m:r>
                            </m:sup>
                          </m:sSup>
                        </m:e>
                      </m:d>
                      <m:sSup>
                        <m:sSupPr>
                          <m:ctrlPr>
                            <a:rPr lang="en-US" sz="2800" b="0" i="1" smtClean="0">
                              <a:solidFill>
                                <a:srgbClr val="3A4A6A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en-US" sz="2800" b="0" i="0" smtClean="0">
                              <a:solidFill>
                                <a:srgbClr val="3A4A6A"/>
                              </a:solidFill>
                              <a:latin typeface="Cambria Math" panose="02040503050406030204" pitchFamily="18" charset="0"/>
                            </a:rPr>
                            <m:t>x</m:t>
                          </m:r>
                        </m:e>
                        <m:sup>
                          <m:r>
                            <a:rPr lang="en-US" sz="2800" b="0" i="0" smtClean="0">
                              <a:solidFill>
                                <a:srgbClr val="3A4A6A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800" dirty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800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Shruti" panose="020B0502040204020203" pitchFamily="34" charset="0"/>
                        </a:rPr>
                        <m:t>0+0</m:t>
                      </m:r>
                      <m:r>
                        <m:rPr>
                          <m:sty m:val="p"/>
                        </m:rPr>
                        <a:rPr lang="en-US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Shruti" panose="020B0502040204020203" pitchFamily="34" charset="0"/>
                        </a:rPr>
                        <m:t>x</m:t>
                      </m:r>
                      <m:r>
                        <a:rPr lang="en-US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Shruti" panose="020B0502040204020203" pitchFamily="34" charset="0"/>
                        </a:rPr>
                        <m:t>+0</m:t>
                      </m:r>
                      <m:sSup>
                        <m:sSupPr>
                          <m:ctrlP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Shruti" panose="020B0502040204020203" pitchFamily="34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Shruti" panose="020B0502040204020203" pitchFamily="34" charset="0"/>
                            </a:rPr>
                            <m:t>x</m:t>
                          </m:r>
                        </m:e>
                        <m:sup>
                          <m: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Shruti" panose="020B0502040204020203" pitchFamily="34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US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24" name="Content Placeholder 4">
                <a:extLst>
                  <a:ext uri="{FF2B5EF4-FFF2-40B4-BE49-F238E27FC236}">
                    <a16:creationId xmlns:a16="http://schemas.microsoft.com/office/drawing/2014/main" id="{E2369E14-FB7F-439F-B8BC-3D00ED9ED33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480811" y="4239622"/>
                <a:ext cx="8890479" cy="540000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  <a:ln w="12700" cap="flat" cmpd="sng" algn="ctr">
                <a:noFill/>
                <a:prstDash val="solid"/>
                <a:miter lim="800000"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Content Placeholder 4">
                <a:extLst>
                  <a:ext uri="{FF2B5EF4-FFF2-40B4-BE49-F238E27FC236}">
                    <a16:creationId xmlns:a16="http://schemas.microsoft.com/office/drawing/2014/main" id="{E2369E14-FB7F-439F-B8BC-3D00ED9ED33E}"/>
                  </a:ext>
                </a:extLst>
              </p:cNvPr>
              <p:cNvSpPr txBox="1">
                <a:spLocks/>
              </p:cNvSpPr>
              <p:nvPr/>
            </p:nvSpPr>
            <p:spPr>
              <a:xfrm flipH="1">
                <a:off x="472106" y="4853412"/>
                <a:ext cx="7595296" cy="540000"/>
              </a:xfrm>
              <a:prstGeom prst="rect">
                <a:avLst/>
              </a:prstGeom>
              <a:noFill/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vert="horz" lIns="91440" tIns="45720" rIns="91440" bIns="45720" rtlCol="0" anchor="ctr">
                <a:noAutofit/>
              </a:bodyPr>
              <a:lstStyle>
                <a:lvl1pPr marL="265113" indent="-265113" algn="just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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809625" indent="-352425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lnSpc>
                    <a:spcPct val="115000"/>
                  </a:lnSpc>
                  <a:spcAft>
                    <a:spcPts val="800"/>
                  </a:spcAft>
                  <a:buNone/>
                </a:pPr>
                <a14:m>
                  <m:oMath xmlns:m="http://schemas.openxmlformats.org/officeDocument/2006/math">
                    <m:r>
                      <a:rPr lang="en-US" sz="2800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⇒</m:t>
                    </m:r>
                    <m:sSub>
                      <m:sSubPr>
                        <m:ctrlPr>
                          <a:rPr lang="en-US" sz="2800" i="1">
                            <a:solidFill>
                              <a:srgbClr val="3A4A6A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2800">
                            <a:solidFill>
                              <a:srgbClr val="3A4A6A"/>
                            </a:solidFill>
                            <a:latin typeface="Cambria Math" panose="02040503050406030204" pitchFamily="18" charset="0"/>
                          </a:rPr>
                          <m:t>a</m:t>
                        </m:r>
                      </m:e>
                      <m:sub>
                        <m:r>
                          <a:rPr lang="en-US" sz="2800">
                            <a:solidFill>
                              <a:srgbClr val="3A4A6A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sz="2800">
                        <a:solidFill>
                          <a:srgbClr val="3A4A6A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en-US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Shruti" panose="020B0502040204020203" pitchFamily="34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Shruti" panose="020B0502040204020203" pitchFamily="34" charset="0"/>
                          </a:rPr>
                          <m:t>a</m:t>
                        </m:r>
                      </m:e>
                      <m:sup>
                        <m:r>
                          <a:rPr lang="en-US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Shruti" panose="020B0502040204020203" pitchFamily="34" charset="0"/>
                          </a:rPr>
                          <m:t>∗</m:t>
                        </m:r>
                      </m:sup>
                    </m:sSup>
                    <m:r>
                      <a:rPr lang="en-US" sz="2800" i="1" dirty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800" b="0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0,   </m:t>
                    </m:r>
                    <m:sSub>
                      <m:sSubPr>
                        <m:ctrlPr>
                          <a:rPr lang="en-US" sz="2800" i="1">
                            <a:solidFill>
                              <a:srgbClr val="3A4A6A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2800">
                            <a:solidFill>
                              <a:srgbClr val="3A4A6A"/>
                            </a:solidFill>
                            <a:latin typeface="Cambria Math" panose="02040503050406030204" pitchFamily="18" charset="0"/>
                          </a:rPr>
                          <m:t>a</m:t>
                        </m:r>
                      </m:e>
                      <m:sub>
                        <m:r>
                          <a:rPr lang="en-US" sz="2800">
                            <a:solidFill>
                              <a:srgbClr val="3A4A6A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800">
                        <a:solidFill>
                          <a:srgbClr val="3A4A6A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en-US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Shruti" panose="020B0502040204020203" pitchFamily="34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Shruti" panose="020B0502040204020203" pitchFamily="34" charset="0"/>
                          </a:rPr>
                          <m:t>a</m:t>
                        </m:r>
                      </m:e>
                      <m:sup>
                        <m:r>
                          <a:rPr lang="en-US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Shruti" panose="020B0502040204020203" pitchFamily="34" charset="0"/>
                          </a:rPr>
                          <m:t>∗</m:t>
                        </m:r>
                        <m:r>
                          <a:rPr lang="en-US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Shruti" panose="020B0502040204020203" pitchFamily="34" charset="0"/>
                          </a:rPr>
                          <m:t>∗</m:t>
                        </m:r>
                      </m:sup>
                    </m:sSup>
                    <m:r>
                      <a:rPr lang="en-US" sz="2800" i="1" dirty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800" b="0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en-US" sz="2800" dirty="0">
                    <a:solidFill>
                      <a:srgbClr val="002060"/>
                    </a:solidFill>
                  </a:rPr>
                  <a:t>  and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i="1">
                            <a:solidFill>
                              <a:srgbClr val="3A4A6A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2800">
                            <a:solidFill>
                              <a:srgbClr val="3A4A6A"/>
                            </a:solidFill>
                            <a:latin typeface="Cambria Math" panose="02040503050406030204" pitchFamily="18" charset="0"/>
                          </a:rPr>
                          <m:t>a</m:t>
                        </m:r>
                      </m:e>
                      <m:sub>
                        <m:r>
                          <a:rPr lang="en-US" sz="2800">
                            <a:solidFill>
                              <a:srgbClr val="3A4A6A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2800">
                        <a:solidFill>
                          <a:srgbClr val="3A4A6A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en-US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Shruti" panose="020B0502040204020203" pitchFamily="34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Shruti" panose="020B0502040204020203" pitchFamily="34" charset="0"/>
                          </a:rPr>
                          <m:t>a</m:t>
                        </m:r>
                      </m:e>
                      <m:sup>
                        <m:r>
                          <a:rPr lang="en-US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Shruti" panose="020B0502040204020203" pitchFamily="34" charset="0"/>
                          </a:rPr>
                          <m:t>∗</m:t>
                        </m:r>
                        <m:r>
                          <a:rPr lang="en-US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Shruti" panose="020B0502040204020203" pitchFamily="34" charset="0"/>
                          </a:rPr>
                          <m:t>∗∗</m:t>
                        </m:r>
                      </m:sup>
                    </m:sSup>
                    <m:r>
                      <a:rPr lang="en-US" sz="2800" i="1" dirty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800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en-US" sz="2800" dirty="0">
                    <a:solidFill>
                      <a:srgbClr val="002060"/>
                    </a:solidFill>
                  </a:rPr>
                  <a:t> </a:t>
                </a:r>
              </a:p>
            </p:txBody>
          </p:sp>
        </mc:Choice>
        <mc:Fallback xmlns="">
          <p:sp>
            <p:nvSpPr>
              <p:cNvPr id="25" name="Content Placeholder 4">
                <a:extLst>
                  <a:ext uri="{FF2B5EF4-FFF2-40B4-BE49-F238E27FC236}">
                    <a16:creationId xmlns:a16="http://schemas.microsoft.com/office/drawing/2014/main" id="{E2369E14-FB7F-439F-B8BC-3D00ED9ED33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472106" y="4853412"/>
                <a:ext cx="7595296" cy="540000"/>
              </a:xfrm>
              <a:prstGeom prst="rect">
                <a:avLst/>
              </a:prstGeom>
              <a:blipFill>
                <a:blip r:embed="rId10"/>
                <a:stretch>
                  <a:fillRect t="-10112" b="-29213"/>
                </a:stretch>
              </a:blipFill>
              <a:ln w="12700" cap="flat" cmpd="sng" algn="ctr">
                <a:noFill/>
                <a:prstDash val="solid"/>
                <a:miter lim="800000"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Content Placeholder 4">
                <a:extLst>
                  <a:ext uri="{FF2B5EF4-FFF2-40B4-BE49-F238E27FC236}">
                    <a16:creationId xmlns:a16="http://schemas.microsoft.com/office/drawing/2014/main" id="{E2369E14-FB7F-439F-B8BC-3D00ED9ED33E}"/>
                  </a:ext>
                </a:extLst>
              </p:cNvPr>
              <p:cNvSpPr txBox="1">
                <a:spLocks/>
              </p:cNvSpPr>
              <p:nvPr/>
            </p:nvSpPr>
            <p:spPr>
              <a:xfrm flipH="1">
                <a:off x="485169" y="5496131"/>
                <a:ext cx="6376228" cy="540000"/>
              </a:xfrm>
              <a:prstGeom prst="rect">
                <a:avLst/>
              </a:prstGeom>
              <a:noFill/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vert="horz" lIns="91440" tIns="45720" rIns="91440" bIns="45720" rtlCol="0" anchor="ctr">
                <a:noAutofit/>
              </a:bodyPr>
              <a:lstStyle>
                <a:lvl1pPr marL="265113" indent="-265113" algn="just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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809625" indent="-352425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lnSpc>
                    <a:spcPct val="115000"/>
                  </a:lnSpc>
                  <a:spcAft>
                    <a:spcPts val="800"/>
                  </a:spcAft>
                  <a:buNone/>
                </a:pPr>
                <a14:m>
                  <m:oMath xmlns:m="http://schemas.openxmlformats.org/officeDocument/2006/math">
                    <m:r>
                      <a:rPr lang="en-US" sz="2800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⇒</m:t>
                    </m:r>
                    <m:sSup>
                      <m:sSupPr>
                        <m:ctrlPr>
                          <a:rPr lang="en-US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Shruti" panose="020B0502040204020203" pitchFamily="34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Shruti" panose="020B0502040204020203" pitchFamily="34" charset="0"/>
                          </a:rPr>
                          <m:t>a</m:t>
                        </m:r>
                      </m:e>
                      <m:sup>
                        <m:r>
                          <a:rPr lang="en-US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Shruti" panose="020B0502040204020203" pitchFamily="34" charset="0"/>
                          </a:rPr>
                          <m:t>∗</m:t>
                        </m:r>
                      </m:sup>
                    </m:sSup>
                    <m:r>
                      <a:rPr lang="en-US" sz="2800" i="1" dirty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800" b="0" i="1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sz="2800" b="0" i="1" smtClean="0">
                            <a:solidFill>
                              <a:srgbClr val="3A4A6A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2800" b="0" i="0" smtClean="0">
                            <a:solidFill>
                              <a:srgbClr val="3A4A6A"/>
                            </a:solidFill>
                            <a:latin typeface="Cambria Math" panose="02040503050406030204" pitchFamily="18" charset="0"/>
                          </a:rPr>
                          <m:t>a</m:t>
                        </m:r>
                      </m:e>
                      <m:sub>
                        <m:r>
                          <a:rPr lang="en-US" sz="2800">
                            <a:solidFill>
                              <a:srgbClr val="3A4A6A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sz="2800" b="0" i="0" dirty="0">
                    <a:solidFill>
                      <a:srgbClr val="002060"/>
                    </a:solidFill>
                    <a:latin typeface="+mj-lt"/>
                  </a:rPr>
                  <a:t>,  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Shruti" panose="020B0502040204020203" pitchFamily="34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Shruti" panose="020B0502040204020203" pitchFamily="34" charset="0"/>
                          </a:rPr>
                          <m:t>a</m:t>
                        </m:r>
                      </m:e>
                      <m:sup>
                        <m:r>
                          <a:rPr lang="en-US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Shruti" panose="020B0502040204020203" pitchFamily="34" charset="0"/>
                          </a:rPr>
                          <m:t>∗</m:t>
                        </m:r>
                        <m:r>
                          <a:rPr lang="en-US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Shruti" panose="020B0502040204020203" pitchFamily="34" charset="0"/>
                          </a:rPr>
                          <m:t>∗</m:t>
                        </m:r>
                      </m:sup>
                    </m:sSup>
                    <m:r>
                      <a:rPr lang="en-US" sz="2800" i="1" dirty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=−</m:t>
                    </m:r>
                    <m:sSub>
                      <m:sSubPr>
                        <m:ctrlPr>
                          <a:rPr lang="en-US" sz="2800" b="0" i="1" smtClean="0">
                            <a:solidFill>
                              <a:srgbClr val="3A4A6A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2800" b="0" i="0" smtClean="0">
                            <a:solidFill>
                              <a:srgbClr val="3A4A6A"/>
                            </a:solidFill>
                            <a:latin typeface="Cambria Math" panose="02040503050406030204" pitchFamily="18" charset="0"/>
                          </a:rPr>
                          <m:t>a</m:t>
                        </m:r>
                      </m:e>
                      <m:sub>
                        <m:r>
                          <a:rPr lang="en-US" sz="2800" b="0" i="0" smtClean="0">
                            <a:solidFill>
                              <a:srgbClr val="3A4A6A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2800" b="0" i="0" dirty="0">
                    <a:solidFill>
                      <a:srgbClr val="002060"/>
                    </a:solidFill>
                    <a:latin typeface="+mj-lt"/>
                  </a:rPr>
                  <a:t> and  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Shruti" panose="020B0502040204020203" pitchFamily="34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Shruti" panose="020B0502040204020203" pitchFamily="34" charset="0"/>
                          </a:rPr>
                          <m:t>a</m:t>
                        </m:r>
                      </m:e>
                      <m:sup>
                        <m:r>
                          <a:rPr lang="en-US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Shruti" panose="020B0502040204020203" pitchFamily="34" charset="0"/>
                          </a:rPr>
                          <m:t>∗</m:t>
                        </m:r>
                        <m:r>
                          <a:rPr lang="en-US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Shruti" panose="020B0502040204020203" pitchFamily="34" charset="0"/>
                          </a:rPr>
                          <m:t>∗∗</m:t>
                        </m:r>
                      </m:sup>
                    </m:sSup>
                    <m:r>
                      <a:rPr lang="en-US" sz="2800" i="1" dirty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=−</m:t>
                    </m:r>
                    <m:sSub>
                      <m:sSubPr>
                        <m:ctrlPr>
                          <a:rPr lang="en-US" sz="2800" b="0" i="1" smtClean="0">
                            <a:solidFill>
                              <a:srgbClr val="3A4A6A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2800" b="0" i="0" smtClean="0">
                            <a:solidFill>
                              <a:srgbClr val="3A4A6A"/>
                            </a:solidFill>
                            <a:latin typeface="Cambria Math" panose="02040503050406030204" pitchFamily="18" charset="0"/>
                          </a:rPr>
                          <m:t>a</m:t>
                        </m:r>
                      </m:e>
                      <m:sub>
                        <m:r>
                          <a:rPr lang="en-US" sz="2800">
                            <a:solidFill>
                              <a:srgbClr val="3A4A6A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endParaRPr lang="en-US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28" name="Content Placeholder 4">
                <a:extLst>
                  <a:ext uri="{FF2B5EF4-FFF2-40B4-BE49-F238E27FC236}">
                    <a16:creationId xmlns:a16="http://schemas.microsoft.com/office/drawing/2014/main" id="{E2369E14-FB7F-439F-B8BC-3D00ED9ED33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485169" y="5496131"/>
                <a:ext cx="6376228" cy="540000"/>
              </a:xfrm>
              <a:prstGeom prst="rect">
                <a:avLst/>
              </a:prstGeom>
              <a:blipFill>
                <a:blip r:embed="rId11"/>
                <a:stretch>
                  <a:fillRect t="-10227" b="-29545"/>
                </a:stretch>
              </a:blipFill>
              <a:ln w="12700" cap="flat" cmpd="sng" algn="ctr">
                <a:noFill/>
                <a:prstDash val="solid"/>
                <a:miter lim="800000"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Content Placeholder 4">
                <a:extLst>
                  <a:ext uri="{FF2B5EF4-FFF2-40B4-BE49-F238E27FC236}">
                    <a16:creationId xmlns:a16="http://schemas.microsoft.com/office/drawing/2014/main" id="{15B4A631-8592-4729-98DA-7249454054D4}"/>
                  </a:ext>
                </a:extLst>
              </p:cNvPr>
              <p:cNvSpPr txBox="1">
                <a:spLocks/>
              </p:cNvSpPr>
              <p:nvPr/>
            </p:nvSpPr>
            <p:spPr>
              <a:xfrm flipH="1">
                <a:off x="132604" y="2208105"/>
                <a:ext cx="3302574" cy="540000"/>
              </a:xfrm>
              <a:prstGeom prst="rect">
                <a:avLst/>
              </a:prstGeom>
              <a:noFill/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vert="horz" lIns="91440" tIns="45720" rIns="91440" bIns="45720" rtlCol="0" anchor="ctr">
                <a:noAutofit/>
              </a:bodyPr>
              <a:lstStyle>
                <a:lvl1pPr marL="265113" indent="-265113" algn="just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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809625" indent="-352425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lnSpc>
                    <a:spcPct val="115000"/>
                  </a:lnSpc>
                  <a:spcAft>
                    <a:spcPts val="800"/>
                  </a:spcAft>
                  <a:buNone/>
                </a:pPr>
                <a:r>
                  <a:rPr lang="en-US" sz="2800" dirty="0">
                    <a:solidFill>
                      <a:srgbClr val="002060"/>
                    </a:solidFill>
                  </a:rPr>
                  <a:t>such that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800" dirty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u</m:t>
                    </m:r>
                    <m:r>
                      <a:rPr lang="en-US" sz="2800" dirty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US" sz="2800" b="0" i="0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w</m:t>
                    </m:r>
                    <m:r>
                      <a:rPr lang="en-US" sz="2800" dirty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800" b="0" i="0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en-US" sz="2800" dirty="0">
                    <a:solidFill>
                      <a:srgbClr val="002060"/>
                    </a:solidFill>
                  </a:rPr>
                  <a:t>. </a:t>
                </a:r>
              </a:p>
            </p:txBody>
          </p:sp>
        </mc:Choice>
        <mc:Fallback xmlns="">
          <p:sp>
            <p:nvSpPr>
              <p:cNvPr id="16" name="Content Placeholder 4">
                <a:extLst>
                  <a:ext uri="{FF2B5EF4-FFF2-40B4-BE49-F238E27FC236}">
                    <a16:creationId xmlns:a16="http://schemas.microsoft.com/office/drawing/2014/main" id="{15B4A631-8592-4729-98DA-7249454054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132604" y="2208105"/>
                <a:ext cx="3302574" cy="540000"/>
              </a:xfrm>
              <a:prstGeom prst="rect">
                <a:avLst/>
              </a:prstGeom>
              <a:blipFill>
                <a:blip r:embed="rId12"/>
                <a:stretch>
                  <a:fillRect l="-3875" t="-6742" r="-923" b="-32584"/>
                </a:stretch>
              </a:blipFill>
              <a:ln w="12700" cap="flat" cmpd="sng" algn="ctr">
                <a:noFill/>
                <a:prstDash val="solid"/>
                <a:miter lim="800000"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2" name="Picture 21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782710" y="756408"/>
            <a:ext cx="5353067" cy="1359637"/>
          </a:xfrm>
          <a:prstGeom prst="rect">
            <a:avLst/>
          </a:prstGeom>
        </p:spPr>
      </p:pic>
      <p:sp>
        <p:nvSpPr>
          <p:cNvPr id="27" name="Right Arrow 3">
            <a:extLst>
              <a:ext uri="{FF2B5EF4-FFF2-40B4-BE49-F238E27FC236}">
                <a16:creationId xmlns:a16="http://schemas.microsoft.com/office/drawing/2014/main" id="{3FE11F38-A8D0-406B-A77F-9DE69C4F1B02}"/>
              </a:ext>
            </a:extLst>
          </p:cNvPr>
          <p:cNvSpPr/>
          <p:nvPr/>
        </p:nvSpPr>
        <p:spPr>
          <a:xfrm flipV="1">
            <a:off x="6782712" y="1229558"/>
            <a:ext cx="144000" cy="180000"/>
          </a:xfrm>
          <a:prstGeom prst="rightArrow">
            <a:avLst/>
          </a:prstGeom>
          <a:gradFill>
            <a:gsLst>
              <a:gs pos="10000">
                <a:srgbClr val="0E47A1"/>
              </a:gs>
              <a:gs pos="100000">
                <a:srgbClr val="03A9F5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Wingdings 3" panose="05040102010807070707" pitchFamily="18" charset="2"/>
              <a:buNone/>
            </a:pPr>
            <a:endParaRPr lang="en-IN" sz="28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884274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/>
      <p:bldP spid="14" grpId="0"/>
      <p:bldP spid="15" grpId="0"/>
      <p:bldP spid="23" grpId="0"/>
      <p:bldP spid="24" grpId="0"/>
      <p:bldP spid="25" grpId="0"/>
      <p:bldP spid="28" grpId="0"/>
      <p:bldP spid="16" grpId="0"/>
    </p:bld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ECFC8A-BC0D-5D72-FE99-20313653BC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1" name="Content Placeholder 4">
                <a:extLst>
                  <a:ext uri="{FF2B5EF4-FFF2-40B4-BE49-F238E27FC236}">
                    <a16:creationId xmlns:a16="http://schemas.microsoft.com/office/drawing/2014/main" id="{C2E3A768-B2DD-49B5-A909-9453EEB041E3}"/>
                  </a:ext>
                </a:extLst>
              </p:cNvPr>
              <p:cNvSpPr txBox="1">
                <a:spLocks/>
              </p:cNvSpPr>
              <p:nvPr/>
            </p:nvSpPr>
            <p:spPr>
              <a:xfrm flipH="1">
                <a:off x="-1" y="865206"/>
                <a:ext cx="5499100" cy="540000"/>
              </a:xfrm>
              <a:prstGeom prst="rect">
                <a:avLst/>
              </a:prstGeom>
              <a:gradFill>
                <a:gsLst>
                  <a:gs pos="10000">
                    <a:srgbClr val="0E47A1"/>
                  </a:gs>
                  <a:gs pos="100000">
                    <a:srgbClr val="03A9F5"/>
                  </a:gs>
                </a:gsLst>
                <a:lin ang="10800000" scaled="1"/>
              </a:gradFill>
              <a:ln>
                <a:noFill/>
              </a:ln>
            </p:spPr>
            <p:txBody>
              <a:bodyPr vert="horz" wrap="square" lIns="91440" tIns="45720" rIns="91440" bIns="45720" numCol="1" anchor="ctr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algn="ctr">
                  <a:defRPr sz="2800">
                    <a:solidFill>
                      <a:schemeClr val="bg1"/>
                    </a:solidFill>
                  </a:defRPr>
                </a:lvl1pPr>
                <a:lvl2pPr>
                  <a:defRPr>
                    <a:solidFill>
                      <a:schemeClr val="tx1"/>
                    </a:solidFill>
                  </a:defRPr>
                </a:lvl2pPr>
                <a:lvl3pPr>
                  <a:defRPr>
                    <a:solidFill>
                      <a:schemeClr val="tx1"/>
                    </a:solidFill>
                  </a:defRPr>
                </a:lvl3pPr>
                <a:lvl4pPr>
                  <a:defRPr>
                    <a:solidFill>
                      <a:schemeClr val="tx1"/>
                    </a:solidFill>
                  </a:defRPr>
                </a:lvl4pPr>
                <a:lvl5pPr>
                  <a:defRPr>
                    <a:solidFill>
                      <a:schemeClr val="tx1"/>
                    </a:solidFill>
                  </a:defRPr>
                </a:lvl5pPr>
                <a:lvl6pPr>
                  <a:defRPr>
                    <a:solidFill>
                      <a:schemeClr val="tx1"/>
                    </a:solidFill>
                  </a:defRPr>
                </a:lvl6pPr>
                <a:lvl7pPr>
                  <a:defRPr>
                    <a:solidFill>
                      <a:schemeClr val="tx1"/>
                    </a:solidFill>
                  </a:defRPr>
                </a:lvl7pPr>
                <a:lvl8pPr>
                  <a:defRPr>
                    <a:solidFill>
                      <a:schemeClr val="tx1"/>
                    </a:solidFill>
                  </a:defRPr>
                </a:lvl8pPr>
                <a:lvl9pPr>
                  <a:defRPr>
                    <a:solidFill>
                      <a:schemeClr val="tx1"/>
                    </a:solidFill>
                  </a:defRPr>
                </a:lvl9pPr>
              </a:lstStyle>
              <a:p>
                <a:pPr algn="l"/>
                <a:r>
                  <a:rPr lang="en-US" b="1" dirty="0"/>
                  <a:t>Axiom 6: </a:t>
                </a:r>
                <a14:m>
                  <m:oMath xmlns:m="http://schemas.openxmlformats.org/officeDocument/2006/math">
                    <m:r>
                      <a:rPr lang="en-US" b="1" i="0" dirty="0" smtClean="0">
                        <a:latin typeface="Cambria Math" panose="02040503050406030204" pitchFamily="18" charset="0"/>
                      </a:rPr>
                      <m:t>𝐤</m:t>
                    </m:r>
                    <m:r>
                      <a:rPr lang="en-US" b="1" i="1" dirty="0">
                        <a:latin typeface="Cambria Math" panose="02040503050406030204" pitchFamily="18" charset="0"/>
                      </a:rPr>
                      <m:t>⋅</m:t>
                    </m:r>
                    <m:r>
                      <a:rPr lang="en-US" b="1" i="0" dirty="0" smtClean="0">
                        <a:latin typeface="Cambria Math" panose="02040503050406030204" pitchFamily="18" charset="0"/>
                      </a:rPr>
                      <m:t>𝐮</m:t>
                    </m:r>
                    <m:r>
                      <a:rPr lang="en-US" b="1" i="0" dirty="0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b="1" i="0" dirty="0" smtClean="0">
                        <a:latin typeface="Cambria Math" panose="02040503050406030204" pitchFamily="18" charset="0"/>
                      </a:rPr>
                      <m:t>𝐕</m:t>
                    </m:r>
                  </m:oMath>
                </a14:m>
                <a:endParaRPr lang="en-US" b="1" dirty="0"/>
              </a:p>
            </p:txBody>
          </p:sp>
        </mc:Choice>
        <mc:Fallback xmlns="">
          <p:sp>
            <p:nvSpPr>
              <p:cNvPr id="21" name="Content Placeholder 4">
                <a:extLst>
                  <a:ext uri="{FF2B5EF4-FFF2-40B4-BE49-F238E27FC236}">
                    <a16:creationId xmlns:a16="http://schemas.microsoft.com/office/drawing/2014/main" id="{C2E3A768-B2DD-49B5-A909-9453EEB041E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-1" y="865206"/>
                <a:ext cx="5499100" cy="540000"/>
              </a:xfrm>
              <a:prstGeom prst="rect">
                <a:avLst/>
              </a:prstGeom>
              <a:blipFill>
                <a:blip r:embed="rId2"/>
                <a:stretch>
                  <a:fillRect l="-2217" t="-10112" b="-29213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FDFDD70C-3AAE-183B-5AED-36C59E3E9B77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IN" dirty="0"/>
                  <a:t>Method:1 </a:t>
                </a:r>
                <a14:m>
                  <m:oMath xmlns:m="http://schemas.openxmlformats.org/officeDocument/2006/math">
                    <m:r>
                      <a:rPr lang="en-I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⇝</m:t>
                    </m:r>
                  </m:oMath>
                </a14:m>
                <a:r>
                  <a:rPr lang="en-IN" dirty="0"/>
                  <a:t> Example:17(continue)</a:t>
                </a:r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FDFDD70C-3AAE-183B-5AED-36C59E3E9B7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3"/>
                <a:stretch>
                  <a:fillRect l="-400" t="-8547" b="-1965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Content Placeholder 4">
                <a:extLst>
                  <a:ext uri="{FF2B5EF4-FFF2-40B4-BE49-F238E27FC236}">
                    <a16:creationId xmlns:a16="http://schemas.microsoft.com/office/drawing/2014/main" id="{E2369E14-FB7F-439F-B8BC-3D00ED9ED33E}"/>
                  </a:ext>
                </a:extLst>
              </p:cNvPr>
              <p:cNvSpPr txBox="1">
                <a:spLocks/>
              </p:cNvSpPr>
              <p:nvPr/>
            </p:nvSpPr>
            <p:spPr>
              <a:xfrm flipH="1">
                <a:off x="132606" y="1548055"/>
                <a:ext cx="5366492" cy="540000"/>
              </a:xfrm>
              <a:prstGeom prst="rect">
                <a:avLst/>
              </a:prstGeom>
              <a:noFill/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vert="horz" lIns="91440" tIns="45720" rIns="91440" bIns="45720" rtlCol="0" anchor="ctr">
                <a:noAutofit/>
              </a:bodyPr>
              <a:lstStyle>
                <a:lvl1pPr marL="265113" indent="-265113" algn="just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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809625" indent="-352425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 algn="l">
                  <a:lnSpc>
                    <a:spcPct val="115000"/>
                  </a:lnSpc>
                  <a:spcAft>
                    <a:spcPts val="800"/>
                  </a:spcAft>
                  <a:buNone/>
                </a:pPr>
                <a:r>
                  <a:rPr lang="en-US" sz="2800" dirty="0">
                    <a:solidFill>
                      <a:srgbClr val="002060"/>
                    </a:solidFill>
                  </a:rPr>
                  <a:t>Now,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800" b="0" i="0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k</m:t>
                    </m:r>
                    <m:r>
                      <a:rPr lang="en-US" sz="2800" dirty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m:rPr>
                        <m:sty m:val="p"/>
                      </m:rPr>
                      <a:rPr lang="en-US" sz="2800" dirty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u</m:t>
                    </m:r>
                    <m:r>
                      <a:rPr lang="en-US" sz="2800" dirty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sz="2800" b="0" i="0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k</m:t>
                    </m:r>
                    <m:r>
                      <a:rPr lang="en-US" sz="2800" dirty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⋅</m:t>
                    </m:r>
                    <m:d>
                      <m:dPr>
                        <m:ctrlPr>
                          <a:rPr lang="en-US" sz="2800" i="1">
                            <a:solidFill>
                              <a:srgbClr val="3A4A6A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800" i="1">
                                <a:solidFill>
                                  <a:srgbClr val="3A4A6A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sz="2800" i="1">
                                <a:solidFill>
                                  <a:srgbClr val="3A4A6A"/>
                                </a:solidFill>
                                <a:latin typeface="Cambria Math" panose="02040503050406030204" pitchFamily="18" charset="0"/>
                              </a:rPr>
                              <m:t>a</m:t>
                            </m:r>
                          </m:e>
                          <m:sub>
                            <m:r>
                              <a:rPr lang="en-US" sz="2800" i="1">
                                <a:solidFill>
                                  <a:srgbClr val="3A4A6A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lang="en-US" sz="2800" i="1">
                            <a:solidFill>
                              <a:srgbClr val="3A4A6A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sz="2800" i="1">
                                <a:solidFill>
                                  <a:srgbClr val="3A4A6A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sz="2800" i="1">
                                <a:solidFill>
                                  <a:srgbClr val="3A4A6A"/>
                                </a:solidFill>
                                <a:latin typeface="Cambria Math" panose="02040503050406030204" pitchFamily="18" charset="0"/>
                              </a:rPr>
                              <m:t>a</m:t>
                            </m:r>
                          </m:e>
                          <m:sub>
                            <m:r>
                              <a:rPr lang="en-US" sz="2800" i="1">
                                <a:solidFill>
                                  <a:srgbClr val="3A4A6A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US" sz="2800" i="1">
                            <a:solidFill>
                              <a:srgbClr val="3A4A6A"/>
                            </a:solidFill>
                            <a:latin typeface="Cambria Math" panose="02040503050406030204" pitchFamily="18" charset="0"/>
                          </a:rPr>
                          <m:t>x</m:t>
                        </m:r>
                        <m:r>
                          <a:rPr lang="en-US" sz="2800" i="1">
                            <a:solidFill>
                              <a:srgbClr val="3A4A6A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sz="2800" i="1">
                                <a:solidFill>
                                  <a:srgbClr val="3A4A6A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sz="2800" i="1">
                                <a:solidFill>
                                  <a:srgbClr val="3A4A6A"/>
                                </a:solidFill>
                                <a:latin typeface="Cambria Math" panose="02040503050406030204" pitchFamily="18" charset="0"/>
                              </a:rPr>
                              <m:t>a</m:t>
                            </m:r>
                          </m:e>
                          <m:sub>
                            <m:r>
                              <a:rPr lang="en-US" sz="2800" i="1">
                                <a:solidFill>
                                  <a:srgbClr val="3A4A6A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sSup>
                          <m:sSupPr>
                            <m:ctrlPr>
                              <a:rPr lang="en-US" sz="2800" i="1">
                                <a:solidFill>
                                  <a:srgbClr val="3A4A6A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lang="en-US" sz="2800" i="1">
                                <a:solidFill>
                                  <a:srgbClr val="3A4A6A"/>
                                </a:solidFill>
                                <a:latin typeface="Cambria Math" panose="02040503050406030204" pitchFamily="18" charset="0"/>
                              </a:rPr>
                              <m:t>x</m:t>
                            </m:r>
                          </m:e>
                          <m:sup>
                            <m:r>
                              <a:rPr lang="en-US" sz="2800" i="1">
                                <a:solidFill>
                                  <a:srgbClr val="3A4A6A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</m:oMath>
                </a14:m>
                <a:endParaRPr lang="en-US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19" name="Content Placeholder 4">
                <a:extLst>
                  <a:ext uri="{FF2B5EF4-FFF2-40B4-BE49-F238E27FC236}">
                    <a16:creationId xmlns:a16="http://schemas.microsoft.com/office/drawing/2014/main" id="{E2369E14-FB7F-439F-B8BC-3D00ED9ED33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132606" y="1548055"/>
                <a:ext cx="5366492" cy="540000"/>
              </a:xfrm>
              <a:prstGeom prst="rect">
                <a:avLst/>
              </a:prstGeom>
              <a:blipFill>
                <a:blip r:embed="rId4"/>
                <a:stretch>
                  <a:fillRect l="-2386" t="-6742" b="-31461"/>
                </a:stretch>
              </a:blipFill>
              <a:ln w="12700" cap="flat" cmpd="sng" algn="ctr">
                <a:noFill/>
                <a:prstDash val="solid"/>
                <a:miter lim="800000"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Content Placeholder 4">
                <a:extLst>
                  <a:ext uri="{FF2B5EF4-FFF2-40B4-BE49-F238E27FC236}">
                    <a16:creationId xmlns:a16="http://schemas.microsoft.com/office/drawing/2014/main" id="{E2369E14-FB7F-439F-B8BC-3D00ED9ED33E}"/>
                  </a:ext>
                </a:extLst>
              </p:cNvPr>
              <p:cNvSpPr txBox="1">
                <a:spLocks/>
              </p:cNvSpPr>
              <p:nvPr/>
            </p:nvSpPr>
            <p:spPr>
              <a:xfrm flipH="1">
                <a:off x="1667739" y="2230904"/>
                <a:ext cx="5114970" cy="540000"/>
              </a:xfrm>
              <a:prstGeom prst="rect">
                <a:avLst/>
              </a:prstGeom>
              <a:noFill/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vert="horz" lIns="91440" tIns="45720" rIns="91440" bIns="45720" rtlCol="0" anchor="ctr">
                <a:noAutofit/>
              </a:bodyPr>
              <a:lstStyle>
                <a:lvl1pPr marL="265113" indent="-265113" algn="just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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809625" indent="-352425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lnSpc>
                    <a:spcPct val="115000"/>
                  </a:lnSpc>
                  <a:spcAft>
                    <a:spcPts val="800"/>
                  </a:spcAft>
                  <a:buNone/>
                </a:pPr>
                <a14:m>
                  <m:oMath xmlns:m="http://schemas.openxmlformats.org/officeDocument/2006/math">
                    <m:r>
                      <a:rPr lang="en-US" sz="2800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sz="2800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k</m:t>
                    </m:r>
                    <m:r>
                      <a:rPr lang="en-US" sz="2800" b="0" i="1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US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a</m:t>
                        </m:r>
                      </m:e>
                      <m:sub>
                        <m:r>
                          <a:rPr lang="en-US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+</m:t>
                    </m:r>
                    <m:d>
                      <m:dPr>
                        <m:ctrlPr>
                          <a:rPr lang="en-US" sz="2800" i="1" dirty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sz="2800" dirty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k</m:t>
                        </m:r>
                        <m:r>
                          <a:rPr lang="en-US" sz="2800" b="0" i="1" dirty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sSub>
                          <m:sSubPr>
                            <m:ctrlPr>
                              <a:rPr lang="en-US" sz="2800" b="0" i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sz="2800" b="0" i="0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a</m:t>
                            </m:r>
                          </m:e>
                          <m:sub>
                            <m:r>
                              <a:rPr lang="en-US" sz="280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  <m:r>
                      <m:rPr>
                        <m:sty m:val="p"/>
                      </m:rPr>
                      <a:rPr lang="en-US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x</m:t>
                    </m:r>
                    <m:r>
                      <a:rPr lang="en-US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+</m:t>
                    </m:r>
                  </m:oMath>
                </a14:m>
                <a:r>
                  <a:rPr lang="en-US" sz="2800" dirty="0">
                    <a:solidFill>
                      <a:srgbClr val="002060"/>
                    </a:solidFill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2800" i="1" dirty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sz="2800" dirty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k</m:t>
                        </m:r>
                        <m:r>
                          <a:rPr lang="en-US" sz="2800" b="0" i="1" dirty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sSub>
                          <m:sSubPr>
                            <m:ctrlPr>
                              <a:rPr lang="en-US" sz="280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sz="280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a</m:t>
                            </m:r>
                          </m:e>
                          <m:sub>
                            <m:r>
                              <a:rPr lang="en-US" sz="2800" b="0" i="0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  <m:sSup>
                      <m:sSupPr>
                        <m:ctrlPr>
                          <a:rPr lang="en-US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x</m:t>
                        </m:r>
                      </m:e>
                      <m:sup>
                        <m:r>
                          <a:rPr lang="en-US" sz="2800" b="0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en-US" sz="2800" dirty="0">
                  <a:solidFill>
                    <a:srgbClr val="002060"/>
                  </a:solidFill>
                  <a:latin typeface="+mj-lt"/>
                </a:endParaRPr>
              </a:p>
            </p:txBody>
          </p:sp>
        </mc:Choice>
        <mc:Fallback xmlns="">
          <p:sp>
            <p:nvSpPr>
              <p:cNvPr id="20" name="Content Placeholder 4">
                <a:extLst>
                  <a:ext uri="{FF2B5EF4-FFF2-40B4-BE49-F238E27FC236}">
                    <a16:creationId xmlns:a16="http://schemas.microsoft.com/office/drawing/2014/main" id="{E2369E14-FB7F-439F-B8BC-3D00ED9ED33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1667739" y="2230904"/>
                <a:ext cx="5114970" cy="54000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 w="12700" cap="flat" cmpd="sng" algn="ctr">
                <a:noFill/>
                <a:prstDash val="solid"/>
                <a:miter lim="800000"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Content Placeholder 4">
                <a:extLst>
                  <a:ext uri="{FF2B5EF4-FFF2-40B4-BE49-F238E27FC236}">
                    <a16:creationId xmlns:a16="http://schemas.microsoft.com/office/drawing/2014/main" id="{E2369E14-FB7F-439F-B8BC-3D00ED9ED33E}"/>
                  </a:ext>
                </a:extLst>
              </p:cNvPr>
              <p:cNvSpPr txBox="1">
                <a:spLocks/>
              </p:cNvSpPr>
              <p:nvPr/>
            </p:nvSpPr>
            <p:spPr>
              <a:xfrm flipH="1">
                <a:off x="89987" y="3630687"/>
                <a:ext cx="2984501" cy="540000"/>
              </a:xfrm>
              <a:prstGeom prst="rect">
                <a:avLst/>
              </a:prstGeom>
              <a:noFill/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vert="horz" lIns="91440" tIns="45720" rIns="91440" bIns="45720" rtlCol="0" anchor="ctr">
                <a:noAutofit/>
              </a:bodyPr>
              <a:lstStyle>
                <a:lvl1pPr marL="265113" indent="-265113" algn="just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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809625" indent="-352425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lnSpc>
                    <a:spcPct val="115000"/>
                  </a:lnSpc>
                  <a:spcAft>
                    <a:spcPts val="8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dirty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⇒</m:t>
                      </m:r>
                      <m:sSub>
                        <m:sSubPr>
                          <m:ctrlP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a</m:t>
                          </m:r>
                        </m:e>
                        <m:sub>
                          <m:r>
                            <a:rPr lang="en-US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a</m:t>
                          </m:r>
                        </m:e>
                        <m:sub>
                          <m: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2800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a</m:t>
                          </m:r>
                        </m:e>
                        <m:sub>
                          <m:r>
                            <a:rPr lang="en-US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m:rPr>
                          <m:sty m:val="p"/>
                        </m:rPr>
                        <a:rPr lang="en-US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k</m:t>
                      </m:r>
                      <m:r>
                        <a:rPr lang="en-US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∈</m:t>
                      </m:r>
                      <m:r>
                        <a:rPr lang="en-US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ℝ</m:t>
                      </m:r>
                    </m:oMath>
                  </m:oMathPara>
                </a14:m>
                <a:endParaRPr lang="en-US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23" name="Content Placeholder 4">
                <a:extLst>
                  <a:ext uri="{FF2B5EF4-FFF2-40B4-BE49-F238E27FC236}">
                    <a16:creationId xmlns:a16="http://schemas.microsoft.com/office/drawing/2014/main" id="{E2369E14-FB7F-439F-B8BC-3D00ED9ED33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89987" y="3630687"/>
                <a:ext cx="2984501" cy="54000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ln w="12700" cap="flat" cmpd="sng" algn="ctr">
                <a:noFill/>
                <a:prstDash val="solid"/>
                <a:miter lim="800000"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Content Placeholder 4">
                <a:extLst>
                  <a:ext uri="{FF2B5EF4-FFF2-40B4-BE49-F238E27FC236}">
                    <a16:creationId xmlns:a16="http://schemas.microsoft.com/office/drawing/2014/main" id="{E2369E14-FB7F-439F-B8BC-3D00ED9ED33E}"/>
                  </a:ext>
                </a:extLst>
              </p:cNvPr>
              <p:cNvSpPr txBox="1">
                <a:spLocks/>
              </p:cNvSpPr>
              <p:nvPr/>
            </p:nvSpPr>
            <p:spPr>
              <a:xfrm flipH="1">
                <a:off x="116048" y="4313123"/>
                <a:ext cx="3796735" cy="540000"/>
              </a:xfrm>
              <a:prstGeom prst="rect">
                <a:avLst/>
              </a:prstGeom>
              <a:noFill/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vert="horz" lIns="91440" tIns="45720" rIns="91440" bIns="45720" rtlCol="0" anchor="ctr">
                <a:noAutofit/>
              </a:bodyPr>
              <a:lstStyle>
                <a:lvl1pPr marL="265113" indent="-265113" algn="just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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809625" indent="-352425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lnSpc>
                    <a:spcPct val="115000"/>
                  </a:lnSpc>
                  <a:spcAft>
                    <a:spcPts val="8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800" dirty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⇒</m:t>
                      </m:r>
                      <m:r>
                        <m:rPr>
                          <m:sty m:val="p"/>
                        </m:rPr>
                        <a:rPr lang="en-US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k</m:t>
                      </m:r>
                      <m:r>
                        <a:rPr lang="en-US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a</m:t>
                          </m:r>
                        </m:e>
                        <m:sub>
                          <m:r>
                            <a:rPr lang="en-US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m:rPr>
                          <m:sty m:val="p"/>
                        </m:rPr>
                        <a:rPr lang="en-US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k</m:t>
                      </m:r>
                      <m:r>
                        <a:rPr lang="en-US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n-US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a</m:t>
                          </m:r>
                        </m:e>
                        <m:sub>
                          <m: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m:rPr>
                          <m:sty m:val="p"/>
                        </m:rPr>
                        <a:rPr lang="en-US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k</m:t>
                      </m:r>
                      <m:r>
                        <a:rPr lang="en-US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a</m:t>
                          </m:r>
                        </m:e>
                        <m:sub>
                          <m:r>
                            <a:rPr lang="en-US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∈</m:t>
                      </m:r>
                      <m:r>
                        <a:rPr lang="en-US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ℝ</m:t>
                      </m:r>
                    </m:oMath>
                  </m:oMathPara>
                </a14:m>
                <a:endParaRPr lang="en-US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25" name="Content Placeholder 4">
                <a:extLst>
                  <a:ext uri="{FF2B5EF4-FFF2-40B4-BE49-F238E27FC236}">
                    <a16:creationId xmlns:a16="http://schemas.microsoft.com/office/drawing/2014/main" id="{E2369E14-FB7F-439F-B8BC-3D00ED9ED33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116048" y="4313123"/>
                <a:ext cx="3796735" cy="54000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  <a:ln w="12700" cap="flat" cmpd="sng" algn="ctr">
                <a:noFill/>
                <a:prstDash val="solid"/>
                <a:miter lim="800000"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Content Placeholder 4">
                <a:extLst>
                  <a:ext uri="{FF2B5EF4-FFF2-40B4-BE49-F238E27FC236}">
                    <a16:creationId xmlns:a16="http://schemas.microsoft.com/office/drawing/2014/main" id="{E2369E14-FB7F-439F-B8BC-3D00ED9ED33E}"/>
                  </a:ext>
                </a:extLst>
              </p:cNvPr>
              <p:cNvSpPr txBox="1">
                <a:spLocks/>
              </p:cNvSpPr>
              <p:nvPr/>
            </p:nvSpPr>
            <p:spPr>
              <a:xfrm flipH="1">
                <a:off x="98514" y="4995559"/>
                <a:ext cx="5653700" cy="540000"/>
              </a:xfrm>
              <a:prstGeom prst="rect">
                <a:avLst/>
              </a:prstGeom>
              <a:noFill/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vert="horz" lIns="91440" tIns="45720" rIns="91440" bIns="45720" rtlCol="0" anchor="ctr">
                <a:noAutofit/>
              </a:bodyPr>
              <a:lstStyle>
                <a:lvl1pPr marL="265113" indent="-265113" algn="just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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809625" indent="-352425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lnSpc>
                    <a:spcPct val="115000"/>
                  </a:lnSpc>
                  <a:spcAft>
                    <a:spcPts val="8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800" dirty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⇒</m:t>
                      </m:r>
                      <m:r>
                        <m:rPr>
                          <m:sty m:val="p"/>
                        </m:rPr>
                        <a:rPr lang="en-US" sz="2800" dirty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k</m:t>
                      </m:r>
                      <m:r>
                        <a:rPr lang="en-US" sz="2800" b="0" i="1" dirty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a</m:t>
                          </m:r>
                        </m:e>
                        <m:sub>
                          <m: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d>
                        <m:dPr>
                          <m:ctrlPr>
                            <a:rPr lang="en-US" sz="2800" i="1" dirty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sz="2800" dirty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k</m:t>
                          </m:r>
                          <m:r>
                            <a:rPr lang="en-US" sz="2800" b="0" i="1" dirty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sSub>
                            <m:sSubPr>
                              <m:ctrlPr>
                                <a:rPr lang="en-US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a</m:t>
                              </m:r>
                            </m:e>
                            <m:sub>
                              <m: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r>
                        <m:rPr>
                          <m:sty m:val="p"/>
                        </m:rPr>
                        <a:rPr lang="en-US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x</m:t>
                      </m:r>
                      <m:r>
                        <a:rPr lang="en-US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m:rPr>
                          <m:nor/>
                        </m:rPr>
                        <a:rPr lang="en-US" sz="2800" i="0" dirty="0">
                          <a:solidFill>
                            <a:srgbClr val="002060"/>
                          </a:solidFill>
                        </a:rPr>
                        <m:t> </m:t>
                      </m:r>
                      <m:d>
                        <m:dPr>
                          <m:ctrlPr>
                            <a:rPr lang="en-US" sz="2800" i="1" dirty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sz="2800" dirty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k</m:t>
                          </m:r>
                          <m:r>
                            <a:rPr lang="en-US" sz="2800" b="0" i="1" dirty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sSub>
                            <m:sSubPr>
                              <m:ctrlPr>
                                <a:rPr lang="en-US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a</m:t>
                              </m:r>
                            </m:e>
                            <m:sub>
                              <m: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  <m:sSup>
                        <m:sSupPr>
                          <m:ctrlP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x</m:t>
                          </m:r>
                        </m:e>
                        <m:sup>
                          <m: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800" i="1" dirty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∈</m:t>
                      </m:r>
                      <m:sSub>
                        <m:sSubPr>
                          <m:ctrlP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Shruti" panose="020B0502040204020203" pitchFamily="34" charset="0"/>
                            </a:rPr>
                          </m:ctrlPr>
                        </m:sSubPr>
                        <m:e>
                          <m: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Shruti" panose="020B0502040204020203" pitchFamily="34" charset="0"/>
                            </a:rPr>
                            <m:t>ℙ</m:t>
                          </m:r>
                        </m:e>
                        <m:sub>
                          <m: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Shruti" panose="020B0502040204020203" pitchFamily="34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27" name="Content Placeholder 4">
                <a:extLst>
                  <a:ext uri="{FF2B5EF4-FFF2-40B4-BE49-F238E27FC236}">
                    <a16:creationId xmlns:a16="http://schemas.microsoft.com/office/drawing/2014/main" id="{E2369E14-FB7F-439F-B8BC-3D00ED9ED33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98514" y="4995559"/>
                <a:ext cx="5653700" cy="54000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  <a:ln w="12700" cap="flat" cmpd="sng" algn="ctr">
                <a:noFill/>
                <a:prstDash val="solid"/>
                <a:miter lim="800000"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" name="Content Placeholder 4">
                <a:extLst>
                  <a:ext uri="{FF2B5EF4-FFF2-40B4-BE49-F238E27FC236}">
                    <a16:creationId xmlns:a16="http://schemas.microsoft.com/office/drawing/2014/main" id="{E2369E14-FB7F-439F-B8BC-3D00ED9ED33E}"/>
                  </a:ext>
                </a:extLst>
              </p:cNvPr>
              <p:cNvSpPr txBox="1">
                <a:spLocks/>
              </p:cNvSpPr>
              <p:nvPr/>
            </p:nvSpPr>
            <p:spPr>
              <a:xfrm flipH="1">
                <a:off x="128449" y="2913753"/>
                <a:ext cx="6180669" cy="540000"/>
              </a:xfrm>
              <a:prstGeom prst="rect">
                <a:avLst/>
              </a:prstGeom>
              <a:noFill/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vert="horz" lIns="91440" tIns="45720" rIns="91440" bIns="45720" rtlCol="0" anchor="ctr">
                <a:noAutofit/>
              </a:bodyPr>
              <a:lstStyle>
                <a:lvl1pPr marL="265113" indent="-265113" algn="just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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809625" indent="-352425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lnSpc>
                    <a:spcPct val="115000"/>
                  </a:lnSpc>
                  <a:spcAft>
                    <a:spcPts val="800"/>
                  </a:spcAft>
                  <a:buNone/>
                </a:pPr>
                <a:r>
                  <a:rPr lang="en-US" sz="2800" dirty="0">
                    <a:solidFill>
                      <a:srgbClr val="002060"/>
                    </a:solidFill>
                  </a:rPr>
                  <a:t>Since,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i="1">
                            <a:solidFill>
                              <a:srgbClr val="3A4A6A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2800" i="1">
                            <a:solidFill>
                              <a:srgbClr val="3A4A6A"/>
                            </a:solidFill>
                            <a:latin typeface="Cambria Math" panose="02040503050406030204" pitchFamily="18" charset="0"/>
                          </a:rPr>
                          <m:t>a</m:t>
                        </m:r>
                      </m:e>
                      <m:sub>
                        <m:r>
                          <a:rPr lang="en-US" sz="2800" i="1">
                            <a:solidFill>
                              <a:srgbClr val="3A4A6A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sz="2800" i="1">
                        <a:solidFill>
                          <a:srgbClr val="3A4A6A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sz="2800" i="1">
                            <a:solidFill>
                              <a:srgbClr val="3A4A6A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2800" i="1">
                            <a:solidFill>
                              <a:srgbClr val="3A4A6A"/>
                            </a:solidFill>
                            <a:latin typeface="Cambria Math" panose="02040503050406030204" pitchFamily="18" charset="0"/>
                          </a:rPr>
                          <m:t>a</m:t>
                        </m:r>
                      </m:e>
                      <m:sub>
                        <m:r>
                          <a:rPr lang="en-US" sz="2800" i="1">
                            <a:solidFill>
                              <a:srgbClr val="3A4A6A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US" sz="2800" i="1">
                        <a:solidFill>
                          <a:srgbClr val="3A4A6A"/>
                        </a:solidFill>
                        <a:latin typeface="Cambria Math" panose="02040503050406030204" pitchFamily="18" charset="0"/>
                      </a:rPr>
                      <m:t>x</m:t>
                    </m:r>
                    <m:r>
                      <a:rPr lang="en-US" sz="2800" i="1">
                        <a:solidFill>
                          <a:srgbClr val="3A4A6A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sz="2800" i="1">
                            <a:solidFill>
                              <a:srgbClr val="3A4A6A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2800" i="1">
                            <a:solidFill>
                              <a:srgbClr val="3A4A6A"/>
                            </a:solidFill>
                            <a:latin typeface="Cambria Math" panose="02040503050406030204" pitchFamily="18" charset="0"/>
                          </a:rPr>
                          <m:t>a</m:t>
                        </m:r>
                      </m:e>
                      <m:sub>
                        <m:r>
                          <a:rPr lang="en-US" sz="2800" i="1">
                            <a:solidFill>
                              <a:srgbClr val="3A4A6A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sSup>
                      <m:sSupPr>
                        <m:ctrlPr>
                          <a:rPr lang="en-US" sz="2800" i="1">
                            <a:solidFill>
                              <a:srgbClr val="3A4A6A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sz="2800" i="1">
                            <a:solidFill>
                              <a:srgbClr val="3A4A6A"/>
                            </a:solidFill>
                            <a:latin typeface="Cambria Math" panose="02040503050406030204" pitchFamily="18" charset="0"/>
                          </a:rPr>
                          <m:t>x</m:t>
                        </m:r>
                      </m:e>
                      <m:sup>
                        <m:r>
                          <a:rPr lang="en-US" sz="2800" i="1">
                            <a:solidFill>
                              <a:srgbClr val="3A4A6A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2800" i="1">
                        <a:solidFill>
                          <a:srgbClr val="3A4A6A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en-US" sz="2800" i="0" dirty="0">
                        <a:solidFill>
                          <a:srgbClr val="002060"/>
                        </a:solidFill>
                      </a:rPr>
                      <m:t>∈</m:t>
                    </m:r>
                    <m:r>
                      <m:rPr>
                        <m:nor/>
                      </m:rPr>
                      <a:rPr lang="en-US" sz="2800" b="0" i="0" dirty="0" smtClean="0">
                        <a:solidFill>
                          <a:srgbClr val="002060"/>
                        </a:solidFill>
                      </a:rPr>
                      <m:t> </m:t>
                    </m:r>
                    <m:sSub>
                      <m:sSubPr>
                        <m:ctrlPr>
                          <a:rPr lang="en-US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Shruti" panose="020B0502040204020203" pitchFamily="34" charset="0"/>
                          </a:rPr>
                        </m:ctrlPr>
                      </m:sSubPr>
                      <m:e>
                        <m:r>
                          <a:rPr lang="en-US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Shruti" panose="020B0502040204020203" pitchFamily="34" charset="0"/>
                          </a:rPr>
                          <m:t>ℙ</m:t>
                        </m:r>
                      </m:e>
                      <m:sub>
                        <m:r>
                          <a:rPr lang="en-US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Shruti" panose="020B0502040204020203" pitchFamily="34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2800" dirty="0">
                    <a:solidFill>
                      <a:srgbClr val="002060"/>
                    </a:solidFill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k</m:t>
                    </m:r>
                    <m:r>
                      <a:rPr lang="en-US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ℝ</m:t>
                    </m:r>
                  </m:oMath>
                </a14:m>
                <a:r>
                  <a:rPr lang="en-US" sz="2800" dirty="0">
                    <a:solidFill>
                      <a:srgbClr val="002060"/>
                    </a:solidFill>
                  </a:rPr>
                  <a:t>  </a:t>
                </a:r>
              </a:p>
            </p:txBody>
          </p:sp>
        </mc:Choice>
        <mc:Fallback xmlns="">
          <p:sp>
            <p:nvSpPr>
              <p:cNvPr id="33" name="Content Placeholder 4">
                <a:extLst>
                  <a:ext uri="{FF2B5EF4-FFF2-40B4-BE49-F238E27FC236}">
                    <a16:creationId xmlns:a16="http://schemas.microsoft.com/office/drawing/2014/main" id="{E2369E14-FB7F-439F-B8BC-3D00ED9ED33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128449" y="2913753"/>
                <a:ext cx="6180669" cy="540000"/>
              </a:xfrm>
              <a:prstGeom prst="rect">
                <a:avLst/>
              </a:prstGeom>
              <a:blipFill>
                <a:blip r:embed="rId9"/>
                <a:stretch>
                  <a:fillRect l="-1972" t="-6742" b="-31461"/>
                </a:stretch>
              </a:blipFill>
              <a:ln w="12700" cap="flat" cmpd="sng" algn="ctr">
                <a:noFill/>
                <a:prstDash val="solid"/>
                <a:miter lim="800000"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Content Placeholder 4">
                <a:extLst>
                  <a:ext uri="{FF2B5EF4-FFF2-40B4-BE49-F238E27FC236}">
                    <a16:creationId xmlns:a16="http://schemas.microsoft.com/office/drawing/2014/main" id="{63C60F34-B474-4634-96A1-1BC8F88468D1}"/>
                  </a:ext>
                </a:extLst>
              </p:cNvPr>
              <p:cNvSpPr txBox="1">
                <a:spLocks/>
              </p:cNvSpPr>
              <p:nvPr/>
            </p:nvSpPr>
            <p:spPr>
              <a:xfrm flipH="1">
                <a:off x="129968" y="5665359"/>
                <a:ext cx="3049166" cy="540000"/>
              </a:xfrm>
              <a:prstGeom prst="rect">
                <a:avLst/>
              </a:prstGeom>
              <a:noFill/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vert="horz" lIns="91440" tIns="45720" rIns="91440" bIns="45720" rtlCol="0" anchor="ctr">
                <a:noAutofit/>
              </a:bodyPr>
              <a:lstStyle>
                <a:lvl1pPr marL="265113" indent="-265113" algn="just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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809625" indent="-352425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lnSpc>
                    <a:spcPct val="115000"/>
                  </a:lnSpc>
                  <a:spcAft>
                    <a:spcPts val="8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sz="2800" b="0" i="0" dirty="0" smtClean="0">
                          <a:solidFill>
                            <a:srgbClr val="002060"/>
                          </a:solidFill>
                        </a:rPr>
                        <m:t>Hence</m:t>
                      </m:r>
                      <m:r>
                        <m:rPr>
                          <m:nor/>
                        </m:rPr>
                        <a:rPr lang="en-US" sz="2800" i="0" dirty="0" smtClean="0">
                          <a:solidFill>
                            <a:srgbClr val="002060"/>
                          </a:solidFill>
                        </a:rPr>
                        <m:t>, </m:t>
                      </m:r>
                      <m:r>
                        <m:rPr>
                          <m:sty m:val="p"/>
                        </m:rPr>
                        <a:rPr lang="en-US" sz="2800" b="0" i="0" dirty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k</m:t>
                      </m:r>
                      <m:r>
                        <a:rPr lang="en-US" sz="2800" dirty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⋅</m:t>
                      </m:r>
                      <m:r>
                        <m:rPr>
                          <m:sty m:val="p"/>
                        </m:rPr>
                        <a:rPr lang="en-US" sz="2800" dirty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u</m:t>
                      </m:r>
                      <m:r>
                        <a:rPr lang="en-US" sz="2800" i="1" dirty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∈</m:t>
                      </m:r>
                      <m:r>
                        <m:rPr>
                          <m:sty m:val="p"/>
                        </m:rPr>
                        <a:rPr lang="en-US" sz="2800" dirty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V</m:t>
                      </m:r>
                    </m:oMath>
                  </m:oMathPara>
                </a14:m>
                <a:endParaRPr lang="en-US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13" name="Content Placeholder 4">
                <a:extLst>
                  <a:ext uri="{FF2B5EF4-FFF2-40B4-BE49-F238E27FC236}">
                    <a16:creationId xmlns:a16="http://schemas.microsoft.com/office/drawing/2014/main" id="{63C60F34-B474-4634-96A1-1BC8F88468D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129968" y="5665359"/>
                <a:ext cx="3049166" cy="540000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  <a:ln w="12700" cap="flat" cmpd="sng" algn="ctr">
                <a:noFill/>
                <a:prstDash val="solid"/>
                <a:miter lim="800000"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2" name="Picture 21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782710" y="756408"/>
            <a:ext cx="5353067" cy="1359637"/>
          </a:xfrm>
          <a:prstGeom prst="rect">
            <a:avLst/>
          </a:prstGeom>
        </p:spPr>
      </p:pic>
      <p:sp>
        <p:nvSpPr>
          <p:cNvPr id="24" name="Right Arrow 3">
            <a:extLst>
              <a:ext uri="{FF2B5EF4-FFF2-40B4-BE49-F238E27FC236}">
                <a16:creationId xmlns:a16="http://schemas.microsoft.com/office/drawing/2014/main" id="{3FE11F38-A8D0-406B-A77F-9DE69C4F1B02}"/>
              </a:ext>
            </a:extLst>
          </p:cNvPr>
          <p:cNvSpPr/>
          <p:nvPr/>
        </p:nvSpPr>
        <p:spPr>
          <a:xfrm flipV="1">
            <a:off x="6782712" y="1686758"/>
            <a:ext cx="144000" cy="180000"/>
          </a:xfrm>
          <a:prstGeom prst="rightArrow">
            <a:avLst/>
          </a:prstGeom>
          <a:gradFill>
            <a:gsLst>
              <a:gs pos="10000">
                <a:srgbClr val="0E47A1"/>
              </a:gs>
              <a:gs pos="100000">
                <a:srgbClr val="03A9F5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Wingdings 3" panose="05040102010807070707" pitchFamily="18" charset="2"/>
              <a:buNone/>
            </a:pPr>
            <a:endParaRPr lang="en-IN" sz="28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423198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23" grpId="0"/>
      <p:bldP spid="25" grpId="0"/>
      <p:bldP spid="27" grpId="0"/>
      <p:bldP spid="33" grpId="0"/>
      <p:bldP spid="13" grpId="0"/>
      <p:bldP spid="24" grpId="0" animBg="1"/>
    </p:bld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ECFC8A-BC0D-5D72-FE99-20313653BC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1" name="Content Placeholder 4">
                <a:extLst>
                  <a:ext uri="{FF2B5EF4-FFF2-40B4-BE49-F238E27FC236}">
                    <a16:creationId xmlns:a16="http://schemas.microsoft.com/office/drawing/2014/main" id="{C2E3A768-B2DD-49B5-A909-9453EEB041E3}"/>
                  </a:ext>
                </a:extLst>
              </p:cNvPr>
              <p:cNvSpPr txBox="1">
                <a:spLocks/>
              </p:cNvSpPr>
              <p:nvPr/>
            </p:nvSpPr>
            <p:spPr>
              <a:xfrm flipH="1">
                <a:off x="-1" y="865206"/>
                <a:ext cx="5499100" cy="540000"/>
              </a:xfrm>
              <a:prstGeom prst="rect">
                <a:avLst/>
              </a:prstGeom>
              <a:gradFill>
                <a:gsLst>
                  <a:gs pos="10000">
                    <a:srgbClr val="0E47A1"/>
                  </a:gs>
                  <a:gs pos="100000">
                    <a:srgbClr val="03A9F5"/>
                  </a:gs>
                </a:gsLst>
                <a:lin ang="10800000" scaled="1"/>
              </a:gradFill>
              <a:ln>
                <a:noFill/>
              </a:ln>
            </p:spPr>
            <p:txBody>
              <a:bodyPr vert="horz" wrap="square" lIns="91440" tIns="45720" rIns="91440" bIns="45720" numCol="1" anchor="ctr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algn="ctr">
                  <a:defRPr sz="2800">
                    <a:solidFill>
                      <a:schemeClr val="bg1"/>
                    </a:solidFill>
                  </a:defRPr>
                </a:lvl1pPr>
                <a:lvl2pPr>
                  <a:defRPr>
                    <a:solidFill>
                      <a:schemeClr val="tx1"/>
                    </a:solidFill>
                  </a:defRPr>
                </a:lvl2pPr>
                <a:lvl3pPr>
                  <a:defRPr>
                    <a:solidFill>
                      <a:schemeClr val="tx1"/>
                    </a:solidFill>
                  </a:defRPr>
                </a:lvl3pPr>
                <a:lvl4pPr>
                  <a:defRPr>
                    <a:solidFill>
                      <a:schemeClr val="tx1"/>
                    </a:solidFill>
                  </a:defRPr>
                </a:lvl4pPr>
                <a:lvl5pPr>
                  <a:defRPr>
                    <a:solidFill>
                      <a:schemeClr val="tx1"/>
                    </a:solidFill>
                  </a:defRPr>
                </a:lvl5pPr>
                <a:lvl6pPr>
                  <a:defRPr>
                    <a:solidFill>
                      <a:schemeClr val="tx1"/>
                    </a:solidFill>
                  </a:defRPr>
                </a:lvl6pPr>
                <a:lvl7pPr>
                  <a:defRPr>
                    <a:solidFill>
                      <a:schemeClr val="tx1"/>
                    </a:solidFill>
                  </a:defRPr>
                </a:lvl7pPr>
                <a:lvl8pPr>
                  <a:defRPr>
                    <a:solidFill>
                      <a:schemeClr val="tx1"/>
                    </a:solidFill>
                  </a:defRPr>
                </a:lvl8pPr>
                <a:lvl9pPr>
                  <a:defRPr>
                    <a:solidFill>
                      <a:schemeClr val="tx1"/>
                    </a:solidFill>
                  </a:defRPr>
                </a:lvl9pPr>
              </a:lstStyle>
              <a:p>
                <a:pPr algn="l"/>
                <a:r>
                  <a:rPr lang="en-US" b="1" dirty="0"/>
                  <a:t>Axiom 7: </a:t>
                </a:r>
                <a14:m>
                  <m:oMath xmlns:m="http://schemas.openxmlformats.org/officeDocument/2006/math">
                    <m:r>
                      <a:rPr lang="en-US" b="1" i="0" dirty="0" smtClean="0">
                        <a:latin typeface="Cambria Math" panose="02040503050406030204" pitchFamily="18" charset="0"/>
                      </a:rPr>
                      <m:t>𝐤</m:t>
                    </m:r>
                    <m:r>
                      <a:rPr lang="en-US" b="1" i="1" dirty="0" smtClean="0">
                        <a:latin typeface="Cambria Math" panose="02040503050406030204" pitchFamily="18" charset="0"/>
                      </a:rPr>
                      <m:t>⋅</m:t>
                    </m:r>
                    <m:d>
                      <m:dPr>
                        <m:ctrlPr>
                          <a:rPr lang="en-US" b="1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 i="0" dirty="0" smtClean="0">
                            <a:latin typeface="Cambria Math" panose="02040503050406030204" pitchFamily="18" charset="0"/>
                          </a:rPr>
                          <m:t>𝐮</m:t>
                        </m:r>
                        <m:r>
                          <a:rPr lang="en-US" b="1" i="0" dirty="0" err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b="1" i="0" dirty="0" smtClean="0">
                            <a:latin typeface="Cambria Math" panose="02040503050406030204" pitchFamily="18" charset="0"/>
                          </a:rPr>
                          <m:t>𝐯</m:t>
                        </m:r>
                      </m:e>
                    </m:d>
                    <m:r>
                      <a:rPr lang="en-US" b="1" i="0" dirty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1" i="0" dirty="0">
                        <a:latin typeface="Cambria Math" panose="02040503050406030204" pitchFamily="18" charset="0"/>
                      </a:rPr>
                      <m:t>𝐤</m:t>
                    </m:r>
                    <m:r>
                      <a:rPr lang="en-US" b="1" i="0" dirty="0" smtClean="0">
                        <a:latin typeface="Cambria Math" panose="02040503050406030204" pitchFamily="18" charset="0"/>
                      </a:rPr>
                      <m:t>⋅</m:t>
                    </m:r>
                    <m:r>
                      <a:rPr lang="en-US" b="1" i="0" dirty="0" smtClean="0">
                        <a:latin typeface="Cambria Math" panose="02040503050406030204" pitchFamily="18" charset="0"/>
                      </a:rPr>
                      <m:t>𝐮</m:t>
                    </m:r>
                    <m:r>
                      <a:rPr lang="en-US" b="1" i="0" dirty="0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1" dirty="0">
                        <a:latin typeface="Cambria Math" panose="02040503050406030204" pitchFamily="18" charset="0"/>
                      </a:rPr>
                      <m:t>𝐤</m:t>
                    </m:r>
                    <m:r>
                      <a:rPr lang="en-US" b="1" dirty="0">
                        <a:latin typeface="Cambria Math" panose="02040503050406030204" pitchFamily="18" charset="0"/>
                      </a:rPr>
                      <m:t>⋅</m:t>
                    </m:r>
                    <m:r>
                      <a:rPr lang="en-US" b="1" i="0" dirty="0" smtClean="0">
                        <a:latin typeface="Cambria Math" panose="02040503050406030204" pitchFamily="18" charset="0"/>
                      </a:rPr>
                      <m:t>𝐯</m:t>
                    </m:r>
                  </m:oMath>
                </a14:m>
                <a:endParaRPr lang="en-US" b="1" dirty="0"/>
              </a:p>
            </p:txBody>
          </p:sp>
        </mc:Choice>
        <mc:Fallback xmlns="">
          <p:sp>
            <p:nvSpPr>
              <p:cNvPr id="21" name="Content Placeholder 4">
                <a:extLst>
                  <a:ext uri="{FF2B5EF4-FFF2-40B4-BE49-F238E27FC236}">
                    <a16:creationId xmlns:a16="http://schemas.microsoft.com/office/drawing/2014/main" id="{C2E3A768-B2DD-49B5-A909-9453EEB041E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-1" y="865206"/>
                <a:ext cx="5499100" cy="540000"/>
              </a:xfrm>
              <a:prstGeom prst="rect">
                <a:avLst/>
              </a:prstGeom>
              <a:blipFill>
                <a:blip r:embed="rId2"/>
                <a:stretch>
                  <a:fillRect l="-2217" t="-10112" b="-29213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FDFDD70C-3AAE-183B-5AED-36C59E3E9B77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IN" dirty="0"/>
                  <a:t>Method:1 </a:t>
                </a:r>
                <a14:m>
                  <m:oMath xmlns:m="http://schemas.openxmlformats.org/officeDocument/2006/math">
                    <m:r>
                      <a:rPr lang="en-I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⇝</m:t>
                    </m:r>
                  </m:oMath>
                </a14:m>
                <a:r>
                  <a:rPr lang="en-IN" dirty="0"/>
                  <a:t> Example:17(continue)</a:t>
                </a:r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FDFDD70C-3AAE-183B-5AED-36C59E3E9B7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3"/>
                <a:stretch>
                  <a:fillRect l="-400" t="-8547" b="-1965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Content Placeholder 4">
                <a:extLst>
                  <a:ext uri="{FF2B5EF4-FFF2-40B4-BE49-F238E27FC236}">
                    <a16:creationId xmlns:a16="http://schemas.microsoft.com/office/drawing/2014/main" id="{E2369E14-FB7F-439F-B8BC-3D00ED9ED33E}"/>
                  </a:ext>
                </a:extLst>
              </p:cNvPr>
              <p:cNvSpPr txBox="1">
                <a:spLocks/>
              </p:cNvSpPr>
              <p:nvPr/>
            </p:nvSpPr>
            <p:spPr>
              <a:xfrm flipH="1">
                <a:off x="124990" y="1548055"/>
                <a:ext cx="3258290" cy="540000"/>
              </a:xfrm>
              <a:prstGeom prst="rect">
                <a:avLst/>
              </a:prstGeom>
              <a:noFill/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vert="horz" lIns="91440" tIns="45720" rIns="91440" bIns="45720" rtlCol="0" anchor="ctr">
                <a:noAutofit/>
              </a:bodyPr>
              <a:lstStyle>
                <a:lvl1pPr marL="265113" indent="-265113" algn="just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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809625" indent="-352425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lnSpc>
                    <a:spcPct val="115000"/>
                  </a:lnSpc>
                  <a:spcAft>
                    <a:spcPts val="800"/>
                  </a:spcAft>
                  <a:buNone/>
                </a:pPr>
                <a:r>
                  <a:rPr lang="en-US" sz="2800" i="0" dirty="0">
                    <a:solidFill>
                      <a:srgbClr val="002060"/>
                    </a:solidFill>
                    <a:latin typeface="+mj-lt"/>
                  </a:rPr>
                  <a:t>Now,</a:t>
                </a:r>
                <a:r>
                  <a:rPr lang="en-US" sz="2800" dirty="0">
                    <a:solidFill>
                      <a:srgbClr val="002060"/>
                    </a:solidFill>
                    <a:latin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800" i="0" dirty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k</m:t>
                    </m:r>
                    <m:r>
                      <a:rPr lang="en-US" sz="2800" i="0" dirty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⋅</m:t>
                    </m:r>
                    <m:d>
                      <m:dPr>
                        <m:ctrlPr>
                          <a:rPr lang="en-US" sz="2800" i="1" dirty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sz="2800" i="0" dirty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u</m:t>
                        </m:r>
                        <m:r>
                          <a:rPr lang="en-US" sz="2800" i="0" dirty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US" sz="2800" i="0" dirty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v</m:t>
                        </m:r>
                      </m:e>
                    </m:d>
                  </m:oMath>
                </a14:m>
                <a:endParaRPr lang="en-US" sz="2800" dirty="0">
                  <a:solidFill>
                    <a:srgbClr val="002060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9" name="Content Placeholder 4">
                <a:extLst>
                  <a:ext uri="{FF2B5EF4-FFF2-40B4-BE49-F238E27FC236}">
                    <a16:creationId xmlns:a16="http://schemas.microsoft.com/office/drawing/2014/main" id="{E2369E14-FB7F-439F-B8BC-3D00ED9ED33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124990" y="1548055"/>
                <a:ext cx="3258290" cy="540000"/>
              </a:xfrm>
              <a:prstGeom prst="rect">
                <a:avLst/>
              </a:prstGeom>
              <a:blipFill>
                <a:blip r:embed="rId5"/>
                <a:stretch>
                  <a:fillRect l="-3933" t="-10112" b="-28090"/>
                </a:stretch>
              </a:blipFill>
              <a:ln w="12700" cap="flat" cmpd="sng" algn="ctr">
                <a:noFill/>
                <a:prstDash val="solid"/>
                <a:miter lim="800000"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Content Placeholder 4">
                <a:extLst>
                  <a:ext uri="{FF2B5EF4-FFF2-40B4-BE49-F238E27FC236}">
                    <a16:creationId xmlns:a16="http://schemas.microsoft.com/office/drawing/2014/main" id="{E2369E14-FB7F-439F-B8BC-3D00ED9ED33E}"/>
                  </a:ext>
                </a:extLst>
              </p:cNvPr>
              <p:cNvSpPr txBox="1">
                <a:spLocks/>
              </p:cNvSpPr>
              <p:nvPr/>
            </p:nvSpPr>
            <p:spPr>
              <a:xfrm flipH="1">
                <a:off x="152827" y="2158727"/>
                <a:ext cx="7163935" cy="540000"/>
              </a:xfrm>
              <a:prstGeom prst="rect">
                <a:avLst/>
              </a:prstGeom>
              <a:noFill/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vert="horz" lIns="91440" tIns="45720" rIns="91440" bIns="45720" rtlCol="0" anchor="ctr">
                <a:noAutofit/>
              </a:bodyPr>
              <a:lstStyle>
                <a:lvl1pPr marL="265113" indent="-265113" algn="just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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809625" indent="-352425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lnSpc>
                    <a:spcPct val="115000"/>
                  </a:lnSpc>
                  <a:spcAft>
                    <a:spcPts val="8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800" dirty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k</m:t>
                      </m:r>
                      <m:r>
                        <a:rPr lang="en-US" sz="2800" dirty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⋅</m:t>
                      </m:r>
                      <m:d>
                        <m:dPr>
                          <m:ctrlP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ctrlPr>
                                <a:rPr lang="en-US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2800" i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sz="280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a</m:t>
                                  </m:r>
                                </m:e>
                                <m:sub>
                                  <m:r>
                                    <a:rPr lang="en-US" sz="280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  <m: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US" sz="2800" i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sz="280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b</m:t>
                                  </m:r>
                                </m:e>
                                <m:sub>
                                  <m:r>
                                    <a:rPr lang="en-US" sz="280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</m:e>
                          </m:d>
                          <m: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d>
                            <m:dPr>
                              <m:ctrlPr>
                                <a:rPr lang="en-US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2800" i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sz="280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a</m:t>
                                  </m:r>
                                </m:e>
                                <m:sub>
                                  <m:r>
                                    <a:rPr lang="en-US" sz="280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US" sz="2800" i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sz="280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b</m:t>
                                  </m:r>
                                </m:e>
                                <m:sub>
                                  <m:r>
                                    <a:rPr lang="en-US" sz="280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d>
                          <m:r>
                            <m:rPr>
                              <m:sty m:val="p"/>
                            </m:rP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x</m:t>
                          </m:r>
                          <m: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d>
                            <m:dPr>
                              <m:ctrlPr>
                                <a:rPr lang="en-US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2800" i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sz="280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a</m:t>
                                  </m:r>
                                </m:e>
                                <m:sub>
                                  <m:r>
                                    <a:rPr lang="en-US" sz="280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US" sz="2800" i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sz="280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b</m:t>
                                  </m:r>
                                </m:e>
                                <m:sub>
                                  <m:r>
                                    <a:rPr lang="en-US" sz="280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d>
                          <m:sSup>
                            <m:sSupPr>
                              <m:ctrlPr>
                                <a:rPr lang="en-US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x</m:t>
                              </m:r>
                            </m:e>
                            <m:sup>
                              <m: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en-US" sz="2800" dirty="0">
                  <a:solidFill>
                    <a:srgbClr val="002060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20" name="Content Placeholder 4">
                <a:extLst>
                  <a:ext uri="{FF2B5EF4-FFF2-40B4-BE49-F238E27FC236}">
                    <a16:creationId xmlns:a16="http://schemas.microsoft.com/office/drawing/2014/main" id="{E2369E14-FB7F-439F-B8BC-3D00ED9ED33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152827" y="2158727"/>
                <a:ext cx="7163935" cy="54000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ln w="12700" cap="flat" cmpd="sng" algn="ctr">
                <a:noFill/>
                <a:prstDash val="solid"/>
                <a:miter lim="800000"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Content Placeholder 4">
                <a:extLst>
                  <a:ext uri="{FF2B5EF4-FFF2-40B4-BE49-F238E27FC236}">
                    <a16:creationId xmlns:a16="http://schemas.microsoft.com/office/drawing/2014/main" id="{E2369E14-FB7F-439F-B8BC-3D00ED9ED33E}"/>
                  </a:ext>
                </a:extLst>
              </p:cNvPr>
              <p:cNvSpPr txBox="1">
                <a:spLocks/>
              </p:cNvSpPr>
              <p:nvPr/>
            </p:nvSpPr>
            <p:spPr>
              <a:xfrm flipH="1">
                <a:off x="142197" y="2833660"/>
                <a:ext cx="7163935" cy="540000"/>
              </a:xfrm>
              <a:prstGeom prst="rect">
                <a:avLst/>
              </a:prstGeom>
              <a:noFill/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vert="horz" lIns="91440" tIns="45720" rIns="91440" bIns="45720" rtlCol="0" anchor="ctr">
                <a:noAutofit/>
              </a:bodyPr>
              <a:lstStyle>
                <a:lvl1pPr marL="265113" indent="-265113" algn="just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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809625" indent="-352425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lnSpc>
                    <a:spcPct val="115000"/>
                  </a:lnSpc>
                  <a:spcAft>
                    <a:spcPts val="8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800" dirty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k</m:t>
                      </m:r>
                      <m:r>
                        <a:rPr lang="en-US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a</m:t>
                          </m:r>
                        </m:e>
                        <m:sub>
                          <m: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b</m:t>
                          </m:r>
                        </m:e>
                        <m:sub>
                          <m: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)+</m:t>
                      </m:r>
                      <m:r>
                        <m:rPr>
                          <m:sty m:val="p"/>
                        </m:rPr>
                        <a:rPr lang="en-US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k</m:t>
                      </m:r>
                      <m:d>
                        <m:dPr>
                          <m:ctrlP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a</m:t>
                              </m:r>
                            </m:e>
                            <m:sub>
                              <m: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b</m:t>
                              </m:r>
                            </m:e>
                            <m:sub>
                              <m: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r>
                        <m:rPr>
                          <m:sty m:val="p"/>
                        </m:rPr>
                        <a:rPr lang="en-US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x</m:t>
                      </m:r>
                      <m:r>
                        <a:rPr lang="en-US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m:rPr>
                          <m:sty m:val="p"/>
                        </m:rPr>
                        <a:rPr lang="en-US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k</m:t>
                      </m:r>
                      <m:d>
                        <m:dPr>
                          <m:ctrlP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a</m:t>
                              </m:r>
                            </m:e>
                            <m:sub>
                              <m: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b</m:t>
                              </m:r>
                            </m:e>
                            <m:sub>
                              <m: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  <m:sSup>
                        <m:sSupPr>
                          <m:ctrlP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x</m:t>
                          </m:r>
                        </m:e>
                        <m:sup>
                          <m: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US" sz="2800" dirty="0">
                  <a:solidFill>
                    <a:srgbClr val="002060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23" name="Content Placeholder 4">
                <a:extLst>
                  <a:ext uri="{FF2B5EF4-FFF2-40B4-BE49-F238E27FC236}">
                    <a16:creationId xmlns:a16="http://schemas.microsoft.com/office/drawing/2014/main" id="{E2369E14-FB7F-439F-B8BC-3D00ED9ED33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142197" y="2833660"/>
                <a:ext cx="7163935" cy="54000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  <a:ln w="12700" cap="flat" cmpd="sng" algn="ctr">
                <a:noFill/>
                <a:prstDash val="solid"/>
                <a:miter lim="800000"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Content Placeholder 4">
                <a:extLst>
                  <a:ext uri="{FF2B5EF4-FFF2-40B4-BE49-F238E27FC236}">
                    <a16:creationId xmlns:a16="http://schemas.microsoft.com/office/drawing/2014/main" id="{E2369E14-FB7F-439F-B8BC-3D00ED9ED33E}"/>
                  </a:ext>
                </a:extLst>
              </p:cNvPr>
              <p:cNvSpPr txBox="1">
                <a:spLocks/>
              </p:cNvSpPr>
              <p:nvPr/>
            </p:nvSpPr>
            <p:spPr>
              <a:xfrm flipH="1">
                <a:off x="124990" y="3429000"/>
                <a:ext cx="3258290" cy="540000"/>
              </a:xfrm>
              <a:prstGeom prst="rect">
                <a:avLst/>
              </a:prstGeom>
              <a:noFill/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vert="horz" lIns="91440" tIns="45720" rIns="91440" bIns="45720" rtlCol="0" anchor="ctr">
                <a:noAutofit/>
              </a:bodyPr>
              <a:lstStyle>
                <a:lvl1pPr marL="265113" indent="-265113" algn="just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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809625" indent="-352425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lnSpc>
                    <a:spcPct val="115000"/>
                  </a:lnSpc>
                  <a:spcAft>
                    <a:spcPts val="800"/>
                  </a:spcAft>
                  <a:buNone/>
                </a:pPr>
                <a:r>
                  <a:rPr lang="en-US" sz="2800" dirty="0">
                    <a:solidFill>
                      <a:srgbClr val="002060"/>
                    </a:solidFill>
                  </a:rPr>
                  <a:t>Now,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800" i="0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k</m:t>
                    </m:r>
                    <m:r>
                      <a:rPr lang="en-US" sz="2800" b="0" i="0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m:rPr>
                        <m:sty m:val="p"/>
                      </m:rPr>
                      <a:rPr lang="en-US" sz="2800" b="0" i="0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u</m:t>
                    </m:r>
                    <m:r>
                      <a:rPr lang="en-US" sz="2800" b="0" i="0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US" sz="2800" i="0" dirty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k</m:t>
                    </m:r>
                    <m:r>
                      <a:rPr lang="en-US" sz="2800" i="0" dirty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m:rPr>
                        <m:sty m:val="p"/>
                      </m:rPr>
                      <a:rPr lang="en-US" sz="2800" b="0" i="0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v</m:t>
                    </m:r>
                  </m:oMath>
                </a14:m>
                <a:endParaRPr lang="en-US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30" name="Content Placeholder 4">
                <a:extLst>
                  <a:ext uri="{FF2B5EF4-FFF2-40B4-BE49-F238E27FC236}">
                    <a16:creationId xmlns:a16="http://schemas.microsoft.com/office/drawing/2014/main" id="{E2369E14-FB7F-439F-B8BC-3D00ED9ED33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124990" y="3429000"/>
                <a:ext cx="3258290" cy="540000"/>
              </a:xfrm>
              <a:prstGeom prst="rect">
                <a:avLst/>
              </a:prstGeom>
              <a:blipFill>
                <a:blip r:embed="rId8"/>
                <a:stretch>
                  <a:fillRect l="-3933" t="-10227" b="-29545"/>
                </a:stretch>
              </a:blipFill>
              <a:ln w="12700" cap="flat" cmpd="sng" algn="ctr">
                <a:noFill/>
                <a:prstDash val="solid"/>
                <a:miter lim="800000"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Content Placeholder 4">
                <a:extLst>
                  <a:ext uri="{FF2B5EF4-FFF2-40B4-BE49-F238E27FC236}">
                    <a16:creationId xmlns:a16="http://schemas.microsoft.com/office/drawing/2014/main" id="{E2369E14-FB7F-439F-B8BC-3D00ED9ED33E}"/>
                  </a:ext>
                </a:extLst>
              </p:cNvPr>
              <p:cNvSpPr txBox="1">
                <a:spLocks/>
              </p:cNvSpPr>
              <p:nvPr/>
            </p:nvSpPr>
            <p:spPr>
              <a:xfrm flipH="1">
                <a:off x="127467" y="4183519"/>
                <a:ext cx="8399844" cy="540000"/>
              </a:xfrm>
              <a:prstGeom prst="rect">
                <a:avLst/>
              </a:prstGeom>
              <a:noFill/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vert="horz" lIns="91440" tIns="45720" rIns="91440" bIns="45720" rtlCol="0" anchor="ctr">
                <a:noAutofit/>
              </a:bodyPr>
              <a:lstStyle>
                <a:lvl1pPr marL="265113" indent="-265113" algn="just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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809625" indent="-352425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lnSpc>
                    <a:spcPct val="115000"/>
                  </a:lnSpc>
                  <a:spcAft>
                    <a:spcPts val="8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800" b="0" i="0" dirty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sz="2800">
                          <a:solidFill>
                            <a:srgbClr val="3A4A6A"/>
                          </a:solidFill>
                          <a:latin typeface="Cambria Math" panose="02040503050406030204" pitchFamily="18" charset="0"/>
                        </a:rPr>
                        <m:t>k</m:t>
                      </m:r>
                      <m:r>
                        <a:rPr lang="en-US" sz="2800" dirty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⋅</m:t>
                      </m:r>
                      <m:d>
                        <m:dPr>
                          <m:ctrlP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Shruti" panose="020B0502040204020203" pitchFamily="34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Shruti" panose="020B0502040204020203" pitchFamily="34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Shruti" panose="020B0502040204020203" pitchFamily="34" charset="0"/>
                                </a:rPr>
                                <m:t>a</m:t>
                              </m:r>
                            </m:e>
                            <m:sub>
                              <m: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Shruti" panose="020B0502040204020203" pitchFamily="34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Shruti" panose="020B0502040204020203" pitchFamily="34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Shruti" panose="020B0502040204020203" pitchFamily="34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Shruti" panose="020B0502040204020203" pitchFamily="34" charset="0"/>
                                </a:rPr>
                                <m:t>a</m:t>
                              </m:r>
                            </m:e>
                            <m:sub>
                              <m: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Shruti" panose="020B0502040204020203" pitchFamily="34" charset="0"/>
                                </a:rPr>
                                <m:t>1</m:t>
                              </m:r>
                            </m:sub>
                          </m:sSub>
                          <m:r>
                            <m:rPr>
                              <m:sty m:val="p"/>
                            </m:rP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Shruti" panose="020B0502040204020203" pitchFamily="34" charset="0"/>
                            </a:rPr>
                            <m:t>x</m:t>
                          </m:r>
                          <m: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Shruti" panose="020B0502040204020203" pitchFamily="34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Shruti" panose="020B0502040204020203" pitchFamily="34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Shruti" panose="020B0502040204020203" pitchFamily="34" charset="0"/>
                                </a:rPr>
                                <m:t>a</m:t>
                              </m:r>
                            </m:e>
                            <m:sub>
                              <m: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Shruti" panose="020B0502040204020203" pitchFamily="34" charset="0"/>
                                </a:rPr>
                                <m:t>2</m:t>
                              </m:r>
                            </m:sub>
                          </m:sSub>
                          <m:sSup>
                            <m:sSupPr>
                              <m:ctrlPr>
                                <a:rPr lang="en-US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Shruti" panose="020B0502040204020203" pitchFamily="34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Shruti" panose="020B0502040204020203" pitchFamily="34" charset="0"/>
                                </a:rPr>
                                <m:t>x</m:t>
                              </m:r>
                            </m:e>
                            <m:sup>
                              <m: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Shruti" panose="020B0502040204020203" pitchFamily="34" charset="0"/>
                                </a:rPr>
                                <m:t>2</m:t>
                              </m:r>
                            </m:sup>
                          </m:sSup>
                        </m:e>
                      </m:d>
                      <m:r>
                        <a:rPr lang="en-US" sz="2800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Shruti" panose="020B0502040204020203" pitchFamily="34" charset="0"/>
                        </a:rPr>
                        <m:t>+</m:t>
                      </m:r>
                      <m:r>
                        <m:rPr>
                          <m:sty m:val="p"/>
                        </m:rPr>
                        <a:rPr lang="en-US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Shruti" panose="020B0502040204020203" pitchFamily="34" charset="0"/>
                        </a:rPr>
                        <m:t>k</m:t>
                      </m:r>
                      <m:r>
                        <a:rPr lang="en-US" sz="2800" dirty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⋅</m:t>
                      </m:r>
                      <m:d>
                        <m:dPr>
                          <m:ctrlP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Shruti" panose="020B0502040204020203" pitchFamily="34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Shruti" panose="020B0502040204020203" pitchFamily="34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Shruti" panose="020B0502040204020203" pitchFamily="34" charset="0"/>
                                </a:rPr>
                                <m:t>b</m:t>
                              </m:r>
                            </m:e>
                            <m:sub>
                              <m: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Shruti" panose="020B0502040204020203" pitchFamily="34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Shruti" panose="020B0502040204020203" pitchFamily="34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Shruti" panose="020B0502040204020203" pitchFamily="34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Shruti" panose="020B0502040204020203" pitchFamily="34" charset="0"/>
                                </a:rPr>
                                <m:t>b</m:t>
                              </m:r>
                            </m:e>
                            <m:sub>
                              <m: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Shruti" panose="020B0502040204020203" pitchFamily="34" charset="0"/>
                                </a:rPr>
                                <m:t>1</m:t>
                              </m:r>
                            </m:sub>
                          </m:sSub>
                          <m:r>
                            <m:rPr>
                              <m:sty m:val="p"/>
                            </m:rP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Shruti" panose="020B0502040204020203" pitchFamily="34" charset="0"/>
                            </a:rPr>
                            <m:t>x</m:t>
                          </m:r>
                          <m: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Shruti" panose="020B0502040204020203" pitchFamily="34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Shruti" panose="020B0502040204020203" pitchFamily="34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Shruti" panose="020B0502040204020203" pitchFamily="34" charset="0"/>
                                </a:rPr>
                                <m:t>b</m:t>
                              </m:r>
                            </m:e>
                            <m:sub>
                              <m: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Shruti" panose="020B0502040204020203" pitchFamily="34" charset="0"/>
                                </a:rPr>
                                <m:t>2</m:t>
                              </m:r>
                            </m:sub>
                          </m:sSub>
                          <m:sSup>
                            <m:sSupPr>
                              <m:ctrlPr>
                                <a:rPr lang="en-US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Shruti" panose="020B0502040204020203" pitchFamily="34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Shruti" panose="020B0502040204020203" pitchFamily="34" charset="0"/>
                                </a:rPr>
                                <m:t>x</m:t>
                              </m:r>
                            </m:e>
                            <m:sup>
                              <m: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Shruti" panose="020B0502040204020203" pitchFamily="34" charset="0"/>
                                </a:rPr>
                                <m:t>2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en-US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31" name="Content Placeholder 4">
                <a:extLst>
                  <a:ext uri="{FF2B5EF4-FFF2-40B4-BE49-F238E27FC236}">
                    <a16:creationId xmlns:a16="http://schemas.microsoft.com/office/drawing/2014/main" id="{E2369E14-FB7F-439F-B8BC-3D00ED9ED33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127467" y="4183519"/>
                <a:ext cx="8399844" cy="540000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  <a:ln w="12700" cap="flat" cmpd="sng" algn="ctr">
                <a:noFill/>
                <a:prstDash val="solid"/>
                <a:miter lim="800000"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Content Placeholder 4">
                <a:extLst>
                  <a:ext uri="{FF2B5EF4-FFF2-40B4-BE49-F238E27FC236}">
                    <a16:creationId xmlns:a16="http://schemas.microsoft.com/office/drawing/2014/main" id="{E2369E14-FB7F-439F-B8BC-3D00ED9ED33E}"/>
                  </a:ext>
                </a:extLst>
              </p:cNvPr>
              <p:cNvSpPr txBox="1">
                <a:spLocks/>
              </p:cNvSpPr>
              <p:nvPr/>
            </p:nvSpPr>
            <p:spPr>
              <a:xfrm flipH="1">
                <a:off x="117941" y="4808535"/>
                <a:ext cx="8409369" cy="540000"/>
              </a:xfrm>
              <a:prstGeom prst="rect">
                <a:avLst/>
              </a:prstGeom>
              <a:noFill/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vert="horz" lIns="91440" tIns="45720" rIns="91440" bIns="45720" rtlCol="0" anchor="ctr">
                <a:noAutofit/>
              </a:bodyPr>
              <a:lstStyle>
                <a:lvl1pPr marL="265113" indent="-265113" algn="just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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809625" indent="-352425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lnSpc>
                    <a:spcPct val="115000"/>
                  </a:lnSpc>
                  <a:spcAft>
                    <a:spcPts val="8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800" smtClean="0">
                          <a:solidFill>
                            <a:srgbClr val="3A4A6A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sz="2800" i="1">
                              <a:solidFill>
                                <a:srgbClr val="3A4A6A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sz="2800">
                              <a:solidFill>
                                <a:srgbClr val="3A4A6A"/>
                              </a:solidFill>
                              <a:latin typeface="Cambria Math" panose="02040503050406030204" pitchFamily="18" charset="0"/>
                            </a:rPr>
                            <m:t>k</m:t>
                          </m:r>
                          <m:r>
                            <a:rPr lang="en-US" sz="2800" b="0" i="0" smtClean="0">
                              <a:solidFill>
                                <a:srgbClr val="3A4A6A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sSub>
                            <m:sSubPr>
                              <m:ctrlPr>
                                <a:rPr lang="en-US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Shruti" panose="020B0502040204020203" pitchFamily="34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Shruti" panose="020B0502040204020203" pitchFamily="34" charset="0"/>
                                </a:rPr>
                                <m:t>a</m:t>
                              </m:r>
                            </m:e>
                            <m:sub>
                              <m: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Shruti" panose="020B0502040204020203" pitchFamily="34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Shruti" panose="020B0502040204020203" pitchFamily="34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sz="2800" i="1">
                                  <a:solidFill>
                                    <a:srgbClr val="3A4A6A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2800">
                                  <a:solidFill>
                                    <a:srgbClr val="3A4A6A"/>
                                  </a:solidFill>
                                  <a:latin typeface="Cambria Math" panose="02040503050406030204" pitchFamily="18" charset="0"/>
                                </a:rPr>
                                <m:t>k</m:t>
                              </m:r>
                              <m:r>
                                <a:rPr lang="en-US" sz="2800" b="0" i="0" smtClean="0">
                                  <a:solidFill>
                                    <a:srgbClr val="3A4A6A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sty m:val="p"/>
                                </m:rP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Shruti" panose="020B0502040204020203" pitchFamily="34" charset="0"/>
                                </a:rPr>
                                <m:t>a</m:t>
                              </m:r>
                            </m:e>
                            <m:sub>
                              <m: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Shruti" panose="020B0502040204020203" pitchFamily="34" charset="0"/>
                                </a:rPr>
                                <m:t>1</m:t>
                              </m:r>
                            </m:sub>
                          </m:sSub>
                          <m:r>
                            <m:rPr>
                              <m:sty m:val="p"/>
                            </m:rP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Shruti" panose="020B0502040204020203" pitchFamily="34" charset="0"/>
                            </a:rPr>
                            <m:t>x</m:t>
                          </m:r>
                          <m: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Shruti" panose="020B0502040204020203" pitchFamily="34" charset="0"/>
                            </a:rPr>
                            <m:t>+</m:t>
                          </m:r>
                          <m:r>
                            <m:rPr>
                              <m:sty m:val="p"/>
                            </m:rPr>
                            <a:rPr lang="en-US" sz="2800">
                              <a:solidFill>
                                <a:srgbClr val="3A4A6A"/>
                              </a:solidFill>
                              <a:latin typeface="Cambria Math" panose="02040503050406030204" pitchFamily="18" charset="0"/>
                            </a:rPr>
                            <m:t>k</m:t>
                          </m:r>
                          <m:r>
                            <a:rPr lang="en-US" sz="2800" b="0" i="0" smtClean="0">
                              <a:solidFill>
                                <a:srgbClr val="3A4A6A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sSub>
                            <m:sSubPr>
                              <m:ctrlPr>
                                <a:rPr lang="en-US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Shruti" panose="020B0502040204020203" pitchFamily="34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Shruti" panose="020B0502040204020203" pitchFamily="34" charset="0"/>
                                </a:rPr>
                                <m:t>a</m:t>
                              </m:r>
                            </m:e>
                            <m:sub>
                              <m: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Shruti" panose="020B0502040204020203" pitchFamily="34" charset="0"/>
                                </a:rPr>
                                <m:t>2</m:t>
                              </m:r>
                            </m:sub>
                          </m:sSub>
                          <m:sSup>
                            <m:sSupPr>
                              <m:ctrlPr>
                                <a:rPr lang="en-US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Shruti" panose="020B0502040204020203" pitchFamily="34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Shruti" panose="020B0502040204020203" pitchFamily="34" charset="0"/>
                                </a:rPr>
                                <m:t>x</m:t>
                              </m:r>
                            </m:e>
                            <m:sup>
                              <m: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Shruti" panose="020B0502040204020203" pitchFamily="34" charset="0"/>
                                </a:rPr>
                                <m:t>2</m:t>
                              </m:r>
                            </m:sup>
                          </m:sSup>
                        </m:e>
                      </m:d>
                      <m:r>
                        <a:rPr lang="en-US" sz="2800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Shruti" panose="020B0502040204020203" pitchFamily="34" charset="0"/>
                        </a:rPr>
                        <m:t>+</m:t>
                      </m:r>
                      <m:d>
                        <m:dPr>
                          <m:ctrlP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Shruti" panose="020B0502040204020203" pitchFamily="34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Shruti" panose="020B0502040204020203" pitchFamily="34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Shruti" panose="020B0502040204020203" pitchFamily="34" charset="0"/>
                                </a:rPr>
                                <m:t>k</m:t>
                              </m:r>
                              <m:r>
                                <a:rPr lang="en-US" sz="2800" b="0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Shruti" panose="020B0502040204020203" pitchFamily="34" charset="0"/>
                                </a:rPr>
                                <m:t> </m:t>
                              </m:r>
                              <m:r>
                                <m:rPr>
                                  <m:sty m:val="p"/>
                                </m:rP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Shruti" panose="020B0502040204020203" pitchFamily="34" charset="0"/>
                                </a:rPr>
                                <m:t>b</m:t>
                              </m:r>
                            </m:e>
                            <m:sub>
                              <m: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Shruti" panose="020B0502040204020203" pitchFamily="34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Shruti" panose="020B0502040204020203" pitchFamily="34" charset="0"/>
                            </a:rPr>
                            <m:t>+</m:t>
                          </m:r>
                          <m:r>
                            <m:rPr>
                              <m:sty m:val="p"/>
                            </m:rP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Shruti" panose="020B0502040204020203" pitchFamily="34" charset="0"/>
                            </a:rPr>
                            <m:t>k</m:t>
                          </m:r>
                          <m:r>
                            <a:rPr lang="en-US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Shruti" panose="020B0502040204020203" pitchFamily="34" charset="0"/>
                            </a:rPr>
                            <m:t> </m:t>
                          </m:r>
                          <m:sSub>
                            <m:sSubPr>
                              <m:ctrlPr>
                                <a:rPr lang="en-US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Shruti" panose="020B0502040204020203" pitchFamily="34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Shruti" panose="020B0502040204020203" pitchFamily="34" charset="0"/>
                                </a:rPr>
                                <m:t>b</m:t>
                              </m:r>
                            </m:e>
                            <m:sub>
                              <m: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Shruti" panose="020B0502040204020203" pitchFamily="34" charset="0"/>
                                </a:rPr>
                                <m:t>1</m:t>
                              </m:r>
                            </m:sub>
                          </m:sSub>
                          <m:r>
                            <m:rPr>
                              <m:sty m:val="p"/>
                            </m:rP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Shruti" panose="020B0502040204020203" pitchFamily="34" charset="0"/>
                            </a:rPr>
                            <m:t>x</m:t>
                          </m:r>
                          <m: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Shruti" panose="020B0502040204020203" pitchFamily="34" charset="0"/>
                            </a:rPr>
                            <m:t>+</m:t>
                          </m:r>
                          <m:r>
                            <m:rPr>
                              <m:sty m:val="p"/>
                            </m:rP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Shruti" panose="020B0502040204020203" pitchFamily="34" charset="0"/>
                            </a:rPr>
                            <m:t>k</m:t>
                          </m:r>
                          <m:r>
                            <a:rPr lang="en-US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Shruti" panose="020B0502040204020203" pitchFamily="34" charset="0"/>
                            </a:rPr>
                            <m:t> </m:t>
                          </m:r>
                          <m:sSub>
                            <m:sSubPr>
                              <m:ctrlPr>
                                <a:rPr lang="en-US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Shruti" panose="020B0502040204020203" pitchFamily="34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Shruti" panose="020B0502040204020203" pitchFamily="34" charset="0"/>
                                </a:rPr>
                                <m:t>b</m:t>
                              </m:r>
                            </m:e>
                            <m:sub>
                              <m: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Shruti" panose="020B0502040204020203" pitchFamily="34" charset="0"/>
                                </a:rPr>
                                <m:t>2</m:t>
                              </m:r>
                            </m:sub>
                          </m:sSub>
                          <m:sSup>
                            <m:sSupPr>
                              <m:ctrlPr>
                                <a:rPr lang="en-US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Shruti" panose="020B0502040204020203" pitchFamily="34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Shruti" panose="020B0502040204020203" pitchFamily="34" charset="0"/>
                                </a:rPr>
                                <m:t>x</m:t>
                              </m:r>
                            </m:e>
                            <m:sup>
                              <m: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Shruti" panose="020B0502040204020203" pitchFamily="34" charset="0"/>
                                </a:rPr>
                                <m:t>2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en-US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32" name="Content Placeholder 4">
                <a:extLst>
                  <a:ext uri="{FF2B5EF4-FFF2-40B4-BE49-F238E27FC236}">
                    <a16:creationId xmlns:a16="http://schemas.microsoft.com/office/drawing/2014/main" id="{E2369E14-FB7F-439F-B8BC-3D00ED9ED33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117941" y="4808535"/>
                <a:ext cx="8409369" cy="540000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  <a:ln w="12700" cap="flat" cmpd="sng" algn="ctr">
                <a:noFill/>
                <a:prstDash val="solid"/>
                <a:miter lim="800000"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" name="Content Placeholder 4">
                <a:extLst>
                  <a:ext uri="{FF2B5EF4-FFF2-40B4-BE49-F238E27FC236}">
                    <a16:creationId xmlns:a16="http://schemas.microsoft.com/office/drawing/2014/main" id="{E2369E14-FB7F-439F-B8BC-3D00ED9ED33E}"/>
                  </a:ext>
                </a:extLst>
              </p:cNvPr>
              <p:cNvSpPr txBox="1">
                <a:spLocks/>
              </p:cNvSpPr>
              <p:nvPr/>
            </p:nvSpPr>
            <p:spPr>
              <a:xfrm flipH="1">
                <a:off x="117939" y="5433551"/>
                <a:ext cx="6745273" cy="462537"/>
              </a:xfrm>
              <a:prstGeom prst="rect">
                <a:avLst/>
              </a:prstGeom>
              <a:noFill/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vert="horz" lIns="91440" tIns="45720" rIns="91440" bIns="45720" rtlCol="0" anchor="ctr">
                <a:noAutofit/>
              </a:bodyPr>
              <a:lstStyle>
                <a:lvl1pPr marL="265113" indent="-265113" algn="just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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809625" indent="-352425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lnSpc>
                    <a:spcPct val="115000"/>
                  </a:lnSpc>
                  <a:spcAft>
                    <a:spcPts val="8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>
                          <a:solidFill>
                            <a:srgbClr val="3A4A6A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sz="2800">
                          <a:solidFill>
                            <a:srgbClr val="3A4A6A"/>
                          </a:solidFill>
                          <a:latin typeface="Cambria Math" panose="02040503050406030204" pitchFamily="18" charset="0"/>
                        </a:rPr>
                        <m:t>k</m:t>
                      </m:r>
                      <m:r>
                        <a:rPr lang="en-US" sz="2800">
                          <a:solidFill>
                            <a:srgbClr val="3A4A6A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sz="2800" i="1">
                              <a:solidFill>
                                <a:srgbClr val="3A4A6A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800">
                              <a:solidFill>
                                <a:srgbClr val="3A4A6A"/>
                              </a:solidFill>
                              <a:latin typeface="Cambria Math" panose="02040503050406030204" pitchFamily="18" charset="0"/>
                            </a:rPr>
                            <m:t>a</m:t>
                          </m:r>
                        </m:e>
                        <m:sub>
                          <m:r>
                            <a:rPr lang="en-US" sz="2800">
                              <a:solidFill>
                                <a:srgbClr val="3A4A6A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sz="2800">
                          <a:solidFill>
                            <a:srgbClr val="3A4A6A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2800" i="1">
                              <a:solidFill>
                                <a:srgbClr val="3A4A6A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800">
                              <a:solidFill>
                                <a:srgbClr val="3A4A6A"/>
                              </a:solidFill>
                              <a:latin typeface="Cambria Math" panose="02040503050406030204" pitchFamily="18" charset="0"/>
                            </a:rPr>
                            <m:t>b</m:t>
                          </m:r>
                        </m:e>
                        <m:sub>
                          <m:r>
                            <a:rPr lang="en-US" sz="2800">
                              <a:solidFill>
                                <a:srgbClr val="3A4A6A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sz="2800">
                          <a:solidFill>
                            <a:srgbClr val="3A4A6A"/>
                          </a:solidFill>
                          <a:latin typeface="Cambria Math" panose="02040503050406030204" pitchFamily="18" charset="0"/>
                        </a:rPr>
                        <m:t>)+</m:t>
                      </m:r>
                      <m:r>
                        <m:rPr>
                          <m:sty m:val="p"/>
                        </m:rPr>
                        <a:rPr lang="en-US" sz="2800">
                          <a:solidFill>
                            <a:srgbClr val="3A4A6A"/>
                          </a:solidFill>
                          <a:latin typeface="Cambria Math" panose="02040503050406030204" pitchFamily="18" charset="0"/>
                        </a:rPr>
                        <m:t>k</m:t>
                      </m:r>
                      <m:d>
                        <m:dPr>
                          <m:ctrlPr>
                            <a:rPr lang="en-US" sz="2800" i="1">
                              <a:solidFill>
                                <a:srgbClr val="3A4A6A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800" i="1">
                                  <a:solidFill>
                                    <a:srgbClr val="3A4A6A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2800">
                                  <a:solidFill>
                                    <a:srgbClr val="3A4A6A"/>
                                  </a:solidFill>
                                  <a:latin typeface="Cambria Math" panose="02040503050406030204" pitchFamily="18" charset="0"/>
                                </a:rPr>
                                <m:t>a</m:t>
                              </m:r>
                            </m:e>
                            <m:sub>
                              <m:r>
                                <a:rPr lang="en-US" sz="2800">
                                  <a:solidFill>
                                    <a:srgbClr val="3A4A6A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2800">
                              <a:solidFill>
                                <a:srgbClr val="3A4A6A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sz="2800" i="1">
                                  <a:solidFill>
                                    <a:srgbClr val="3A4A6A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2800">
                                  <a:solidFill>
                                    <a:srgbClr val="3A4A6A"/>
                                  </a:solidFill>
                                  <a:latin typeface="Cambria Math" panose="02040503050406030204" pitchFamily="18" charset="0"/>
                                </a:rPr>
                                <m:t>b</m:t>
                              </m:r>
                            </m:e>
                            <m:sub>
                              <m:r>
                                <a:rPr lang="en-US" sz="2800">
                                  <a:solidFill>
                                    <a:srgbClr val="3A4A6A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r>
                        <m:rPr>
                          <m:sty m:val="p"/>
                        </m:rPr>
                        <a:rPr lang="en-US" sz="2800">
                          <a:solidFill>
                            <a:srgbClr val="3A4A6A"/>
                          </a:solidFill>
                          <a:latin typeface="Cambria Math" panose="02040503050406030204" pitchFamily="18" charset="0"/>
                        </a:rPr>
                        <m:t>x</m:t>
                      </m:r>
                      <m:r>
                        <a:rPr lang="en-US" sz="2800">
                          <a:solidFill>
                            <a:srgbClr val="3A4A6A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m:rPr>
                          <m:sty m:val="p"/>
                        </m:rPr>
                        <a:rPr lang="en-US" sz="2800">
                          <a:solidFill>
                            <a:srgbClr val="3A4A6A"/>
                          </a:solidFill>
                          <a:latin typeface="Cambria Math" panose="02040503050406030204" pitchFamily="18" charset="0"/>
                        </a:rPr>
                        <m:t>k</m:t>
                      </m:r>
                      <m:d>
                        <m:dPr>
                          <m:ctrlPr>
                            <a:rPr lang="en-US" sz="2800" i="1">
                              <a:solidFill>
                                <a:srgbClr val="3A4A6A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800" i="1">
                                  <a:solidFill>
                                    <a:srgbClr val="3A4A6A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2800">
                                  <a:solidFill>
                                    <a:srgbClr val="3A4A6A"/>
                                  </a:solidFill>
                                  <a:latin typeface="Cambria Math" panose="02040503050406030204" pitchFamily="18" charset="0"/>
                                </a:rPr>
                                <m:t>a</m:t>
                              </m:r>
                            </m:e>
                            <m:sub>
                              <m:r>
                                <a:rPr lang="en-US" sz="2800">
                                  <a:solidFill>
                                    <a:srgbClr val="3A4A6A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sz="2800">
                              <a:solidFill>
                                <a:srgbClr val="3A4A6A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sz="2800" i="1">
                                  <a:solidFill>
                                    <a:srgbClr val="3A4A6A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2800">
                                  <a:solidFill>
                                    <a:srgbClr val="3A4A6A"/>
                                  </a:solidFill>
                                  <a:latin typeface="Cambria Math" panose="02040503050406030204" pitchFamily="18" charset="0"/>
                                </a:rPr>
                                <m:t>b</m:t>
                              </m:r>
                            </m:e>
                            <m:sub>
                              <m:r>
                                <a:rPr lang="en-US" sz="2800">
                                  <a:solidFill>
                                    <a:srgbClr val="3A4A6A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  <m:sSup>
                        <m:sSupPr>
                          <m:ctrlPr>
                            <a:rPr lang="en-US" sz="2800" i="1">
                              <a:solidFill>
                                <a:srgbClr val="3A4A6A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en-US" sz="2800">
                              <a:solidFill>
                                <a:srgbClr val="3A4A6A"/>
                              </a:solidFill>
                              <a:latin typeface="Cambria Math" panose="02040503050406030204" pitchFamily="18" charset="0"/>
                            </a:rPr>
                            <m:t>x</m:t>
                          </m:r>
                        </m:e>
                        <m:sup>
                          <m:r>
                            <a:rPr lang="en-US" sz="2800">
                              <a:solidFill>
                                <a:srgbClr val="3A4A6A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US" sz="2800" dirty="0">
                  <a:solidFill>
                    <a:srgbClr val="3A4A6A"/>
                  </a:solidFill>
                </a:endParaRPr>
              </a:p>
            </p:txBody>
          </p:sp>
        </mc:Choice>
        <mc:Fallback xmlns="">
          <p:sp>
            <p:nvSpPr>
              <p:cNvPr id="33" name="Content Placeholder 4">
                <a:extLst>
                  <a:ext uri="{FF2B5EF4-FFF2-40B4-BE49-F238E27FC236}">
                    <a16:creationId xmlns:a16="http://schemas.microsoft.com/office/drawing/2014/main" id="{E2369E14-FB7F-439F-B8BC-3D00ED9ED33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117939" y="5433551"/>
                <a:ext cx="6745273" cy="462537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  <a:ln w="12700" cap="flat" cmpd="sng" algn="ctr">
                <a:noFill/>
                <a:prstDash val="solid"/>
                <a:miter lim="800000"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" name="Content Placeholder 4">
                <a:extLst>
                  <a:ext uri="{FF2B5EF4-FFF2-40B4-BE49-F238E27FC236}">
                    <a16:creationId xmlns:a16="http://schemas.microsoft.com/office/drawing/2014/main" id="{E2369E14-FB7F-439F-B8BC-3D00ED9ED33E}"/>
                  </a:ext>
                </a:extLst>
              </p:cNvPr>
              <p:cNvSpPr txBox="1">
                <a:spLocks/>
              </p:cNvSpPr>
              <p:nvPr/>
            </p:nvSpPr>
            <p:spPr>
              <a:xfrm flipH="1">
                <a:off x="96113" y="6087622"/>
                <a:ext cx="4439391" cy="540000"/>
              </a:xfrm>
              <a:prstGeom prst="rect">
                <a:avLst/>
              </a:prstGeom>
              <a:noFill/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vert="horz" lIns="91440" tIns="45720" rIns="91440" bIns="45720" rtlCol="0" anchor="ctr">
                <a:noAutofit/>
              </a:bodyPr>
              <a:lstStyle>
                <a:lvl1pPr marL="265113" indent="-265113" algn="just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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809625" indent="-352425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lnSpc>
                    <a:spcPct val="115000"/>
                  </a:lnSpc>
                  <a:spcAft>
                    <a:spcPts val="8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sz="2800" i="0" dirty="0" smtClean="0">
                          <a:solidFill>
                            <a:srgbClr val="002060"/>
                          </a:solidFill>
                        </a:rPr>
                        <m:t>So</m:t>
                      </m:r>
                      <m:r>
                        <m:rPr>
                          <m:nor/>
                        </m:rPr>
                        <a:rPr lang="en-US" sz="2800" i="0" dirty="0" smtClean="0">
                          <a:solidFill>
                            <a:srgbClr val="002060"/>
                          </a:solidFill>
                        </a:rPr>
                        <m:t>,</m:t>
                      </m:r>
                      <m:r>
                        <a:rPr lang="en-US" sz="2800" b="0" i="0" dirty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   </m:t>
                      </m:r>
                      <m:r>
                        <m:rPr>
                          <m:sty m:val="p"/>
                        </m:rPr>
                        <a:rPr lang="en-US" sz="2800" dirty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k</m:t>
                      </m:r>
                      <m:r>
                        <a:rPr lang="en-US" sz="2800" dirty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⋅</m:t>
                      </m:r>
                      <m:d>
                        <m:dPr>
                          <m:ctrlPr>
                            <a:rPr lang="en-US" sz="2800" i="1" dirty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sz="2800" dirty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u</m:t>
                          </m:r>
                          <m:r>
                            <a:rPr lang="en-US" sz="2800" dirty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m:rPr>
                              <m:sty m:val="p"/>
                            </m:rPr>
                            <a:rPr lang="en-US" sz="2800" dirty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v</m:t>
                          </m:r>
                        </m:e>
                      </m:d>
                      <m:r>
                        <a:rPr lang="en-US" sz="2800" b="0" i="1" dirty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sz="2800" dirty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k</m:t>
                      </m:r>
                      <m:r>
                        <a:rPr lang="en-US" sz="2800" dirty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⋅</m:t>
                      </m:r>
                      <m:r>
                        <m:rPr>
                          <m:sty m:val="p"/>
                        </m:rPr>
                        <a:rPr lang="en-US" sz="2800" dirty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u</m:t>
                      </m:r>
                      <m:r>
                        <a:rPr lang="en-US" sz="2800" dirty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m:rPr>
                          <m:sty m:val="p"/>
                        </m:rPr>
                        <a:rPr lang="en-US" sz="2800" dirty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k</m:t>
                      </m:r>
                      <m:r>
                        <a:rPr lang="en-US" sz="2800" dirty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⋅</m:t>
                      </m:r>
                      <m:r>
                        <m:rPr>
                          <m:sty m:val="p"/>
                        </m:rPr>
                        <a:rPr lang="en-US" sz="2800" dirty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v</m:t>
                      </m:r>
                    </m:oMath>
                  </m:oMathPara>
                </a14:m>
                <a:endParaRPr lang="en-US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34" name="Content Placeholder 4">
                <a:extLst>
                  <a:ext uri="{FF2B5EF4-FFF2-40B4-BE49-F238E27FC236}">
                    <a16:creationId xmlns:a16="http://schemas.microsoft.com/office/drawing/2014/main" id="{E2369E14-FB7F-439F-B8BC-3D00ED9ED33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96113" y="6087622"/>
                <a:ext cx="4439391" cy="540000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  <a:ln w="12700" cap="flat" cmpd="sng" algn="ctr">
                <a:noFill/>
                <a:prstDash val="solid"/>
                <a:miter lim="800000"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2" name="Picture 21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782710" y="756408"/>
            <a:ext cx="5353067" cy="1359637"/>
          </a:xfrm>
          <a:prstGeom prst="rect">
            <a:avLst/>
          </a:prstGeom>
        </p:spPr>
      </p:pic>
      <p:sp>
        <p:nvSpPr>
          <p:cNvPr id="24" name="Right Arrow 3">
            <a:extLst>
              <a:ext uri="{FF2B5EF4-FFF2-40B4-BE49-F238E27FC236}">
                <a16:creationId xmlns:a16="http://schemas.microsoft.com/office/drawing/2014/main" id="{3FE11F38-A8D0-406B-A77F-9DE69C4F1B02}"/>
              </a:ext>
            </a:extLst>
          </p:cNvPr>
          <p:cNvSpPr/>
          <p:nvPr/>
        </p:nvSpPr>
        <p:spPr>
          <a:xfrm flipV="1">
            <a:off x="6782712" y="1686758"/>
            <a:ext cx="144000" cy="180000"/>
          </a:xfrm>
          <a:prstGeom prst="rightArrow">
            <a:avLst/>
          </a:prstGeom>
          <a:gradFill>
            <a:gsLst>
              <a:gs pos="10000">
                <a:srgbClr val="0E47A1"/>
              </a:gs>
              <a:gs pos="100000">
                <a:srgbClr val="03A9F5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Wingdings 3" panose="05040102010807070707" pitchFamily="18" charset="2"/>
              <a:buNone/>
            </a:pPr>
            <a:endParaRPr lang="en-IN" sz="28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537932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23" grpId="0"/>
      <p:bldP spid="30" grpId="0"/>
      <p:bldP spid="31" grpId="0"/>
      <p:bldP spid="32" grpId="0"/>
      <p:bldP spid="33" grpId="0"/>
      <p:bldP spid="34" grpId="0"/>
    </p:bld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ECFC8A-BC0D-5D72-FE99-20313653BC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1" name="Content Placeholder 4">
                <a:extLst>
                  <a:ext uri="{FF2B5EF4-FFF2-40B4-BE49-F238E27FC236}">
                    <a16:creationId xmlns:a16="http://schemas.microsoft.com/office/drawing/2014/main" id="{C2E3A768-B2DD-49B5-A909-9453EEB041E3}"/>
                  </a:ext>
                </a:extLst>
              </p:cNvPr>
              <p:cNvSpPr txBox="1">
                <a:spLocks/>
              </p:cNvSpPr>
              <p:nvPr/>
            </p:nvSpPr>
            <p:spPr>
              <a:xfrm flipH="1">
                <a:off x="-2" y="865206"/>
                <a:ext cx="5756857" cy="540000"/>
              </a:xfrm>
              <a:prstGeom prst="rect">
                <a:avLst/>
              </a:prstGeom>
              <a:gradFill>
                <a:gsLst>
                  <a:gs pos="10000">
                    <a:srgbClr val="0E47A1"/>
                  </a:gs>
                  <a:gs pos="100000">
                    <a:srgbClr val="03A9F5"/>
                  </a:gs>
                </a:gsLst>
                <a:lin ang="10800000" scaled="1"/>
              </a:gradFill>
              <a:ln>
                <a:noFill/>
              </a:ln>
            </p:spPr>
            <p:txBody>
              <a:bodyPr vert="horz" wrap="square" lIns="91440" tIns="45720" rIns="91440" bIns="45720" numCol="1" anchor="ctr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algn="ctr">
                  <a:defRPr sz="2800">
                    <a:solidFill>
                      <a:schemeClr val="bg1"/>
                    </a:solidFill>
                  </a:defRPr>
                </a:lvl1pPr>
                <a:lvl2pPr>
                  <a:defRPr>
                    <a:solidFill>
                      <a:schemeClr val="tx1"/>
                    </a:solidFill>
                  </a:defRPr>
                </a:lvl2pPr>
                <a:lvl3pPr>
                  <a:defRPr>
                    <a:solidFill>
                      <a:schemeClr val="tx1"/>
                    </a:solidFill>
                  </a:defRPr>
                </a:lvl3pPr>
                <a:lvl4pPr>
                  <a:defRPr>
                    <a:solidFill>
                      <a:schemeClr val="tx1"/>
                    </a:solidFill>
                  </a:defRPr>
                </a:lvl4pPr>
                <a:lvl5pPr>
                  <a:defRPr>
                    <a:solidFill>
                      <a:schemeClr val="tx1"/>
                    </a:solidFill>
                  </a:defRPr>
                </a:lvl5pPr>
                <a:lvl6pPr>
                  <a:defRPr>
                    <a:solidFill>
                      <a:schemeClr val="tx1"/>
                    </a:solidFill>
                  </a:defRPr>
                </a:lvl6pPr>
                <a:lvl7pPr>
                  <a:defRPr>
                    <a:solidFill>
                      <a:schemeClr val="tx1"/>
                    </a:solidFill>
                  </a:defRPr>
                </a:lvl7pPr>
                <a:lvl8pPr>
                  <a:defRPr>
                    <a:solidFill>
                      <a:schemeClr val="tx1"/>
                    </a:solidFill>
                  </a:defRPr>
                </a:lvl8pPr>
                <a:lvl9pPr>
                  <a:defRPr>
                    <a:solidFill>
                      <a:schemeClr val="tx1"/>
                    </a:solidFill>
                  </a:defRPr>
                </a:lvl9pPr>
              </a:lstStyle>
              <a:p>
                <a:pPr algn="l"/>
                <a:r>
                  <a:rPr lang="en-US" b="1" dirty="0"/>
                  <a:t>Axiom 8: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b="1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 i="0" dirty="0" smtClean="0">
                            <a:latin typeface="Cambria Math" panose="02040503050406030204" pitchFamily="18" charset="0"/>
                          </a:rPr>
                          <m:t>𝐤</m:t>
                        </m:r>
                        <m:r>
                          <a:rPr lang="en-US" b="1" i="0" dirty="0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b="1" i="0" dirty="0" smtClean="0">
                            <a:latin typeface="Cambria Math" panose="02040503050406030204" pitchFamily="18" charset="0"/>
                          </a:rPr>
                          <m:t>𝐦</m:t>
                        </m:r>
                      </m:e>
                    </m:d>
                    <m:r>
                      <a:rPr lang="en-US" b="1" i="1" dirty="0" smtClean="0">
                        <a:latin typeface="Cambria Math" panose="02040503050406030204" pitchFamily="18" charset="0"/>
                      </a:rPr>
                      <m:t>⋅</m:t>
                    </m:r>
                    <m:r>
                      <a:rPr lang="en-US" b="1" i="0" dirty="0" smtClean="0">
                        <a:latin typeface="Cambria Math" panose="02040503050406030204" pitchFamily="18" charset="0"/>
                      </a:rPr>
                      <m:t>𝐮</m:t>
                    </m:r>
                    <m:r>
                      <a:rPr lang="en-US" b="1" i="0" dirty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1" i="0" dirty="0">
                        <a:latin typeface="Cambria Math" panose="02040503050406030204" pitchFamily="18" charset="0"/>
                      </a:rPr>
                      <m:t>𝐤</m:t>
                    </m:r>
                    <m:r>
                      <a:rPr lang="en-US" b="1" i="0" dirty="0" smtClean="0">
                        <a:latin typeface="Cambria Math" panose="02040503050406030204" pitchFamily="18" charset="0"/>
                      </a:rPr>
                      <m:t>⋅</m:t>
                    </m:r>
                    <m:r>
                      <a:rPr lang="en-US" b="1" i="0" dirty="0" smtClean="0">
                        <a:latin typeface="Cambria Math" panose="02040503050406030204" pitchFamily="18" charset="0"/>
                      </a:rPr>
                      <m:t>𝐮</m:t>
                    </m:r>
                    <m:r>
                      <a:rPr lang="en-US" b="1" i="0" dirty="0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1" i="0" dirty="0" smtClean="0">
                        <a:latin typeface="Cambria Math" panose="02040503050406030204" pitchFamily="18" charset="0"/>
                      </a:rPr>
                      <m:t>𝐦</m:t>
                    </m:r>
                    <m:r>
                      <a:rPr lang="en-US" b="1" dirty="0">
                        <a:latin typeface="Cambria Math" panose="02040503050406030204" pitchFamily="18" charset="0"/>
                      </a:rPr>
                      <m:t>⋅</m:t>
                    </m:r>
                    <m:r>
                      <a:rPr lang="en-US" b="1" i="0" dirty="0" smtClean="0">
                        <a:latin typeface="Cambria Math" panose="02040503050406030204" pitchFamily="18" charset="0"/>
                      </a:rPr>
                      <m:t>𝐮</m:t>
                    </m:r>
                  </m:oMath>
                </a14:m>
                <a:endParaRPr lang="en-US" b="1" dirty="0"/>
              </a:p>
            </p:txBody>
          </p:sp>
        </mc:Choice>
        <mc:Fallback xmlns="">
          <p:sp>
            <p:nvSpPr>
              <p:cNvPr id="21" name="Content Placeholder 4">
                <a:extLst>
                  <a:ext uri="{FF2B5EF4-FFF2-40B4-BE49-F238E27FC236}">
                    <a16:creationId xmlns:a16="http://schemas.microsoft.com/office/drawing/2014/main" id="{C2E3A768-B2DD-49B5-A909-9453EEB041E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-2" y="865206"/>
                <a:ext cx="5756857" cy="540000"/>
              </a:xfrm>
              <a:prstGeom prst="rect">
                <a:avLst/>
              </a:prstGeom>
              <a:blipFill>
                <a:blip r:embed="rId2"/>
                <a:stretch>
                  <a:fillRect l="-2119" t="-10112" b="-29213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FDFDD70C-3AAE-183B-5AED-36C59E3E9B77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IN" dirty="0"/>
                  <a:t>Method:1 </a:t>
                </a:r>
                <a14:m>
                  <m:oMath xmlns:m="http://schemas.openxmlformats.org/officeDocument/2006/math">
                    <m:r>
                      <a:rPr lang="en-I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⇝</m:t>
                    </m:r>
                  </m:oMath>
                </a14:m>
                <a:r>
                  <a:rPr lang="en-IN" dirty="0"/>
                  <a:t> Example:17(continue)</a:t>
                </a:r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FDFDD70C-3AAE-183B-5AED-36C59E3E9B7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3"/>
                <a:stretch>
                  <a:fillRect l="-400" t="-8547" b="-1965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Content Placeholder 4">
                <a:extLst>
                  <a:ext uri="{FF2B5EF4-FFF2-40B4-BE49-F238E27FC236}">
                    <a16:creationId xmlns:a16="http://schemas.microsoft.com/office/drawing/2014/main" id="{E2369E14-FB7F-439F-B8BC-3D00ED9ED33E}"/>
                  </a:ext>
                </a:extLst>
              </p:cNvPr>
              <p:cNvSpPr txBox="1">
                <a:spLocks/>
              </p:cNvSpPr>
              <p:nvPr/>
            </p:nvSpPr>
            <p:spPr>
              <a:xfrm flipH="1">
                <a:off x="132610" y="1548055"/>
                <a:ext cx="3258290" cy="540000"/>
              </a:xfrm>
              <a:prstGeom prst="rect">
                <a:avLst/>
              </a:prstGeom>
              <a:noFill/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vert="horz" lIns="91440" tIns="45720" rIns="91440" bIns="45720" rtlCol="0" anchor="ctr">
                <a:noAutofit/>
              </a:bodyPr>
              <a:lstStyle>
                <a:lvl1pPr marL="265113" indent="-265113" algn="just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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809625" indent="-352425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lnSpc>
                    <a:spcPct val="115000"/>
                  </a:lnSpc>
                  <a:spcAft>
                    <a:spcPts val="800"/>
                  </a:spcAft>
                  <a:buNone/>
                </a:pPr>
                <a:r>
                  <a:rPr lang="en-US" sz="2800" dirty="0">
                    <a:solidFill>
                      <a:srgbClr val="002060"/>
                    </a:solidFill>
                  </a:rPr>
                  <a:t>Now,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2800" b="0" i="1" dirty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sz="2800" b="0" i="0" dirty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k</m:t>
                        </m:r>
                        <m:r>
                          <a:rPr lang="en-US" sz="2800" dirty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US" sz="2800" b="0" i="0" dirty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m</m:t>
                        </m:r>
                      </m:e>
                    </m:d>
                    <m:r>
                      <a:rPr lang="en-US" sz="2800" b="0" i="0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m:rPr>
                        <m:sty m:val="p"/>
                      </m:rPr>
                      <a:rPr lang="en-US" sz="2800" b="0" i="0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u</m:t>
                    </m:r>
                  </m:oMath>
                </a14:m>
                <a:endParaRPr lang="en-US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19" name="Content Placeholder 4">
                <a:extLst>
                  <a:ext uri="{FF2B5EF4-FFF2-40B4-BE49-F238E27FC236}">
                    <a16:creationId xmlns:a16="http://schemas.microsoft.com/office/drawing/2014/main" id="{E2369E14-FB7F-439F-B8BC-3D00ED9ED33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132610" y="1548055"/>
                <a:ext cx="3258290" cy="540000"/>
              </a:xfrm>
              <a:prstGeom prst="rect">
                <a:avLst/>
              </a:prstGeom>
              <a:blipFill>
                <a:blip r:embed="rId5"/>
                <a:stretch>
                  <a:fillRect l="-3933" t="-10112" b="-28090"/>
                </a:stretch>
              </a:blipFill>
              <a:ln w="12700" cap="flat" cmpd="sng" algn="ctr">
                <a:noFill/>
                <a:prstDash val="solid"/>
                <a:miter lim="800000"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Content Placeholder 4">
                <a:extLst>
                  <a:ext uri="{FF2B5EF4-FFF2-40B4-BE49-F238E27FC236}">
                    <a16:creationId xmlns:a16="http://schemas.microsoft.com/office/drawing/2014/main" id="{E2369E14-FB7F-439F-B8BC-3D00ED9ED33E}"/>
                  </a:ext>
                </a:extLst>
              </p:cNvPr>
              <p:cNvSpPr txBox="1">
                <a:spLocks/>
              </p:cNvSpPr>
              <p:nvPr/>
            </p:nvSpPr>
            <p:spPr>
              <a:xfrm flipH="1">
                <a:off x="63664" y="2230904"/>
                <a:ext cx="4864872" cy="540000"/>
              </a:xfrm>
              <a:prstGeom prst="rect">
                <a:avLst/>
              </a:prstGeom>
              <a:noFill/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vert="horz" lIns="91440" tIns="45720" rIns="91440" bIns="45720" rtlCol="0" anchor="ctr">
                <a:noAutofit/>
              </a:bodyPr>
              <a:lstStyle>
                <a:lvl1pPr marL="265113" indent="-265113" algn="just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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809625" indent="-352425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lnSpc>
                    <a:spcPct val="115000"/>
                  </a:lnSpc>
                  <a:spcAft>
                    <a:spcPts val="8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dirty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sz="2800" i="1" dirty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sz="2800" dirty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k</m:t>
                          </m:r>
                          <m:r>
                            <a:rPr lang="en-US" sz="2800" dirty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m:rPr>
                              <m:sty m:val="p"/>
                            </m:rPr>
                            <a:rPr lang="en-US" sz="2800" dirty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m</m:t>
                          </m:r>
                        </m:e>
                      </m:d>
                      <m:r>
                        <a:rPr lang="en-US" sz="2800" dirty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⋅</m:t>
                      </m:r>
                      <m:d>
                        <m:dPr>
                          <m:ctrlP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Shruti" panose="020B0502040204020203" pitchFamily="34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Shruti" panose="020B0502040204020203" pitchFamily="34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Shruti" panose="020B0502040204020203" pitchFamily="34" charset="0"/>
                                </a:rPr>
                                <m:t>a</m:t>
                              </m:r>
                            </m:e>
                            <m:sub>
                              <m: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Shruti" panose="020B0502040204020203" pitchFamily="34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Shruti" panose="020B0502040204020203" pitchFamily="34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Shruti" panose="020B0502040204020203" pitchFamily="34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Shruti" panose="020B0502040204020203" pitchFamily="34" charset="0"/>
                                </a:rPr>
                                <m:t>a</m:t>
                              </m:r>
                            </m:e>
                            <m:sub>
                              <m: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Shruti" panose="020B0502040204020203" pitchFamily="34" charset="0"/>
                                </a:rPr>
                                <m:t>1</m:t>
                              </m:r>
                            </m:sub>
                          </m:sSub>
                          <m:r>
                            <m:rPr>
                              <m:sty m:val="p"/>
                            </m:rP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Shruti" panose="020B0502040204020203" pitchFamily="34" charset="0"/>
                            </a:rPr>
                            <m:t>x</m:t>
                          </m:r>
                          <m: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Shruti" panose="020B0502040204020203" pitchFamily="34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Shruti" panose="020B0502040204020203" pitchFamily="34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Shruti" panose="020B0502040204020203" pitchFamily="34" charset="0"/>
                                </a:rPr>
                                <m:t>a</m:t>
                              </m:r>
                            </m:e>
                            <m:sub>
                              <m: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Shruti" panose="020B0502040204020203" pitchFamily="34" charset="0"/>
                                </a:rPr>
                                <m:t>2</m:t>
                              </m:r>
                            </m:sub>
                          </m:sSub>
                          <m:sSup>
                            <m:sSupPr>
                              <m:ctrlPr>
                                <a:rPr lang="en-US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Shruti" panose="020B0502040204020203" pitchFamily="34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Shruti" panose="020B0502040204020203" pitchFamily="34" charset="0"/>
                                </a:rPr>
                                <m:t>x</m:t>
                              </m:r>
                            </m:e>
                            <m:sup>
                              <m: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Shruti" panose="020B0502040204020203" pitchFamily="34" charset="0"/>
                                </a:rPr>
                                <m:t>2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en-US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20" name="Content Placeholder 4">
                <a:extLst>
                  <a:ext uri="{FF2B5EF4-FFF2-40B4-BE49-F238E27FC236}">
                    <a16:creationId xmlns:a16="http://schemas.microsoft.com/office/drawing/2014/main" id="{E2369E14-FB7F-439F-B8BC-3D00ED9ED33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63664" y="2230904"/>
                <a:ext cx="4864872" cy="54000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ln w="12700" cap="flat" cmpd="sng" algn="ctr">
                <a:noFill/>
                <a:prstDash val="solid"/>
                <a:miter lim="800000"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Content Placeholder 4">
                <a:extLst>
                  <a:ext uri="{FF2B5EF4-FFF2-40B4-BE49-F238E27FC236}">
                    <a16:creationId xmlns:a16="http://schemas.microsoft.com/office/drawing/2014/main" id="{E2369E14-FB7F-439F-B8BC-3D00ED9ED33E}"/>
                  </a:ext>
                </a:extLst>
              </p:cNvPr>
              <p:cNvSpPr txBox="1">
                <a:spLocks/>
              </p:cNvSpPr>
              <p:nvPr/>
            </p:nvSpPr>
            <p:spPr>
              <a:xfrm flipH="1">
                <a:off x="147966" y="2915625"/>
                <a:ext cx="7842992" cy="540000"/>
              </a:xfrm>
              <a:prstGeom prst="rect">
                <a:avLst/>
              </a:prstGeom>
              <a:noFill/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vert="horz" lIns="91440" tIns="45720" rIns="91440" bIns="45720" rtlCol="0" anchor="ctr">
                <a:noAutofit/>
              </a:bodyPr>
              <a:lstStyle>
                <a:lvl1pPr marL="265113" indent="-265113" algn="just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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809625" indent="-352425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lnSpc>
                    <a:spcPct val="115000"/>
                  </a:lnSpc>
                  <a:spcAft>
                    <a:spcPts val="8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800" dirty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sz="2800" i="1" dirty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sz="2800" dirty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k</m:t>
                          </m:r>
                          <m:r>
                            <a:rPr lang="en-US" sz="2800" dirty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m:rPr>
                              <m:sty m:val="p"/>
                            </m:rPr>
                            <a:rPr lang="en-US" sz="2800" dirty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m</m:t>
                          </m:r>
                        </m:e>
                      </m:d>
                      <m:sSub>
                        <m:sSubPr>
                          <m:ctrlP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a</m:t>
                          </m:r>
                        </m:e>
                        <m:sub>
                          <m: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sz="2800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d>
                        <m:dPr>
                          <m:ctrlPr>
                            <a:rPr lang="en-US" sz="2800" i="1" dirty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sz="2800" dirty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k</m:t>
                          </m:r>
                          <m:r>
                            <a:rPr lang="en-US" sz="2800" dirty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m:rPr>
                              <m:sty m:val="p"/>
                            </m:rPr>
                            <a:rPr lang="en-US" sz="2800" dirty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m</m:t>
                          </m:r>
                        </m:e>
                      </m:d>
                      <m:sSub>
                        <m:sSubPr>
                          <m:ctrlP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a</m:t>
                          </m:r>
                        </m:e>
                        <m:sub>
                          <m: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n-US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x</m:t>
                      </m:r>
                      <m:r>
                        <a:rPr lang="en-US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d>
                        <m:dPr>
                          <m:ctrlPr>
                            <a:rPr lang="en-US" sz="2800" i="1" dirty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sz="2800" dirty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k</m:t>
                          </m:r>
                          <m:r>
                            <a:rPr lang="en-US" sz="2800" dirty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m:rPr>
                              <m:sty m:val="p"/>
                            </m:rPr>
                            <a:rPr lang="en-US" sz="2800" dirty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m</m:t>
                          </m:r>
                        </m:e>
                      </m:d>
                      <m:sSub>
                        <m:sSubPr>
                          <m:ctrlP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a</m:t>
                          </m:r>
                        </m:e>
                        <m:sub>
                          <m: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p>
                        <m:sSupPr>
                          <m:ctrlP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x</m:t>
                          </m:r>
                        </m:e>
                        <m:sup>
                          <m: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US" sz="2800" dirty="0">
                  <a:solidFill>
                    <a:srgbClr val="002060"/>
                  </a:solidFill>
                  <a:latin typeface="+mj-lt"/>
                </a:endParaRPr>
              </a:p>
            </p:txBody>
          </p:sp>
        </mc:Choice>
        <mc:Fallback xmlns="">
          <p:sp>
            <p:nvSpPr>
              <p:cNvPr id="23" name="Content Placeholder 4">
                <a:extLst>
                  <a:ext uri="{FF2B5EF4-FFF2-40B4-BE49-F238E27FC236}">
                    <a16:creationId xmlns:a16="http://schemas.microsoft.com/office/drawing/2014/main" id="{E2369E14-FB7F-439F-B8BC-3D00ED9ED33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147966" y="2915625"/>
                <a:ext cx="7842992" cy="54000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  <a:ln w="12700" cap="flat" cmpd="sng" algn="ctr">
                <a:noFill/>
                <a:prstDash val="solid"/>
                <a:miter lim="800000"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Content Placeholder 4">
                <a:extLst>
                  <a:ext uri="{FF2B5EF4-FFF2-40B4-BE49-F238E27FC236}">
                    <a16:creationId xmlns:a16="http://schemas.microsoft.com/office/drawing/2014/main" id="{E2369E14-FB7F-439F-B8BC-3D00ED9ED33E}"/>
                  </a:ext>
                </a:extLst>
              </p:cNvPr>
              <p:cNvSpPr txBox="1">
                <a:spLocks/>
              </p:cNvSpPr>
              <p:nvPr/>
            </p:nvSpPr>
            <p:spPr>
              <a:xfrm flipH="1">
                <a:off x="141474" y="3596602"/>
                <a:ext cx="8147790" cy="462537"/>
              </a:xfrm>
              <a:prstGeom prst="rect">
                <a:avLst/>
              </a:prstGeom>
              <a:noFill/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vert="horz" lIns="91440" tIns="45720" rIns="91440" bIns="45720" rtlCol="0" anchor="ctr">
                <a:noAutofit/>
              </a:bodyPr>
              <a:lstStyle>
                <a:lvl1pPr marL="265113" indent="-265113" algn="just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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809625" indent="-352425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lnSpc>
                    <a:spcPct val="115000"/>
                  </a:lnSpc>
                  <a:spcAft>
                    <a:spcPts val="8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800" i="1" dirty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k</m:t>
                          </m:r>
                          <m:r>
                            <a:rPr lang="en-US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sSub>
                            <m:sSubPr>
                              <m:ctrlPr>
                                <a:rPr lang="en-US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a</m:t>
                              </m:r>
                            </m:e>
                            <m:sub>
                              <m:r>
                                <a:rPr lang="en-US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m:rPr>
                              <m:sty m:val="p"/>
                            </m:rP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m</m:t>
                          </m:r>
                          <m:r>
                            <a:rPr lang="en-US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sSub>
                            <m:sSubPr>
                              <m:ctrlPr>
                                <a:rPr lang="en-US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a</m:t>
                              </m:r>
                            </m:e>
                            <m:sub>
                              <m:r>
                                <a:rPr lang="en-US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e>
                      </m:d>
                      <m:r>
                        <a:rPr lang="en-US" sz="2800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d>
                        <m:dPr>
                          <m:ctrlP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k</m:t>
                          </m:r>
                          <m:r>
                            <a:rPr lang="en-US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sSub>
                            <m:sSubPr>
                              <m:ctrlPr>
                                <a:rPr lang="en-US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a</m:t>
                              </m:r>
                            </m:e>
                            <m:sub>
                              <m:r>
                                <a:rPr lang="en-US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m:rPr>
                              <m:sty m:val="p"/>
                            </m:rP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m</m:t>
                          </m:r>
                          <m:r>
                            <a:rPr lang="en-US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sSub>
                            <m:sSubPr>
                              <m:ctrlPr>
                                <a:rPr lang="en-US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a</m:t>
                              </m:r>
                            </m:e>
                            <m:sub>
                              <m:r>
                                <a:rPr lang="en-US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r>
                        <m:rPr>
                          <m:sty m:val="p"/>
                        </m:rPr>
                        <a:rPr lang="en-US" sz="2800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x</m:t>
                      </m:r>
                      <m:r>
                        <a:rPr lang="en-US" sz="2800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d>
                        <m:dPr>
                          <m:ctrlP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k</m:t>
                          </m:r>
                          <m:r>
                            <a:rPr lang="en-US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sSub>
                            <m:sSubPr>
                              <m:ctrlPr>
                                <a:rPr lang="en-US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a</m:t>
                              </m:r>
                            </m:e>
                            <m:sub>
                              <m:r>
                                <a:rPr lang="en-US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m:rPr>
                              <m:sty m:val="p"/>
                            </m:rP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m</m:t>
                          </m:r>
                          <m:r>
                            <a:rPr lang="en-US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sSub>
                            <m:sSubPr>
                              <m:ctrlPr>
                                <a:rPr lang="en-US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a</m:t>
                              </m:r>
                            </m:e>
                            <m:sub>
                              <m:r>
                                <a:rPr lang="en-US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  <m:sSup>
                        <m:sSupPr>
                          <m:ctrlP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x</m:t>
                          </m:r>
                        </m:e>
                        <m:sup>
                          <m: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US" sz="2800" i="1" dirty="0">
                  <a:solidFill>
                    <a:srgbClr val="002060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24" name="Content Placeholder 4">
                <a:extLst>
                  <a:ext uri="{FF2B5EF4-FFF2-40B4-BE49-F238E27FC236}">
                    <a16:creationId xmlns:a16="http://schemas.microsoft.com/office/drawing/2014/main" id="{E2369E14-FB7F-439F-B8BC-3D00ED9ED33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141474" y="3596602"/>
                <a:ext cx="8147790" cy="462537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  <a:ln w="12700" cap="flat" cmpd="sng" algn="ctr">
                <a:noFill/>
                <a:prstDash val="solid"/>
                <a:miter lim="800000"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Content Placeholder 4">
                <a:extLst>
                  <a:ext uri="{FF2B5EF4-FFF2-40B4-BE49-F238E27FC236}">
                    <a16:creationId xmlns:a16="http://schemas.microsoft.com/office/drawing/2014/main" id="{E2369E14-FB7F-439F-B8BC-3D00ED9ED33E}"/>
                  </a:ext>
                </a:extLst>
              </p:cNvPr>
              <p:cNvSpPr txBox="1">
                <a:spLocks/>
              </p:cNvSpPr>
              <p:nvPr/>
            </p:nvSpPr>
            <p:spPr>
              <a:xfrm flipH="1">
                <a:off x="127166" y="4200116"/>
                <a:ext cx="3258290" cy="540000"/>
              </a:xfrm>
              <a:prstGeom prst="rect">
                <a:avLst/>
              </a:prstGeom>
              <a:noFill/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vert="horz" lIns="91440" tIns="45720" rIns="91440" bIns="45720" rtlCol="0" anchor="ctr">
                <a:noAutofit/>
              </a:bodyPr>
              <a:lstStyle>
                <a:lvl1pPr marL="265113" indent="-265113" algn="just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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809625" indent="-352425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lnSpc>
                    <a:spcPct val="115000"/>
                  </a:lnSpc>
                  <a:spcAft>
                    <a:spcPts val="800"/>
                  </a:spcAft>
                  <a:buNone/>
                </a:pPr>
                <a:r>
                  <a:rPr lang="en-US" sz="2800" dirty="0">
                    <a:solidFill>
                      <a:srgbClr val="002060"/>
                    </a:solidFill>
                  </a:rPr>
                  <a:t>Now,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800" i="0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k</m:t>
                    </m:r>
                    <m:r>
                      <a:rPr lang="en-US" sz="2800" b="0" i="0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m:rPr>
                        <m:sty m:val="p"/>
                      </m:rPr>
                      <a:rPr lang="en-US" sz="2800" b="0" i="0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u</m:t>
                    </m:r>
                    <m:r>
                      <a:rPr lang="en-US" sz="2800" b="0" i="0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US" sz="2800" b="0" i="0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m</m:t>
                    </m:r>
                    <m:r>
                      <a:rPr lang="en-US" sz="2800" dirty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m:rPr>
                        <m:sty m:val="p"/>
                      </m:rPr>
                      <a:rPr lang="en-US" sz="2800" dirty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u</m:t>
                    </m:r>
                  </m:oMath>
                </a14:m>
                <a:endParaRPr lang="en-US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16" name="Content Placeholder 4">
                <a:extLst>
                  <a:ext uri="{FF2B5EF4-FFF2-40B4-BE49-F238E27FC236}">
                    <a16:creationId xmlns:a16="http://schemas.microsoft.com/office/drawing/2014/main" id="{E2369E14-FB7F-439F-B8BC-3D00ED9ED33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127166" y="4200116"/>
                <a:ext cx="3258290" cy="540000"/>
              </a:xfrm>
              <a:prstGeom prst="rect">
                <a:avLst/>
              </a:prstGeom>
              <a:blipFill>
                <a:blip r:embed="rId9"/>
                <a:stretch>
                  <a:fillRect l="-3933" t="-10112" b="-29213"/>
                </a:stretch>
              </a:blipFill>
              <a:ln w="12700" cap="flat" cmpd="sng" algn="ctr">
                <a:noFill/>
                <a:prstDash val="solid"/>
                <a:miter lim="800000"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Content Placeholder 4">
                <a:extLst>
                  <a:ext uri="{FF2B5EF4-FFF2-40B4-BE49-F238E27FC236}">
                    <a16:creationId xmlns:a16="http://schemas.microsoft.com/office/drawing/2014/main" id="{E2369E14-FB7F-439F-B8BC-3D00ED9ED33E}"/>
                  </a:ext>
                </a:extLst>
              </p:cNvPr>
              <p:cNvSpPr txBox="1">
                <a:spLocks/>
              </p:cNvSpPr>
              <p:nvPr/>
            </p:nvSpPr>
            <p:spPr>
              <a:xfrm flipH="1">
                <a:off x="2797479" y="4255352"/>
                <a:ext cx="7463051" cy="540000"/>
              </a:xfrm>
              <a:prstGeom prst="rect">
                <a:avLst/>
              </a:prstGeom>
              <a:noFill/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vert="horz" lIns="91440" tIns="45720" rIns="91440" bIns="45720" rtlCol="0" anchor="ctr">
                <a:noAutofit/>
              </a:bodyPr>
              <a:lstStyle>
                <a:lvl1pPr marL="265113" indent="-265113" algn="just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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809625" indent="-352425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lnSpc>
                    <a:spcPct val="115000"/>
                  </a:lnSpc>
                  <a:spcAft>
                    <a:spcPts val="8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dirty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sz="2800" b="0" i="0" dirty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k</m:t>
                      </m:r>
                      <m:r>
                        <a:rPr lang="en-US" sz="2800" dirty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⋅</m:t>
                      </m:r>
                      <m:d>
                        <m:dPr>
                          <m:ctrlP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Shruti" panose="020B0502040204020203" pitchFamily="34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Shruti" panose="020B0502040204020203" pitchFamily="34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Shruti" panose="020B0502040204020203" pitchFamily="34" charset="0"/>
                                </a:rPr>
                                <m:t>a</m:t>
                              </m:r>
                            </m:e>
                            <m:sub>
                              <m: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Shruti" panose="020B0502040204020203" pitchFamily="34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Shruti" panose="020B0502040204020203" pitchFamily="34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Shruti" panose="020B0502040204020203" pitchFamily="34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Shruti" panose="020B0502040204020203" pitchFamily="34" charset="0"/>
                                </a:rPr>
                                <m:t>a</m:t>
                              </m:r>
                            </m:e>
                            <m:sub>
                              <m: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Shruti" panose="020B0502040204020203" pitchFamily="34" charset="0"/>
                                </a:rPr>
                                <m:t>1</m:t>
                              </m:r>
                            </m:sub>
                          </m:sSub>
                          <m:r>
                            <m:rPr>
                              <m:sty m:val="p"/>
                            </m:rP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Shruti" panose="020B0502040204020203" pitchFamily="34" charset="0"/>
                            </a:rPr>
                            <m:t>x</m:t>
                          </m:r>
                          <m: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Shruti" panose="020B0502040204020203" pitchFamily="34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Shruti" panose="020B0502040204020203" pitchFamily="34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Shruti" panose="020B0502040204020203" pitchFamily="34" charset="0"/>
                                </a:rPr>
                                <m:t>a</m:t>
                              </m:r>
                            </m:e>
                            <m:sub>
                              <m: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Shruti" panose="020B0502040204020203" pitchFamily="34" charset="0"/>
                                </a:rPr>
                                <m:t>2</m:t>
                              </m:r>
                            </m:sub>
                          </m:sSub>
                          <m:sSup>
                            <m:sSupPr>
                              <m:ctrlPr>
                                <a:rPr lang="en-US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Shruti" panose="020B0502040204020203" pitchFamily="34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Shruti" panose="020B0502040204020203" pitchFamily="34" charset="0"/>
                                </a:rPr>
                                <m:t>x</m:t>
                              </m:r>
                            </m:e>
                            <m:sup>
                              <m: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Shruti" panose="020B0502040204020203" pitchFamily="34" charset="0"/>
                                </a:rPr>
                                <m:t>2</m:t>
                              </m:r>
                            </m:sup>
                          </m:sSup>
                        </m:e>
                      </m:d>
                      <m:r>
                        <a:rPr lang="en-US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m:rPr>
                          <m:sty m:val="p"/>
                        </m:rPr>
                        <a:rPr lang="en-US" sz="2800" b="0" i="0" dirty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m</m:t>
                      </m:r>
                      <m:r>
                        <a:rPr lang="en-US" sz="2800" dirty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⋅</m:t>
                      </m:r>
                      <m:d>
                        <m:dPr>
                          <m:ctrlP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Shruti" panose="020B0502040204020203" pitchFamily="34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Shruti" panose="020B0502040204020203" pitchFamily="34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Shruti" panose="020B0502040204020203" pitchFamily="34" charset="0"/>
                                </a:rPr>
                                <m:t>a</m:t>
                              </m:r>
                            </m:e>
                            <m:sub>
                              <m: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Shruti" panose="020B0502040204020203" pitchFamily="34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Shruti" panose="020B0502040204020203" pitchFamily="34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Shruti" panose="020B0502040204020203" pitchFamily="34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Shruti" panose="020B0502040204020203" pitchFamily="34" charset="0"/>
                                </a:rPr>
                                <m:t>a</m:t>
                              </m:r>
                            </m:e>
                            <m:sub>
                              <m: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Shruti" panose="020B0502040204020203" pitchFamily="34" charset="0"/>
                                </a:rPr>
                                <m:t>1</m:t>
                              </m:r>
                            </m:sub>
                          </m:sSub>
                          <m:r>
                            <m:rPr>
                              <m:sty m:val="p"/>
                            </m:rP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Shruti" panose="020B0502040204020203" pitchFamily="34" charset="0"/>
                            </a:rPr>
                            <m:t>x</m:t>
                          </m:r>
                          <m: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Shruti" panose="020B0502040204020203" pitchFamily="34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Shruti" panose="020B0502040204020203" pitchFamily="34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Shruti" panose="020B0502040204020203" pitchFamily="34" charset="0"/>
                                </a:rPr>
                                <m:t>a</m:t>
                              </m:r>
                            </m:e>
                            <m:sub>
                              <m: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Shruti" panose="020B0502040204020203" pitchFamily="34" charset="0"/>
                                </a:rPr>
                                <m:t>2</m:t>
                              </m:r>
                            </m:sub>
                          </m:sSub>
                          <m:sSup>
                            <m:sSupPr>
                              <m:ctrlPr>
                                <a:rPr lang="en-US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Shruti" panose="020B0502040204020203" pitchFamily="34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Shruti" panose="020B0502040204020203" pitchFamily="34" charset="0"/>
                                </a:rPr>
                                <m:t>x</m:t>
                              </m:r>
                            </m:e>
                            <m:sup>
                              <m: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Shruti" panose="020B0502040204020203" pitchFamily="34" charset="0"/>
                                </a:rPr>
                                <m:t>2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en-US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18" name="Content Placeholder 4">
                <a:extLst>
                  <a:ext uri="{FF2B5EF4-FFF2-40B4-BE49-F238E27FC236}">
                    <a16:creationId xmlns:a16="http://schemas.microsoft.com/office/drawing/2014/main" id="{E2369E14-FB7F-439F-B8BC-3D00ED9ED33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2797479" y="4255352"/>
                <a:ext cx="7463051" cy="540000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  <a:ln w="12700" cap="flat" cmpd="sng" algn="ctr">
                <a:noFill/>
                <a:prstDash val="solid"/>
                <a:miter lim="800000"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Content Placeholder 4">
                <a:extLst>
                  <a:ext uri="{FF2B5EF4-FFF2-40B4-BE49-F238E27FC236}">
                    <a16:creationId xmlns:a16="http://schemas.microsoft.com/office/drawing/2014/main" id="{E2369E14-FB7F-439F-B8BC-3D00ED9ED33E}"/>
                  </a:ext>
                </a:extLst>
              </p:cNvPr>
              <p:cNvSpPr txBox="1">
                <a:spLocks/>
              </p:cNvSpPr>
              <p:nvPr/>
            </p:nvSpPr>
            <p:spPr>
              <a:xfrm flipH="1">
                <a:off x="2864662" y="4869196"/>
                <a:ext cx="9502338" cy="540000"/>
              </a:xfrm>
              <a:prstGeom prst="rect">
                <a:avLst/>
              </a:prstGeom>
              <a:noFill/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vert="horz" lIns="91440" tIns="45720" rIns="91440" bIns="45720" rtlCol="0" anchor="ctr">
                <a:noAutofit/>
              </a:bodyPr>
              <a:lstStyle>
                <a:lvl1pPr marL="265113" indent="-265113" algn="just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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809625" indent="-352425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lnSpc>
                    <a:spcPct val="115000"/>
                  </a:lnSpc>
                  <a:spcAft>
                    <a:spcPts val="8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800" dirty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sz="2800" i="1" dirty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sz="2800" dirty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k</m:t>
                          </m:r>
                          <m:r>
                            <a:rPr lang="en-US" sz="2800" b="0" i="0" dirty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sSub>
                            <m:sSubPr>
                              <m:ctrlPr>
                                <a:rPr lang="en-US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Shruti" panose="020B0502040204020203" pitchFamily="34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Shruti" panose="020B0502040204020203" pitchFamily="34" charset="0"/>
                                </a:rPr>
                                <m:t>a</m:t>
                              </m:r>
                            </m:e>
                            <m:sub>
                              <m: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Shruti" panose="020B0502040204020203" pitchFamily="34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Shruti" panose="020B0502040204020203" pitchFamily="34" charset="0"/>
                            </a:rPr>
                            <m:t>+</m:t>
                          </m:r>
                          <m:r>
                            <m:rPr>
                              <m:sty m:val="p"/>
                            </m:rPr>
                            <a:rPr lang="en-US" sz="2800" dirty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k</m:t>
                          </m:r>
                          <m:r>
                            <a:rPr lang="en-US" sz="2800" b="0" i="1" dirty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sSub>
                            <m:sSubPr>
                              <m:ctrlPr>
                                <a:rPr lang="en-US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Shruti" panose="020B0502040204020203" pitchFamily="34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Shruti" panose="020B0502040204020203" pitchFamily="34" charset="0"/>
                                </a:rPr>
                                <m:t>a</m:t>
                              </m:r>
                            </m:e>
                            <m:sub>
                              <m: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Shruti" panose="020B0502040204020203" pitchFamily="34" charset="0"/>
                                </a:rPr>
                                <m:t>1</m:t>
                              </m:r>
                            </m:sub>
                          </m:sSub>
                          <m:r>
                            <m:rPr>
                              <m:sty m:val="p"/>
                            </m:rP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Shruti" panose="020B0502040204020203" pitchFamily="34" charset="0"/>
                            </a:rPr>
                            <m:t>x</m:t>
                          </m:r>
                          <m: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Shruti" panose="020B0502040204020203" pitchFamily="34" charset="0"/>
                            </a:rPr>
                            <m:t>+</m:t>
                          </m:r>
                          <m:r>
                            <m:rPr>
                              <m:sty m:val="p"/>
                            </m:rPr>
                            <a:rPr lang="en-US" sz="2800" dirty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k</m:t>
                          </m:r>
                          <m:r>
                            <a:rPr lang="en-US" sz="2800" b="0" i="0" dirty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sSub>
                            <m:sSubPr>
                              <m:ctrlPr>
                                <a:rPr lang="en-US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Shruti" panose="020B0502040204020203" pitchFamily="34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Shruti" panose="020B0502040204020203" pitchFamily="34" charset="0"/>
                                </a:rPr>
                                <m:t>a</m:t>
                              </m:r>
                            </m:e>
                            <m:sub>
                              <m: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Shruti" panose="020B0502040204020203" pitchFamily="34" charset="0"/>
                                </a:rPr>
                                <m:t>2</m:t>
                              </m:r>
                            </m:sub>
                          </m:sSub>
                          <m:sSup>
                            <m:sSupPr>
                              <m:ctrlPr>
                                <a:rPr lang="en-US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Shruti" panose="020B0502040204020203" pitchFamily="34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Shruti" panose="020B0502040204020203" pitchFamily="34" charset="0"/>
                                </a:rPr>
                                <m:t>x</m:t>
                              </m:r>
                            </m:e>
                            <m:sup>
                              <m: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Shruti" panose="020B0502040204020203" pitchFamily="34" charset="0"/>
                                </a:rPr>
                                <m:t>2</m:t>
                              </m:r>
                            </m:sup>
                          </m:sSup>
                        </m:e>
                      </m:d>
                      <m:r>
                        <a:rPr lang="en-US" sz="2800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d>
                        <m:dPr>
                          <m:ctrlPr>
                            <a:rPr lang="en-US" sz="2800" i="1" dirty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sz="2800" dirty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m</m:t>
                          </m:r>
                          <m:r>
                            <a:rPr lang="en-US" sz="2800" b="0" i="1" dirty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sSub>
                            <m:sSubPr>
                              <m:ctrlPr>
                                <a:rPr lang="en-US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Shruti" panose="020B0502040204020203" pitchFamily="34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Shruti" panose="020B0502040204020203" pitchFamily="34" charset="0"/>
                                </a:rPr>
                                <m:t>a</m:t>
                              </m:r>
                            </m:e>
                            <m:sub>
                              <m: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Shruti" panose="020B0502040204020203" pitchFamily="34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Shruti" panose="020B0502040204020203" pitchFamily="34" charset="0"/>
                            </a:rPr>
                            <m:t>+</m:t>
                          </m:r>
                          <m:r>
                            <m:rPr>
                              <m:sty m:val="p"/>
                            </m:rPr>
                            <a:rPr lang="en-US" sz="2800" dirty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m</m:t>
                          </m:r>
                          <m:r>
                            <a:rPr lang="en-US" sz="2800" b="0" i="1" dirty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sSub>
                            <m:sSubPr>
                              <m:ctrlPr>
                                <a:rPr lang="en-US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Shruti" panose="020B0502040204020203" pitchFamily="34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Shruti" panose="020B0502040204020203" pitchFamily="34" charset="0"/>
                                </a:rPr>
                                <m:t>a</m:t>
                              </m:r>
                            </m:e>
                            <m:sub>
                              <m: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Shruti" panose="020B0502040204020203" pitchFamily="34" charset="0"/>
                                </a:rPr>
                                <m:t>1</m:t>
                              </m:r>
                            </m:sub>
                          </m:sSub>
                          <m:r>
                            <m:rPr>
                              <m:sty m:val="p"/>
                            </m:rP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Shruti" panose="020B0502040204020203" pitchFamily="34" charset="0"/>
                            </a:rPr>
                            <m:t>x</m:t>
                          </m:r>
                          <m: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Shruti" panose="020B0502040204020203" pitchFamily="34" charset="0"/>
                            </a:rPr>
                            <m:t>+</m:t>
                          </m:r>
                          <m:r>
                            <m:rPr>
                              <m:sty m:val="p"/>
                            </m:rPr>
                            <a:rPr lang="en-US" sz="2800" dirty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m</m:t>
                          </m:r>
                          <m:r>
                            <a:rPr lang="en-US" sz="2800" b="0" i="1" dirty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sSub>
                            <m:sSubPr>
                              <m:ctrlPr>
                                <a:rPr lang="en-US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Shruti" panose="020B0502040204020203" pitchFamily="34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Shruti" panose="020B0502040204020203" pitchFamily="34" charset="0"/>
                                </a:rPr>
                                <m:t>a</m:t>
                              </m:r>
                            </m:e>
                            <m:sub>
                              <m: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Shruti" panose="020B0502040204020203" pitchFamily="34" charset="0"/>
                                </a:rPr>
                                <m:t>2</m:t>
                              </m:r>
                            </m:sub>
                          </m:sSub>
                          <m:sSup>
                            <m:sSupPr>
                              <m:ctrlPr>
                                <a:rPr lang="en-US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Shruti" panose="020B0502040204020203" pitchFamily="34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Shruti" panose="020B0502040204020203" pitchFamily="34" charset="0"/>
                                </a:rPr>
                                <m:t>x</m:t>
                              </m:r>
                            </m:e>
                            <m:sup>
                              <m: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Shruti" panose="020B0502040204020203" pitchFamily="34" charset="0"/>
                                </a:rPr>
                                <m:t>2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en-US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22" name="Content Placeholder 4">
                <a:extLst>
                  <a:ext uri="{FF2B5EF4-FFF2-40B4-BE49-F238E27FC236}">
                    <a16:creationId xmlns:a16="http://schemas.microsoft.com/office/drawing/2014/main" id="{E2369E14-FB7F-439F-B8BC-3D00ED9ED33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2864662" y="4869196"/>
                <a:ext cx="9502338" cy="540000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  <a:ln w="12700" cap="flat" cmpd="sng" algn="ctr">
                <a:noFill/>
                <a:prstDash val="solid"/>
                <a:miter lim="800000"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Content Placeholder 4">
                <a:extLst>
                  <a:ext uri="{FF2B5EF4-FFF2-40B4-BE49-F238E27FC236}">
                    <a16:creationId xmlns:a16="http://schemas.microsoft.com/office/drawing/2014/main" id="{E2369E14-FB7F-439F-B8BC-3D00ED9ED33E}"/>
                  </a:ext>
                </a:extLst>
              </p:cNvPr>
              <p:cNvSpPr txBox="1">
                <a:spLocks/>
              </p:cNvSpPr>
              <p:nvPr/>
            </p:nvSpPr>
            <p:spPr>
              <a:xfrm flipH="1">
                <a:off x="2859908" y="5544777"/>
                <a:ext cx="8399970" cy="462537"/>
              </a:xfrm>
              <a:prstGeom prst="rect">
                <a:avLst/>
              </a:prstGeom>
              <a:noFill/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vert="horz" lIns="91440" tIns="45720" rIns="91440" bIns="45720" rtlCol="0" anchor="ctr">
                <a:noAutofit/>
              </a:bodyPr>
              <a:lstStyle>
                <a:lvl1pPr marL="265113" indent="-265113" algn="just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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809625" indent="-352425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 algn="l">
                  <a:lnSpc>
                    <a:spcPct val="115000"/>
                  </a:lnSpc>
                  <a:spcAft>
                    <a:spcPts val="8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800" dirty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k</m:t>
                          </m:r>
                          <m:r>
                            <a:rPr lang="en-US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sSub>
                            <m:sSubPr>
                              <m:ctrlPr>
                                <a:rPr lang="en-US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a</m:t>
                              </m:r>
                            </m:e>
                            <m:sub>
                              <m:r>
                                <a:rPr lang="en-US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m:rPr>
                              <m:sty m:val="p"/>
                            </m:rP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m</m:t>
                          </m:r>
                          <m:r>
                            <a:rPr lang="en-US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sSub>
                            <m:sSubPr>
                              <m:ctrlPr>
                                <a:rPr lang="en-US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a</m:t>
                              </m:r>
                            </m:e>
                            <m:sub>
                              <m:r>
                                <a:rPr lang="en-US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e>
                      </m:d>
                      <m:r>
                        <a:rPr lang="en-US" sz="2800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d>
                        <m:dPr>
                          <m:ctrlP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k</m:t>
                          </m:r>
                          <m:r>
                            <a:rPr lang="en-US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sSub>
                            <m:sSubPr>
                              <m:ctrlPr>
                                <a:rPr lang="en-US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a</m:t>
                              </m:r>
                            </m:e>
                            <m:sub>
                              <m:r>
                                <a:rPr lang="en-US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m:rPr>
                              <m:sty m:val="p"/>
                            </m:rP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m</m:t>
                          </m:r>
                          <m:r>
                            <a:rPr lang="en-US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sSub>
                            <m:sSubPr>
                              <m:ctrlPr>
                                <a:rPr lang="en-US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a</m:t>
                              </m:r>
                            </m:e>
                            <m:sub>
                              <m:r>
                                <a:rPr lang="en-US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r>
                        <m:rPr>
                          <m:sty m:val="p"/>
                        </m:rPr>
                        <a:rPr lang="en-US" sz="2800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x</m:t>
                      </m:r>
                      <m:r>
                        <a:rPr lang="en-US" sz="2800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d>
                        <m:dPr>
                          <m:ctrlP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k</m:t>
                          </m:r>
                          <m:r>
                            <a:rPr lang="en-US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sSub>
                            <m:sSubPr>
                              <m:ctrlPr>
                                <a:rPr lang="en-US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a</m:t>
                              </m:r>
                            </m:e>
                            <m:sub>
                              <m:r>
                                <a:rPr lang="en-US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m:rPr>
                              <m:sty m:val="p"/>
                            </m:rP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m</m:t>
                          </m:r>
                          <m:r>
                            <a:rPr lang="en-US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sSub>
                            <m:sSubPr>
                              <m:ctrlPr>
                                <a:rPr lang="en-US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a</m:t>
                              </m:r>
                            </m:e>
                            <m:sub>
                              <m:r>
                                <a:rPr lang="en-US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  <m:sSup>
                        <m:sSupPr>
                          <m:ctrlP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x</m:t>
                          </m:r>
                        </m:e>
                        <m:sup>
                          <m: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US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25" name="Content Placeholder 4">
                <a:extLst>
                  <a:ext uri="{FF2B5EF4-FFF2-40B4-BE49-F238E27FC236}">
                    <a16:creationId xmlns:a16="http://schemas.microsoft.com/office/drawing/2014/main" id="{E2369E14-FB7F-439F-B8BC-3D00ED9ED33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2859908" y="5544777"/>
                <a:ext cx="8399970" cy="462537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  <a:ln w="12700" cap="flat" cmpd="sng" algn="ctr">
                <a:noFill/>
                <a:prstDash val="solid"/>
                <a:miter lim="800000"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Content Placeholder 4">
                <a:extLst>
                  <a:ext uri="{FF2B5EF4-FFF2-40B4-BE49-F238E27FC236}">
                    <a16:creationId xmlns:a16="http://schemas.microsoft.com/office/drawing/2014/main" id="{E2369E14-FB7F-439F-B8BC-3D00ED9ED33E}"/>
                  </a:ext>
                </a:extLst>
              </p:cNvPr>
              <p:cNvSpPr txBox="1">
                <a:spLocks/>
              </p:cNvSpPr>
              <p:nvPr/>
            </p:nvSpPr>
            <p:spPr>
              <a:xfrm flipH="1">
                <a:off x="100272" y="6101443"/>
                <a:ext cx="4684090" cy="540000"/>
              </a:xfrm>
              <a:prstGeom prst="rect">
                <a:avLst/>
              </a:prstGeom>
              <a:noFill/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vert="horz" lIns="91440" tIns="45720" rIns="91440" bIns="45720" rtlCol="0" anchor="ctr">
                <a:noAutofit/>
              </a:bodyPr>
              <a:lstStyle>
                <a:lvl1pPr marL="265113" indent="-265113" algn="just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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809625" indent="-352425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lnSpc>
                    <a:spcPct val="115000"/>
                  </a:lnSpc>
                  <a:spcAft>
                    <a:spcPts val="8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sz="2800" i="0" dirty="0" smtClean="0">
                          <a:solidFill>
                            <a:srgbClr val="002060"/>
                          </a:solidFill>
                        </a:rPr>
                        <m:t>So</m:t>
                      </m:r>
                      <m:r>
                        <m:rPr>
                          <m:nor/>
                        </m:rPr>
                        <a:rPr lang="en-US" sz="2800" i="0" dirty="0" smtClean="0">
                          <a:solidFill>
                            <a:srgbClr val="002060"/>
                          </a:solidFill>
                        </a:rPr>
                        <m:t>, </m:t>
                      </m:r>
                      <m:d>
                        <m:dPr>
                          <m:ctrlPr>
                            <a:rPr lang="en-US" sz="2800" i="1" dirty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sz="2800" dirty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k</m:t>
                          </m:r>
                          <m:r>
                            <a:rPr lang="en-US" sz="2800" dirty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m:rPr>
                              <m:sty m:val="p"/>
                            </m:rPr>
                            <a:rPr lang="en-US" sz="2800" dirty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m</m:t>
                          </m:r>
                        </m:e>
                      </m:d>
                      <m:r>
                        <a:rPr lang="en-US" sz="2800" dirty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⋅</m:t>
                      </m:r>
                      <m:r>
                        <m:rPr>
                          <m:sty m:val="p"/>
                        </m:rPr>
                        <a:rPr lang="en-US" sz="2800" b="0" i="0" dirty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u</m:t>
                      </m:r>
                      <m:r>
                        <a:rPr lang="en-US" sz="2800" dirty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sz="2800" dirty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k</m:t>
                      </m:r>
                      <m:r>
                        <a:rPr lang="en-US" sz="2800" i="1" dirty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⋅</m:t>
                      </m:r>
                      <m:r>
                        <m:rPr>
                          <m:sty m:val="p"/>
                        </m:rPr>
                        <a:rPr lang="en-US" sz="2800" b="0" i="0" dirty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u</m:t>
                      </m:r>
                      <m:r>
                        <a:rPr lang="en-US" sz="2800" i="1" dirty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m:rPr>
                          <m:sty m:val="p"/>
                        </m:rPr>
                        <a:rPr lang="en-US" sz="2800" dirty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m</m:t>
                      </m:r>
                      <m:r>
                        <a:rPr lang="en-US" sz="2800" i="1" dirty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⋅</m:t>
                      </m:r>
                      <m:r>
                        <m:rPr>
                          <m:sty m:val="p"/>
                        </m:rPr>
                        <a:rPr lang="en-US" sz="2800" b="0" i="0" dirty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u</m:t>
                      </m:r>
                    </m:oMath>
                  </m:oMathPara>
                </a14:m>
                <a:endParaRPr lang="en-US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26" name="Content Placeholder 4">
                <a:extLst>
                  <a:ext uri="{FF2B5EF4-FFF2-40B4-BE49-F238E27FC236}">
                    <a16:creationId xmlns:a16="http://schemas.microsoft.com/office/drawing/2014/main" id="{E2369E14-FB7F-439F-B8BC-3D00ED9ED33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100272" y="6101443"/>
                <a:ext cx="4684090" cy="540000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  <a:ln w="12700" cap="flat" cmpd="sng" algn="ctr">
                <a:noFill/>
                <a:prstDash val="solid"/>
                <a:miter lim="800000"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1" name="Picture 30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782710" y="756408"/>
            <a:ext cx="5353067" cy="1359637"/>
          </a:xfrm>
          <a:prstGeom prst="rect">
            <a:avLst/>
          </a:prstGeom>
        </p:spPr>
      </p:pic>
      <p:sp>
        <p:nvSpPr>
          <p:cNvPr id="32" name="Right Arrow 3">
            <a:extLst>
              <a:ext uri="{FF2B5EF4-FFF2-40B4-BE49-F238E27FC236}">
                <a16:creationId xmlns:a16="http://schemas.microsoft.com/office/drawing/2014/main" id="{3FE11F38-A8D0-406B-A77F-9DE69C4F1B02}"/>
              </a:ext>
            </a:extLst>
          </p:cNvPr>
          <p:cNvSpPr/>
          <p:nvPr/>
        </p:nvSpPr>
        <p:spPr>
          <a:xfrm flipV="1">
            <a:off x="6782712" y="1686758"/>
            <a:ext cx="144000" cy="180000"/>
          </a:xfrm>
          <a:prstGeom prst="rightArrow">
            <a:avLst/>
          </a:prstGeom>
          <a:gradFill>
            <a:gsLst>
              <a:gs pos="10000">
                <a:srgbClr val="0E47A1"/>
              </a:gs>
              <a:gs pos="100000">
                <a:srgbClr val="03A9F5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Wingdings 3" panose="05040102010807070707" pitchFamily="18" charset="2"/>
              <a:buNone/>
            </a:pPr>
            <a:endParaRPr lang="en-IN" sz="28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439534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23" grpId="0"/>
      <p:bldP spid="24" grpId="0"/>
      <p:bldP spid="16" grpId="0"/>
      <p:bldP spid="18" grpId="0"/>
      <p:bldP spid="22" grpId="0"/>
      <p:bldP spid="25" grpId="0"/>
      <p:bldP spid="26" grpId="0"/>
    </p:bld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ECFC8A-BC0D-5D72-FE99-20313653BC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1" name="Content Placeholder 4">
                <a:extLst>
                  <a:ext uri="{FF2B5EF4-FFF2-40B4-BE49-F238E27FC236}">
                    <a16:creationId xmlns:a16="http://schemas.microsoft.com/office/drawing/2014/main" id="{C2E3A768-B2DD-49B5-A909-9453EEB041E3}"/>
                  </a:ext>
                </a:extLst>
              </p:cNvPr>
              <p:cNvSpPr txBox="1">
                <a:spLocks/>
              </p:cNvSpPr>
              <p:nvPr/>
            </p:nvSpPr>
            <p:spPr>
              <a:xfrm flipH="1">
                <a:off x="-1" y="865206"/>
                <a:ext cx="5615190" cy="540000"/>
              </a:xfrm>
              <a:prstGeom prst="rect">
                <a:avLst/>
              </a:prstGeom>
              <a:gradFill>
                <a:gsLst>
                  <a:gs pos="10000">
                    <a:srgbClr val="0E47A1"/>
                  </a:gs>
                  <a:gs pos="100000">
                    <a:srgbClr val="03A9F5"/>
                  </a:gs>
                </a:gsLst>
                <a:lin ang="10800000" scaled="1"/>
              </a:gradFill>
              <a:ln>
                <a:noFill/>
              </a:ln>
            </p:spPr>
            <p:txBody>
              <a:bodyPr vert="horz" wrap="square" lIns="91440" tIns="45720" rIns="91440" bIns="45720" numCol="1" anchor="ctr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algn="ctr">
                  <a:defRPr sz="2800">
                    <a:solidFill>
                      <a:schemeClr val="bg1"/>
                    </a:solidFill>
                  </a:defRPr>
                </a:lvl1pPr>
                <a:lvl2pPr>
                  <a:defRPr>
                    <a:solidFill>
                      <a:schemeClr val="tx1"/>
                    </a:solidFill>
                  </a:defRPr>
                </a:lvl2pPr>
                <a:lvl3pPr>
                  <a:defRPr>
                    <a:solidFill>
                      <a:schemeClr val="tx1"/>
                    </a:solidFill>
                  </a:defRPr>
                </a:lvl3pPr>
                <a:lvl4pPr>
                  <a:defRPr>
                    <a:solidFill>
                      <a:schemeClr val="tx1"/>
                    </a:solidFill>
                  </a:defRPr>
                </a:lvl4pPr>
                <a:lvl5pPr>
                  <a:defRPr>
                    <a:solidFill>
                      <a:schemeClr val="tx1"/>
                    </a:solidFill>
                  </a:defRPr>
                </a:lvl5pPr>
                <a:lvl6pPr>
                  <a:defRPr>
                    <a:solidFill>
                      <a:schemeClr val="tx1"/>
                    </a:solidFill>
                  </a:defRPr>
                </a:lvl6pPr>
                <a:lvl7pPr>
                  <a:defRPr>
                    <a:solidFill>
                      <a:schemeClr val="tx1"/>
                    </a:solidFill>
                  </a:defRPr>
                </a:lvl7pPr>
                <a:lvl8pPr>
                  <a:defRPr>
                    <a:solidFill>
                      <a:schemeClr val="tx1"/>
                    </a:solidFill>
                  </a:defRPr>
                </a:lvl8pPr>
                <a:lvl9pPr>
                  <a:defRPr>
                    <a:solidFill>
                      <a:schemeClr val="tx1"/>
                    </a:solidFill>
                  </a:defRPr>
                </a:lvl9pPr>
              </a:lstStyle>
              <a:p>
                <a:pPr algn="l"/>
                <a:r>
                  <a:rPr lang="en-US" b="1" dirty="0"/>
                  <a:t>Axiom 9: </a:t>
                </a:r>
                <a14:m>
                  <m:oMath xmlns:m="http://schemas.openxmlformats.org/officeDocument/2006/math">
                    <m:r>
                      <a:rPr lang="en-US" b="1" i="0" dirty="0" smtClean="0">
                        <a:latin typeface="Cambria Math" panose="02040503050406030204" pitchFamily="18" charset="0"/>
                      </a:rPr>
                      <m:t>𝐤</m:t>
                    </m:r>
                    <m:r>
                      <a:rPr lang="en-US" b="1" i="0" dirty="0" smtClean="0">
                        <a:latin typeface="Cambria Math" panose="02040503050406030204" pitchFamily="18" charset="0"/>
                      </a:rPr>
                      <m:t>⋅</m:t>
                    </m:r>
                    <m:d>
                      <m:dPr>
                        <m:ctrlPr>
                          <a:rPr lang="en-US" b="1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 i="0" dirty="0">
                            <a:latin typeface="Cambria Math" panose="02040503050406030204" pitchFamily="18" charset="0"/>
                          </a:rPr>
                          <m:t>𝐦</m:t>
                        </m:r>
                        <m:r>
                          <a:rPr lang="en-US" b="1" i="0" dirty="0">
                            <a:latin typeface="Cambria Math" panose="02040503050406030204" pitchFamily="18" charset="0"/>
                          </a:rPr>
                          <m:t>⋅</m:t>
                        </m:r>
                        <m:r>
                          <a:rPr lang="en-US" b="1" i="0" dirty="0" smtClean="0">
                            <a:latin typeface="Cambria Math" panose="02040503050406030204" pitchFamily="18" charset="0"/>
                          </a:rPr>
                          <m:t>𝐮</m:t>
                        </m:r>
                      </m:e>
                    </m:d>
                    <m:r>
                      <a:rPr lang="en-US" b="1" i="0" dirty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b="1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 i="0" dirty="0">
                            <a:latin typeface="Cambria Math" panose="02040503050406030204" pitchFamily="18" charset="0"/>
                          </a:rPr>
                          <m:t>𝐤</m:t>
                        </m:r>
                        <m:r>
                          <a:rPr lang="en-US" b="1" i="0" dirty="0" smtClean="0">
                            <a:latin typeface="Cambria Math" panose="02040503050406030204" pitchFamily="18" charset="0"/>
                          </a:rPr>
                          <m:t>𝐦</m:t>
                        </m:r>
                      </m:e>
                    </m:d>
                    <m:r>
                      <a:rPr lang="en-US" b="1" dirty="0">
                        <a:latin typeface="Cambria Math" panose="02040503050406030204" pitchFamily="18" charset="0"/>
                      </a:rPr>
                      <m:t>⋅</m:t>
                    </m:r>
                    <m:r>
                      <a:rPr lang="en-US" b="1" i="0" dirty="0" smtClean="0">
                        <a:latin typeface="Cambria Math" panose="02040503050406030204" pitchFamily="18" charset="0"/>
                      </a:rPr>
                      <m:t>𝐮</m:t>
                    </m:r>
                  </m:oMath>
                </a14:m>
                <a:endParaRPr lang="en-US" b="1" dirty="0"/>
              </a:p>
            </p:txBody>
          </p:sp>
        </mc:Choice>
        <mc:Fallback xmlns="">
          <p:sp>
            <p:nvSpPr>
              <p:cNvPr id="21" name="Content Placeholder 4">
                <a:extLst>
                  <a:ext uri="{FF2B5EF4-FFF2-40B4-BE49-F238E27FC236}">
                    <a16:creationId xmlns:a16="http://schemas.microsoft.com/office/drawing/2014/main" id="{C2E3A768-B2DD-49B5-A909-9453EEB041E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-1" y="865206"/>
                <a:ext cx="5615190" cy="540000"/>
              </a:xfrm>
              <a:prstGeom prst="rect">
                <a:avLst/>
              </a:prstGeom>
              <a:blipFill>
                <a:blip r:embed="rId2"/>
                <a:stretch>
                  <a:fillRect l="-2172" t="-10112" b="-29213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FDFDD70C-3AAE-183B-5AED-36C59E3E9B77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IN" dirty="0"/>
                  <a:t>Method:1 </a:t>
                </a:r>
                <a14:m>
                  <m:oMath xmlns:m="http://schemas.openxmlformats.org/officeDocument/2006/math">
                    <m:r>
                      <a:rPr lang="en-I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⇝</m:t>
                    </m:r>
                  </m:oMath>
                </a14:m>
                <a:r>
                  <a:rPr lang="en-IN" dirty="0"/>
                  <a:t> Example:17(continue)</a:t>
                </a:r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FDFDD70C-3AAE-183B-5AED-36C59E3E9B7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3"/>
                <a:stretch>
                  <a:fillRect l="-400" t="-8547" b="-1965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Content Placeholder 4">
                <a:extLst>
                  <a:ext uri="{FF2B5EF4-FFF2-40B4-BE49-F238E27FC236}">
                    <a16:creationId xmlns:a16="http://schemas.microsoft.com/office/drawing/2014/main" id="{E2369E14-FB7F-439F-B8BC-3D00ED9ED33E}"/>
                  </a:ext>
                </a:extLst>
              </p:cNvPr>
              <p:cNvSpPr txBox="1">
                <a:spLocks/>
              </p:cNvSpPr>
              <p:nvPr/>
            </p:nvSpPr>
            <p:spPr>
              <a:xfrm flipH="1">
                <a:off x="132610" y="1563746"/>
                <a:ext cx="2353013" cy="540000"/>
              </a:xfrm>
              <a:prstGeom prst="rect">
                <a:avLst/>
              </a:prstGeom>
              <a:noFill/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vert="horz" lIns="91440" tIns="45720" rIns="91440" bIns="45720" rtlCol="0" anchor="ctr">
                <a:noAutofit/>
              </a:bodyPr>
              <a:lstStyle>
                <a:lvl1pPr marL="265113" indent="-265113" algn="just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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809625" indent="-352425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lnSpc>
                    <a:spcPct val="115000"/>
                  </a:lnSpc>
                  <a:spcAft>
                    <a:spcPts val="800"/>
                  </a:spcAft>
                  <a:buNone/>
                </a:pPr>
                <a:r>
                  <a:rPr lang="en-US" sz="2800" dirty="0">
                    <a:solidFill>
                      <a:srgbClr val="002060"/>
                    </a:solidFill>
                  </a:rPr>
                  <a:t>Now,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800" i="0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k</m:t>
                    </m:r>
                    <m:r>
                      <m:rPr>
                        <m:nor/>
                      </m:rPr>
                      <a:rPr lang="en-US" sz="2800" i="0" dirty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⋅</m:t>
                    </m:r>
                    <m:d>
                      <m:dPr>
                        <m:ctrlPr>
                          <a:rPr lang="en-US" sz="2800" b="0" i="1" dirty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sz="2800" b="0" i="0" dirty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m</m:t>
                        </m:r>
                        <m:r>
                          <a:rPr lang="en-US" sz="2800" b="0" i="0" dirty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r>
                          <m:rPr>
                            <m:sty m:val="p"/>
                          </m:rPr>
                          <a:rPr lang="en-US" sz="2800" b="0" i="0" dirty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u</m:t>
                        </m:r>
                      </m:e>
                    </m:d>
                  </m:oMath>
                </a14:m>
                <a:endParaRPr lang="en-US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19" name="Content Placeholder 4">
                <a:extLst>
                  <a:ext uri="{FF2B5EF4-FFF2-40B4-BE49-F238E27FC236}">
                    <a16:creationId xmlns:a16="http://schemas.microsoft.com/office/drawing/2014/main" id="{E2369E14-FB7F-439F-B8BC-3D00ED9ED33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132610" y="1563746"/>
                <a:ext cx="2353013" cy="540000"/>
              </a:xfrm>
              <a:prstGeom prst="rect">
                <a:avLst/>
              </a:prstGeom>
              <a:blipFill>
                <a:blip r:embed="rId5"/>
                <a:stretch>
                  <a:fillRect l="-5440" t="-10227" b="-29545"/>
                </a:stretch>
              </a:blipFill>
              <a:ln w="12700" cap="flat" cmpd="sng" algn="ctr">
                <a:noFill/>
                <a:prstDash val="solid"/>
                <a:miter lim="800000"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Content Placeholder 4">
                <a:extLst>
                  <a:ext uri="{FF2B5EF4-FFF2-40B4-BE49-F238E27FC236}">
                    <a16:creationId xmlns:a16="http://schemas.microsoft.com/office/drawing/2014/main" id="{E2369E14-FB7F-439F-B8BC-3D00ED9ED33E}"/>
                  </a:ext>
                </a:extLst>
              </p:cNvPr>
              <p:cNvSpPr txBox="1">
                <a:spLocks/>
              </p:cNvSpPr>
              <p:nvPr/>
            </p:nvSpPr>
            <p:spPr>
              <a:xfrm flipH="1">
                <a:off x="2340898" y="1563746"/>
                <a:ext cx="4480031" cy="540000"/>
              </a:xfrm>
              <a:prstGeom prst="rect">
                <a:avLst/>
              </a:prstGeom>
              <a:noFill/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vert="horz" lIns="91440" tIns="45720" rIns="91440" bIns="45720" rtlCol="0" anchor="ctr">
                <a:noAutofit/>
              </a:bodyPr>
              <a:lstStyle>
                <a:lvl1pPr marL="265113" indent="-265113" algn="just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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809625" indent="-352425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 algn="l">
                  <a:lnSpc>
                    <a:spcPct val="115000"/>
                  </a:lnSpc>
                  <a:spcAft>
                    <a:spcPts val="800"/>
                  </a:spcAft>
                  <a:buNone/>
                </a:pPr>
                <a14:m>
                  <m:oMath xmlns:m="http://schemas.openxmlformats.org/officeDocument/2006/math">
                    <m:r>
                      <a:rPr lang="en-US" sz="2800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sz="2800" dirty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k</m:t>
                    </m:r>
                    <m:r>
                      <m:rPr>
                        <m:nor/>
                      </m:rPr>
                      <a:rPr lang="en-US" sz="2800" i="0" dirty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⋅</m:t>
                    </m:r>
                    <m:d>
                      <m:dPr>
                        <m:ctrlPr>
                          <a:rPr lang="en-US" sz="2800" i="1" dirty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sz="2800" dirty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m</m:t>
                        </m:r>
                        <m:r>
                          <a:rPr lang="en-US" sz="2800" b="0" i="1" dirty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d>
                          <m:dPr>
                            <m:ctrlPr>
                              <a:rPr lang="en-US" sz="280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Shruti" panose="020B0502040204020203" pitchFamily="34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sz="2800" i="1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Shruti" panose="020B0502040204020203" pitchFamily="34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n-US" sz="280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Shruti" panose="020B0502040204020203" pitchFamily="34" charset="0"/>
                                  </a:rPr>
                                  <m:t>a</m:t>
                                </m:r>
                              </m:e>
                              <m:sub>
                                <m:r>
                                  <a:rPr lang="en-US" sz="280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Shruti" panose="020B0502040204020203" pitchFamily="34" charset="0"/>
                                  </a:rPr>
                                  <m:t>0</m:t>
                                </m:r>
                              </m:sub>
                            </m:sSub>
                            <m:r>
                              <a:rPr lang="en-US" sz="280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Shruti" panose="020B0502040204020203" pitchFamily="34" charset="0"/>
                              </a:rPr>
                              <m:t>+</m:t>
                            </m:r>
                            <m:sSub>
                              <m:sSubPr>
                                <m:ctrlPr>
                                  <a:rPr lang="en-US" sz="2800" i="1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Shruti" panose="020B0502040204020203" pitchFamily="34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n-US" sz="280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Shruti" panose="020B0502040204020203" pitchFamily="34" charset="0"/>
                                  </a:rPr>
                                  <m:t>a</m:t>
                                </m:r>
                              </m:e>
                              <m:sub>
                                <m:r>
                                  <a:rPr lang="en-US" sz="280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Shruti" panose="020B0502040204020203" pitchFamily="34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m:rPr>
                                <m:sty m:val="p"/>
                              </m:rPr>
                              <a:rPr lang="en-US" sz="280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Shruti" panose="020B0502040204020203" pitchFamily="34" charset="0"/>
                              </a:rPr>
                              <m:t>x</m:t>
                            </m:r>
                            <m:r>
                              <a:rPr lang="en-US" sz="280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Shruti" panose="020B0502040204020203" pitchFamily="34" charset="0"/>
                              </a:rPr>
                              <m:t>+</m:t>
                            </m:r>
                            <m:sSub>
                              <m:sSubPr>
                                <m:ctrlPr>
                                  <a:rPr lang="en-US" sz="2800" i="1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Shruti" panose="020B0502040204020203" pitchFamily="34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n-US" sz="280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Shruti" panose="020B0502040204020203" pitchFamily="34" charset="0"/>
                                  </a:rPr>
                                  <m:t>a</m:t>
                                </m:r>
                              </m:e>
                              <m:sub>
                                <m:r>
                                  <a:rPr lang="en-US" sz="280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Shruti" panose="020B0502040204020203" pitchFamily="34" charset="0"/>
                                  </a:rPr>
                                  <m:t>2</m:t>
                                </m:r>
                              </m:sub>
                            </m:sSub>
                            <m:sSup>
                              <m:sSupPr>
                                <m:ctrlPr>
                                  <a:rPr lang="en-US" sz="2800" i="1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Shruti" panose="020B0502040204020203" pitchFamily="34" charset="0"/>
                                  </a:rPr>
                                </m:ctrlPr>
                              </m:sSupPr>
                              <m:e>
                                <m:r>
                                  <m:rPr>
                                    <m:sty m:val="p"/>
                                  </m:rPr>
                                  <a:rPr lang="en-US" sz="280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Shruti" panose="020B0502040204020203" pitchFamily="34" charset="0"/>
                                  </a:rPr>
                                  <m:t>x</m:t>
                                </m:r>
                              </m:e>
                              <m:sup>
                                <m:r>
                                  <a:rPr lang="en-US" sz="280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Shruti" panose="020B0502040204020203" pitchFamily="34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d>
                      </m:e>
                    </m:d>
                  </m:oMath>
                </a14:m>
                <a:r>
                  <a:rPr lang="en-US" sz="2800" dirty="0">
                    <a:solidFill>
                      <a:srgbClr val="002060"/>
                    </a:solidFill>
                  </a:rPr>
                  <a:t> </a:t>
                </a:r>
              </a:p>
            </p:txBody>
          </p:sp>
        </mc:Choice>
        <mc:Fallback xmlns="">
          <p:sp>
            <p:nvSpPr>
              <p:cNvPr id="20" name="Content Placeholder 4">
                <a:extLst>
                  <a:ext uri="{FF2B5EF4-FFF2-40B4-BE49-F238E27FC236}">
                    <a16:creationId xmlns:a16="http://schemas.microsoft.com/office/drawing/2014/main" id="{E2369E14-FB7F-439F-B8BC-3D00ED9ED33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2340898" y="1563746"/>
                <a:ext cx="4480031" cy="54000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ln w="12700" cap="flat" cmpd="sng" algn="ctr">
                <a:noFill/>
                <a:prstDash val="solid"/>
                <a:miter lim="800000"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Content Placeholder 4">
                <a:extLst>
                  <a:ext uri="{FF2B5EF4-FFF2-40B4-BE49-F238E27FC236}">
                    <a16:creationId xmlns:a16="http://schemas.microsoft.com/office/drawing/2014/main" id="{E2369E14-FB7F-439F-B8BC-3D00ED9ED33E}"/>
                  </a:ext>
                </a:extLst>
              </p:cNvPr>
              <p:cNvSpPr txBox="1">
                <a:spLocks/>
              </p:cNvSpPr>
              <p:nvPr/>
            </p:nvSpPr>
            <p:spPr>
              <a:xfrm flipH="1">
                <a:off x="2334459" y="2257751"/>
                <a:ext cx="5298374" cy="540000"/>
              </a:xfrm>
              <a:prstGeom prst="rect">
                <a:avLst/>
              </a:prstGeom>
              <a:noFill/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vert="horz" lIns="91440" tIns="45720" rIns="91440" bIns="45720" rtlCol="0" anchor="ctr">
                <a:noAutofit/>
              </a:bodyPr>
              <a:lstStyle>
                <a:lvl1pPr marL="265113" indent="-265113" algn="just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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809625" indent="-352425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lnSpc>
                    <a:spcPct val="115000"/>
                  </a:lnSpc>
                  <a:spcAft>
                    <a:spcPts val="8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800" dirty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sz="2800" dirty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k</m:t>
                      </m:r>
                      <m:r>
                        <m:rPr>
                          <m:nor/>
                        </m:rPr>
                        <a:rPr lang="en-US" sz="2800" i="0" dirty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⋅</m:t>
                      </m:r>
                      <m:d>
                        <m:dPr>
                          <m:ctrlPr>
                            <a:rPr lang="en-US" sz="2800" i="1" dirty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sz="2800" dirty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m</m:t>
                          </m:r>
                          <m:r>
                            <a:rPr lang="en-US" sz="2800" b="0" i="0" dirty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sSub>
                            <m:sSubPr>
                              <m:ctrlPr>
                                <a:rPr lang="en-US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Shruti" panose="020B0502040204020203" pitchFamily="34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Shruti" panose="020B0502040204020203" pitchFamily="34" charset="0"/>
                                </a:rPr>
                                <m:t>a</m:t>
                              </m:r>
                            </m:e>
                            <m:sub>
                              <m: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Shruti" panose="020B0502040204020203" pitchFamily="34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Shruti" panose="020B0502040204020203" pitchFamily="34" charset="0"/>
                            </a:rPr>
                            <m:t>+</m:t>
                          </m:r>
                          <m:r>
                            <m:rPr>
                              <m:sty m:val="p"/>
                            </m:rPr>
                            <a:rPr lang="en-US" sz="2800" dirty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m</m:t>
                          </m:r>
                          <m:r>
                            <a:rPr lang="en-US" sz="2800" b="0" i="0" dirty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sSub>
                            <m:sSubPr>
                              <m:ctrlPr>
                                <a:rPr lang="en-US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Shruti" panose="020B0502040204020203" pitchFamily="34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Shruti" panose="020B0502040204020203" pitchFamily="34" charset="0"/>
                                </a:rPr>
                                <m:t>a</m:t>
                              </m:r>
                            </m:e>
                            <m:sub>
                              <m: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Shruti" panose="020B0502040204020203" pitchFamily="34" charset="0"/>
                                </a:rPr>
                                <m:t>1</m:t>
                              </m:r>
                            </m:sub>
                          </m:sSub>
                          <m:r>
                            <m:rPr>
                              <m:sty m:val="p"/>
                            </m:rP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Shruti" panose="020B0502040204020203" pitchFamily="34" charset="0"/>
                            </a:rPr>
                            <m:t>x</m:t>
                          </m:r>
                          <m: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Shruti" panose="020B0502040204020203" pitchFamily="34" charset="0"/>
                            </a:rPr>
                            <m:t>+</m:t>
                          </m:r>
                          <m:r>
                            <m:rPr>
                              <m:sty m:val="p"/>
                            </m:rPr>
                            <a:rPr lang="en-US" sz="2800" dirty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m</m:t>
                          </m:r>
                          <m:r>
                            <a:rPr lang="en-US" sz="2800" b="0" i="1" dirty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sSub>
                            <m:sSubPr>
                              <m:ctrlPr>
                                <a:rPr lang="en-US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Shruti" panose="020B0502040204020203" pitchFamily="34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Shruti" panose="020B0502040204020203" pitchFamily="34" charset="0"/>
                                </a:rPr>
                                <m:t>a</m:t>
                              </m:r>
                            </m:e>
                            <m:sub>
                              <m: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Shruti" panose="020B0502040204020203" pitchFamily="34" charset="0"/>
                                </a:rPr>
                                <m:t>2</m:t>
                              </m:r>
                            </m:sub>
                          </m:sSub>
                          <m:sSup>
                            <m:sSupPr>
                              <m:ctrlPr>
                                <a:rPr lang="en-US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Shruti" panose="020B0502040204020203" pitchFamily="34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Shruti" panose="020B0502040204020203" pitchFamily="34" charset="0"/>
                                </a:rPr>
                                <m:t>x</m:t>
                              </m:r>
                            </m:e>
                            <m:sup>
                              <m: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Shruti" panose="020B0502040204020203" pitchFamily="34" charset="0"/>
                                </a:rPr>
                                <m:t>2</m:t>
                              </m:r>
                            </m:sup>
                          </m:sSup>
                        </m:e>
                      </m:d>
                      <m:r>
                        <m:rPr>
                          <m:nor/>
                        </m:rPr>
                        <a:rPr lang="en-US" sz="2800" i="0" dirty="0">
                          <a:solidFill>
                            <a:srgbClr val="002060"/>
                          </a:solidFill>
                        </a:rPr>
                        <m:t> </m:t>
                      </m:r>
                    </m:oMath>
                  </m:oMathPara>
                </a14:m>
                <a:endParaRPr lang="en-US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23" name="Content Placeholder 4">
                <a:extLst>
                  <a:ext uri="{FF2B5EF4-FFF2-40B4-BE49-F238E27FC236}">
                    <a16:creationId xmlns:a16="http://schemas.microsoft.com/office/drawing/2014/main" id="{E2369E14-FB7F-439F-B8BC-3D00ED9ED33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2334459" y="2257751"/>
                <a:ext cx="5298374" cy="54000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  <a:ln w="12700" cap="flat" cmpd="sng" algn="ctr">
                <a:noFill/>
                <a:prstDash val="solid"/>
                <a:miter lim="800000"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Content Placeholder 4">
                <a:extLst>
                  <a:ext uri="{FF2B5EF4-FFF2-40B4-BE49-F238E27FC236}">
                    <a16:creationId xmlns:a16="http://schemas.microsoft.com/office/drawing/2014/main" id="{E2369E14-FB7F-439F-B8BC-3D00ED9ED33E}"/>
                  </a:ext>
                </a:extLst>
              </p:cNvPr>
              <p:cNvSpPr txBox="1">
                <a:spLocks/>
              </p:cNvSpPr>
              <p:nvPr/>
            </p:nvSpPr>
            <p:spPr>
              <a:xfrm flipH="1">
                <a:off x="2340894" y="2885543"/>
                <a:ext cx="4820302" cy="462537"/>
              </a:xfrm>
              <a:prstGeom prst="rect">
                <a:avLst/>
              </a:prstGeom>
              <a:noFill/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vert="horz" lIns="91440" tIns="45720" rIns="91440" bIns="45720" rtlCol="0" anchor="ctr">
                <a:noAutofit/>
              </a:bodyPr>
              <a:lstStyle>
                <a:lvl1pPr marL="265113" indent="-265113" algn="just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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809625" indent="-352425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lnSpc>
                    <a:spcPct val="115000"/>
                  </a:lnSpc>
                  <a:spcAft>
                    <a:spcPts val="8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800" dirty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sz="2800" i="1">
                              <a:solidFill>
                                <a:srgbClr val="3A4A6A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800" i="1">
                                  <a:solidFill>
                                    <a:srgbClr val="3A4A6A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2800">
                                  <a:solidFill>
                                    <a:srgbClr val="3A4A6A"/>
                                  </a:solidFill>
                                  <a:latin typeface="Cambria Math" panose="02040503050406030204" pitchFamily="18" charset="0"/>
                                </a:rPr>
                                <m:t>km</m:t>
                              </m:r>
                              <m:r>
                                <m:rPr>
                                  <m:sty m:val="p"/>
                                </m:rP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Shruti" panose="020B0502040204020203" pitchFamily="34" charset="0"/>
                                </a:rPr>
                                <m:t>a</m:t>
                              </m:r>
                            </m:e>
                            <m:sub>
                              <m: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Shruti" panose="020B0502040204020203" pitchFamily="34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Shruti" panose="020B0502040204020203" pitchFamily="34" charset="0"/>
                            </a:rPr>
                            <m:t>+</m:t>
                          </m:r>
                          <m:r>
                            <m:rPr>
                              <m:sty m:val="p"/>
                            </m:rPr>
                            <a:rPr lang="en-US" sz="2800">
                              <a:solidFill>
                                <a:srgbClr val="3A4A6A"/>
                              </a:solidFill>
                              <a:latin typeface="Cambria Math" panose="02040503050406030204" pitchFamily="18" charset="0"/>
                            </a:rPr>
                            <m:t>km</m:t>
                          </m:r>
                          <m:sSub>
                            <m:sSubPr>
                              <m:ctrlPr>
                                <a:rPr lang="en-US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Shruti" panose="020B0502040204020203" pitchFamily="34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Shruti" panose="020B0502040204020203" pitchFamily="34" charset="0"/>
                                </a:rPr>
                                <m:t>a</m:t>
                              </m:r>
                            </m:e>
                            <m:sub>
                              <m: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Shruti" panose="020B0502040204020203" pitchFamily="34" charset="0"/>
                                </a:rPr>
                                <m:t>1</m:t>
                              </m:r>
                            </m:sub>
                          </m:sSub>
                          <m:r>
                            <m:rPr>
                              <m:sty m:val="p"/>
                            </m:rP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Shruti" panose="020B0502040204020203" pitchFamily="34" charset="0"/>
                            </a:rPr>
                            <m:t>x</m:t>
                          </m:r>
                          <m: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Shruti" panose="020B0502040204020203" pitchFamily="34" charset="0"/>
                            </a:rPr>
                            <m:t>+</m:t>
                          </m:r>
                          <m:r>
                            <m:rPr>
                              <m:sty m:val="p"/>
                            </m:rPr>
                            <a:rPr lang="en-US" sz="2800">
                              <a:solidFill>
                                <a:srgbClr val="3A4A6A"/>
                              </a:solidFill>
                              <a:latin typeface="Cambria Math" panose="02040503050406030204" pitchFamily="18" charset="0"/>
                            </a:rPr>
                            <m:t>k</m:t>
                          </m:r>
                          <m:sSub>
                            <m:sSubPr>
                              <m:ctrlPr>
                                <a:rPr lang="en-US" sz="2800" i="1">
                                  <a:solidFill>
                                    <a:srgbClr val="3A4A6A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2800">
                                  <a:solidFill>
                                    <a:srgbClr val="3A4A6A"/>
                                  </a:solidFill>
                                  <a:latin typeface="Cambria Math" panose="02040503050406030204" pitchFamily="18" charset="0"/>
                                </a:rPr>
                                <m:t>m</m:t>
                              </m:r>
                              <m:r>
                                <m:rPr>
                                  <m:sty m:val="p"/>
                                </m:rP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Shruti" panose="020B0502040204020203" pitchFamily="34" charset="0"/>
                                </a:rPr>
                                <m:t>a</m:t>
                              </m:r>
                            </m:e>
                            <m:sub>
                              <m: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Shruti" panose="020B0502040204020203" pitchFamily="34" charset="0"/>
                                </a:rPr>
                                <m:t>2</m:t>
                              </m:r>
                            </m:sub>
                          </m:sSub>
                          <m:sSup>
                            <m:sSupPr>
                              <m:ctrlPr>
                                <a:rPr lang="en-US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Shruti" panose="020B0502040204020203" pitchFamily="34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Shruti" panose="020B0502040204020203" pitchFamily="34" charset="0"/>
                                </a:rPr>
                                <m:t>x</m:t>
                              </m:r>
                            </m:e>
                            <m:sup>
                              <m: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Shruti" panose="020B0502040204020203" pitchFamily="34" charset="0"/>
                                </a:rPr>
                                <m:t>2</m:t>
                              </m:r>
                            </m:sup>
                          </m:sSup>
                        </m:e>
                      </m:d>
                      <m:r>
                        <m:rPr>
                          <m:nor/>
                        </m:rPr>
                        <a:rPr lang="en-US" sz="2800" i="0" dirty="0">
                          <a:solidFill>
                            <a:srgbClr val="002060"/>
                          </a:solidFill>
                        </a:rPr>
                        <m:t> </m:t>
                      </m:r>
                    </m:oMath>
                  </m:oMathPara>
                </a14:m>
                <a:endParaRPr lang="en-US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24" name="Content Placeholder 4">
                <a:extLst>
                  <a:ext uri="{FF2B5EF4-FFF2-40B4-BE49-F238E27FC236}">
                    <a16:creationId xmlns:a16="http://schemas.microsoft.com/office/drawing/2014/main" id="{E2369E14-FB7F-439F-B8BC-3D00ED9ED33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2340894" y="2885543"/>
                <a:ext cx="4820302" cy="462537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  <a:ln w="12700" cap="flat" cmpd="sng" algn="ctr">
                <a:noFill/>
                <a:prstDash val="solid"/>
                <a:miter lim="800000"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Content Placeholder 4">
                <a:extLst>
                  <a:ext uri="{FF2B5EF4-FFF2-40B4-BE49-F238E27FC236}">
                    <a16:creationId xmlns:a16="http://schemas.microsoft.com/office/drawing/2014/main" id="{E2369E14-FB7F-439F-B8BC-3D00ED9ED33E}"/>
                  </a:ext>
                </a:extLst>
              </p:cNvPr>
              <p:cNvSpPr txBox="1">
                <a:spLocks/>
              </p:cNvSpPr>
              <p:nvPr/>
            </p:nvSpPr>
            <p:spPr>
              <a:xfrm flipH="1">
                <a:off x="132610" y="4655902"/>
                <a:ext cx="3912338" cy="540000"/>
              </a:xfrm>
              <a:prstGeom prst="rect">
                <a:avLst/>
              </a:prstGeom>
              <a:noFill/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vert="horz" lIns="91440" tIns="45720" rIns="91440" bIns="45720" rtlCol="0" anchor="ctr">
                <a:noAutofit/>
              </a:bodyPr>
              <a:lstStyle>
                <a:lvl1pPr marL="265113" indent="-265113" algn="just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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809625" indent="-352425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lnSpc>
                    <a:spcPct val="115000"/>
                  </a:lnSpc>
                  <a:spcAft>
                    <a:spcPts val="800"/>
                  </a:spcAft>
                  <a:buNone/>
                </a:pPr>
                <a:r>
                  <a:rPr lang="en-US" sz="2800" dirty="0">
                    <a:solidFill>
                      <a:srgbClr val="002060"/>
                    </a:solidFill>
                    <a:latin typeface="+mj-lt"/>
                  </a:rPr>
                  <a:t>So,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800" dirty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k</m:t>
                    </m:r>
                    <m:r>
                      <m:rPr>
                        <m:nor/>
                      </m:rPr>
                      <a:rPr lang="en-US" sz="2800" i="0" dirty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⋅</m:t>
                    </m:r>
                    <m:d>
                      <m:dPr>
                        <m:ctrlPr>
                          <a:rPr lang="en-US" sz="2800" i="1" dirty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sz="2800" dirty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m</m:t>
                        </m:r>
                        <m:r>
                          <a:rPr lang="en-US" sz="2800" dirty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r>
                          <m:rPr>
                            <m:sty m:val="p"/>
                          </m:rPr>
                          <a:rPr lang="en-US" sz="2800" b="0" i="0" dirty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u</m:t>
                        </m:r>
                      </m:e>
                    </m:d>
                    <m:r>
                      <a:rPr lang="en-US" sz="2800" dirty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=(</m:t>
                    </m:r>
                    <m:r>
                      <m:rPr>
                        <m:sty m:val="p"/>
                      </m:rPr>
                      <a:rPr lang="en-US" sz="2800" dirty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k</m:t>
                    </m:r>
                    <m:r>
                      <m:rPr>
                        <m:nor/>
                      </m:rPr>
                      <a:rPr lang="en-US" sz="2800" i="0" dirty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m</m:t>
                    </m:r>
                    <m:r>
                      <m:rPr>
                        <m:nor/>
                      </m:rPr>
                      <a:rPr lang="en-US" sz="2800" i="0" dirty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)⋅</m:t>
                    </m:r>
                    <m:r>
                      <m:rPr>
                        <m:sty m:val="p"/>
                      </m:rPr>
                      <a:rPr lang="en-US" sz="2800" b="0" i="0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u</m:t>
                    </m:r>
                  </m:oMath>
                </a14:m>
                <a:endParaRPr lang="en-US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28" name="Content Placeholder 4">
                <a:extLst>
                  <a:ext uri="{FF2B5EF4-FFF2-40B4-BE49-F238E27FC236}">
                    <a16:creationId xmlns:a16="http://schemas.microsoft.com/office/drawing/2014/main" id="{E2369E14-FB7F-439F-B8BC-3D00ED9ED33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132610" y="4655902"/>
                <a:ext cx="3912338" cy="540000"/>
              </a:xfrm>
              <a:prstGeom prst="rect">
                <a:avLst/>
              </a:prstGeom>
              <a:blipFill>
                <a:blip r:embed="rId9"/>
                <a:stretch>
                  <a:fillRect l="-3271" t="-6818" b="-32955"/>
                </a:stretch>
              </a:blipFill>
              <a:ln w="12700" cap="flat" cmpd="sng" algn="ctr">
                <a:noFill/>
                <a:prstDash val="solid"/>
                <a:miter lim="800000"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Content Placeholder 4">
                <a:extLst>
                  <a:ext uri="{FF2B5EF4-FFF2-40B4-BE49-F238E27FC236}">
                    <a16:creationId xmlns:a16="http://schemas.microsoft.com/office/drawing/2014/main" id="{E2369E14-FB7F-439F-B8BC-3D00ED9ED33E}"/>
                  </a:ext>
                </a:extLst>
              </p:cNvPr>
              <p:cNvSpPr txBox="1">
                <a:spLocks/>
              </p:cNvSpPr>
              <p:nvPr/>
            </p:nvSpPr>
            <p:spPr>
              <a:xfrm flipH="1">
                <a:off x="2334459" y="3479779"/>
                <a:ext cx="4162593" cy="493274"/>
              </a:xfrm>
              <a:prstGeom prst="rect">
                <a:avLst/>
              </a:prstGeom>
              <a:noFill/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vert="horz" lIns="91440" tIns="45720" rIns="91440" bIns="45720" rtlCol="0" anchor="ctr">
                <a:noAutofit/>
              </a:bodyPr>
              <a:lstStyle>
                <a:lvl1pPr marL="265113" indent="-265113" algn="just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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809625" indent="-352425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lnSpc>
                    <a:spcPct val="115000"/>
                  </a:lnSpc>
                  <a:spcAft>
                    <a:spcPts val="8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800" i="0" dirty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800" b="0" i="0" dirty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m:rPr>
                          <m:sty m:val="p"/>
                        </m:rPr>
                        <a:rPr lang="en-US" sz="2800" i="0" dirty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k</m:t>
                      </m:r>
                      <m:r>
                        <m:rPr>
                          <m:nor/>
                        </m:rPr>
                        <a:rPr lang="en-US" sz="2800" b="0" i="0" dirty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m</m:t>
                      </m:r>
                      <m:r>
                        <m:rPr>
                          <m:nor/>
                        </m:rPr>
                        <a:rPr lang="en-US" sz="2800" b="0" i="0" dirty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)⋅</m:t>
                      </m:r>
                      <m:d>
                        <m:dPr>
                          <m:ctrlP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Shruti" panose="020B0502040204020203" pitchFamily="34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Shruti" panose="020B0502040204020203" pitchFamily="34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Shruti" panose="020B0502040204020203" pitchFamily="34" charset="0"/>
                                </a:rPr>
                                <m:t>a</m:t>
                              </m:r>
                            </m:e>
                            <m:sub>
                              <m: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Shruti" panose="020B0502040204020203" pitchFamily="34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Shruti" panose="020B0502040204020203" pitchFamily="34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Shruti" panose="020B0502040204020203" pitchFamily="34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Shruti" panose="020B0502040204020203" pitchFamily="34" charset="0"/>
                                </a:rPr>
                                <m:t>a</m:t>
                              </m:r>
                            </m:e>
                            <m:sub>
                              <m: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Shruti" panose="020B0502040204020203" pitchFamily="34" charset="0"/>
                                </a:rPr>
                                <m:t>1</m:t>
                              </m:r>
                            </m:sub>
                          </m:sSub>
                          <m:r>
                            <m:rPr>
                              <m:sty m:val="p"/>
                            </m:rP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Shruti" panose="020B0502040204020203" pitchFamily="34" charset="0"/>
                            </a:rPr>
                            <m:t>x</m:t>
                          </m:r>
                          <m: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Shruti" panose="020B0502040204020203" pitchFamily="34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Shruti" panose="020B0502040204020203" pitchFamily="34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Shruti" panose="020B0502040204020203" pitchFamily="34" charset="0"/>
                                </a:rPr>
                                <m:t>a</m:t>
                              </m:r>
                            </m:e>
                            <m:sub>
                              <m: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Shruti" panose="020B0502040204020203" pitchFamily="34" charset="0"/>
                                </a:rPr>
                                <m:t>2</m:t>
                              </m:r>
                            </m:sub>
                          </m:sSub>
                          <m:sSup>
                            <m:sSupPr>
                              <m:ctrlPr>
                                <a:rPr lang="en-US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Shruti" panose="020B0502040204020203" pitchFamily="34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Shruti" panose="020B0502040204020203" pitchFamily="34" charset="0"/>
                                </a:rPr>
                                <m:t>x</m:t>
                              </m:r>
                            </m:e>
                            <m:sup>
                              <m: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Shruti" panose="020B0502040204020203" pitchFamily="34" charset="0"/>
                                </a:rPr>
                                <m:t>2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en-US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16" name="Content Placeholder 4">
                <a:extLst>
                  <a:ext uri="{FF2B5EF4-FFF2-40B4-BE49-F238E27FC236}">
                    <a16:creationId xmlns:a16="http://schemas.microsoft.com/office/drawing/2014/main" id="{E2369E14-FB7F-439F-B8BC-3D00ED9ED33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2334459" y="3479779"/>
                <a:ext cx="4162593" cy="493274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  <a:ln w="12700" cap="flat" cmpd="sng" algn="ctr">
                <a:noFill/>
                <a:prstDash val="solid"/>
                <a:miter lim="800000"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Content Placeholder 4">
                <a:extLst>
                  <a:ext uri="{FF2B5EF4-FFF2-40B4-BE49-F238E27FC236}">
                    <a16:creationId xmlns:a16="http://schemas.microsoft.com/office/drawing/2014/main" id="{E2369E14-FB7F-439F-B8BC-3D00ED9ED33E}"/>
                  </a:ext>
                </a:extLst>
              </p:cNvPr>
              <p:cNvSpPr txBox="1">
                <a:spLocks/>
              </p:cNvSpPr>
              <p:nvPr/>
            </p:nvSpPr>
            <p:spPr>
              <a:xfrm flipH="1">
                <a:off x="2334460" y="4104752"/>
                <a:ext cx="1580717" cy="493274"/>
              </a:xfrm>
              <a:prstGeom prst="rect">
                <a:avLst/>
              </a:prstGeom>
              <a:noFill/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vert="horz" lIns="91440" tIns="45720" rIns="91440" bIns="45720" rtlCol="0" anchor="ctr">
                <a:noAutofit/>
              </a:bodyPr>
              <a:lstStyle>
                <a:lvl1pPr marL="265113" indent="-265113" algn="just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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809625" indent="-352425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lnSpc>
                    <a:spcPct val="115000"/>
                  </a:lnSpc>
                  <a:spcAft>
                    <a:spcPts val="8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800" i="0" dirty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800" b="0" i="0" dirty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m:rPr>
                          <m:sty m:val="p"/>
                        </m:rPr>
                        <a:rPr lang="en-US" sz="2800" i="0" dirty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k</m:t>
                      </m:r>
                      <m:r>
                        <m:rPr>
                          <m:nor/>
                        </m:rPr>
                        <a:rPr lang="en-US" sz="2800" b="0" i="0" dirty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m</m:t>
                      </m:r>
                      <m:r>
                        <m:rPr>
                          <m:nor/>
                        </m:rPr>
                        <a:rPr lang="en-US" sz="2800" b="0" i="0" dirty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)⋅</m:t>
                      </m:r>
                      <m:r>
                        <m:rPr>
                          <m:sty m:val="p"/>
                        </m:rPr>
                        <a:rPr lang="en-US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u</m:t>
                      </m:r>
                    </m:oMath>
                  </m:oMathPara>
                </a14:m>
                <a:endParaRPr lang="en-US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22" name="Content Placeholder 4">
                <a:extLst>
                  <a:ext uri="{FF2B5EF4-FFF2-40B4-BE49-F238E27FC236}">
                    <a16:creationId xmlns:a16="http://schemas.microsoft.com/office/drawing/2014/main" id="{E2369E14-FB7F-439F-B8BC-3D00ED9ED33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2334460" y="4104752"/>
                <a:ext cx="1580717" cy="493274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  <a:ln w="12700" cap="flat" cmpd="sng" algn="ctr">
                <a:noFill/>
                <a:prstDash val="solid"/>
                <a:miter lim="800000"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1" name="Picture 30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782710" y="756408"/>
            <a:ext cx="5353067" cy="1359637"/>
          </a:xfrm>
          <a:prstGeom prst="rect">
            <a:avLst/>
          </a:prstGeom>
        </p:spPr>
      </p:pic>
      <p:sp>
        <p:nvSpPr>
          <p:cNvPr id="32" name="Right Arrow 3">
            <a:extLst>
              <a:ext uri="{FF2B5EF4-FFF2-40B4-BE49-F238E27FC236}">
                <a16:creationId xmlns:a16="http://schemas.microsoft.com/office/drawing/2014/main" id="{3FE11F38-A8D0-406B-A77F-9DE69C4F1B02}"/>
              </a:ext>
            </a:extLst>
          </p:cNvPr>
          <p:cNvSpPr/>
          <p:nvPr/>
        </p:nvSpPr>
        <p:spPr>
          <a:xfrm flipV="1">
            <a:off x="6782712" y="1686758"/>
            <a:ext cx="144000" cy="180000"/>
          </a:xfrm>
          <a:prstGeom prst="rightArrow">
            <a:avLst/>
          </a:prstGeom>
          <a:gradFill>
            <a:gsLst>
              <a:gs pos="10000">
                <a:srgbClr val="0E47A1"/>
              </a:gs>
              <a:gs pos="100000">
                <a:srgbClr val="03A9F5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Wingdings 3" panose="05040102010807070707" pitchFamily="18" charset="2"/>
              <a:buNone/>
            </a:pPr>
            <a:endParaRPr lang="en-IN" sz="28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25247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23" grpId="0"/>
      <p:bldP spid="24" grpId="0"/>
      <p:bldP spid="28" grpId="0"/>
      <p:bldP spid="16" grpId="0"/>
      <p:bldP spid="22" grpId="0"/>
    </p:bld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ECFC8A-BC0D-5D72-FE99-20313653BC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1" name="Content Placeholder 4">
                <a:extLst>
                  <a:ext uri="{FF2B5EF4-FFF2-40B4-BE49-F238E27FC236}">
                    <a16:creationId xmlns:a16="http://schemas.microsoft.com/office/drawing/2014/main" id="{C2E3A768-B2DD-49B5-A909-9453EEB041E3}"/>
                  </a:ext>
                </a:extLst>
              </p:cNvPr>
              <p:cNvSpPr txBox="1">
                <a:spLocks/>
              </p:cNvSpPr>
              <p:nvPr/>
            </p:nvSpPr>
            <p:spPr>
              <a:xfrm flipH="1">
                <a:off x="-1" y="865206"/>
                <a:ext cx="5615190" cy="540000"/>
              </a:xfrm>
              <a:prstGeom prst="rect">
                <a:avLst/>
              </a:prstGeom>
              <a:gradFill>
                <a:gsLst>
                  <a:gs pos="10000">
                    <a:srgbClr val="0E47A1"/>
                  </a:gs>
                  <a:gs pos="100000">
                    <a:srgbClr val="03A9F5"/>
                  </a:gs>
                </a:gsLst>
                <a:lin ang="10800000" scaled="1"/>
              </a:gradFill>
              <a:ln>
                <a:noFill/>
              </a:ln>
            </p:spPr>
            <p:txBody>
              <a:bodyPr vert="horz" wrap="square" lIns="91440" tIns="45720" rIns="91440" bIns="45720" numCol="1" anchor="ctr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algn="ctr">
                  <a:defRPr sz="2800">
                    <a:solidFill>
                      <a:schemeClr val="bg1"/>
                    </a:solidFill>
                  </a:defRPr>
                </a:lvl1pPr>
                <a:lvl2pPr>
                  <a:defRPr>
                    <a:solidFill>
                      <a:schemeClr val="tx1"/>
                    </a:solidFill>
                  </a:defRPr>
                </a:lvl2pPr>
                <a:lvl3pPr>
                  <a:defRPr>
                    <a:solidFill>
                      <a:schemeClr val="tx1"/>
                    </a:solidFill>
                  </a:defRPr>
                </a:lvl3pPr>
                <a:lvl4pPr>
                  <a:defRPr>
                    <a:solidFill>
                      <a:schemeClr val="tx1"/>
                    </a:solidFill>
                  </a:defRPr>
                </a:lvl4pPr>
                <a:lvl5pPr>
                  <a:defRPr>
                    <a:solidFill>
                      <a:schemeClr val="tx1"/>
                    </a:solidFill>
                  </a:defRPr>
                </a:lvl5pPr>
                <a:lvl6pPr>
                  <a:defRPr>
                    <a:solidFill>
                      <a:schemeClr val="tx1"/>
                    </a:solidFill>
                  </a:defRPr>
                </a:lvl6pPr>
                <a:lvl7pPr>
                  <a:defRPr>
                    <a:solidFill>
                      <a:schemeClr val="tx1"/>
                    </a:solidFill>
                  </a:defRPr>
                </a:lvl7pPr>
                <a:lvl8pPr>
                  <a:defRPr>
                    <a:solidFill>
                      <a:schemeClr val="tx1"/>
                    </a:solidFill>
                  </a:defRPr>
                </a:lvl8pPr>
                <a:lvl9pPr>
                  <a:defRPr>
                    <a:solidFill>
                      <a:schemeClr val="tx1"/>
                    </a:solidFill>
                  </a:defRPr>
                </a:lvl9pPr>
              </a:lstStyle>
              <a:p>
                <a:pPr algn="l"/>
                <a:r>
                  <a:rPr lang="en-US" b="1" dirty="0"/>
                  <a:t>Axiom 10: </a:t>
                </a:r>
                <a14:m>
                  <m:oMath xmlns:m="http://schemas.openxmlformats.org/officeDocument/2006/math">
                    <m:r>
                      <a:rPr lang="en-US" b="1" i="0" dirty="0" smtClean="0">
                        <a:latin typeface="Cambria Math" panose="02040503050406030204" pitchFamily="18" charset="0"/>
                      </a:rPr>
                      <m:t>𝟏</m:t>
                    </m:r>
                    <m:r>
                      <a:rPr lang="en-US" b="1" i="0" dirty="0" smtClean="0">
                        <a:latin typeface="Cambria Math" panose="02040503050406030204" pitchFamily="18" charset="0"/>
                      </a:rPr>
                      <m:t>⋅</m:t>
                    </m:r>
                    <m:r>
                      <a:rPr lang="en-US" b="1" i="0" dirty="0" smtClean="0">
                        <a:latin typeface="Cambria Math" panose="02040503050406030204" pitchFamily="18" charset="0"/>
                      </a:rPr>
                      <m:t>𝐮</m:t>
                    </m:r>
                    <m:r>
                      <a:rPr lang="en-US" b="1" i="0" dirty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1" i="0" dirty="0" smtClean="0">
                        <a:latin typeface="Cambria Math" panose="02040503050406030204" pitchFamily="18" charset="0"/>
                      </a:rPr>
                      <m:t>𝐮</m:t>
                    </m:r>
                  </m:oMath>
                </a14:m>
                <a:endParaRPr lang="en-US" b="1" dirty="0"/>
              </a:p>
            </p:txBody>
          </p:sp>
        </mc:Choice>
        <mc:Fallback xmlns="">
          <p:sp>
            <p:nvSpPr>
              <p:cNvPr id="21" name="Content Placeholder 4">
                <a:extLst>
                  <a:ext uri="{FF2B5EF4-FFF2-40B4-BE49-F238E27FC236}">
                    <a16:creationId xmlns:a16="http://schemas.microsoft.com/office/drawing/2014/main" id="{C2E3A768-B2DD-49B5-A909-9453EEB041E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-1" y="865206"/>
                <a:ext cx="5615190" cy="540000"/>
              </a:xfrm>
              <a:prstGeom prst="rect">
                <a:avLst/>
              </a:prstGeom>
              <a:blipFill>
                <a:blip r:embed="rId2"/>
                <a:stretch>
                  <a:fillRect l="-2172" t="-10112" b="-29213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FDFDD70C-3AAE-183B-5AED-36C59E3E9B77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>
              <a:xfrm>
                <a:off x="-1" y="0"/>
                <a:ext cx="12192000" cy="711200"/>
              </a:xfrm>
            </p:spPr>
            <p:txBody>
              <a:bodyPr/>
              <a:lstStyle/>
              <a:p>
                <a:r>
                  <a:rPr lang="en-IN" dirty="0"/>
                  <a:t>Method:1 </a:t>
                </a:r>
                <a14:m>
                  <m:oMath xmlns:m="http://schemas.openxmlformats.org/officeDocument/2006/math">
                    <m:r>
                      <a:rPr lang="en-I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⇝</m:t>
                    </m:r>
                  </m:oMath>
                </a14:m>
                <a:r>
                  <a:rPr lang="en-IN" dirty="0"/>
                  <a:t> Example:17(continue)</a:t>
                </a:r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FDFDD70C-3AAE-183B-5AED-36C59E3E9B7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-1" y="0"/>
                <a:ext cx="12192000" cy="711200"/>
              </a:xfrm>
              <a:blipFill>
                <a:blip r:embed="rId3"/>
                <a:stretch>
                  <a:fillRect l="-400" t="-8547" b="-1965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Content Placeholder 4">
                <a:extLst>
                  <a:ext uri="{FF2B5EF4-FFF2-40B4-BE49-F238E27FC236}">
                    <a16:creationId xmlns:a16="http://schemas.microsoft.com/office/drawing/2014/main" id="{E2369E14-FB7F-439F-B8BC-3D00ED9ED33E}"/>
                  </a:ext>
                </a:extLst>
              </p:cNvPr>
              <p:cNvSpPr txBox="1">
                <a:spLocks/>
              </p:cNvSpPr>
              <p:nvPr/>
            </p:nvSpPr>
            <p:spPr>
              <a:xfrm flipH="1">
                <a:off x="132610" y="1548055"/>
                <a:ext cx="1645390" cy="540000"/>
              </a:xfrm>
              <a:prstGeom prst="rect">
                <a:avLst/>
              </a:prstGeom>
              <a:noFill/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vert="horz" lIns="91440" tIns="45720" rIns="91440" bIns="45720" rtlCol="0" anchor="ctr">
                <a:noAutofit/>
              </a:bodyPr>
              <a:lstStyle>
                <a:lvl1pPr marL="265113" indent="-265113" algn="just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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809625" indent="-352425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lnSpc>
                    <a:spcPct val="115000"/>
                  </a:lnSpc>
                  <a:spcAft>
                    <a:spcPts val="800"/>
                  </a:spcAft>
                  <a:buNone/>
                </a:pPr>
                <a:r>
                  <a:rPr lang="en-US" sz="2800" dirty="0">
                    <a:solidFill>
                      <a:srgbClr val="002060"/>
                    </a:solidFill>
                  </a:rPr>
                  <a:t>Now, </a:t>
                </a:r>
                <a14:m>
                  <m:oMath xmlns:m="http://schemas.openxmlformats.org/officeDocument/2006/math">
                    <m:r>
                      <a:rPr lang="en-US" sz="2800" b="0" i="0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nor/>
                      </m:rPr>
                      <a:rPr lang="en-US" sz="2800" i="0" dirty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US" sz="2800" b="0" i="0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sz="2800" b="0" i="0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u</m:t>
                    </m:r>
                  </m:oMath>
                </a14:m>
                <a:endParaRPr lang="en-US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19" name="Content Placeholder 4">
                <a:extLst>
                  <a:ext uri="{FF2B5EF4-FFF2-40B4-BE49-F238E27FC236}">
                    <a16:creationId xmlns:a16="http://schemas.microsoft.com/office/drawing/2014/main" id="{E2369E14-FB7F-439F-B8BC-3D00ED9ED33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132610" y="1548055"/>
                <a:ext cx="1645390" cy="540000"/>
              </a:xfrm>
              <a:prstGeom prst="rect">
                <a:avLst/>
              </a:prstGeom>
              <a:blipFill>
                <a:blip r:embed="rId5"/>
                <a:stretch>
                  <a:fillRect l="-7778" t="-10112" b="-28090"/>
                </a:stretch>
              </a:blipFill>
              <a:ln w="12700" cap="flat" cmpd="sng" algn="ctr">
                <a:noFill/>
                <a:prstDash val="solid"/>
                <a:miter lim="800000"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Content Placeholder 4">
                <a:extLst>
                  <a:ext uri="{FF2B5EF4-FFF2-40B4-BE49-F238E27FC236}">
                    <a16:creationId xmlns:a16="http://schemas.microsoft.com/office/drawing/2014/main" id="{E2369E14-FB7F-439F-B8BC-3D00ED9ED33E}"/>
                  </a:ext>
                </a:extLst>
              </p:cNvPr>
              <p:cNvSpPr txBox="1">
                <a:spLocks/>
              </p:cNvSpPr>
              <p:nvPr/>
            </p:nvSpPr>
            <p:spPr>
              <a:xfrm flipH="1">
                <a:off x="1566017" y="1597115"/>
                <a:ext cx="3541968" cy="540000"/>
              </a:xfrm>
              <a:prstGeom prst="rect">
                <a:avLst/>
              </a:prstGeom>
              <a:noFill/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vert="horz" lIns="91440" tIns="45720" rIns="91440" bIns="45720" rtlCol="0" anchor="ctr">
                <a:noAutofit/>
              </a:bodyPr>
              <a:lstStyle>
                <a:lvl1pPr marL="265113" indent="-265113" algn="just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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809625" indent="-352425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lnSpc>
                    <a:spcPct val="115000"/>
                  </a:lnSpc>
                  <a:spcAft>
                    <a:spcPts val="8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dirty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800" dirty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  <m:r>
                        <m:rPr>
                          <m:nor/>
                        </m:rPr>
                        <a:rPr lang="en-US" sz="2800" i="0" dirty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⋅</m:t>
                      </m:r>
                      <m:d>
                        <m:dPr>
                          <m:ctrlP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Shruti" panose="020B0502040204020203" pitchFamily="34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Shruti" panose="020B0502040204020203" pitchFamily="34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Shruti" panose="020B0502040204020203" pitchFamily="34" charset="0"/>
                                </a:rPr>
                                <m:t>a</m:t>
                              </m:r>
                            </m:e>
                            <m:sub>
                              <m: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Shruti" panose="020B0502040204020203" pitchFamily="34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Shruti" panose="020B0502040204020203" pitchFamily="34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Shruti" panose="020B0502040204020203" pitchFamily="34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Shruti" panose="020B0502040204020203" pitchFamily="34" charset="0"/>
                                </a:rPr>
                                <m:t>a</m:t>
                              </m:r>
                            </m:e>
                            <m:sub>
                              <m: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Shruti" panose="020B0502040204020203" pitchFamily="34" charset="0"/>
                                </a:rPr>
                                <m:t>1</m:t>
                              </m:r>
                            </m:sub>
                          </m:sSub>
                          <m:r>
                            <m:rPr>
                              <m:sty m:val="p"/>
                            </m:rP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Shruti" panose="020B0502040204020203" pitchFamily="34" charset="0"/>
                            </a:rPr>
                            <m:t>x</m:t>
                          </m:r>
                          <m: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Shruti" panose="020B0502040204020203" pitchFamily="34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Shruti" panose="020B0502040204020203" pitchFamily="34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Shruti" panose="020B0502040204020203" pitchFamily="34" charset="0"/>
                                </a:rPr>
                                <m:t>a</m:t>
                              </m:r>
                            </m:e>
                            <m:sub>
                              <m: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Shruti" panose="020B0502040204020203" pitchFamily="34" charset="0"/>
                                </a:rPr>
                                <m:t>2</m:t>
                              </m:r>
                            </m:sub>
                          </m:sSub>
                          <m:sSup>
                            <m:sSupPr>
                              <m:ctrlPr>
                                <a:rPr lang="en-US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Shruti" panose="020B0502040204020203" pitchFamily="34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Shruti" panose="020B0502040204020203" pitchFamily="34" charset="0"/>
                                </a:rPr>
                                <m:t>x</m:t>
                              </m:r>
                            </m:e>
                            <m:sup>
                              <m: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Shruti" panose="020B0502040204020203" pitchFamily="34" charset="0"/>
                                </a:rPr>
                                <m:t>2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en-US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20" name="Content Placeholder 4">
                <a:extLst>
                  <a:ext uri="{FF2B5EF4-FFF2-40B4-BE49-F238E27FC236}">
                    <a16:creationId xmlns:a16="http://schemas.microsoft.com/office/drawing/2014/main" id="{E2369E14-FB7F-439F-B8BC-3D00ED9ED33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1566017" y="1597115"/>
                <a:ext cx="3541968" cy="54000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ln w="12700" cap="flat" cmpd="sng" algn="ctr">
                <a:noFill/>
                <a:prstDash val="solid"/>
                <a:miter lim="800000"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Content Placeholder 4">
                <a:extLst>
                  <a:ext uri="{FF2B5EF4-FFF2-40B4-BE49-F238E27FC236}">
                    <a16:creationId xmlns:a16="http://schemas.microsoft.com/office/drawing/2014/main" id="{E2369E14-FB7F-439F-B8BC-3D00ED9ED33E}"/>
                  </a:ext>
                </a:extLst>
              </p:cNvPr>
              <p:cNvSpPr txBox="1">
                <a:spLocks/>
              </p:cNvSpPr>
              <p:nvPr/>
            </p:nvSpPr>
            <p:spPr>
              <a:xfrm flipH="1">
                <a:off x="1551337" y="2230904"/>
                <a:ext cx="3354294" cy="540000"/>
              </a:xfrm>
              <a:prstGeom prst="rect">
                <a:avLst/>
              </a:prstGeom>
              <a:noFill/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vert="horz" lIns="91440" tIns="45720" rIns="91440" bIns="45720" rtlCol="0" anchor="ctr">
                <a:noAutofit/>
              </a:bodyPr>
              <a:lstStyle>
                <a:lvl1pPr marL="265113" indent="-265113" algn="just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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809625" indent="-352425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lnSpc>
                    <a:spcPct val="115000"/>
                  </a:lnSpc>
                  <a:spcAft>
                    <a:spcPts val="8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800" i="0" dirty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Shruti" panose="020B0502040204020203" pitchFamily="34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Shruti" panose="020B0502040204020203" pitchFamily="34" charset="0"/>
                            </a:rPr>
                            <m:t>a</m:t>
                          </m:r>
                        </m:e>
                        <m:sub>
                          <m: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Shruti" panose="020B0502040204020203" pitchFamily="34" charset="0"/>
                            </a:rPr>
                            <m:t>0</m:t>
                          </m:r>
                        </m:sub>
                      </m:sSub>
                      <m:r>
                        <a:rPr lang="en-US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Shruti" panose="020B0502040204020203" pitchFamily="34" charset="0"/>
                        </a:rPr>
                        <m:t>+</m:t>
                      </m:r>
                      <m:sSub>
                        <m:sSubPr>
                          <m:ctrlP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Shruti" panose="020B0502040204020203" pitchFamily="34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Shruti" panose="020B0502040204020203" pitchFamily="34" charset="0"/>
                            </a:rPr>
                            <m:t>a</m:t>
                          </m:r>
                        </m:e>
                        <m:sub>
                          <m: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Shruti" panose="020B0502040204020203" pitchFamily="34" charset="0"/>
                            </a:rPr>
                            <m:t>1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n-US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Shruti" panose="020B0502040204020203" pitchFamily="34" charset="0"/>
                        </a:rPr>
                        <m:t>x</m:t>
                      </m:r>
                      <m:r>
                        <a:rPr lang="en-US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Shruti" panose="020B0502040204020203" pitchFamily="34" charset="0"/>
                        </a:rPr>
                        <m:t>+</m:t>
                      </m:r>
                      <m:sSub>
                        <m:sSubPr>
                          <m:ctrlP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Shruti" panose="020B0502040204020203" pitchFamily="34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Shruti" panose="020B0502040204020203" pitchFamily="34" charset="0"/>
                            </a:rPr>
                            <m:t>a</m:t>
                          </m:r>
                        </m:e>
                        <m:sub>
                          <m: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Shruti" panose="020B0502040204020203" pitchFamily="34" charset="0"/>
                            </a:rPr>
                            <m:t>2</m:t>
                          </m:r>
                        </m:sub>
                      </m:sSub>
                      <m:sSup>
                        <m:sSupPr>
                          <m:ctrlP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Shruti" panose="020B0502040204020203" pitchFamily="34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Shruti" panose="020B0502040204020203" pitchFamily="34" charset="0"/>
                            </a:rPr>
                            <m:t>x</m:t>
                          </m:r>
                        </m:e>
                        <m:sup>
                          <m: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Shruti" panose="020B0502040204020203" pitchFamily="34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US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23" name="Content Placeholder 4">
                <a:extLst>
                  <a:ext uri="{FF2B5EF4-FFF2-40B4-BE49-F238E27FC236}">
                    <a16:creationId xmlns:a16="http://schemas.microsoft.com/office/drawing/2014/main" id="{E2369E14-FB7F-439F-B8BC-3D00ED9ED33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1551337" y="2230904"/>
                <a:ext cx="3354294" cy="54000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  <a:ln w="12700" cap="flat" cmpd="sng" algn="ctr">
                <a:noFill/>
                <a:prstDash val="solid"/>
                <a:miter lim="800000"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Content Placeholder 4">
                <a:extLst>
                  <a:ext uri="{FF2B5EF4-FFF2-40B4-BE49-F238E27FC236}">
                    <a16:creationId xmlns:a16="http://schemas.microsoft.com/office/drawing/2014/main" id="{E2369E14-FB7F-439F-B8BC-3D00ED9ED33E}"/>
                  </a:ext>
                </a:extLst>
              </p:cNvPr>
              <p:cNvSpPr txBox="1">
                <a:spLocks/>
              </p:cNvSpPr>
              <p:nvPr/>
            </p:nvSpPr>
            <p:spPr>
              <a:xfrm flipH="1">
                <a:off x="132610" y="2913753"/>
                <a:ext cx="6268190" cy="990017"/>
              </a:xfrm>
              <a:prstGeom prst="rect">
                <a:avLst/>
              </a:prstGeom>
              <a:noFill/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vert="horz" lIns="91440" tIns="45720" rIns="91440" bIns="45720" rtlCol="0" anchor="ctr">
                <a:noAutofit/>
              </a:bodyPr>
              <a:lstStyle>
                <a:lvl1pPr marL="265113" indent="-265113" algn="just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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809625" indent="-352425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lnSpc>
                    <a:spcPct val="115000"/>
                  </a:lnSpc>
                  <a:spcAft>
                    <a:spcPts val="800"/>
                  </a:spcAft>
                  <a:buNone/>
                </a:pPr>
                <a:r>
                  <a:rPr lang="en-US" sz="2800" dirty="0">
                    <a:solidFill>
                      <a:srgbClr val="002060"/>
                    </a:solidFill>
                    <a:latin typeface="+mj-lt"/>
                  </a:rPr>
                  <a:t>Here, All the axioms are satisfied for </a:t>
                </a:r>
                <a14:m>
                  <m:oMath xmlns:m="http://schemas.openxmlformats.org/officeDocument/2006/math">
                    <m:r>
                      <a:rPr lang="en-US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ℝ</m:t>
                    </m:r>
                  </m:oMath>
                </a14:m>
                <a:r>
                  <a:rPr lang="en-US" sz="2800" dirty="0">
                    <a:solidFill>
                      <a:srgbClr val="002060"/>
                    </a:solidFill>
                    <a:latin typeface="+mj-lt"/>
                  </a:rPr>
                  <a:t> under given operations. </a:t>
                </a:r>
                <a:endParaRPr lang="en-US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28" name="Content Placeholder 4">
                <a:extLst>
                  <a:ext uri="{FF2B5EF4-FFF2-40B4-BE49-F238E27FC236}">
                    <a16:creationId xmlns:a16="http://schemas.microsoft.com/office/drawing/2014/main" id="{E2369E14-FB7F-439F-B8BC-3D00ED9ED33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132610" y="2913753"/>
                <a:ext cx="6268190" cy="990017"/>
              </a:xfrm>
              <a:prstGeom prst="rect">
                <a:avLst/>
              </a:prstGeom>
              <a:blipFill>
                <a:blip r:embed="rId8"/>
                <a:stretch>
                  <a:fillRect l="-2043" t="-6173" b="-20370"/>
                </a:stretch>
              </a:blipFill>
              <a:ln w="12700" cap="flat" cmpd="sng" algn="ctr">
                <a:noFill/>
                <a:prstDash val="solid"/>
                <a:miter lim="800000"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Content Placeholder 4">
                <a:extLst>
                  <a:ext uri="{FF2B5EF4-FFF2-40B4-BE49-F238E27FC236}">
                    <a16:creationId xmlns:a16="http://schemas.microsoft.com/office/drawing/2014/main" id="{E2369E14-FB7F-439F-B8BC-3D00ED9ED33E}"/>
                  </a:ext>
                </a:extLst>
              </p:cNvPr>
              <p:cNvSpPr txBox="1">
                <a:spLocks/>
              </p:cNvSpPr>
              <p:nvPr/>
            </p:nvSpPr>
            <p:spPr>
              <a:xfrm flipH="1">
                <a:off x="132610" y="4179405"/>
                <a:ext cx="6268190" cy="617827"/>
              </a:xfrm>
              <a:prstGeom prst="rect">
                <a:avLst/>
              </a:prstGeom>
              <a:noFill/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vert="horz" lIns="91440" tIns="45720" rIns="91440" bIns="45720" rtlCol="0" anchor="ctr">
                <a:noAutofit/>
              </a:bodyPr>
              <a:lstStyle>
                <a:lvl1pPr marL="265113" indent="-265113" algn="just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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809625" indent="-352425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lnSpc>
                    <a:spcPct val="115000"/>
                  </a:lnSpc>
                  <a:spcAft>
                    <a:spcPts val="800"/>
                  </a:spcAft>
                  <a:buNone/>
                </a:pPr>
                <a:r>
                  <a:rPr lang="en-US" sz="2800" dirty="0">
                    <a:solidFill>
                      <a:srgbClr val="002060"/>
                    </a:solidFill>
                    <a:latin typeface="+mj-lt"/>
                  </a:rPr>
                  <a:t>Hence,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2800" i="1">
                            <a:solidFill>
                              <a:srgbClr val="3A4A6A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800" i="1">
                                <a:solidFill>
                                  <a:srgbClr val="3A4A6A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00">
                                <a:solidFill>
                                  <a:srgbClr val="3A4A6A"/>
                                </a:solidFill>
                                <a:latin typeface="Cambria Math" panose="02040503050406030204" pitchFamily="18" charset="0"/>
                              </a:rPr>
                              <m:t>ℙ</m:t>
                            </m:r>
                          </m:e>
                          <m:sub>
                            <m:r>
                              <a:rPr lang="en-US" sz="2800">
                                <a:solidFill>
                                  <a:srgbClr val="3A4A6A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sz="2800" b="0" i="1" dirty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, + ,  ⋅ </m:t>
                        </m:r>
                      </m:e>
                    </m:d>
                  </m:oMath>
                </a14:m>
                <a:r>
                  <a:rPr lang="en-US" sz="2800" dirty="0">
                    <a:solidFill>
                      <a:srgbClr val="002060"/>
                    </a:solidFill>
                    <a:latin typeface="+mj-lt"/>
                  </a:rPr>
                  <a:t> is a vector space. </a:t>
                </a:r>
                <a:endParaRPr lang="en-US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18" name="Content Placeholder 4">
                <a:extLst>
                  <a:ext uri="{FF2B5EF4-FFF2-40B4-BE49-F238E27FC236}">
                    <a16:creationId xmlns:a16="http://schemas.microsoft.com/office/drawing/2014/main" id="{E2369E14-FB7F-439F-B8BC-3D00ED9ED33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132610" y="4179405"/>
                <a:ext cx="6268190" cy="617827"/>
              </a:xfrm>
              <a:prstGeom prst="rect">
                <a:avLst/>
              </a:prstGeom>
              <a:blipFill>
                <a:blip r:embed="rId9"/>
                <a:stretch>
                  <a:fillRect l="-2043" b="-21782"/>
                </a:stretch>
              </a:blipFill>
              <a:ln w="12700" cap="flat" cmpd="sng" algn="ctr">
                <a:noFill/>
                <a:prstDash val="solid"/>
                <a:miter lim="800000"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Content Placeholder 4">
                <a:extLst>
                  <a:ext uri="{FF2B5EF4-FFF2-40B4-BE49-F238E27FC236}">
                    <a16:creationId xmlns:a16="http://schemas.microsoft.com/office/drawing/2014/main" id="{E2369E14-FB7F-439F-B8BC-3D00ED9ED33E}"/>
                  </a:ext>
                </a:extLst>
              </p:cNvPr>
              <p:cNvSpPr txBox="1">
                <a:spLocks/>
              </p:cNvSpPr>
              <p:nvPr/>
            </p:nvSpPr>
            <p:spPr>
              <a:xfrm flipH="1">
                <a:off x="4564548" y="2219748"/>
                <a:ext cx="746625" cy="540000"/>
              </a:xfrm>
              <a:prstGeom prst="rect">
                <a:avLst/>
              </a:prstGeom>
              <a:noFill/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vert="horz" lIns="91440" tIns="45720" rIns="91440" bIns="45720" rtlCol="0" anchor="ctr">
                <a:noAutofit/>
              </a:bodyPr>
              <a:lstStyle>
                <a:lvl1pPr marL="265113" indent="-265113" algn="just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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809625" indent="-352425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lnSpc>
                    <a:spcPct val="115000"/>
                  </a:lnSpc>
                  <a:spcAft>
                    <a:spcPts val="8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i="0" dirty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sz="280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u</m:t>
                      </m:r>
                    </m:oMath>
                  </m:oMathPara>
                </a14:m>
                <a:endParaRPr lang="en-US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16" name="Content Placeholder 4">
                <a:extLst>
                  <a:ext uri="{FF2B5EF4-FFF2-40B4-BE49-F238E27FC236}">
                    <a16:creationId xmlns:a16="http://schemas.microsoft.com/office/drawing/2014/main" id="{E2369E14-FB7F-439F-B8BC-3D00ED9ED33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4564548" y="2219748"/>
                <a:ext cx="746625" cy="540000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  <a:ln w="12700" cap="flat" cmpd="sng" algn="ctr">
                <a:noFill/>
                <a:prstDash val="solid"/>
                <a:miter lim="800000"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2" name="Picture 21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782710" y="756408"/>
            <a:ext cx="5353067" cy="1359637"/>
          </a:xfrm>
          <a:prstGeom prst="rect">
            <a:avLst/>
          </a:prstGeom>
        </p:spPr>
      </p:pic>
      <p:sp>
        <p:nvSpPr>
          <p:cNvPr id="24" name="Right Arrow 3">
            <a:extLst>
              <a:ext uri="{FF2B5EF4-FFF2-40B4-BE49-F238E27FC236}">
                <a16:creationId xmlns:a16="http://schemas.microsoft.com/office/drawing/2014/main" id="{3FE11F38-A8D0-406B-A77F-9DE69C4F1B02}"/>
              </a:ext>
            </a:extLst>
          </p:cNvPr>
          <p:cNvSpPr/>
          <p:nvPr/>
        </p:nvSpPr>
        <p:spPr>
          <a:xfrm flipV="1">
            <a:off x="6782712" y="1686758"/>
            <a:ext cx="144000" cy="180000"/>
          </a:xfrm>
          <a:prstGeom prst="rightArrow">
            <a:avLst/>
          </a:prstGeom>
          <a:gradFill>
            <a:gsLst>
              <a:gs pos="10000">
                <a:srgbClr val="0E47A1"/>
              </a:gs>
              <a:gs pos="100000">
                <a:srgbClr val="03A9F5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Wingdings 3" panose="05040102010807070707" pitchFamily="18" charset="2"/>
              <a:buNone/>
            </a:pPr>
            <a:endParaRPr lang="en-IN" sz="28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369267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23" grpId="0"/>
      <p:bldP spid="28" grpId="0"/>
      <p:bldP spid="18" grpId="0"/>
      <p:bldP spid="16" grpId="0"/>
    </p:bld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Method-2</a:t>
            </a:r>
            <a:br>
              <a:rPr lang="en-US" dirty="0"/>
            </a:br>
            <a:r>
              <a:rPr lang="en-US" dirty="0"/>
              <a:t>Subspaces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DD1B15B0-DB21-4AD4-8A0D-08E74D04D8C7}"/>
              </a:ext>
            </a:extLst>
          </p:cNvPr>
          <p:cNvSpPr txBox="1">
            <a:spLocks/>
          </p:cNvSpPr>
          <p:nvPr/>
        </p:nvSpPr>
        <p:spPr>
          <a:xfrm>
            <a:off x="838200" y="2002632"/>
            <a:ext cx="10515600" cy="285273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6000" b="1" kern="1200" dirty="0">
                <a:gradFill flip="none" rotWithShape="1">
                  <a:gsLst>
                    <a:gs pos="0">
                      <a:srgbClr val="1D3064"/>
                    </a:gs>
                    <a:gs pos="100000">
                      <a:schemeClr val="tx2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endParaRPr lang="en-IN" dirty="0">
              <a:gradFill flip="none" rotWithShape="1">
                <a:gsLst>
                  <a:gs pos="10000">
                    <a:schemeClr val="accent6">
                      <a:lumMod val="50000"/>
                    </a:schemeClr>
                  </a:gs>
                  <a:gs pos="100000">
                    <a:schemeClr val="accent6"/>
                  </a:gs>
                </a:gsLst>
                <a:lin ang="0" scaled="1"/>
                <a:tileRect/>
              </a:gradFill>
            </a:endParaRPr>
          </a:p>
          <a:p>
            <a:endParaRPr lang="en-IN" dirty="0">
              <a:gradFill flip="none" rotWithShape="1">
                <a:gsLst>
                  <a:gs pos="10000">
                    <a:schemeClr val="accent6">
                      <a:lumMod val="50000"/>
                    </a:schemeClr>
                  </a:gs>
                  <a:gs pos="100000">
                    <a:schemeClr val="accent6"/>
                  </a:gs>
                </a:gsLst>
                <a:lin ang="0" scaled="1"/>
                <a:tileRect/>
              </a:gradFill>
            </a:endParaRPr>
          </a:p>
        </p:txBody>
      </p:sp>
    </p:spTree>
    <p:extLst>
      <p:ext uri="{BB962C8B-B14F-4D97-AF65-F5344CB8AC3E}">
        <p14:creationId xmlns:p14="http://schemas.microsoft.com/office/powerpoint/2010/main" val="2957329534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C8A814-E960-4A9A-9533-046AA2FCC7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Subspace of a Vector Space</a:t>
            </a:r>
            <a:endParaRPr lang="en-I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FCE115E-0DAA-4310-8C47-0D579246D26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347345" indent="-228600">
                  <a:lnSpc>
                    <a:spcPct val="115000"/>
                  </a:lnSpc>
                  <a:spcAft>
                    <a:spcPts val="800"/>
                  </a:spcAft>
                </a:pPr>
                <a:r>
                  <a:rPr lang="en-US" dirty="0"/>
                  <a:t>A non-empty subset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W</m:t>
                    </m:r>
                  </m:oMath>
                </a14:m>
                <a:r>
                  <a:rPr lang="en-US" dirty="0"/>
                  <a:t> of a vector space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i="0" dirty="0" smtClean="0">
                        <a:latin typeface="Cambria Math" panose="02040503050406030204" pitchFamily="18" charset="0"/>
                      </a:rPr>
                      <m:t>V</m:t>
                    </m:r>
                  </m:oMath>
                </a14:m>
                <a:r>
                  <a:rPr lang="en-US" dirty="0"/>
                  <a:t> (i.e.,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Φ</m:t>
                    </m:r>
                    <m:r>
                      <a:rPr lang="en-US">
                        <a:latin typeface="Cambria Math" panose="02040503050406030204" pitchFamily="18" charset="0"/>
                      </a:rPr>
                      <m:t>≠</m:t>
                    </m:r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W</m:t>
                    </m:r>
                    <m:r>
                      <a:rPr lang="en-US">
                        <a:latin typeface="Cambria Math" panose="02040503050406030204" pitchFamily="18" charset="0"/>
                      </a:rPr>
                      <m:t>⊆</m:t>
                    </m:r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V</m:t>
                    </m:r>
                  </m:oMath>
                </a14:m>
                <a:r>
                  <a:rPr lang="en-US" dirty="0"/>
                  <a:t>) is called a </a:t>
                </a:r>
                <a:r>
                  <a:rPr lang="en-US" b="1" dirty="0"/>
                  <a:t>subspace</a:t>
                </a:r>
                <a:r>
                  <a:rPr lang="en-US" dirty="0"/>
                  <a:t>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V</m:t>
                    </m:r>
                  </m:oMath>
                </a14:m>
                <a:r>
                  <a:rPr lang="en-US" dirty="0"/>
                  <a:t> if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W</m:t>
                    </m:r>
                    <m:r>
                      <a:rPr lang="en-US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is itself a vector space under the </a:t>
                </a:r>
                <a:r>
                  <a:rPr lang="en-US" b="1" dirty="0">
                    <a:solidFill>
                      <a:srgbClr val="FF0000"/>
                    </a:solidFill>
                  </a:rPr>
                  <a:t>same vector addition</a:t>
                </a:r>
                <a:r>
                  <a:rPr lang="en-US" dirty="0">
                    <a:solidFill>
                      <a:srgbClr val="FF0000"/>
                    </a:solidFill>
                  </a:rPr>
                  <a:t> </a:t>
                </a:r>
                <a:r>
                  <a:rPr lang="en-US" dirty="0"/>
                  <a:t>and </a:t>
                </a:r>
                <a:r>
                  <a:rPr lang="en-US" b="1" dirty="0">
                    <a:solidFill>
                      <a:srgbClr val="FF0000"/>
                    </a:solidFill>
                  </a:rPr>
                  <a:t>scalar multiplication</a:t>
                </a:r>
                <a:r>
                  <a:rPr lang="en-US" dirty="0">
                    <a:solidFill>
                      <a:srgbClr val="FF0000"/>
                    </a:solidFill>
                  </a:rPr>
                  <a:t> </a:t>
                </a:r>
                <a:r>
                  <a:rPr lang="en-US" dirty="0"/>
                  <a:t>defined 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V</m:t>
                    </m:r>
                  </m:oMath>
                </a14:m>
                <a:r>
                  <a:rPr lang="en-US" dirty="0"/>
                  <a:t>.</a:t>
                </a:r>
              </a:p>
              <a:p>
                <a:pPr marL="347345" indent="-228600">
                  <a:lnSpc>
                    <a:spcPct val="115000"/>
                  </a:lnSpc>
                  <a:spcAft>
                    <a:spcPts val="800"/>
                  </a:spcAft>
                </a:pPr>
                <a:r>
                  <a:rPr lang="en-US" dirty="0">
                    <a:ea typeface="Cambria Math" panose="02040503050406030204" pitchFamily="18" charset="0"/>
                  </a:rPr>
                  <a:t>In other words, Let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V</m:t>
                    </m:r>
                  </m:oMath>
                </a14:m>
                <a:r>
                  <a:rPr lang="en-US" dirty="0">
                    <a:ea typeface="Cambria Math" panose="02040503050406030204" pitchFamily="18" charset="0"/>
                  </a:rPr>
                  <a:t> be a vector space with the binary operations ‘</a:t>
                </a:r>
                <a14:m>
                  <m:oMath xmlns:m="http://schemas.openxmlformats.org/officeDocument/2006/math">
                    <m:r>
                      <a:rPr lang="en-US" b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</m:oMath>
                </a14:m>
                <a:r>
                  <a:rPr lang="en-US" dirty="0">
                    <a:ea typeface="Cambria Math" panose="02040503050406030204" pitchFamily="18" charset="0"/>
                  </a:rPr>
                  <a:t>’ and ‘</a:t>
                </a:r>
                <a14:m>
                  <m:oMath xmlns:m="http://schemas.openxmlformats.org/officeDocument/2006/math">
                    <m:r>
                      <a:rPr lang="en-US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⋅</m:t>
                    </m:r>
                    <m:r>
                      <a:rPr lang="en-US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>
                    <a:ea typeface="Cambria Math" panose="02040503050406030204" pitchFamily="18" charset="0"/>
                  </a:rPr>
                  <a:t>’. Let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W</m:t>
                    </m:r>
                  </m:oMath>
                </a14:m>
                <a:r>
                  <a:rPr lang="en-US" dirty="0">
                    <a:ea typeface="Cambria Math" panose="02040503050406030204" pitchFamily="18" charset="0"/>
                  </a:rPr>
                  <a:t> be a non-empty subset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V</m:t>
                    </m:r>
                  </m:oMath>
                </a14:m>
                <a:r>
                  <a:rPr lang="en-US" dirty="0">
                    <a:ea typeface="Cambria Math" panose="02040503050406030204" pitchFamily="18" charset="0"/>
                  </a:rPr>
                  <a:t>. Then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W</m:t>
                    </m:r>
                  </m:oMath>
                </a14:m>
                <a:r>
                  <a:rPr lang="en-US" dirty="0">
                    <a:ea typeface="Cambria Math" panose="02040503050406030204" pitchFamily="18" charset="0"/>
                  </a:rPr>
                  <a:t> is said to be a subspace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V</m:t>
                    </m:r>
                  </m:oMath>
                </a14:m>
                <a:r>
                  <a:rPr lang="en-US" dirty="0">
                    <a:ea typeface="Cambria Math" panose="02040503050406030204" pitchFamily="18" charset="0"/>
                  </a:rPr>
                  <a:t> if the following conditions are satisfied for all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u</m:t>
                    </m:r>
                    <m:r>
                      <a:rPr lang="en-US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 </m:t>
                    </m:r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v</m:t>
                    </m:r>
                    <m:r>
                      <a:rPr lang="en-US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W</m:t>
                    </m:r>
                    <m:r>
                      <a:rPr lang="en-US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>
                    <a:ea typeface="Cambria Math" panose="02040503050406030204" pitchFamily="18" charset="0"/>
                  </a:rPr>
                  <a:t>and</a:t>
                </a:r>
                <a14:m>
                  <m:oMath xmlns:m="http://schemas.openxmlformats.org/officeDocument/2006/math">
                    <m:r>
                      <a:rPr lang="en-US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k</m:t>
                    </m:r>
                    <m:r>
                      <a:rPr lang="en-US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r>
                      <a:rPr lang="en-US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ℝ</m:t>
                    </m:r>
                  </m:oMath>
                </a14:m>
                <a:r>
                  <a:rPr lang="en-US" dirty="0">
                    <a:ea typeface="Cambria Math" panose="02040503050406030204" pitchFamily="18" charset="0"/>
                  </a:rPr>
                  <a:t>:</a:t>
                </a:r>
              </a:p>
              <a:p>
                <a:pPr marL="891857" lvl="1" indent="-228600">
                  <a:lnSpc>
                    <a:spcPct val="115000"/>
                  </a:lnSpc>
                  <a:spcAft>
                    <a:spcPts val="800"/>
                  </a:spcAft>
                </a:pPr>
                <a:r>
                  <a:rPr lang="en-IN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u</m:t>
                    </m:r>
                    <m:r>
                      <a:rPr lang="en-US" i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v</m:t>
                    </m:r>
                    <m:r>
                      <a:rPr lang="en-US" i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US" i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W</m:t>
                    </m:r>
                  </m:oMath>
                </a14:m>
                <a:r>
                  <a:rPr lang="en-US" dirty="0">
                    <a:ea typeface="Cambria Math" panose="02040503050406030204" pitchFamily="18" charset="0"/>
                  </a:rPr>
                  <a:t> 		</a:t>
                </a:r>
                <a:r>
                  <a:rPr lang="en-US" b="1" dirty="0">
                    <a:solidFill>
                      <a:srgbClr val="FF0000"/>
                    </a:solidFill>
                  </a:rPr>
                  <a:t>(Closure under vector addition)</a:t>
                </a:r>
                <a:endParaRPr lang="en-IN" b="1" dirty="0">
                  <a:solidFill>
                    <a:srgbClr val="FF0000"/>
                  </a:solidFill>
                </a:endParaRPr>
              </a:p>
              <a:p>
                <a:pPr marL="891857" lvl="1" indent="-228600">
                  <a:lnSpc>
                    <a:spcPct val="115000"/>
                  </a:lnSpc>
                  <a:spcAft>
                    <a:spcPts val="800"/>
                  </a:spcAft>
                </a:pPr>
                <a:r>
                  <a:rPr lang="en-US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i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k</m:t>
                    </m:r>
                    <m:r>
                      <a:rPr lang="en-US" i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⋅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u</m:t>
                    </m:r>
                    <m:r>
                      <a:rPr lang="en-US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W</m:t>
                    </m:r>
                  </m:oMath>
                </a14:m>
                <a:r>
                  <a:rPr lang="en-US" dirty="0">
                    <a:ea typeface="Cambria Math" panose="02040503050406030204" pitchFamily="18" charset="0"/>
                  </a:rPr>
                  <a:t>		</a:t>
                </a:r>
                <a:r>
                  <a:rPr lang="en-US" b="1" dirty="0">
                    <a:solidFill>
                      <a:srgbClr val="FF0000"/>
                    </a:solidFill>
                  </a:rPr>
                  <a:t>(Closure under scalar multiplication)</a:t>
                </a:r>
              </a:p>
              <a:p>
                <a:pPr marL="0" indent="0">
                  <a:buNone/>
                </a:pPr>
                <a:endParaRPr lang="en-IN" b="1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FCE115E-0DAA-4310-8C47-0D579246D26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t="-654" r="-107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565718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C8A814-E960-4A9A-9533-046AA2FCC7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Remarks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FCE115E-0DAA-4310-8C47-0D579246D26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633095" indent="-514350">
                  <a:lnSpc>
                    <a:spcPct val="115000"/>
                  </a:lnSpc>
                  <a:spcAft>
                    <a:spcPts val="800"/>
                  </a:spcAft>
                  <a:buFont typeface="+mj-lt"/>
                  <a:buAutoNum type="arabicPeriod"/>
                </a:pPr>
                <a:r>
                  <a:rPr lang="en-US" i="0" dirty="0">
                    <a:latin typeface="+mj-lt"/>
                  </a:rPr>
                  <a:t>Every subspace of a vector space is itself a vector space under the same operations inherited from the parent vector space.</a:t>
                </a:r>
              </a:p>
              <a:p>
                <a:pPr marL="633095" indent="-514350">
                  <a:lnSpc>
                    <a:spcPct val="115000"/>
                  </a:lnSpc>
                  <a:spcAft>
                    <a:spcPts val="800"/>
                  </a:spcAft>
                  <a:buFont typeface="+mj-lt"/>
                  <a:buAutoNum type="arabicPeriod"/>
                </a:pPr>
                <a:r>
                  <a:rPr lang="en-US" dirty="0"/>
                  <a:t>Every subspace </a:t>
                </a:r>
                <a:r>
                  <a:rPr lang="en-US" b="1" dirty="0">
                    <a:solidFill>
                      <a:srgbClr val="FF0000"/>
                    </a:solidFill>
                  </a:rPr>
                  <a:t>must</a:t>
                </a:r>
                <a:r>
                  <a:rPr lang="en-US" dirty="0"/>
                  <a:t> contain the </a:t>
                </a:r>
                <a:r>
                  <a:rPr lang="en-US" b="1" dirty="0">
                    <a:solidFill>
                      <a:srgbClr val="FF0000"/>
                    </a:solidFill>
                  </a:rPr>
                  <a:t>zero vector</a:t>
                </a:r>
                <a:r>
                  <a:rPr lang="en-US" b="1" dirty="0"/>
                  <a:t> </a:t>
                </a:r>
                <a:r>
                  <a:rPr lang="en-US" dirty="0"/>
                  <a:t>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dirty="0">
                        <a:latin typeface="Cambria Math" panose="02040503050406030204" pitchFamily="18" charset="0"/>
                      </a:rPr>
                      <m:t>V</m:t>
                    </m:r>
                  </m:oMath>
                </a14:m>
                <a:r>
                  <a:rPr lang="en-US" dirty="0"/>
                  <a:t>.</a:t>
                </a:r>
              </a:p>
              <a:p>
                <a:pPr marL="633095" indent="-514350">
                  <a:lnSpc>
                    <a:spcPct val="115000"/>
                  </a:lnSpc>
                  <a:spcAft>
                    <a:spcPts val="800"/>
                  </a:spcAft>
                  <a:buFont typeface="+mj-lt"/>
                  <a:buAutoNum type="arabicPeriod"/>
                </a:pPr>
                <a:r>
                  <a:rPr lang="en-US" dirty="0"/>
                  <a:t>The trivial subspaces of a vector space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i="0" dirty="0" smtClean="0">
                        <a:latin typeface="Cambria Math" panose="02040503050406030204" pitchFamily="18" charset="0"/>
                      </a:rPr>
                      <m:t>V</m:t>
                    </m:r>
                  </m:oMath>
                </a14:m>
                <a:r>
                  <a:rPr lang="en-US" dirty="0"/>
                  <a:t> are </a:t>
                </a:r>
                <a14:m>
                  <m:oMath xmlns:m="http://schemas.openxmlformats.org/officeDocument/2006/math">
                    <m:r>
                      <a:rPr lang="en-US" b="1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{ </m:t>
                    </m:r>
                    <m:r>
                      <a:rPr lang="en-US" b="1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𝟎</m:t>
                    </m:r>
                    <m:r>
                      <a:rPr lang="en-US" b="1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}</m:t>
                    </m:r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r>
                      <a:rPr lang="en-US" b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𝐕</m:t>
                    </m:r>
                  </m:oMath>
                </a14:m>
                <a:r>
                  <a:rPr lang="en-US" dirty="0"/>
                  <a:t> itself.</a:t>
                </a:r>
              </a:p>
              <a:p>
                <a:pPr marL="633095" indent="-514350">
                  <a:lnSpc>
                    <a:spcPct val="115000"/>
                  </a:lnSpc>
                  <a:spcAft>
                    <a:spcPts val="800"/>
                  </a:spcAft>
                  <a:buFont typeface="+mj-lt"/>
                  <a:buAutoNum type="arabicPeriod"/>
                </a:pPr>
                <a:r>
                  <a:rPr lang="en-US" dirty="0"/>
                  <a:t>A non-empty subset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dirty="0">
                        <a:latin typeface="Cambria Math" panose="02040503050406030204" pitchFamily="18" charset="0"/>
                      </a:rPr>
                      <m:t>W</m:t>
                    </m:r>
                  </m:oMath>
                </a14:m>
                <a:r>
                  <a:rPr lang="en-US" dirty="0"/>
                  <a:t>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dirty="0">
                        <a:latin typeface="Cambria Math" panose="02040503050406030204" pitchFamily="18" charset="0"/>
                      </a:rPr>
                      <m:t>V</m:t>
                    </m:r>
                  </m:oMath>
                </a14:m>
                <a:r>
                  <a:rPr lang="en-US" dirty="0"/>
                  <a:t> is a subspace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V</m:t>
                    </m:r>
                  </m:oMath>
                </a14:m>
                <a:r>
                  <a:rPr lang="en-US" dirty="0"/>
                  <a:t> if and only if</a:t>
                </a:r>
              </a:p>
              <a:p>
                <a:pPr marL="118745" indent="0">
                  <a:lnSpc>
                    <a:spcPct val="115000"/>
                  </a:lnSpc>
                  <a:spcAft>
                    <a:spcPts val="800"/>
                  </a:spcAft>
                  <a:buNone/>
                </a:pPr>
                <a:r>
                  <a:rPr lang="en-US" dirty="0"/>
                  <a:t>     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∀</m:t>
                    </m:r>
                    <m:r>
                      <a:rPr lang="en-US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dirty="0">
                        <a:latin typeface="Cambria Math" panose="02040503050406030204" pitchFamily="18" charset="0"/>
                      </a:rPr>
                      <m:t>u</m:t>
                    </m:r>
                    <m:r>
                      <a:rPr lang="en-US" dirty="0"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US" dirty="0">
                        <a:latin typeface="Cambria Math" panose="02040503050406030204" pitchFamily="18" charset="0"/>
                      </a:rPr>
                      <m:t>v</m:t>
                    </m:r>
                    <m:r>
                      <a:rPr lang="en-US" dirty="0"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US" dirty="0">
                        <a:latin typeface="Cambria Math" panose="02040503050406030204" pitchFamily="18" charset="0"/>
                      </a:rPr>
                      <m:t>W</m:t>
                    </m:r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dirty="0">
                        <a:latin typeface="Cambria Math" panose="02040503050406030204" pitchFamily="18" charset="0"/>
                      </a:rPr>
                      <m:t>k</m:t>
                    </m:r>
                    <m:r>
                      <a:rPr lang="en-US" dirty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ℝ</m:t>
                    </m:r>
                  </m:oMath>
                </a14:m>
                <a:r>
                  <a:rPr lang="en-US" dirty="0"/>
                  <a:t>, </a:t>
                </a:r>
                <a14:m>
                  <m:oMath xmlns:m="http://schemas.openxmlformats.org/officeDocument/2006/math">
                    <m:r>
                      <a:rPr lang="en-US" b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𝐤</m:t>
                    </m:r>
                    <m:r>
                      <a:rPr lang="en-US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US" b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𝐮</m:t>
                    </m:r>
                    <m:r>
                      <a:rPr lang="en-US" b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𝐯</m:t>
                    </m:r>
                    <m:r>
                      <a:rPr lang="en-US" b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b="1" i="0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𝐖</m:t>
                    </m:r>
                  </m:oMath>
                </a14:m>
                <a:r>
                  <a:rPr lang="en-US" i="0" dirty="0">
                    <a:latin typeface="+mj-lt"/>
                  </a:rPr>
                  <a:t>.</a:t>
                </a:r>
                <a:endParaRPr lang="en-IN" b="1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FCE115E-0DAA-4310-8C47-0D579246D26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256" t="-1527" r="-1074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767332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ECFC8A-BC0D-5D72-FE99-20313653BC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FDFDD70C-3AAE-183B-5AED-36C59E3E9B77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IN" dirty="0"/>
                  <a:t>Method:2 </a:t>
                </a:r>
                <a14:m>
                  <m:oMath xmlns:m="http://schemas.openxmlformats.org/officeDocument/2006/math">
                    <m:r>
                      <a:rPr lang="en-IN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⇝</m:t>
                    </m:r>
                  </m:oMath>
                </a14:m>
                <a:r>
                  <a:rPr lang="en-IN" dirty="0"/>
                  <a:t> Example:1</a:t>
                </a:r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FDFDD70C-3AAE-183B-5AED-36C59E3E9B7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400" t="-8547" b="-1965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E7272109-8DE2-50AC-004B-6C788F2ADE24}"/>
              </a:ext>
            </a:extLst>
          </p:cNvPr>
          <p:cNvSpPr/>
          <p:nvPr/>
        </p:nvSpPr>
        <p:spPr>
          <a:xfrm>
            <a:off x="122278" y="1585714"/>
            <a:ext cx="1450657" cy="468000"/>
          </a:xfrm>
          <a:prstGeom prst="roundRect">
            <a:avLst/>
          </a:prstGeom>
          <a:gradFill>
            <a:gsLst>
              <a:gs pos="10000">
                <a:srgbClr val="0E47A1"/>
              </a:gs>
              <a:gs pos="100000">
                <a:srgbClr val="03A9F5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en-IN" sz="2800" dirty="0">
                <a:solidFill>
                  <a:schemeClr val="bg1"/>
                </a:solidFill>
              </a:rPr>
              <a:t>Solution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4" name="Content Placeholder 4">
                <a:extLst>
                  <a:ext uri="{FF2B5EF4-FFF2-40B4-BE49-F238E27FC236}">
                    <a16:creationId xmlns:a16="http://schemas.microsoft.com/office/drawing/2014/main" id="{ED23B262-736E-4535-FBA7-00FB33ACCCF0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604479" y="800834"/>
                <a:ext cx="10272088" cy="592338"/>
              </a:xfrm>
              <a:prstGeom prst="rect">
                <a:avLst/>
              </a:prstGeom>
              <a:noFill/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vert="horz" lIns="91440" tIns="45720" rIns="91440" bIns="45720" rtlCol="0" anchor="ctr">
                <a:noAutofit/>
              </a:bodyPr>
              <a:lstStyle>
                <a:lvl1pPr marL="265113" indent="-265113" algn="just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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809625" indent="-352425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 algn="l">
                  <a:lnSpc>
                    <a:spcPct val="150000"/>
                  </a:lnSpc>
                  <a:buNone/>
                </a:pPr>
                <a:r>
                  <a:rPr lang="en-US" sz="2800" dirty="0">
                    <a:solidFill>
                      <a:srgbClr val="002060"/>
                    </a:solidFill>
                  </a:rPr>
                  <a:t>Prove that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800" i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Shruti" panose="020B0502040204020203" pitchFamily="34" charset="0"/>
                      </a:rPr>
                      <m:t>W</m:t>
                    </m:r>
                    <m:r>
                      <a:rPr lang="en-US" sz="2800" i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Shruti" panose="020B0502040204020203" pitchFamily="34" charset="0"/>
                      </a:rPr>
                      <m:t>=</m:t>
                    </m:r>
                    <m:d>
                      <m:dPr>
                        <m:begChr m:val="{"/>
                        <m:endChr m:val="|"/>
                        <m:ctrlPr>
                          <a:rPr lang="en-US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Shruti" panose="020B0502040204020203" pitchFamily="34" charset="0"/>
                          </a:rPr>
                        </m:ctrlPr>
                      </m:dPr>
                      <m:e>
                        <m:r>
                          <a:rPr lang="en-US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Shruti" panose="020B0502040204020203" pitchFamily="34" charset="0"/>
                          </a:rPr>
                          <m:t> </m:t>
                        </m:r>
                        <m:d>
                          <m:dPr>
                            <m:ctrlPr>
                              <a:rPr lang="en-US" sz="280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Shruti" panose="020B0502040204020203" pitchFamily="34" charset="0"/>
                              </a:rPr>
                            </m:ctrlPr>
                          </m:dPr>
                          <m:e>
                            <m:r>
                              <m:rPr>
                                <m:sty m:val="p"/>
                              </m:rPr>
                              <a:rPr lang="en-US" sz="280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Shruti" panose="020B0502040204020203" pitchFamily="34" charset="0"/>
                              </a:rPr>
                              <m:t>x</m:t>
                            </m:r>
                            <m:r>
                              <a:rPr lang="en-US" sz="280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Shruti" panose="020B0502040204020203" pitchFamily="34" charset="0"/>
                              </a:rPr>
                              <m:t>,</m:t>
                            </m:r>
                            <m:r>
                              <m:rPr>
                                <m:sty m:val="p"/>
                              </m:rPr>
                              <a:rPr lang="en-US" sz="280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Shruti" panose="020B0502040204020203" pitchFamily="34" charset="0"/>
                              </a:rPr>
                              <m:t>y</m:t>
                            </m:r>
                          </m:e>
                        </m:d>
                        <m:r>
                          <a:rPr lang="en-US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Shruti" panose="020B0502040204020203" pitchFamily="34" charset="0"/>
                          </a:rPr>
                          <m:t>∈</m:t>
                        </m:r>
                        <m:sSup>
                          <m:sSupPr>
                            <m:ctrlPr>
                              <a:rPr lang="en-US" sz="280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Shruti" panose="020B0502040204020203" pitchFamily="34" charset="0"/>
                              </a:rPr>
                            </m:ctrlPr>
                          </m:sSupPr>
                          <m:e>
                            <m:r>
                              <a:rPr lang="en-US" sz="280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Shruti" panose="020B0502040204020203" pitchFamily="34" charset="0"/>
                              </a:rPr>
                              <m:t>ℝ</m:t>
                            </m:r>
                          </m:e>
                          <m:sup>
                            <m:r>
                              <a:rPr lang="en-US" sz="280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Shruti" panose="020B0502040204020203" pitchFamily="34" charset="0"/>
                              </a:rPr>
                              <m:t>2</m:t>
                            </m:r>
                          </m:sup>
                        </m:sSup>
                        <m:r>
                          <a:rPr lang="en-US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Shruti" panose="020B0502040204020203" pitchFamily="34" charset="0"/>
                          </a:rPr>
                          <m:t> </m:t>
                        </m:r>
                      </m:e>
                    </m:d>
                    <m:r>
                      <a:rPr lang="en-US" sz="2800" i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Shruti" panose="020B0502040204020203" pitchFamily="34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sz="2800" i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Shruti" panose="020B0502040204020203" pitchFamily="34" charset="0"/>
                      </a:rPr>
                      <m:t>y</m:t>
                    </m:r>
                    <m:r>
                      <a:rPr lang="en-US" sz="2800" i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Shruti" panose="020B0502040204020203" pitchFamily="34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sz="2800" i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Shruti" panose="020B0502040204020203" pitchFamily="34" charset="0"/>
                      </a:rPr>
                      <m:t>mx</m:t>
                    </m:r>
                    <m:r>
                      <a:rPr lang="en-US" sz="2800" i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Shruti" panose="020B0502040204020203" pitchFamily="34" charset="0"/>
                      </a:rPr>
                      <m:t>, </m:t>
                    </m:r>
                    <m:r>
                      <m:rPr>
                        <m:sty m:val="p"/>
                      </m:rPr>
                      <a:rPr lang="en-US" sz="2800" i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Shruti" panose="020B0502040204020203" pitchFamily="34" charset="0"/>
                      </a:rPr>
                      <m:t>m</m:t>
                    </m:r>
                    <m:r>
                      <a:rPr lang="en-US" sz="2800" i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Shruti" panose="020B0502040204020203" pitchFamily="34" charset="0"/>
                      </a:rPr>
                      <m:t>∈</m:t>
                    </m:r>
                    <m:r>
                      <a:rPr lang="en-US" sz="2800" i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Shruti" panose="020B0502040204020203" pitchFamily="34" charset="0"/>
                      </a:rPr>
                      <m:t>ℝ</m:t>
                    </m:r>
                    <m:r>
                      <a:rPr lang="en-US" sz="2800" i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Shruti" panose="020B0502040204020203" pitchFamily="34" charset="0"/>
                      </a:rPr>
                      <m:t> } </m:t>
                    </m:r>
                  </m:oMath>
                </a14:m>
                <a:r>
                  <a:rPr lang="en-US" sz="2800" dirty="0">
                    <a:solidFill>
                      <a:srgbClr val="002060"/>
                    </a:solidFill>
                  </a:rPr>
                  <a:t>is subspace of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800" i="1" dirty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800" dirty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n-US" sz="2800" dirty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2800" dirty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r>
                  <a:rPr lang="en-US" sz="2800" dirty="0">
                    <a:solidFill>
                      <a:srgbClr val="002060"/>
                    </a:solidFill>
                  </a:rPr>
                  <a:t> </a:t>
                </a:r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34" name="Content Placeholder 4">
                <a:extLst>
                  <a:ext uri="{FF2B5EF4-FFF2-40B4-BE49-F238E27FC236}">
                    <a16:creationId xmlns:a16="http://schemas.microsoft.com/office/drawing/2014/main" id="{ED23B262-736E-4535-FBA7-00FB33ACCCF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04479" y="800834"/>
                <a:ext cx="10272088" cy="592338"/>
              </a:xfrm>
              <a:prstGeom prst="rect">
                <a:avLst/>
              </a:prstGeom>
              <a:blipFill>
                <a:blip r:embed="rId3"/>
                <a:stretch>
                  <a:fillRect l="-1187" b="-34694"/>
                </a:stretch>
              </a:blipFill>
              <a:ln w="12700" cap="flat" cmpd="sng" algn="ctr">
                <a:noFill/>
                <a:prstDash val="solid"/>
                <a:miter lim="800000"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5" name="Rectangle: Rounded Corners 34">
            <a:extLst>
              <a:ext uri="{FF2B5EF4-FFF2-40B4-BE49-F238E27FC236}">
                <a16:creationId xmlns:a16="http://schemas.microsoft.com/office/drawing/2014/main" id="{7FC45F7B-4A36-49BB-E330-CB7BC1EEC8DC}"/>
              </a:ext>
            </a:extLst>
          </p:cNvPr>
          <p:cNvSpPr/>
          <p:nvPr/>
        </p:nvSpPr>
        <p:spPr>
          <a:xfrm>
            <a:off x="122279" y="960574"/>
            <a:ext cx="1450657" cy="468000"/>
          </a:xfrm>
          <a:prstGeom prst="roundRect">
            <a:avLst/>
          </a:prstGeom>
          <a:gradFill>
            <a:gsLst>
              <a:gs pos="10000">
                <a:srgbClr val="0E47A1"/>
              </a:gs>
              <a:gs pos="100000">
                <a:srgbClr val="03A9F5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r>
              <a:rPr lang="en-IN" sz="2800" dirty="0">
                <a:solidFill>
                  <a:schemeClr val="bg1"/>
                </a:solidFill>
              </a:rPr>
              <a:t>Example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Content Placeholder 4">
                <a:extLst>
                  <a:ext uri="{FF2B5EF4-FFF2-40B4-BE49-F238E27FC236}">
                    <a16:creationId xmlns:a16="http://schemas.microsoft.com/office/drawing/2014/main" id="{C2E3A768-B2DD-49B5-A909-9453EEB041E3}"/>
                  </a:ext>
                </a:extLst>
              </p:cNvPr>
              <p:cNvSpPr txBox="1">
                <a:spLocks/>
              </p:cNvSpPr>
              <p:nvPr/>
            </p:nvSpPr>
            <p:spPr>
              <a:xfrm flipH="1">
                <a:off x="66097" y="2101264"/>
                <a:ext cx="6512502" cy="544460"/>
              </a:xfrm>
              <a:prstGeom prst="rect">
                <a:avLst/>
              </a:prstGeom>
              <a:noFill/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vert="horz" lIns="91440" tIns="45720" rIns="91440" bIns="45720" rtlCol="0" anchor="ctr">
                <a:noAutofit/>
              </a:bodyPr>
              <a:lstStyle>
                <a:lvl1pPr marL="265113" indent="-265113" algn="just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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809625" indent="-352425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118745" indent="0">
                  <a:lnSpc>
                    <a:spcPct val="115000"/>
                  </a:lnSpc>
                  <a:spcAft>
                    <a:spcPts val="800"/>
                  </a:spcAft>
                  <a:buNone/>
                </a:pPr>
                <a:r>
                  <a:rPr lang="en-US" sz="2800" dirty="0">
                    <a:solidFill>
                      <a:srgbClr val="002060"/>
                    </a:solidFill>
                    <a:latin typeface="+mj-lt"/>
                  </a:rPr>
                  <a:t>Here,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800" i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Shruti" panose="020B0502040204020203" pitchFamily="34" charset="0"/>
                      </a:rPr>
                      <m:t>W</m:t>
                    </m:r>
                    <m:r>
                      <a:rPr lang="en-US" sz="2800" i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Shruti" panose="020B0502040204020203" pitchFamily="34" charset="0"/>
                      </a:rPr>
                      <m:t>=</m:t>
                    </m:r>
                    <m:d>
                      <m:dPr>
                        <m:begChr m:val="{"/>
                        <m:endChr m:val="|"/>
                        <m:ctrlPr>
                          <a:rPr lang="en-US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Shruti" panose="020B0502040204020203" pitchFamily="34" charset="0"/>
                          </a:rPr>
                        </m:ctrlPr>
                      </m:dPr>
                      <m:e>
                        <m:r>
                          <a:rPr lang="en-US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Shruti" panose="020B0502040204020203" pitchFamily="34" charset="0"/>
                          </a:rPr>
                          <m:t> </m:t>
                        </m:r>
                        <m:d>
                          <m:dPr>
                            <m:ctrlPr>
                              <a:rPr lang="en-US" sz="280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Shruti" panose="020B0502040204020203" pitchFamily="34" charset="0"/>
                              </a:rPr>
                            </m:ctrlPr>
                          </m:dPr>
                          <m:e>
                            <m:r>
                              <m:rPr>
                                <m:sty m:val="p"/>
                              </m:rPr>
                              <a:rPr lang="en-US" sz="280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Shruti" panose="020B0502040204020203" pitchFamily="34" charset="0"/>
                              </a:rPr>
                              <m:t>x</m:t>
                            </m:r>
                            <m:r>
                              <a:rPr lang="en-US" sz="280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Shruti" panose="020B0502040204020203" pitchFamily="34" charset="0"/>
                              </a:rPr>
                              <m:t>,</m:t>
                            </m:r>
                            <m:r>
                              <m:rPr>
                                <m:sty m:val="p"/>
                              </m:rPr>
                              <a:rPr lang="en-US" sz="280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Shruti" panose="020B0502040204020203" pitchFamily="34" charset="0"/>
                              </a:rPr>
                              <m:t>y</m:t>
                            </m:r>
                          </m:e>
                        </m:d>
                        <m:r>
                          <a:rPr lang="en-US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Shruti" panose="020B0502040204020203" pitchFamily="34" charset="0"/>
                          </a:rPr>
                          <m:t>∈</m:t>
                        </m:r>
                        <m:sSup>
                          <m:sSupPr>
                            <m:ctrlPr>
                              <a:rPr lang="en-US" sz="280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Shruti" panose="020B0502040204020203" pitchFamily="34" charset="0"/>
                              </a:rPr>
                            </m:ctrlPr>
                          </m:sSupPr>
                          <m:e>
                            <m:r>
                              <a:rPr lang="en-US" sz="280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Shruti" panose="020B0502040204020203" pitchFamily="34" charset="0"/>
                              </a:rPr>
                              <m:t>ℝ</m:t>
                            </m:r>
                          </m:e>
                          <m:sup>
                            <m:r>
                              <a:rPr lang="en-US" sz="280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Shruti" panose="020B0502040204020203" pitchFamily="34" charset="0"/>
                              </a:rPr>
                              <m:t>2</m:t>
                            </m:r>
                          </m:sup>
                        </m:sSup>
                        <m:r>
                          <a:rPr lang="en-US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Shruti" panose="020B0502040204020203" pitchFamily="34" charset="0"/>
                          </a:rPr>
                          <m:t> </m:t>
                        </m:r>
                      </m:e>
                    </m:d>
                    <m:r>
                      <a:rPr lang="en-US" sz="2800" i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Shruti" panose="020B0502040204020203" pitchFamily="34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sz="2800" i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Shruti" panose="020B0502040204020203" pitchFamily="34" charset="0"/>
                      </a:rPr>
                      <m:t>y</m:t>
                    </m:r>
                    <m:r>
                      <a:rPr lang="en-US" sz="2800" i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Shruti" panose="020B0502040204020203" pitchFamily="34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sz="2800" i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Shruti" panose="020B0502040204020203" pitchFamily="34" charset="0"/>
                      </a:rPr>
                      <m:t>mx</m:t>
                    </m:r>
                    <m:r>
                      <a:rPr lang="en-US" sz="2800" i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Shruti" panose="020B0502040204020203" pitchFamily="34" charset="0"/>
                      </a:rPr>
                      <m:t>, </m:t>
                    </m:r>
                    <m:r>
                      <m:rPr>
                        <m:sty m:val="p"/>
                      </m:rPr>
                      <a:rPr lang="en-US" sz="2800" i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Shruti" panose="020B0502040204020203" pitchFamily="34" charset="0"/>
                      </a:rPr>
                      <m:t>m</m:t>
                    </m:r>
                    <m:r>
                      <a:rPr lang="en-US" sz="2800" i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Shruti" panose="020B0502040204020203" pitchFamily="34" charset="0"/>
                      </a:rPr>
                      <m:t>∈</m:t>
                    </m:r>
                    <m:r>
                      <a:rPr lang="en-US" sz="2800" i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Shruti" panose="020B0502040204020203" pitchFamily="34" charset="0"/>
                      </a:rPr>
                      <m:t>ℝ</m:t>
                    </m:r>
                    <m:r>
                      <a:rPr lang="en-US" sz="2800" i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Shruti" panose="020B0502040204020203" pitchFamily="34" charset="0"/>
                      </a:rPr>
                      <m:t> }</m:t>
                    </m:r>
                  </m:oMath>
                </a14:m>
                <a:endParaRPr lang="en-US" sz="2800" i="1" dirty="0">
                  <a:solidFill>
                    <a:srgbClr val="002060"/>
                  </a:solidFill>
                  <a:latin typeface="Cambria Math" panose="02040503050406030204" pitchFamily="18" charset="0"/>
                  <a:ea typeface="Calibri" panose="020F0502020204030204" pitchFamily="34" charset="0"/>
                  <a:cs typeface="Shruti" panose="020B0502040204020203" pitchFamily="34" charset="0"/>
                </a:endParaRPr>
              </a:p>
            </p:txBody>
          </p:sp>
        </mc:Choice>
        <mc:Fallback xmlns="">
          <p:sp>
            <p:nvSpPr>
              <p:cNvPr id="16" name="Content Placeholder 4">
                <a:extLst>
                  <a:ext uri="{FF2B5EF4-FFF2-40B4-BE49-F238E27FC236}">
                    <a16:creationId xmlns:a16="http://schemas.microsoft.com/office/drawing/2014/main" id="{C2E3A768-B2DD-49B5-A909-9453EEB041E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66097" y="2101264"/>
                <a:ext cx="6512502" cy="544460"/>
              </a:xfrm>
              <a:prstGeom prst="rect">
                <a:avLst/>
              </a:prstGeom>
              <a:blipFill>
                <a:blip r:embed="rId4"/>
                <a:stretch>
                  <a:fillRect l="-187" t="-10112" b="-29213"/>
                </a:stretch>
              </a:blipFill>
              <a:ln w="12700" cap="flat" cmpd="sng" algn="ctr">
                <a:noFill/>
                <a:prstDash val="solid"/>
                <a:miter lim="800000"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Content Placeholder 4">
                <a:extLst>
                  <a:ext uri="{FF2B5EF4-FFF2-40B4-BE49-F238E27FC236}">
                    <a16:creationId xmlns:a16="http://schemas.microsoft.com/office/drawing/2014/main" id="{C2E3A768-B2DD-49B5-A909-9453EEB041E3}"/>
                  </a:ext>
                </a:extLst>
              </p:cNvPr>
              <p:cNvSpPr txBox="1">
                <a:spLocks/>
              </p:cNvSpPr>
              <p:nvPr/>
            </p:nvSpPr>
            <p:spPr>
              <a:xfrm flipH="1">
                <a:off x="76164" y="2821880"/>
                <a:ext cx="10878827" cy="1962116"/>
              </a:xfrm>
              <a:prstGeom prst="rect">
                <a:avLst/>
              </a:prstGeom>
              <a:noFill/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vert="horz" lIns="91440" tIns="45720" rIns="91440" bIns="45720" rtlCol="0" anchor="ctr">
                <a:noAutofit/>
              </a:bodyPr>
              <a:lstStyle>
                <a:defPPr>
                  <a:defRPr lang="en-US"/>
                </a:defPPr>
                <a:lvl1pPr marL="118745" algn="just">
                  <a:lnSpc>
                    <a:spcPct val="115000"/>
                  </a:lnSpc>
                  <a:spcBef>
                    <a:spcPts val="1000"/>
                  </a:spcBef>
                  <a:spcAft>
                    <a:spcPts val="800"/>
                  </a:spcAft>
                  <a:buClr>
                    <a:schemeClr val="accent6"/>
                  </a:buClr>
                  <a:buFont typeface="Wingdings 3" panose="05040102010807070707" pitchFamily="18" charset="2"/>
                  <a:buNone/>
                  <a:defRPr sz="2800">
                    <a:solidFill>
                      <a:srgbClr val="3A4A6A"/>
                    </a:solidFill>
                  </a:defRPr>
                </a:lvl1pPr>
              </a:lstStyle>
              <a:p>
                <a:r>
                  <a:rPr lang="en-US" dirty="0">
                    <a:solidFill>
                      <a:srgbClr val="002060"/>
                    </a:solidFill>
                    <a:latin typeface="+mj-lt"/>
                  </a:rPr>
                  <a:t>Binary Operations are defined as</a:t>
                </a:r>
              </a:p>
              <a:p>
                <a:pPr marL="990600" indent="-457200">
                  <a:buFont typeface="Wingdings" panose="05000000000000000000" pitchFamily="2" charset="2"/>
                  <a:buChar char="§"/>
                </a:pPr>
                <a:r>
                  <a:rPr lang="en-US" dirty="0">
                    <a:solidFill>
                      <a:srgbClr val="002060"/>
                    </a:solidFill>
                    <a:latin typeface="+mj-lt"/>
                  </a:rPr>
                  <a:t>Vector Addition		:	</a:t>
                </a:r>
                <a14:m>
                  <m:oMath xmlns:m="http://schemas.openxmlformats.org/officeDocument/2006/math">
                    <m:r>
                      <a:rPr lang="en-US" dirty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US" dirty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a</m:t>
                    </m:r>
                    <m:r>
                      <a:rPr lang="en-US" dirty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US" dirty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b</m:t>
                    </m:r>
                    <m:r>
                      <a:rPr lang="en-US" dirty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)+(</m:t>
                    </m:r>
                    <m:r>
                      <m:rPr>
                        <m:sty m:val="p"/>
                      </m:rPr>
                      <a:rPr lang="en-US" dirty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c</m:t>
                    </m:r>
                    <m:r>
                      <a:rPr lang="en-US" dirty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US" dirty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d</m:t>
                    </m:r>
                    <m:r>
                      <a:rPr lang="en-US" dirty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)=</m:t>
                    </m:r>
                    <m:d>
                      <m:dPr>
                        <m:ctrlPr>
                          <a:rPr lang="en-US" i="1" dirty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dirty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a</m:t>
                        </m:r>
                        <m:r>
                          <a:rPr lang="en-US" dirty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US" dirty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c</m:t>
                        </m:r>
                        <m:r>
                          <a:rPr lang="en-US" dirty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m:rPr>
                            <m:sty m:val="p"/>
                          </m:rPr>
                          <a:rPr lang="en-US" dirty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b</m:t>
                        </m:r>
                        <m:r>
                          <a:rPr lang="en-US" dirty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US" dirty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d</m:t>
                        </m:r>
                      </m:e>
                    </m:d>
                  </m:oMath>
                </a14:m>
                <a:endParaRPr lang="en-US" dirty="0">
                  <a:solidFill>
                    <a:srgbClr val="002060"/>
                  </a:solidFill>
                  <a:latin typeface="+mj-lt"/>
                </a:endParaRPr>
              </a:p>
              <a:p>
                <a:pPr marL="990600" indent="-457200">
                  <a:buFont typeface="Wingdings" panose="05000000000000000000" pitchFamily="2" charset="2"/>
                  <a:buChar char="§"/>
                </a:pPr>
                <a:r>
                  <a:rPr lang="en-US" dirty="0">
                    <a:solidFill>
                      <a:srgbClr val="002060"/>
                    </a:solidFill>
                    <a:latin typeface="+mj-lt"/>
                  </a:rPr>
                  <a:t>Scalar Multiplication	:	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dirty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k</m:t>
                    </m:r>
                    <m:r>
                      <a:rPr lang="en-US" dirty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⋅</m:t>
                    </m:r>
                    <m:d>
                      <m:dPr>
                        <m:ctrlPr>
                          <a:rPr lang="en-US" i="1" dirty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dirty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a</m:t>
                        </m:r>
                        <m:r>
                          <a:rPr lang="en-US" dirty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m:rPr>
                            <m:sty m:val="p"/>
                          </m:rPr>
                          <a:rPr lang="en-US" dirty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b</m:t>
                        </m:r>
                      </m:e>
                    </m:d>
                    <m:r>
                      <a:rPr lang="en-US" dirty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i="1" dirty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dirty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ka</m:t>
                        </m:r>
                        <m:r>
                          <a:rPr lang="en-US" dirty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m:rPr>
                            <m:sty m:val="p"/>
                          </m:rPr>
                          <a:rPr lang="en-US" dirty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kb</m:t>
                        </m:r>
                      </m:e>
                    </m:d>
                  </m:oMath>
                </a14:m>
                <a:endParaRPr lang="en-US" dirty="0">
                  <a:solidFill>
                    <a:srgbClr val="002060"/>
                  </a:solidFill>
                  <a:latin typeface="+mj-lt"/>
                </a:endParaRPr>
              </a:p>
            </p:txBody>
          </p:sp>
        </mc:Choice>
        <mc:Fallback xmlns="">
          <p:sp>
            <p:nvSpPr>
              <p:cNvPr id="11" name="Content Placeholder 4">
                <a:extLst>
                  <a:ext uri="{FF2B5EF4-FFF2-40B4-BE49-F238E27FC236}">
                    <a16:creationId xmlns:a16="http://schemas.microsoft.com/office/drawing/2014/main" id="{C2E3A768-B2DD-49B5-A909-9453EEB041E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76164" y="2821880"/>
                <a:ext cx="10878827" cy="1962116"/>
              </a:xfrm>
              <a:prstGeom prst="rect">
                <a:avLst/>
              </a:prstGeom>
              <a:blipFill>
                <a:blip r:embed="rId5"/>
                <a:stretch>
                  <a:fillRect l="-56" t="-3106" b="-8385"/>
                </a:stretch>
              </a:blipFill>
              <a:ln w="12700" cap="flat" cmpd="sng" algn="ctr">
                <a:noFill/>
                <a:prstDash val="solid"/>
                <a:miter lim="800000"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Content Placeholder 4">
                <a:extLst>
                  <a:ext uri="{FF2B5EF4-FFF2-40B4-BE49-F238E27FC236}">
                    <a16:creationId xmlns:a16="http://schemas.microsoft.com/office/drawing/2014/main" id="{C2E3A768-B2DD-49B5-A909-9453EEB041E3}"/>
                  </a:ext>
                </a:extLst>
              </p:cNvPr>
              <p:cNvSpPr txBox="1">
                <a:spLocks/>
              </p:cNvSpPr>
              <p:nvPr/>
            </p:nvSpPr>
            <p:spPr>
              <a:xfrm flipH="1">
                <a:off x="76193" y="4871397"/>
                <a:ext cx="8801106" cy="540000"/>
              </a:xfrm>
              <a:prstGeom prst="rect">
                <a:avLst/>
              </a:prstGeom>
              <a:noFill/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vert="horz" lIns="91440" tIns="45720" rIns="91440" bIns="45720" rtlCol="0" anchor="ctr">
                <a:noAutofit/>
              </a:bodyPr>
              <a:lstStyle>
                <a:lvl1pPr marL="265113" indent="-265113" algn="just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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809625" indent="-352425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118745" indent="0">
                  <a:lnSpc>
                    <a:spcPct val="115000"/>
                  </a:lnSpc>
                  <a:spcAft>
                    <a:spcPts val="800"/>
                  </a:spcAft>
                  <a:buNone/>
                </a:pPr>
                <a:r>
                  <a:rPr lang="en-US" sz="2800" dirty="0">
                    <a:solidFill>
                      <a:srgbClr val="002060"/>
                    </a:solidFill>
                    <a:latin typeface="+mj-lt"/>
                  </a:rPr>
                  <a:t>Let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u</m:t>
                    </m:r>
                    <m:r>
                      <a:rPr lang="en-US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sz="28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800" b="0" i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sz="2800" b="0" i="0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x</m:t>
                            </m:r>
                          </m:e>
                          <m:sub>
                            <m:r>
                              <a:rPr lang="en-US" sz="280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sz="2800" b="0" i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sz="2800" b="0" i="0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y</m:t>
                            </m:r>
                          </m:e>
                          <m:sub>
                            <m:r>
                              <a:rPr lang="en-US" sz="280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  <m:r>
                      <a:rPr lang="en-US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US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v</m:t>
                    </m:r>
                    <m:r>
                      <a:rPr lang="en-US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sz="28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800" b="0" i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sz="2800" b="0" i="0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x</m:t>
                            </m:r>
                          </m:e>
                          <m:sub>
                            <m:r>
                              <a:rPr lang="en-US" sz="280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sz="2800" b="0" i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sz="2800" b="0" i="0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y</m:t>
                            </m:r>
                          </m:e>
                          <m:sub>
                            <m:r>
                              <a:rPr lang="en-US" sz="280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sz="2800" dirty="0">
                    <a:solidFill>
                      <a:srgbClr val="002060"/>
                    </a:solidFill>
                    <a:latin typeface="+mj-lt"/>
                  </a:rPr>
                  <a:t> ∈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800" b="0" i="0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W</m:t>
                    </m:r>
                  </m:oMath>
                </a14:m>
                <a:r>
                  <a:rPr lang="en-US" sz="2800" dirty="0">
                    <a:solidFill>
                      <a:srgbClr val="002060"/>
                    </a:solidFill>
                    <a:latin typeface="+mj-lt"/>
                  </a:rPr>
                  <a:t>    and  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k</m:t>
                    </m:r>
                    <m:r>
                      <a:rPr lang="en-US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ℝ</m:t>
                    </m:r>
                  </m:oMath>
                </a14:m>
                <a:endParaRPr lang="en-US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14" name="Content Placeholder 4">
                <a:extLst>
                  <a:ext uri="{FF2B5EF4-FFF2-40B4-BE49-F238E27FC236}">
                    <a16:creationId xmlns:a16="http://schemas.microsoft.com/office/drawing/2014/main" id="{C2E3A768-B2DD-49B5-A909-9453EEB041E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76193" y="4871397"/>
                <a:ext cx="8801106" cy="540000"/>
              </a:xfrm>
              <a:prstGeom prst="rect">
                <a:avLst/>
              </a:prstGeom>
              <a:blipFill>
                <a:blip r:embed="rId6"/>
                <a:stretch>
                  <a:fillRect l="-69" t="-12360" b="-29213"/>
                </a:stretch>
              </a:blipFill>
              <a:ln w="12700" cap="flat" cmpd="sng" algn="ctr">
                <a:noFill/>
                <a:prstDash val="solid"/>
                <a:miter lim="800000"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Content Placeholder 4">
                <a:extLst>
                  <a:ext uri="{FF2B5EF4-FFF2-40B4-BE49-F238E27FC236}">
                    <a16:creationId xmlns:a16="http://schemas.microsoft.com/office/drawing/2014/main" id="{E2369E14-FB7F-439F-B8BC-3D00ED9ED33E}"/>
                  </a:ext>
                </a:extLst>
              </p:cNvPr>
              <p:cNvSpPr txBox="1">
                <a:spLocks/>
              </p:cNvSpPr>
              <p:nvPr/>
            </p:nvSpPr>
            <p:spPr>
              <a:xfrm flipH="1">
                <a:off x="66097" y="5498798"/>
                <a:ext cx="4640223" cy="540000"/>
              </a:xfrm>
              <a:prstGeom prst="rect">
                <a:avLst/>
              </a:prstGeom>
              <a:noFill/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vert="horz" lIns="91440" tIns="45720" rIns="91440" bIns="45720" rtlCol="0" anchor="ctr">
                <a:noAutofit/>
              </a:bodyPr>
              <a:lstStyle>
                <a:lvl1pPr marL="265113" indent="-265113" algn="just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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809625" indent="-352425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118745" indent="0" algn="l">
                  <a:lnSpc>
                    <a:spcPct val="115000"/>
                  </a:lnSpc>
                  <a:spcAft>
                    <a:spcPts val="800"/>
                  </a:spcAft>
                  <a:buNone/>
                </a:pPr>
                <a14:m>
                  <m:oMath xmlns:m="http://schemas.openxmlformats.org/officeDocument/2006/math">
                    <m:r>
                      <a:rPr lang="en-US" sz="2800" dirty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⇒</m:t>
                    </m:r>
                    <m:sSub>
                      <m:sSubPr>
                        <m:ctrlPr>
                          <a:rPr lang="en-US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y</m:t>
                        </m:r>
                      </m:e>
                      <m:sub>
                        <m:r>
                          <a:rPr lang="en-US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m</m:t>
                    </m:r>
                    <m:sSub>
                      <m:sSubPr>
                        <m:ctrlPr>
                          <a:rPr lang="en-US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x</m:t>
                        </m:r>
                      </m:e>
                      <m:sub>
                        <m:r>
                          <a:rPr lang="en-US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2800" dirty="0">
                    <a:solidFill>
                      <a:srgbClr val="3A4A6A"/>
                    </a:solidFill>
                  </a:rPr>
                  <a:t>   and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y</m:t>
                        </m:r>
                      </m:e>
                      <m:sub>
                        <m:r>
                          <a:rPr lang="en-US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m</m:t>
                    </m:r>
                    <m:sSub>
                      <m:sSubPr>
                        <m:ctrlPr>
                          <a:rPr lang="en-US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x</m:t>
                        </m:r>
                      </m:e>
                      <m:sub>
                        <m:r>
                          <a:rPr lang="en-US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endParaRPr lang="en-US" sz="2800" dirty="0">
                  <a:solidFill>
                    <a:srgbClr val="002060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7" name="Content Placeholder 4">
                <a:extLst>
                  <a:ext uri="{FF2B5EF4-FFF2-40B4-BE49-F238E27FC236}">
                    <a16:creationId xmlns:a16="http://schemas.microsoft.com/office/drawing/2014/main" id="{E2369E14-FB7F-439F-B8BC-3D00ED9ED33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66097" y="5498798"/>
                <a:ext cx="4640223" cy="540000"/>
              </a:xfrm>
              <a:prstGeom prst="rect">
                <a:avLst/>
              </a:prstGeom>
              <a:blipFill>
                <a:blip r:embed="rId7"/>
                <a:stretch>
                  <a:fillRect t="-10112" b="-29213"/>
                </a:stretch>
              </a:blipFill>
              <a:ln w="12700" cap="flat" cmpd="sng" algn="ctr">
                <a:noFill/>
                <a:prstDash val="solid"/>
                <a:miter lim="800000"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307092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1" grpId="0" animBg="1"/>
      <p:bldP spid="14" grpId="0"/>
      <p:bldP spid="17" grpId="0"/>
    </p:bldLst>
  </p:timing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ECFC8A-BC0D-5D72-FE99-20313653BC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7" name="Content Placeholder 4">
                <a:extLst>
                  <a:ext uri="{FF2B5EF4-FFF2-40B4-BE49-F238E27FC236}">
                    <a16:creationId xmlns:a16="http://schemas.microsoft.com/office/drawing/2014/main" id="{E2369E14-FB7F-439F-B8BC-3D00ED9ED33E}"/>
                  </a:ext>
                </a:extLst>
              </p:cNvPr>
              <p:cNvSpPr txBox="1">
                <a:spLocks/>
              </p:cNvSpPr>
              <p:nvPr/>
            </p:nvSpPr>
            <p:spPr>
              <a:xfrm flipH="1">
                <a:off x="-1" y="1559211"/>
                <a:ext cx="2612572" cy="540000"/>
              </a:xfrm>
              <a:prstGeom prst="rect">
                <a:avLst/>
              </a:prstGeom>
              <a:noFill/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vert="horz" lIns="91440" tIns="45720" rIns="91440" bIns="45720" rtlCol="0" anchor="ctr">
                <a:noAutofit/>
              </a:bodyPr>
              <a:lstStyle>
                <a:lvl1pPr marL="265113" indent="-265113" algn="just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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809625" indent="-352425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118745" indent="0" algn="l">
                  <a:lnSpc>
                    <a:spcPct val="115000"/>
                  </a:lnSpc>
                  <a:spcAft>
                    <a:spcPts val="800"/>
                  </a:spcAft>
                  <a:buNone/>
                </a:pPr>
                <a:r>
                  <a:rPr lang="en-US" sz="2800" dirty="0">
                    <a:solidFill>
                      <a:srgbClr val="002060"/>
                    </a:solidFill>
                  </a:rPr>
                  <a:t>Now,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k</m:t>
                    </m:r>
                    <m:r>
                      <a:rPr lang="en-US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en-US" sz="2800" dirty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m:rPr>
                        <m:nor/>
                      </m:rPr>
                      <a:rPr lang="en-US" sz="2800" b="0" i="0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u</m:t>
                    </m:r>
                    <m:r>
                      <a:rPr lang="en-US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US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v</m:t>
                    </m:r>
                  </m:oMath>
                </a14:m>
                <a:endParaRPr lang="en-US" sz="2800" dirty="0">
                  <a:solidFill>
                    <a:srgbClr val="002060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7" name="Content Placeholder 4">
                <a:extLst>
                  <a:ext uri="{FF2B5EF4-FFF2-40B4-BE49-F238E27FC236}">
                    <a16:creationId xmlns:a16="http://schemas.microsoft.com/office/drawing/2014/main" id="{E2369E14-FB7F-439F-B8BC-3D00ED9ED33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-1" y="1559211"/>
                <a:ext cx="2612572" cy="540000"/>
              </a:xfrm>
              <a:prstGeom prst="rect">
                <a:avLst/>
              </a:prstGeom>
              <a:blipFill>
                <a:blip r:embed="rId2"/>
                <a:stretch>
                  <a:fillRect l="-233" t="-6818" b="-32955"/>
                </a:stretch>
              </a:blipFill>
              <a:ln w="12700" cap="flat" cmpd="sng" algn="ctr">
                <a:noFill/>
                <a:prstDash val="solid"/>
                <a:miter lim="800000"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FDFDD70C-3AAE-183B-5AED-36C59E3E9B77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IN" dirty="0"/>
                  <a:t>Method:2 </a:t>
                </a:r>
                <a14:m>
                  <m:oMath xmlns:m="http://schemas.openxmlformats.org/officeDocument/2006/math">
                    <m:r>
                      <a:rPr lang="en-IN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⇝</m:t>
                    </m:r>
                  </m:oMath>
                </a14:m>
                <a:r>
                  <a:rPr lang="en-IN" dirty="0"/>
                  <a:t> Example:1(continue)</a:t>
                </a:r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FDFDD70C-3AAE-183B-5AED-36C59E3E9B7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3"/>
                <a:stretch>
                  <a:fillRect l="-400" t="-8547" b="-1965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Content Placeholder 4">
                <a:extLst>
                  <a:ext uri="{FF2B5EF4-FFF2-40B4-BE49-F238E27FC236}">
                    <a16:creationId xmlns:a16="http://schemas.microsoft.com/office/drawing/2014/main" id="{C2E3A768-B2DD-49B5-A909-9453EEB041E3}"/>
                  </a:ext>
                </a:extLst>
              </p:cNvPr>
              <p:cNvSpPr txBox="1">
                <a:spLocks/>
              </p:cNvSpPr>
              <p:nvPr/>
            </p:nvSpPr>
            <p:spPr>
              <a:xfrm flipH="1">
                <a:off x="2094847" y="1613124"/>
                <a:ext cx="4118115" cy="544460"/>
              </a:xfrm>
              <a:prstGeom prst="rect">
                <a:avLst/>
              </a:prstGeom>
              <a:noFill/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vert="horz" lIns="91440" tIns="45720" rIns="91440" bIns="45720" rtlCol="0" anchor="ctr">
                <a:noAutofit/>
              </a:bodyPr>
              <a:lstStyle>
                <a:lvl1pPr marL="265113" indent="-265113" algn="just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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809625" indent="-352425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118745" indent="0">
                  <a:lnSpc>
                    <a:spcPct val="115000"/>
                  </a:lnSpc>
                  <a:spcAft>
                    <a:spcPts val="8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k</m:t>
                      </m:r>
                      <m:r>
                        <a:rPr lang="en-US" sz="2800" dirty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⋅</m:t>
                      </m:r>
                      <m:d>
                        <m:dPr>
                          <m:ctrlP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280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x</m:t>
                              </m:r>
                            </m:e>
                            <m:sub>
                              <m:r>
                                <a:rPr lang="en-US" sz="280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280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280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y</m:t>
                              </m:r>
                            </m:e>
                            <m:sub>
                              <m:r>
                                <a:rPr lang="en-US" sz="280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r>
                        <a:rPr lang="en-US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d>
                        <m:dPr>
                          <m:ctrlP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280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x</m:t>
                              </m:r>
                            </m:e>
                            <m:sub>
                              <m:r>
                                <a:rPr lang="en-US" sz="280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sz="280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280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y</m:t>
                              </m:r>
                            </m:e>
                            <m:sub>
                              <m:r>
                                <a:rPr lang="en-US" sz="280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sz="2800" dirty="0">
                  <a:solidFill>
                    <a:srgbClr val="002060"/>
                  </a:solidFill>
                  <a:latin typeface="Cambria Math" panose="02040503050406030204" pitchFamily="18" charset="0"/>
                  <a:ea typeface="Calibri" panose="020F0502020204030204" pitchFamily="34" charset="0"/>
                  <a:cs typeface="Shruti" panose="020B0502040204020203" pitchFamily="34" charset="0"/>
                </a:endParaRPr>
              </a:p>
            </p:txBody>
          </p:sp>
        </mc:Choice>
        <mc:Fallback xmlns="">
          <p:sp>
            <p:nvSpPr>
              <p:cNvPr id="16" name="Content Placeholder 4">
                <a:extLst>
                  <a:ext uri="{FF2B5EF4-FFF2-40B4-BE49-F238E27FC236}">
                    <a16:creationId xmlns:a16="http://schemas.microsoft.com/office/drawing/2014/main" id="{C2E3A768-B2DD-49B5-A909-9453EEB041E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2094847" y="1613124"/>
                <a:ext cx="4118115" cy="54446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 w="12700" cap="flat" cmpd="sng" algn="ctr">
                <a:noFill/>
                <a:prstDash val="solid"/>
                <a:miter lim="800000"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Content Placeholder 4">
                <a:extLst>
                  <a:ext uri="{FF2B5EF4-FFF2-40B4-BE49-F238E27FC236}">
                    <a16:creationId xmlns:a16="http://schemas.microsoft.com/office/drawing/2014/main" id="{C2E3A768-B2DD-49B5-A909-9453EEB041E3}"/>
                  </a:ext>
                </a:extLst>
              </p:cNvPr>
              <p:cNvSpPr txBox="1">
                <a:spLocks/>
              </p:cNvSpPr>
              <p:nvPr/>
            </p:nvSpPr>
            <p:spPr>
              <a:xfrm flipH="1">
                <a:off x="3543" y="3745337"/>
                <a:ext cx="2609028" cy="540000"/>
              </a:xfrm>
              <a:prstGeom prst="rect">
                <a:avLst/>
              </a:prstGeom>
              <a:noFill/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vert="horz" lIns="91440" tIns="45720" rIns="91440" bIns="45720" rtlCol="0" anchor="ctr">
                <a:noAutofit/>
              </a:bodyPr>
              <a:lstStyle>
                <a:lvl1pPr marL="265113" indent="-265113" algn="just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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809625" indent="-352425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118745" indent="0" algn="l">
                  <a:lnSpc>
                    <a:spcPct val="115000"/>
                  </a:lnSpc>
                  <a:spcAft>
                    <a:spcPts val="800"/>
                  </a:spcAft>
                  <a:buNone/>
                </a:pPr>
                <a:r>
                  <a:rPr lang="en-US" sz="2800" dirty="0">
                    <a:solidFill>
                      <a:srgbClr val="002060"/>
                    </a:solidFill>
                  </a:rPr>
                  <a:t>Now, 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k</m:t>
                    </m:r>
                    <m:sSub>
                      <m:sSubPr>
                        <m:ctrlPr>
                          <a:rPr lang="en-US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y</m:t>
                        </m:r>
                      </m:e>
                      <m:sub>
                        <m:r>
                          <a:rPr lang="en-US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y</m:t>
                        </m:r>
                      </m:e>
                      <m:sub>
                        <m:r>
                          <a:rPr lang="en-US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endParaRPr lang="en-US" sz="2800" dirty="0">
                  <a:solidFill>
                    <a:srgbClr val="002060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4" name="Content Placeholder 4">
                <a:extLst>
                  <a:ext uri="{FF2B5EF4-FFF2-40B4-BE49-F238E27FC236}">
                    <a16:creationId xmlns:a16="http://schemas.microsoft.com/office/drawing/2014/main" id="{C2E3A768-B2DD-49B5-A909-9453EEB041E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3543" y="3745337"/>
                <a:ext cx="2609028" cy="540000"/>
              </a:xfrm>
              <a:prstGeom prst="rect">
                <a:avLst/>
              </a:prstGeom>
              <a:blipFill>
                <a:blip r:embed="rId5"/>
                <a:stretch>
                  <a:fillRect l="-467" t="-10112" b="-29213"/>
                </a:stretch>
              </a:blipFill>
              <a:ln w="12700" cap="flat" cmpd="sng" algn="ctr">
                <a:noFill/>
                <a:prstDash val="solid"/>
                <a:miter lim="800000"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2" name="Picture 11"/>
          <p:cNvPicPr>
            <a:picLocks noChangeAspect="1"/>
          </p:cNvPicPr>
          <p:nvPr/>
        </p:nvPicPr>
        <p:blipFill rotWithShape="1">
          <a:blip r:embed="rId6"/>
          <a:srcRect b="13116"/>
          <a:stretch/>
        </p:blipFill>
        <p:spPr>
          <a:xfrm>
            <a:off x="7837563" y="756404"/>
            <a:ext cx="4255377" cy="656818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5" name="Content Placeholder 4">
                <a:extLst>
                  <a:ext uri="{FF2B5EF4-FFF2-40B4-BE49-F238E27FC236}">
                    <a16:creationId xmlns:a16="http://schemas.microsoft.com/office/drawing/2014/main" id="{C2E3A768-B2DD-49B5-A909-9453EEB041E3}"/>
                  </a:ext>
                </a:extLst>
              </p:cNvPr>
              <p:cNvSpPr txBox="1">
                <a:spLocks/>
              </p:cNvSpPr>
              <p:nvPr/>
            </p:nvSpPr>
            <p:spPr>
              <a:xfrm flipH="1">
                <a:off x="2105479" y="2361787"/>
                <a:ext cx="4118114" cy="544460"/>
              </a:xfrm>
              <a:prstGeom prst="rect">
                <a:avLst/>
              </a:prstGeom>
              <a:noFill/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vert="horz" lIns="91440" tIns="45720" rIns="91440" bIns="45720" rtlCol="0" anchor="ctr">
                <a:noAutofit/>
              </a:bodyPr>
              <a:lstStyle>
                <a:lvl1pPr marL="265113" indent="-265113" algn="just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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809625" indent="-352425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118745" indent="0">
                  <a:lnSpc>
                    <a:spcPct val="115000"/>
                  </a:lnSpc>
                  <a:spcAft>
                    <a:spcPts val="8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k</m:t>
                          </m:r>
                          <m:r>
                            <a:rPr lang="en-US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sSub>
                            <m:sSubPr>
                              <m:ctrlPr>
                                <a:rPr lang="en-US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x</m:t>
                              </m:r>
                            </m:e>
                            <m:sub>
                              <m: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m:rPr>
                              <m:sty m:val="p"/>
                            </m:rPr>
                            <a:rPr lang="en-US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k</m:t>
                          </m:r>
                          <m:r>
                            <a:rPr lang="en-US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sSub>
                            <m:sSubPr>
                              <m:ctrlPr>
                                <a:rPr lang="en-US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y</m:t>
                              </m:r>
                            </m:e>
                            <m:sub>
                              <m: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r>
                        <a:rPr lang="en-US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d>
                        <m:dPr>
                          <m:ctrlP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x</m:t>
                              </m:r>
                            </m:e>
                            <m:sub>
                              <m: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y</m:t>
                              </m:r>
                            </m:e>
                            <m:sub>
                              <m: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sz="2800" dirty="0">
                  <a:solidFill>
                    <a:srgbClr val="002060"/>
                  </a:solidFill>
                  <a:latin typeface="Cambria Math" panose="02040503050406030204" pitchFamily="18" charset="0"/>
                  <a:ea typeface="Calibri" panose="020F0502020204030204" pitchFamily="34" charset="0"/>
                  <a:cs typeface="Shruti" panose="020B0502040204020203" pitchFamily="34" charset="0"/>
                </a:endParaRPr>
              </a:p>
            </p:txBody>
          </p:sp>
        </mc:Choice>
        <mc:Fallback xmlns="">
          <p:sp>
            <p:nvSpPr>
              <p:cNvPr id="15" name="Content Placeholder 4">
                <a:extLst>
                  <a:ext uri="{FF2B5EF4-FFF2-40B4-BE49-F238E27FC236}">
                    <a16:creationId xmlns:a16="http://schemas.microsoft.com/office/drawing/2014/main" id="{C2E3A768-B2DD-49B5-A909-9453EEB041E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2105479" y="2361787"/>
                <a:ext cx="4118114" cy="54446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  <a:ln w="12700" cap="flat" cmpd="sng" algn="ctr">
                <a:noFill/>
                <a:prstDash val="solid"/>
                <a:miter lim="800000"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Content Placeholder 4">
                <a:extLst>
                  <a:ext uri="{FF2B5EF4-FFF2-40B4-BE49-F238E27FC236}">
                    <a16:creationId xmlns:a16="http://schemas.microsoft.com/office/drawing/2014/main" id="{32AF40C0-CB5C-4EC3-A661-3EBE5C14DA10}"/>
                  </a:ext>
                </a:extLst>
              </p:cNvPr>
              <p:cNvSpPr txBox="1">
                <a:spLocks/>
              </p:cNvSpPr>
              <p:nvPr/>
            </p:nvSpPr>
            <p:spPr>
              <a:xfrm flipH="1">
                <a:off x="-1" y="3055792"/>
                <a:ext cx="6512133" cy="540000"/>
              </a:xfrm>
              <a:prstGeom prst="rect">
                <a:avLst/>
              </a:prstGeom>
              <a:noFill/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vert="horz" lIns="91440" tIns="45720" rIns="91440" bIns="45720" rtlCol="0" anchor="ctr">
                <a:noAutofit/>
              </a:bodyPr>
              <a:lstStyle>
                <a:lvl1pPr marL="265113" indent="-265113" algn="just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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809625" indent="-352425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118745" indent="0" algn="l">
                  <a:lnSpc>
                    <a:spcPct val="115000"/>
                  </a:lnSpc>
                  <a:spcAft>
                    <a:spcPts val="800"/>
                  </a:spcAft>
                  <a:buNone/>
                </a:pPr>
                <a:r>
                  <a:rPr lang="en-US" sz="2800" b="1" dirty="0">
                    <a:solidFill>
                      <a:srgbClr val="FF0000"/>
                    </a:solidFill>
                    <a:latin typeface="+mj-lt"/>
                  </a:rPr>
                  <a:t>To show :   </a:t>
                </a:r>
                <a14:m>
                  <m:oMath xmlns:m="http://schemas.openxmlformats.org/officeDocument/2006/math">
                    <m:r>
                      <a:rPr lang="en-US" sz="2800" b="1" i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𝐤</m:t>
                    </m:r>
                    <m:sSub>
                      <m:sSubPr>
                        <m:ctrlPr>
                          <a:rPr lang="en-US" sz="28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b="1" i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𝐲</m:t>
                        </m:r>
                      </m:e>
                      <m:sub>
                        <m:r>
                          <a:rPr lang="en-US" sz="2800" b="1" i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  <m:r>
                      <a:rPr lang="en-US" sz="2800" b="1" i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sz="28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b="1" i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𝐲</m:t>
                        </m:r>
                      </m:e>
                      <m:sub>
                        <m:r>
                          <a:rPr lang="en-US" sz="2800" b="1" i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sub>
                    </m:sSub>
                    <m:r>
                      <a:rPr lang="en-US" sz="2800" b="1" i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800" b="1" i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𝐦</m:t>
                    </m:r>
                    <m:d>
                      <m:dPr>
                        <m:ctrlPr>
                          <a:rPr lang="en-US" sz="28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b="1" i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𝐤</m:t>
                        </m:r>
                        <m:sSub>
                          <m:sSubPr>
                            <m:ctrlPr>
                              <a:rPr lang="en-US" sz="2800" b="1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00" b="1" i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𝐱</m:t>
                            </m:r>
                          </m:e>
                          <m:sub>
                            <m:r>
                              <a:rPr lang="en-US" sz="2800" b="1" i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  <m:r>
                          <a:rPr lang="en-US" sz="2800" b="1" i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sz="2800" b="1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00" b="1" i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𝐱</m:t>
                            </m:r>
                          </m:e>
                          <m:sub>
                            <m:r>
                              <a:rPr lang="en-US" sz="2800" b="1" i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b>
                        </m:sSub>
                      </m:e>
                    </m:d>
                  </m:oMath>
                </a14:m>
                <a:endParaRPr lang="en-US" sz="28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8" name="Content Placeholder 4">
                <a:extLst>
                  <a:ext uri="{FF2B5EF4-FFF2-40B4-BE49-F238E27FC236}">
                    <a16:creationId xmlns:a16="http://schemas.microsoft.com/office/drawing/2014/main" id="{32AF40C0-CB5C-4EC3-A661-3EBE5C14DA1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-1" y="3055792"/>
                <a:ext cx="6512133" cy="540000"/>
              </a:xfrm>
              <a:prstGeom prst="rect">
                <a:avLst/>
              </a:prstGeom>
              <a:blipFill>
                <a:blip r:embed="rId8"/>
                <a:stretch>
                  <a:fillRect l="-94" t="-10112" b="-29213"/>
                </a:stretch>
              </a:blipFill>
              <a:ln w="12700" cap="flat" cmpd="sng" algn="ctr">
                <a:noFill/>
                <a:prstDash val="solid"/>
                <a:miter lim="800000"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Content Placeholder 4">
                <a:extLst>
                  <a:ext uri="{FF2B5EF4-FFF2-40B4-BE49-F238E27FC236}">
                    <a16:creationId xmlns:a16="http://schemas.microsoft.com/office/drawing/2014/main" id="{C2E3A768-B2DD-49B5-A909-9453EEB041E3}"/>
                  </a:ext>
                </a:extLst>
              </p:cNvPr>
              <p:cNvSpPr txBox="1">
                <a:spLocks/>
              </p:cNvSpPr>
              <p:nvPr/>
            </p:nvSpPr>
            <p:spPr>
              <a:xfrm flipH="1">
                <a:off x="-1" y="865206"/>
                <a:ext cx="5615190" cy="540000"/>
              </a:xfrm>
              <a:prstGeom prst="rect">
                <a:avLst/>
              </a:prstGeom>
              <a:gradFill>
                <a:gsLst>
                  <a:gs pos="10000">
                    <a:srgbClr val="0E47A1"/>
                  </a:gs>
                  <a:gs pos="100000">
                    <a:srgbClr val="03A9F5"/>
                  </a:gs>
                </a:gsLst>
                <a:lin ang="10800000" scaled="1"/>
              </a:gradFill>
              <a:ln>
                <a:noFill/>
              </a:ln>
            </p:spPr>
            <p:txBody>
              <a:bodyPr vert="horz" wrap="square" lIns="91440" tIns="45720" rIns="91440" bIns="45720" numCol="1" anchor="ctr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algn="ctr">
                  <a:defRPr sz="2800">
                    <a:solidFill>
                      <a:schemeClr val="bg1"/>
                    </a:solidFill>
                  </a:defRPr>
                </a:lvl1pPr>
                <a:lvl2pPr>
                  <a:defRPr>
                    <a:solidFill>
                      <a:schemeClr val="tx1"/>
                    </a:solidFill>
                  </a:defRPr>
                </a:lvl2pPr>
                <a:lvl3pPr>
                  <a:defRPr>
                    <a:solidFill>
                      <a:schemeClr val="tx1"/>
                    </a:solidFill>
                  </a:defRPr>
                </a:lvl3pPr>
                <a:lvl4pPr>
                  <a:defRPr>
                    <a:solidFill>
                      <a:schemeClr val="tx1"/>
                    </a:solidFill>
                  </a:defRPr>
                </a:lvl4pPr>
                <a:lvl5pPr>
                  <a:defRPr>
                    <a:solidFill>
                      <a:schemeClr val="tx1"/>
                    </a:solidFill>
                  </a:defRPr>
                </a:lvl5pPr>
                <a:lvl6pPr>
                  <a:defRPr>
                    <a:solidFill>
                      <a:schemeClr val="tx1"/>
                    </a:solidFill>
                  </a:defRPr>
                </a:lvl6pPr>
                <a:lvl7pPr>
                  <a:defRPr>
                    <a:solidFill>
                      <a:schemeClr val="tx1"/>
                    </a:solidFill>
                  </a:defRPr>
                </a:lvl7pPr>
                <a:lvl8pPr>
                  <a:defRPr>
                    <a:solidFill>
                      <a:schemeClr val="tx1"/>
                    </a:solidFill>
                  </a:defRPr>
                </a:lvl8pPr>
                <a:lvl9pPr>
                  <a:defRPr>
                    <a:solidFill>
                      <a:schemeClr val="tx1"/>
                    </a:solidFill>
                  </a:defRPr>
                </a:lvl9pPr>
              </a:lstStyle>
              <a:p>
                <a:pPr marL="118745" lvl="0" algn="l">
                  <a:lnSpc>
                    <a:spcPct val="115000"/>
                  </a:lnSpc>
                  <a:spcAft>
                    <a:spcPts val="800"/>
                  </a:spcAft>
                </a:pPr>
                <a:r>
                  <a:rPr lang="en-US" b="1" dirty="0"/>
                  <a:t>Axiom : </a:t>
                </a:r>
                <a14:m>
                  <m:oMath xmlns:m="http://schemas.openxmlformats.org/officeDocument/2006/math">
                    <m:r>
                      <a:rPr lang="en-US" b="1" i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𝐤</m:t>
                    </m:r>
                    <m:r>
                      <a:rPr lang="en-US" b="1" i="1" dirty="0">
                        <a:latin typeface="Cambria Math" panose="02040503050406030204" pitchFamily="18" charset="0"/>
                      </a:rPr>
                      <m:t>⋅</m:t>
                    </m:r>
                    <m:r>
                      <a:rPr lang="en-US" b="1" i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𝐮</m:t>
                    </m:r>
                    <m:r>
                      <a:rPr lang="en-US" b="1" i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1" i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𝐯</m:t>
                    </m:r>
                    <m:r>
                      <a:rPr lang="en-US" b="1" i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b="1" i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𝐕</m:t>
                    </m:r>
                    <m:r>
                      <a:rPr lang="en-US" b="1" i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en-US" b="1" dirty="0">
                  <a:solidFill>
                    <a:srgbClr val="002060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9" name="Content Placeholder 4">
                <a:extLst>
                  <a:ext uri="{FF2B5EF4-FFF2-40B4-BE49-F238E27FC236}">
                    <a16:creationId xmlns:a16="http://schemas.microsoft.com/office/drawing/2014/main" id="{C2E3A768-B2DD-49B5-A909-9453EEB041E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-1" y="865206"/>
                <a:ext cx="5615190" cy="540000"/>
              </a:xfrm>
              <a:prstGeom prst="rect">
                <a:avLst/>
              </a:prstGeom>
              <a:blipFill>
                <a:blip r:embed="rId9"/>
                <a:stretch>
                  <a:fillRect l="-109" t="-6742" b="-31461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Content Placeholder 4">
                <a:extLst>
                  <a:ext uri="{FF2B5EF4-FFF2-40B4-BE49-F238E27FC236}">
                    <a16:creationId xmlns:a16="http://schemas.microsoft.com/office/drawing/2014/main" id="{C2E3A768-B2DD-49B5-A909-9453EEB041E3}"/>
                  </a:ext>
                </a:extLst>
              </p:cNvPr>
              <p:cNvSpPr txBox="1">
                <a:spLocks/>
              </p:cNvSpPr>
              <p:nvPr/>
            </p:nvSpPr>
            <p:spPr>
              <a:xfrm flipH="1">
                <a:off x="2275027" y="3804455"/>
                <a:ext cx="2906571" cy="540000"/>
              </a:xfrm>
              <a:prstGeom prst="rect">
                <a:avLst/>
              </a:prstGeom>
              <a:noFill/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vert="horz" lIns="91440" tIns="45720" rIns="91440" bIns="45720" rtlCol="0" anchor="ctr">
                <a:noAutofit/>
              </a:bodyPr>
              <a:lstStyle>
                <a:lvl1pPr marL="265113" indent="-265113" algn="just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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809625" indent="-352425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118745" indent="0" algn="l">
                  <a:lnSpc>
                    <a:spcPct val="115000"/>
                  </a:lnSpc>
                  <a:spcAft>
                    <a:spcPts val="8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k</m:t>
                      </m:r>
                      <m:d>
                        <m:dPr>
                          <m:ctrlP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m</m:t>
                          </m:r>
                          <m:sSub>
                            <m:sSubPr>
                              <m:ctrlPr>
                                <a:rPr lang="en-US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x</m:t>
                              </m:r>
                            </m:e>
                            <m:sub>
                              <m: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r>
                        <a:rPr lang="en-US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m:rPr>
                          <m:sty m:val="p"/>
                        </m:rPr>
                        <a:rPr lang="en-US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m</m:t>
                      </m:r>
                      <m:sSub>
                        <m:sSubPr>
                          <m:ctrlP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x</m:t>
                          </m:r>
                        </m:e>
                        <m:sub>
                          <m:r>
                            <a:rPr lang="en-US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sz="2800" dirty="0">
                  <a:solidFill>
                    <a:srgbClr val="002060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20" name="Content Placeholder 4">
                <a:extLst>
                  <a:ext uri="{FF2B5EF4-FFF2-40B4-BE49-F238E27FC236}">
                    <a16:creationId xmlns:a16="http://schemas.microsoft.com/office/drawing/2014/main" id="{C2E3A768-B2DD-49B5-A909-9453EEB041E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2275027" y="3804455"/>
                <a:ext cx="2906571" cy="540000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  <a:ln w="12700" cap="flat" cmpd="sng" algn="ctr">
                <a:noFill/>
                <a:prstDash val="solid"/>
                <a:miter lim="800000"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Content Placeholder 4">
                <a:extLst>
                  <a:ext uri="{FF2B5EF4-FFF2-40B4-BE49-F238E27FC236}">
                    <a16:creationId xmlns:a16="http://schemas.microsoft.com/office/drawing/2014/main" id="{C2E3A768-B2DD-49B5-A909-9453EEB041E3}"/>
                  </a:ext>
                </a:extLst>
              </p:cNvPr>
              <p:cNvSpPr txBox="1">
                <a:spLocks/>
              </p:cNvSpPr>
              <p:nvPr/>
            </p:nvSpPr>
            <p:spPr>
              <a:xfrm flipH="1">
                <a:off x="2275027" y="4552373"/>
                <a:ext cx="2572744" cy="540000"/>
              </a:xfrm>
              <a:prstGeom prst="rect">
                <a:avLst/>
              </a:prstGeom>
              <a:noFill/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vert="horz" lIns="91440" tIns="45720" rIns="91440" bIns="45720" rtlCol="0" anchor="ctr">
                <a:noAutofit/>
              </a:bodyPr>
              <a:lstStyle>
                <a:lvl1pPr marL="265113" indent="-265113" algn="just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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809625" indent="-352425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118745" indent="0" algn="l">
                  <a:lnSpc>
                    <a:spcPct val="115000"/>
                  </a:lnSpc>
                  <a:spcAft>
                    <a:spcPts val="8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m</m:t>
                      </m:r>
                      <m:d>
                        <m:dPr>
                          <m:ctrlPr>
                            <a:rPr lang="en-US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k</m:t>
                          </m:r>
                          <m:sSub>
                            <m:sSubPr>
                              <m:ctrlPr>
                                <a:rPr lang="en-US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x</m:t>
                              </m:r>
                            </m:e>
                            <m:sub>
                              <m: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x</m:t>
                              </m:r>
                            </m:e>
                            <m:sub>
                              <m: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sz="2800" dirty="0">
                  <a:solidFill>
                    <a:srgbClr val="002060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21" name="Content Placeholder 4">
                <a:extLst>
                  <a:ext uri="{FF2B5EF4-FFF2-40B4-BE49-F238E27FC236}">
                    <a16:creationId xmlns:a16="http://schemas.microsoft.com/office/drawing/2014/main" id="{C2E3A768-B2DD-49B5-A909-9453EEB041E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2275027" y="4552373"/>
                <a:ext cx="2572744" cy="540000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  <a:ln w="12700" cap="flat" cmpd="sng" algn="ctr">
                <a:noFill/>
                <a:prstDash val="solid"/>
                <a:miter lim="800000"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Content Placeholder 4">
                <a:extLst>
                  <a:ext uri="{FF2B5EF4-FFF2-40B4-BE49-F238E27FC236}">
                    <a16:creationId xmlns:a16="http://schemas.microsoft.com/office/drawing/2014/main" id="{C2E3A768-B2DD-49B5-A909-9453EEB041E3}"/>
                  </a:ext>
                </a:extLst>
              </p:cNvPr>
              <p:cNvSpPr txBox="1">
                <a:spLocks/>
              </p:cNvSpPr>
              <p:nvPr/>
            </p:nvSpPr>
            <p:spPr>
              <a:xfrm flipH="1">
                <a:off x="-1" y="5250838"/>
                <a:ext cx="3563007" cy="540000"/>
              </a:xfrm>
              <a:prstGeom prst="rect">
                <a:avLst/>
              </a:prstGeom>
              <a:noFill/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vert="horz" lIns="91440" tIns="45720" rIns="91440" bIns="45720" rtlCol="0" anchor="ctr">
                <a:noAutofit/>
              </a:bodyPr>
              <a:lstStyle>
                <a:lvl1pPr marL="265113" indent="-265113" algn="just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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809625" indent="-352425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118745" indent="0" algn="l">
                  <a:lnSpc>
                    <a:spcPct val="115000"/>
                  </a:lnSpc>
                  <a:spcAft>
                    <a:spcPts val="800"/>
                  </a:spcAft>
                  <a:buNone/>
                </a:pPr>
                <a:r>
                  <a:rPr lang="en-US" sz="2800" dirty="0">
                    <a:solidFill>
                      <a:srgbClr val="002060"/>
                    </a:solidFill>
                  </a:rPr>
                  <a:t>So, 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800" i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k</m:t>
                    </m:r>
                    <m:r>
                      <a:rPr lang="en-US" sz="2800" dirty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m:rPr>
                        <m:sty m:val="p"/>
                      </m:rPr>
                      <a:rPr lang="en-US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u</m:t>
                    </m:r>
                    <m:r>
                      <a:rPr lang="en-US" sz="2800" i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US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v</m:t>
                    </m:r>
                    <m:r>
                      <a:rPr lang="en-US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W</m:t>
                    </m:r>
                  </m:oMath>
                </a14:m>
                <a:r>
                  <a:rPr lang="en-US" sz="2800" dirty="0">
                    <a:solidFill>
                      <a:srgbClr val="002060"/>
                    </a:solidFill>
                    <a:latin typeface="Cambria Math" panose="02040503050406030204" pitchFamily="18" charset="0"/>
                  </a:rPr>
                  <a:t>.</a:t>
                </a:r>
              </a:p>
            </p:txBody>
          </p:sp>
        </mc:Choice>
        <mc:Fallback xmlns="">
          <p:sp>
            <p:nvSpPr>
              <p:cNvPr id="22" name="Content Placeholder 4">
                <a:extLst>
                  <a:ext uri="{FF2B5EF4-FFF2-40B4-BE49-F238E27FC236}">
                    <a16:creationId xmlns:a16="http://schemas.microsoft.com/office/drawing/2014/main" id="{C2E3A768-B2DD-49B5-A909-9453EEB041E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-1" y="5250838"/>
                <a:ext cx="3563007" cy="540000"/>
              </a:xfrm>
              <a:prstGeom prst="rect">
                <a:avLst/>
              </a:prstGeom>
              <a:blipFill>
                <a:blip r:embed="rId12"/>
                <a:stretch>
                  <a:fillRect l="-171" t="-8989" b="-32584"/>
                </a:stretch>
              </a:blipFill>
              <a:ln w="12700" cap="flat" cmpd="sng" algn="ctr">
                <a:noFill/>
                <a:prstDash val="solid"/>
                <a:miter lim="800000"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4">
                <a:extLst>
                  <a:ext uri="{FF2B5EF4-FFF2-40B4-BE49-F238E27FC236}">
                    <a16:creationId xmlns:a16="http://schemas.microsoft.com/office/drawing/2014/main" id="{B001E28D-BE0A-AA4E-2AD9-91C5A098FD52}"/>
                  </a:ext>
                </a:extLst>
              </p:cNvPr>
              <p:cNvSpPr txBox="1">
                <a:spLocks/>
              </p:cNvSpPr>
              <p:nvPr/>
            </p:nvSpPr>
            <p:spPr>
              <a:xfrm flipH="1">
                <a:off x="-3" y="5940383"/>
                <a:ext cx="4847773" cy="540000"/>
              </a:xfrm>
              <a:prstGeom prst="rect">
                <a:avLst/>
              </a:prstGeom>
              <a:noFill/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vert="horz" lIns="91440" tIns="45720" rIns="91440" bIns="45720" rtlCol="0" anchor="ctr">
                <a:noAutofit/>
              </a:bodyPr>
              <a:lstStyle>
                <a:lvl1pPr marL="265113" indent="-265113" algn="just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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809625" indent="-352425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118745" indent="0" algn="l">
                  <a:lnSpc>
                    <a:spcPct val="115000"/>
                  </a:lnSpc>
                  <a:spcAft>
                    <a:spcPts val="800"/>
                  </a:spcAft>
                  <a:buNone/>
                </a:pPr>
                <a:r>
                  <a:rPr lang="en-US" sz="2800" dirty="0">
                    <a:solidFill>
                      <a:srgbClr val="002060"/>
                    </a:solidFill>
                  </a:rPr>
                  <a:t>Hence,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W</m:t>
                    </m:r>
                  </m:oMath>
                </a14:m>
                <a:r>
                  <a:rPr lang="en-US" sz="2800" dirty="0">
                    <a:solidFill>
                      <a:srgbClr val="002060"/>
                    </a:solidFill>
                    <a:latin typeface="Cambria Math" panose="02040503050406030204" pitchFamily="18" charset="0"/>
                  </a:rPr>
                  <a:t> </a:t>
                </a:r>
                <a:r>
                  <a:rPr lang="en-US" sz="2800" i="0" dirty="0">
                    <a:solidFill>
                      <a:srgbClr val="002060"/>
                    </a:solidFill>
                    <a:latin typeface="+mj-lt"/>
                  </a:rPr>
                  <a:t>is a subspace of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800" i="1" dirty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800" dirty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n-US" sz="2800" dirty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sz="2800" i="0" dirty="0">
                    <a:solidFill>
                      <a:srgbClr val="002060"/>
                    </a:solidFill>
                    <a:latin typeface="+mj-lt"/>
                  </a:rPr>
                  <a:t>.</a:t>
                </a:r>
                <a:endParaRPr lang="en-US" sz="2800" dirty="0">
                  <a:solidFill>
                    <a:srgbClr val="002060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3" name="Content Placeholder 4">
                <a:extLst>
                  <a:ext uri="{FF2B5EF4-FFF2-40B4-BE49-F238E27FC236}">
                    <a16:creationId xmlns:a16="http://schemas.microsoft.com/office/drawing/2014/main" id="{B001E28D-BE0A-AA4E-2AD9-91C5A098FD5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-3" y="5940383"/>
                <a:ext cx="4847773" cy="540000"/>
              </a:xfrm>
              <a:prstGeom prst="rect">
                <a:avLst/>
              </a:prstGeom>
              <a:blipFill>
                <a:blip r:embed="rId13"/>
                <a:stretch>
                  <a:fillRect l="-126" t="-6742" b="-32584"/>
                </a:stretch>
              </a:blipFill>
              <a:ln w="12700" cap="flat" cmpd="sng" algn="ctr">
                <a:noFill/>
                <a:prstDash val="solid"/>
                <a:miter lim="800000"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26E5D244-4FC0-4547-9534-D792612D6093}"/>
                  </a:ext>
                </a:extLst>
              </p:cNvPr>
              <p:cNvSpPr txBox="1"/>
              <p:nvPr/>
            </p:nvSpPr>
            <p:spPr>
              <a:xfrm>
                <a:off x="5824259" y="2361787"/>
                <a:ext cx="4503988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0" lang="en-US" sz="2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206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=</m:t>
                      </m:r>
                      <m:d>
                        <m:dPr>
                          <m:ctrlPr>
                            <a:rPr kumimoji="0" lang="en-US" sz="2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206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kumimoji="0" lang="en-US" sz="28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206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k</m:t>
                          </m:r>
                          <m:sSub>
                            <m:sSubPr>
                              <m:ctrlPr>
                                <a:rPr kumimoji="0" lang="en-US" sz="2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00206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kumimoji="0" lang="en-US" sz="2800" b="0" i="0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00206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x</m:t>
                              </m:r>
                            </m:e>
                            <m:sub>
                              <m:r>
                                <a:rPr kumimoji="0" lang="en-US" sz="2800" b="0" i="0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00206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1</m:t>
                              </m:r>
                            </m:sub>
                          </m:sSub>
                          <m:r>
                            <a:rPr kumimoji="0" lang="en-US" sz="28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206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+</m:t>
                          </m:r>
                          <m:sSub>
                            <m:sSubPr>
                              <m:ctrlPr>
                                <a:rPr kumimoji="0" lang="en-US" sz="2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00206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kumimoji="0" lang="en-US" sz="2800" b="0" i="0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00206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x</m:t>
                              </m:r>
                            </m:e>
                            <m:sub>
                              <m:r>
                                <a:rPr kumimoji="0" lang="en-US" sz="2800" b="0" i="0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00206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2</m:t>
                              </m:r>
                            </m:sub>
                          </m:sSub>
                          <m:r>
                            <a:rPr kumimoji="0" lang="en-US" sz="28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206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,</m:t>
                          </m:r>
                          <m:r>
                            <m:rPr>
                              <m:sty m:val="p"/>
                            </m:rPr>
                            <a:rPr kumimoji="0" lang="en-US" sz="28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206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k</m:t>
                          </m:r>
                          <m:sSub>
                            <m:sSubPr>
                              <m:ctrlPr>
                                <a:rPr kumimoji="0" lang="en-US" sz="2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00206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kumimoji="0" lang="en-US" sz="2800" b="0" i="0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00206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y</m:t>
                              </m:r>
                            </m:e>
                            <m:sub>
                              <m:r>
                                <a:rPr kumimoji="0" lang="en-US" sz="2800" b="0" i="0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00206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1</m:t>
                              </m:r>
                            </m:sub>
                          </m:sSub>
                          <m:r>
                            <a:rPr kumimoji="0" lang="en-US" sz="28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206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+</m:t>
                          </m:r>
                          <m:sSub>
                            <m:sSubPr>
                              <m:ctrlPr>
                                <a:rPr kumimoji="0" lang="en-US" sz="2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00206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kumimoji="0" lang="en-US" sz="2800" b="0" i="0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00206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y</m:t>
                              </m:r>
                            </m:e>
                            <m:sub>
                              <m:r>
                                <a:rPr kumimoji="0" lang="en-US" sz="2800" b="0" i="0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00206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26E5D244-4FC0-4547-9534-D792612D609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24259" y="2361787"/>
                <a:ext cx="4503988" cy="523220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405494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6" grpId="0"/>
      <p:bldP spid="14" grpId="0"/>
      <p:bldP spid="15" grpId="0"/>
      <p:bldP spid="18" grpId="0"/>
      <p:bldP spid="20" grpId="0"/>
      <p:bldP spid="21" grpId="0"/>
      <p:bldP spid="22" grpId="0"/>
      <p:bldP spid="3" grpId="0"/>
      <p:bldP spid="23" grpId="0"/>
    </p:bldLst>
  </p:timing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ECFC8A-BC0D-5D72-FE99-20313653BC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7" name="Content Placeholder 4">
                <a:extLst>
                  <a:ext uri="{FF2B5EF4-FFF2-40B4-BE49-F238E27FC236}">
                    <a16:creationId xmlns:a16="http://schemas.microsoft.com/office/drawing/2014/main" id="{E2369E14-FB7F-439F-B8BC-3D00ED9ED33E}"/>
                  </a:ext>
                </a:extLst>
              </p:cNvPr>
              <p:cNvSpPr txBox="1">
                <a:spLocks/>
              </p:cNvSpPr>
              <p:nvPr/>
            </p:nvSpPr>
            <p:spPr>
              <a:xfrm flipH="1">
                <a:off x="-1" y="2381025"/>
                <a:ext cx="2227160" cy="540000"/>
              </a:xfrm>
              <a:prstGeom prst="rect">
                <a:avLst/>
              </a:prstGeom>
              <a:noFill/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vert="horz" lIns="91440" tIns="45720" rIns="91440" bIns="45720" rtlCol="0" anchor="ctr">
                <a:noAutofit/>
              </a:bodyPr>
              <a:lstStyle>
                <a:lvl1pPr marL="265113" indent="-265113" algn="just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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809625" indent="-352425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118745" indent="0" algn="l">
                  <a:lnSpc>
                    <a:spcPct val="115000"/>
                  </a:lnSpc>
                  <a:spcAft>
                    <a:spcPts val="800"/>
                  </a:spcAft>
                  <a:buNone/>
                </a:pPr>
                <a:r>
                  <a:rPr lang="en-US" sz="2800" dirty="0">
                    <a:solidFill>
                      <a:srgbClr val="002060"/>
                    </a:solidFill>
                  </a:rPr>
                  <a:t>Now,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u</m:t>
                    </m:r>
                    <m:r>
                      <a:rPr lang="en-US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US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v</m:t>
                    </m:r>
                  </m:oMath>
                </a14:m>
                <a:endParaRPr lang="en-US" sz="2800" dirty="0">
                  <a:solidFill>
                    <a:srgbClr val="002060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7" name="Content Placeholder 4">
                <a:extLst>
                  <a:ext uri="{FF2B5EF4-FFF2-40B4-BE49-F238E27FC236}">
                    <a16:creationId xmlns:a16="http://schemas.microsoft.com/office/drawing/2014/main" id="{E2369E14-FB7F-439F-B8BC-3D00ED9ED33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-1" y="2381025"/>
                <a:ext cx="2227160" cy="540000"/>
              </a:xfrm>
              <a:prstGeom prst="rect">
                <a:avLst/>
              </a:prstGeom>
              <a:blipFill>
                <a:blip r:embed="rId2"/>
                <a:stretch>
                  <a:fillRect l="-274" t="-10227" b="-29545"/>
                </a:stretch>
              </a:blipFill>
              <a:ln w="12700" cap="flat" cmpd="sng" algn="ctr">
                <a:noFill/>
                <a:prstDash val="solid"/>
                <a:miter lim="800000"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FDFDD70C-3AAE-183B-5AED-36C59E3E9B77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IN" dirty="0"/>
                  <a:t>Method:2 </a:t>
                </a:r>
                <a14:m>
                  <m:oMath xmlns:m="http://schemas.openxmlformats.org/officeDocument/2006/math">
                    <m:r>
                      <a:rPr lang="en-IN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⇝</m:t>
                    </m:r>
                  </m:oMath>
                </a14:m>
                <a:r>
                  <a:rPr lang="en-IN" dirty="0"/>
                  <a:t> Example:1(continue) </a:t>
                </a:r>
                <a:r>
                  <a:rPr lang="en-IN" dirty="0">
                    <a:solidFill>
                      <a:srgbClr val="FF0000"/>
                    </a:solidFill>
                  </a:rPr>
                  <a:t>[ Alternate Method ]</a:t>
                </a:r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FDFDD70C-3AAE-183B-5AED-36C59E3E9B7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3"/>
                <a:stretch>
                  <a:fillRect l="-400" t="-8547" b="-1965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Content Placeholder 4">
                <a:extLst>
                  <a:ext uri="{FF2B5EF4-FFF2-40B4-BE49-F238E27FC236}">
                    <a16:creationId xmlns:a16="http://schemas.microsoft.com/office/drawing/2014/main" id="{C2E3A768-B2DD-49B5-A909-9453EEB041E3}"/>
                  </a:ext>
                </a:extLst>
              </p:cNvPr>
              <p:cNvSpPr txBox="1">
                <a:spLocks/>
              </p:cNvSpPr>
              <p:nvPr/>
            </p:nvSpPr>
            <p:spPr>
              <a:xfrm flipH="1">
                <a:off x="1676940" y="2434938"/>
                <a:ext cx="3637303" cy="544460"/>
              </a:xfrm>
              <a:prstGeom prst="rect">
                <a:avLst/>
              </a:prstGeom>
              <a:noFill/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vert="horz" lIns="91440" tIns="45720" rIns="91440" bIns="45720" rtlCol="0" anchor="ctr">
                <a:noAutofit/>
              </a:bodyPr>
              <a:lstStyle>
                <a:lvl1pPr marL="265113" indent="-265113" algn="just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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809625" indent="-352425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118745" indent="0">
                  <a:lnSpc>
                    <a:spcPct val="115000"/>
                  </a:lnSpc>
                  <a:spcAft>
                    <a:spcPts val="8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280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x</m:t>
                              </m:r>
                            </m:e>
                            <m:sub>
                              <m:r>
                                <a:rPr lang="en-US" sz="280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280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280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y</m:t>
                              </m:r>
                            </m:e>
                            <m:sub>
                              <m:r>
                                <a:rPr lang="en-US" sz="280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r>
                        <a:rPr lang="en-US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d>
                        <m:dPr>
                          <m:ctrlP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280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x</m:t>
                              </m:r>
                            </m:e>
                            <m:sub>
                              <m:r>
                                <a:rPr lang="en-US" sz="280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sz="280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280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y</m:t>
                              </m:r>
                            </m:e>
                            <m:sub>
                              <m:r>
                                <a:rPr lang="en-US" sz="280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sz="2800" dirty="0">
                  <a:solidFill>
                    <a:srgbClr val="002060"/>
                  </a:solidFill>
                  <a:latin typeface="Cambria Math" panose="02040503050406030204" pitchFamily="18" charset="0"/>
                  <a:ea typeface="Calibri" panose="020F0502020204030204" pitchFamily="34" charset="0"/>
                  <a:cs typeface="Shruti" panose="020B0502040204020203" pitchFamily="34" charset="0"/>
                </a:endParaRPr>
              </a:p>
            </p:txBody>
          </p:sp>
        </mc:Choice>
        <mc:Fallback xmlns="">
          <p:sp>
            <p:nvSpPr>
              <p:cNvPr id="16" name="Content Placeholder 4">
                <a:extLst>
                  <a:ext uri="{FF2B5EF4-FFF2-40B4-BE49-F238E27FC236}">
                    <a16:creationId xmlns:a16="http://schemas.microsoft.com/office/drawing/2014/main" id="{C2E3A768-B2DD-49B5-A909-9453EEB041E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1676940" y="2434938"/>
                <a:ext cx="3637303" cy="54446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 w="12700" cap="flat" cmpd="sng" algn="ctr">
                <a:noFill/>
                <a:prstDash val="solid"/>
                <a:miter lim="800000"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Content Placeholder 4">
                <a:extLst>
                  <a:ext uri="{FF2B5EF4-FFF2-40B4-BE49-F238E27FC236}">
                    <a16:creationId xmlns:a16="http://schemas.microsoft.com/office/drawing/2014/main" id="{C2E3A768-B2DD-49B5-A909-9453EEB041E3}"/>
                  </a:ext>
                </a:extLst>
              </p:cNvPr>
              <p:cNvSpPr txBox="1">
                <a:spLocks/>
              </p:cNvSpPr>
              <p:nvPr/>
            </p:nvSpPr>
            <p:spPr>
              <a:xfrm flipH="1">
                <a:off x="3543" y="4567151"/>
                <a:ext cx="2609028" cy="540000"/>
              </a:xfrm>
              <a:prstGeom prst="rect">
                <a:avLst/>
              </a:prstGeom>
              <a:noFill/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vert="horz" lIns="91440" tIns="45720" rIns="91440" bIns="45720" rtlCol="0" anchor="ctr">
                <a:noAutofit/>
              </a:bodyPr>
              <a:lstStyle>
                <a:lvl1pPr marL="265113" indent="-265113" algn="just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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809625" indent="-352425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118745" indent="0" algn="l">
                  <a:lnSpc>
                    <a:spcPct val="115000"/>
                  </a:lnSpc>
                  <a:spcAft>
                    <a:spcPts val="800"/>
                  </a:spcAft>
                  <a:buNone/>
                </a:pPr>
                <a:r>
                  <a:rPr lang="en-US" sz="2800" dirty="0">
                    <a:solidFill>
                      <a:srgbClr val="002060"/>
                    </a:solidFill>
                  </a:rPr>
                  <a:t>Now,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y</m:t>
                        </m:r>
                      </m:e>
                      <m:sub>
                        <m:r>
                          <a:rPr lang="en-US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y</m:t>
                        </m:r>
                      </m:e>
                      <m:sub>
                        <m:r>
                          <a:rPr lang="en-US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endParaRPr lang="en-US" sz="2800" dirty="0">
                  <a:solidFill>
                    <a:srgbClr val="002060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4" name="Content Placeholder 4">
                <a:extLst>
                  <a:ext uri="{FF2B5EF4-FFF2-40B4-BE49-F238E27FC236}">
                    <a16:creationId xmlns:a16="http://schemas.microsoft.com/office/drawing/2014/main" id="{C2E3A768-B2DD-49B5-A909-9453EEB041E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3543" y="4567151"/>
                <a:ext cx="2609028" cy="540000"/>
              </a:xfrm>
              <a:prstGeom prst="rect">
                <a:avLst/>
              </a:prstGeom>
              <a:blipFill>
                <a:blip r:embed="rId5"/>
                <a:stretch>
                  <a:fillRect l="-467" t="-10112" b="-29213"/>
                </a:stretch>
              </a:blipFill>
              <a:ln w="12700" cap="flat" cmpd="sng" algn="ctr">
                <a:noFill/>
                <a:prstDash val="solid"/>
                <a:miter lim="800000"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2" name="Picture 11"/>
          <p:cNvPicPr>
            <a:picLocks noChangeAspect="1"/>
          </p:cNvPicPr>
          <p:nvPr/>
        </p:nvPicPr>
        <p:blipFill rotWithShape="1">
          <a:blip r:embed="rId6"/>
          <a:srcRect b="13116"/>
          <a:stretch/>
        </p:blipFill>
        <p:spPr>
          <a:xfrm>
            <a:off x="7837152" y="850209"/>
            <a:ext cx="4255377" cy="656818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5" name="Content Placeholder 4">
                <a:extLst>
                  <a:ext uri="{FF2B5EF4-FFF2-40B4-BE49-F238E27FC236}">
                    <a16:creationId xmlns:a16="http://schemas.microsoft.com/office/drawing/2014/main" id="{C2E3A768-B2DD-49B5-A909-9453EEB041E3}"/>
                  </a:ext>
                </a:extLst>
              </p:cNvPr>
              <p:cNvSpPr txBox="1">
                <a:spLocks/>
              </p:cNvSpPr>
              <p:nvPr/>
            </p:nvSpPr>
            <p:spPr>
              <a:xfrm flipH="1">
                <a:off x="1676939" y="3183601"/>
                <a:ext cx="3637305" cy="544460"/>
              </a:xfrm>
              <a:prstGeom prst="rect">
                <a:avLst/>
              </a:prstGeom>
              <a:noFill/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vert="horz" lIns="91440" tIns="45720" rIns="91440" bIns="45720" rtlCol="0" anchor="ctr">
                <a:noAutofit/>
              </a:bodyPr>
              <a:lstStyle>
                <a:lvl1pPr marL="265113" indent="-265113" algn="just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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809625" indent="-352425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118745" indent="0">
                  <a:lnSpc>
                    <a:spcPct val="115000"/>
                  </a:lnSpc>
                  <a:spcAft>
                    <a:spcPts val="8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280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x</m:t>
                              </m:r>
                            </m:e>
                            <m:sub>
                              <m:r>
                                <a:rPr lang="en-US" sz="280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x</m:t>
                              </m:r>
                            </m:e>
                            <m:sub>
                              <m: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sz="280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280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y</m:t>
                              </m:r>
                            </m:e>
                            <m:sub>
                              <m:r>
                                <a:rPr lang="en-US" sz="280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y</m:t>
                              </m:r>
                            </m:e>
                            <m:sub>
                              <m: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sz="2800" dirty="0">
                  <a:solidFill>
                    <a:srgbClr val="002060"/>
                  </a:solidFill>
                  <a:latin typeface="Cambria Math" panose="02040503050406030204" pitchFamily="18" charset="0"/>
                  <a:ea typeface="Calibri" panose="020F0502020204030204" pitchFamily="34" charset="0"/>
                  <a:cs typeface="Shruti" panose="020B0502040204020203" pitchFamily="34" charset="0"/>
                </a:endParaRPr>
              </a:p>
            </p:txBody>
          </p:sp>
        </mc:Choice>
        <mc:Fallback xmlns="">
          <p:sp>
            <p:nvSpPr>
              <p:cNvPr id="15" name="Content Placeholder 4">
                <a:extLst>
                  <a:ext uri="{FF2B5EF4-FFF2-40B4-BE49-F238E27FC236}">
                    <a16:creationId xmlns:a16="http://schemas.microsoft.com/office/drawing/2014/main" id="{C2E3A768-B2DD-49B5-A909-9453EEB041E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1676939" y="3183601"/>
                <a:ext cx="3637305" cy="54446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  <a:ln w="12700" cap="flat" cmpd="sng" algn="ctr">
                <a:noFill/>
                <a:prstDash val="solid"/>
                <a:miter lim="800000"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Content Placeholder 4">
                <a:extLst>
                  <a:ext uri="{FF2B5EF4-FFF2-40B4-BE49-F238E27FC236}">
                    <a16:creationId xmlns:a16="http://schemas.microsoft.com/office/drawing/2014/main" id="{32AF40C0-CB5C-4EC3-A661-3EBE5C14DA10}"/>
                  </a:ext>
                </a:extLst>
              </p:cNvPr>
              <p:cNvSpPr txBox="1">
                <a:spLocks/>
              </p:cNvSpPr>
              <p:nvPr/>
            </p:nvSpPr>
            <p:spPr>
              <a:xfrm flipH="1">
                <a:off x="-1" y="3877606"/>
                <a:ext cx="5615190" cy="540000"/>
              </a:xfrm>
              <a:prstGeom prst="rect">
                <a:avLst/>
              </a:prstGeom>
              <a:noFill/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vert="horz" lIns="91440" tIns="45720" rIns="91440" bIns="45720" rtlCol="0" anchor="ctr">
                <a:noAutofit/>
              </a:bodyPr>
              <a:lstStyle>
                <a:lvl1pPr marL="265113" indent="-265113" algn="just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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809625" indent="-352425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118745" indent="0" algn="l">
                  <a:lnSpc>
                    <a:spcPct val="115000"/>
                  </a:lnSpc>
                  <a:spcAft>
                    <a:spcPts val="800"/>
                  </a:spcAft>
                  <a:buNone/>
                </a:pPr>
                <a:r>
                  <a:rPr lang="en-US" sz="2800" b="1" dirty="0">
                    <a:solidFill>
                      <a:srgbClr val="FF0000"/>
                    </a:solidFill>
                    <a:latin typeface="+mj-lt"/>
                  </a:rPr>
                  <a:t>To show :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b="1" i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𝐲</m:t>
                        </m:r>
                      </m:e>
                      <m:sub>
                        <m:r>
                          <a:rPr lang="en-US" sz="2800" b="1" i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  <m:r>
                      <a:rPr lang="en-US" sz="2800" b="1" i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sz="28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b="1" i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𝐲</m:t>
                        </m:r>
                      </m:e>
                      <m:sub>
                        <m:r>
                          <a:rPr lang="en-US" sz="2800" b="1" i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sub>
                    </m:sSub>
                    <m:r>
                      <a:rPr lang="en-US" sz="2800" b="1" i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800" b="1" i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𝐦</m:t>
                    </m:r>
                    <m:d>
                      <m:dPr>
                        <m:ctrlPr>
                          <a:rPr lang="en-US" sz="28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800" b="1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00" b="1" i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𝐱</m:t>
                            </m:r>
                          </m:e>
                          <m:sub>
                            <m:r>
                              <a:rPr lang="en-US" sz="2800" b="1" i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  <m:r>
                          <a:rPr lang="en-US" sz="2800" b="1" i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sz="2800" b="1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00" b="1" i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𝐱</m:t>
                            </m:r>
                          </m:e>
                          <m:sub>
                            <m:r>
                              <a:rPr lang="en-US" sz="2800" b="1" i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b>
                        </m:sSub>
                      </m:e>
                    </m:d>
                  </m:oMath>
                </a14:m>
                <a:endParaRPr lang="en-US" sz="28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8" name="Content Placeholder 4">
                <a:extLst>
                  <a:ext uri="{FF2B5EF4-FFF2-40B4-BE49-F238E27FC236}">
                    <a16:creationId xmlns:a16="http://schemas.microsoft.com/office/drawing/2014/main" id="{32AF40C0-CB5C-4EC3-A661-3EBE5C14DA1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-1" y="3877606"/>
                <a:ext cx="5615190" cy="540000"/>
              </a:xfrm>
              <a:prstGeom prst="rect">
                <a:avLst/>
              </a:prstGeom>
              <a:blipFill>
                <a:blip r:embed="rId8"/>
                <a:stretch>
                  <a:fillRect l="-109" t="-10112" b="-29213"/>
                </a:stretch>
              </a:blipFill>
              <a:ln w="12700" cap="flat" cmpd="sng" algn="ctr">
                <a:noFill/>
                <a:prstDash val="solid"/>
                <a:miter lim="800000"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Content Placeholder 4">
                <a:extLst>
                  <a:ext uri="{FF2B5EF4-FFF2-40B4-BE49-F238E27FC236}">
                    <a16:creationId xmlns:a16="http://schemas.microsoft.com/office/drawing/2014/main" id="{C2E3A768-B2DD-49B5-A909-9453EEB041E3}"/>
                  </a:ext>
                </a:extLst>
              </p:cNvPr>
              <p:cNvSpPr txBox="1">
                <a:spLocks/>
              </p:cNvSpPr>
              <p:nvPr/>
            </p:nvSpPr>
            <p:spPr>
              <a:xfrm flipH="1">
                <a:off x="-1" y="1687020"/>
                <a:ext cx="5615190" cy="540000"/>
              </a:xfrm>
              <a:prstGeom prst="rect">
                <a:avLst/>
              </a:prstGeom>
              <a:gradFill>
                <a:gsLst>
                  <a:gs pos="10000">
                    <a:srgbClr val="0E47A1"/>
                  </a:gs>
                  <a:gs pos="100000">
                    <a:srgbClr val="03A9F5"/>
                  </a:gs>
                </a:gsLst>
                <a:lin ang="10800000" scaled="1"/>
              </a:gradFill>
              <a:ln>
                <a:noFill/>
              </a:ln>
            </p:spPr>
            <p:txBody>
              <a:bodyPr vert="horz" wrap="square" lIns="91440" tIns="45720" rIns="91440" bIns="45720" numCol="1" anchor="ctr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algn="ctr">
                  <a:defRPr sz="2800">
                    <a:solidFill>
                      <a:schemeClr val="bg1"/>
                    </a:solidFill>
                  </a:defRPr>
                </a:lvl1pPr>
                <a:lvl2pPr>
                  <a:defRPr>
                    <a:solidFill>
                      <a:schemeClr val="tx1"/>
                    </a:solidFill>
                  </a:defRPr>
                </a:lvl2pPr>
                <a:lvl3pPr>
                  <a:defRPr>
                    <a:solidFill>
                      <a:schemeClr val="tx1"/>
                    </a:solidFill>
                  </a:defRPr>
                </a:lvl3pPr>
                <a:lvl4pPr>
                  <a:defRPr>
                    <a:solidFill>
                      <a:schemeClr val="tx1"/>
                    </a:solidFill>
                  </a:defRPr>
                </a:lvl4pPr>
                <a:lvl5pPr>
                  <a:defRPr>
                    <a:solidFill>
                      <a:schemeClr val="tx1"/>
                    </a:solidFill>
                  </a:defRPr>
                </a:lvl5pPr>
                <a:lvl6pPr>
                  <a:defRPr>
                    <a:solidFill>
                      <a:schemeClr val="tx1"/>
                    </a:solidFill>
                  </a:defRPr>
                </a:lvl6pPr>
                <a:lvl7pPr>
                  <a:defRPr>
                    <a:solidFill>
                      <a:schemeClr val="tx1"/>
                    </a:solidFill>
                  </a:defRPr>
                </a:lvl7pPr>
                <a:lvl8pPr>
                  <a:defRPr>
                    <a:solidFill>
                      <a:schemeClr val="tx1"/>
                    </a:solidFill>
                  </a:defRPr>
                </a:lvl8pPr>
                <a:lvl9pPr>
                  <a:defRPr>
                    <a:solidFill>
                      <a:schemeClr val="tx1"/>
                    </a:solidFill>
                  </a:defRPr>
                </a:lvl9pPr>
              </a:lstStyle>
              <a:p>
                <a:pPr marL="118745" lvl="0" algn="l">
                  <a:lnSpc>
                    <a:spcPct val="115000"/>
                  </a:lnSpc>
                  <a:spcAft>
                    <a:spcPts val="800"/>
                  </a:spcAft>
                </a:pPr>
                <a:r>
                  <a:rPr lang="en-US" b="1" dirty="0"/>
                  <a:t>Axiom : </a:t>
                </a:r>
                <a14:m>
                  <m:oMath xmlns:m="http://schemas.openxmlformats.org/officeDocument/2006/math">
                    <m:r>
                      <a:rPr lang="en-US" b="1" i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𝐮</m:t>
                    </m:r>
                    <m:r>
                      <a:rPr lang="en-US" b="1" i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1" i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𝐯</m:t>
                    </m:r>
                    <m:r>
                      <a:rPr lang="en-US" b="1" i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b="1" i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𝐕</m:t>
                    </m:r>
                    <m:r>
                      <a:rPr lang="en-US" b="1" i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en-US" b="1" dirty="0">
                  <a:solidFill>
                    <a:srgbClr val="002060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9" name="Content Placeholder 4">
                <a:extLst>
                  <a:ext uri="{FF2B5EF4-FFF2-40B4-BE49-F238E27FC236}">
                    <a16:creationId xmlns:a16="http://schemas.microsoft.com/office/drawing/2014/main" id="{C2E3A768-B2DD-49B5-A909-9453EEB041E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-1" y="1687020"/>
                <a:ext cx="5615190" cy="540000"/>
              </a:xfrm>
              <a:prstGeom prst="rect">
                <a:avLst/>
              </a:prstGeom>
              <a:blipFill>
                <a:blip r:embed="rId9"/>
                <a:stretch>
                  <a:fillRect l="-109" t="-10227" b="-29545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Content Placeholder 4">
                <a:extLst>
                  <a:ext uri="{FF2B5EF4-FFF2-40B4-BE49-F238E27FC236}">
                    <a16:creationId xmlns:a16="http://schemas.microsoft.com/office/drawing/2014/main" id="{C2E3A768-B2DD-49B5-A909-9453EEB041E3}"/>
                  </a:ext>
                </a:extLst>
              </p:cNvPr>
              <p:cNvSpPr txBox="1">
                <a:spLocks/>
              </p:cNvSpPr>
              <p:nvPr/>
            </p:nvSpPr>
            <p:spPr>
              <a:xfrm flipH="1">
                <a:off x="2043533" y="4626269"/>
                <a:ext cx="2906571" cy="540000"/>
              </a:xfrm>
              <a:prstGeom prst="rect">
                <a:avLst/>
              </a:prstGeom>
              <a:noFill/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vert="horz" lIns="91440" tIns="45720" rIns="91440" bIns="45720" rtlCol="0" anchor="ctr">
                <a:noAutofit/>
              </a:bodyPr>
              <a:lstStyle>
                <a:lvl1pPr marL="265113" indent="-265113" algn="just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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809625" indent="-352425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118745" indent="0" algn="l">
                  <a:lnSpc>
                    <a:spcPct val="115000"/>
                  </a:lnSpc>
                  <a:spcAft>
                    <a:spcPts val="8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m</m:t>
                          </m:r>
                          <m:sSub>
                            <m:sSubPr>
                              <m:ctrlPr>
                                <a:rPr lang="en-US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x</m:t>
                              </m:r>
                            </m:e>
                            <m:sub>
                              <m: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r>
                        <a:rPr lang="en-US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m:rPr>
                          <m:sty m:val="p"/>
                        </m:rPr>
                        <a:rPr lang="en-US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m</m:t>
                      </m:r>
                      <m:sSub>
                        <m:sSubPr>
                          <m:ctrlP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x</m:t>
                          </m:r>
                        </m:e>
                        <m:sub>
                          <m:r>
                            <a:rPr lang="en-US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sz="2800" dirty="0">
                  <a:solidFill>
                    <a:srgbClr val="002060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20" name="Content Placeholder 4">
                <a:extLst>
                  <a:ext uri="{FF2B5EF4-FFF2-40B4-BE49-F238E27FC236}">
                    <a16:creationId xmlns:a16="http://schemas.microsoft.com/office/drawing/2014/main" id="{C2E3A768-B2DD-49B5-A909-9453EEB041E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2043533" y="4626269"/>
                <a:ext cx="2906571" cy="540000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  <a:ln w="12700" cap="flat" cmpd="sng" algn="ctr">
                <a:noFill/>
                <a:prstDash val="solid"/>
                <a:miter lim="800000"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Content Placeholder 4">
                <a:extLst>
                  <a:ext uri="{FF2B5EF4-FFF2-40B4-BE49-F238E27FC236}">
                    <a16:creationId xmlns:a16="http://schemas.microsoft.com/office/drawing/2014/main" id="{C2E3A768-B2DD-49B5-A909-9453EEB041E3}"/>
                  </a:ext>
                </a:extLst>
              </p:cNvPr>
              <p:cNvSpPr txBox="1">
                <a:spLocks/>
              </p:cNvSpPr>
              <p:nvPr/>
            </p:nvSpPr>
            <p:spPr>
              <a:xfrm flipH="1">
                <a:off x="2043533" y="5374187"/>
                <a:ext cx="2572744" cy="540000"/>
              </a:xfrm>
              <a:prstGeom prst="rect">
                <a:avLst/>
              </a:prstGeom>
              <a:noFill/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vert="horz" lIns="91440" tIns="45720" rIns="91440" bIns="45720" rtlCol="0" anchor="ctr">
                <a:noAutofit/>
              </a:bodyPr>
              <a:lstStyle>
                <a:lvl1pPr marL="265113" indent="-265113" algn="just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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809625" indent="-352425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118745" indent="0" algn="l">
                  <a:lnSpc>
                    <a:spcPct val="115000"/>
                  </a:lnSpc>
                  <a:spcAft>
                    <a:spcPts val="8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m</m:t>
                      </m:r>
                      <m:d>
                        <m:dPr>
                          <m:ctrlP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x</m:t>
                              </m:r>
                            </m:e>
                            <m:sub>
                              <m: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x</m:t>
                              </m:r>
                            </m:e>
                            <m:sub>
                              <m: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sz="2800" dirty="0">
                  <a:solidFill>
                    <a:srgbClr val="002060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21" name="Content Placeholder 4">
                <a:extLst>
                  <a:ext uri="{FF2B5EF4-FFF2-40B4-BE49-F238E27FC236}">
                    <a16:creationId xmlns:a16="http://schemas.microsoft.com/office/drawing/2014/main" id="{C2E3A768-B2DD-49B5-A909-9453EEB041E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2043533" y="5374187"/>
                <a:ext cx="2572744" cy="540000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  <a:ln w="12700" cap="flat" cmpd="sng" algn="ctr">
                <a:noFill/>
                <a:prstDash val="solid"/>
                <a:miter lim="800000"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Content Placeholder 4">
                <a:extLst>
                  <a:ext uri="{FF2B5EF4-FFF2-40B4-BE49-F238E27FC236}">
                    <a16:creationId xmlns:a16="http://schemas.microsoft.com/office/drawing/2014/main" id="{C2E3A768-B2DD-49B5-A909-9453EEB041E3}"/>
                  </a:ext>
                </a:extLst>
              </p:cNvPr>
              <p:cNvSpPr txBox="1">
                <a:spLocks/>
              </p:cNvSpPr>
              <p:nvPr/>
            </p:nvSpPr>
            <p:spPr>
              <a:xfrm flipH="1">
                <a:off x="-1" y="5850246"/>
                <a:ext cx="2844801" cy="540000"/>
              </a:xfrm>
              <a:prstGeom prst="rect">
                <a:avLst/>
              </a:prstGeom>
              <a:noFill/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vert="horz" lIns="91440" tIns="45720" rIns="91440" bIns="45720" rtlCol="0" anchor="ctr">
                <a:noAutofit/>
              </a:bodyPr>
              <a:lstStyle>
                <a:lvl1pPr marL="265113" indent="-265113" algn="just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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809625" indent="-352425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118745" indent="0" algn="l">
                  <a:lnSpc>
                    <a:spcPct val="115000"/>
                  </a:lnSpc>
                  <a:spcAft>
                    <a:spcPts val="800"/>
                  </a:spcAft>
                  <a:buNone/>
                </a:pPr>
                <a:r>
                  <a:rPr lang="en-US" sz="2800" dirty="0">
                    <a:solidFill>
                      <a:srgbClr val="002060"/>
                    </a:solidFill>
                  </a:rPr>
                  <a:t>So, 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u</m:t>
                    </m:r>
                    <m:r>
                      <a:rPr lang="en-US" sz="2800" i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US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v</m:t>
                    </m:r>
                    <m:r>
                      <a:rPr lang="en-US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W</m:t>
                    </m:r>
                  </m:oMath>
                </a14:m>
                <a:r>
                  <a:rPr lang="en-US" sz="2800" dirty="0">
                    <a:solidFill>
                      <a:srgbClr val="002060"/>
                    </a:solidFill>
                    <a:latin typeface="Cambria Math" panose="02040503050406030204" pitchFamily="18" charset="0"/>
                  </a:rPr>
                  <a:t>.</a:t>
                </a:r>
              </a:p>
            </p:txBody>
          </p:sp>
        </mc:Choice>
        <mc:Fallback xmlns="">
          <p:sp>
            <p:nvSpPr>
              <p:cNvPr id="22" name="Content Placeholder 4">
                <a:extLst>
                  <a:ext uri="{FF2B5EF4-FFF2-40B4-BE49-F238E27FC236}">
                    <a16:creationId xmlns:a16="http://schemas.microsoft.com/office/drawing/2014/main" id="{C2E3A768-B2DD-49B5-A909-9453EEB041E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-1" y="5850246"/>
                <a:ext cx="2844801" cy="540000"/>
              </a:xfrm>
              <a:prstGeom prst="rect">
                <a:avLst/>
              </a:prstGeom>
              <a:blipFill>
                <a:blip r:embed="rId12"/>
                <a:stretch>
                  <a:fillRect l="-214" t="-12500" b="-29545"/>
                </a:stretch>
              </a:blipFill>
              <a:ln w="12700" cap="flat" cmpd="sng" algn="ctr">
                <a:noFill/>
                <a:prstDash val="solid"/>
                <a:miter lim="800000"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4">
                <a:extLst>
                  <a:ext uri="{FF2B5EF4-FFF2-40B4-BE49-F238E27FC236}">
                    <a16:creationId xmlns:a16="http://schemas.microsoft.com/office/drawing/2014/main" id="{B001E28D-BE0A-AA4E-2AD9-91C5A098FD52}"/>
                  </a:ext>
                </a:extLst>
              </p:cNvPr>
              <p:cNvSpPr txBox="1">
                <a:spLocks/>
              </p:cNvSpPr>
              <p:nvPr/>
            </p:nvSpPr>
            <p:spPr>
              <a:xfrm flipH="1">
                <a:off x="5989288" y="5850246"/>
                <a:ext cx="4901327" cy="540000"/>
              </a:xfrm>
              <a:prstGeom prst="rect">
                <a:avLst/>
              </a:prstGeom>
              <a:noFill/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vert="horz" lIns="91440" tIns="45720" rIns="91440" bIns="45720" rtlCol="0" anchor="ctr">
                <a:noAutofit/>
              </a:bodyPr>
              <a:lstStyle>
                <a:lvl1pPr marL="265113" indent="-265113" algn="just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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809625" indent="-352425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118745" indent="0" algn="l">
                  <a:lnSpc>
                    <a:spcPct val="115000"/>
                  </a:lnSpc>
                  <a:spcAft>
                    <a:spcPts val="800"/>
                  </a:spcAft>
                  <a:buNone/>
                </a:pPr>
                <a:r>
                  <a:rPr lang="en-US" sz="2800" dirty="0">
                    <a:solidFill>
                      <a:srgbClr val="002060"/>
                    </a:solidFill>
                  </a:rPr>
                  <a:t>Hence,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W</m:t>
                    </m:r>
                  </m:oMath>
                </a14:m>
                <a:r>
                  <a:rPr lang="en-US" sz="2800" dirty="0">
                    <a:solidFill>
                      <a:srgbClr val="002060"/>
                    </a:solidFill>
                    <a:latin typeface="Cambria Math" panose="02040503050406030204" pitchFamily="18" charset="0"/>
                  </a:rPr>
                  <a:t> </a:t>
                </a:r>
                <a:r>
                  <a:rPr lang="en-US" sz="2800" i="0" dirty="0">
                    <a:solidFill>
                      <a:srgbClr val="002060"/>
                    </a:solidFill>
                    <a:latin typeface="+mj-lt"/>
                  </a:rPr>
                  <a:t>is a subspace of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800" i="1" dirty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800" dirty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n-US" sz="2800" dirty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sz="2800" i="0" dirty="0">
                    <a:solidFill>
                      <a:srgbClr val="002060"/>
                    </a:solidFill>
                    <a:latin typeface="+mj-lt"/>
                  </a:rPr>
                  <a:t>.</a:t>
                </a:r>
                <a:endParaRPr lang="en-US" sz="2800" dirty="0">
                  <a:solidFill>
                    <a:srgbClr val="002060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3" name="Content Placeholder 4">
                <a:extLst>
                  <a:ext uri="{FF2B5EF4-FFF2-40B4-BE49-F238E27FC236}">
                    <a16:creationId xmlns:a16="http://schemas.microsoft.com/office/drawing/2014/main" id="{B001E28D-BE0A-AA4E-2AD9-91C5A098FD5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5989288" y="5850246"/>
                <a:ext cx="4901327" cy="540000"/>
              </a:xfrm>
              <a:prstGeom prst="rect">
                <a:avLst/>
              </a:prstGeom>
              <a:blipFill>
                <a:blip r:embed="rId13"/>
                <a:stretch>
                  <a:fillRect l="-124" t="-6818" b="-32955"/>
                </a:stretch>
              </a:blipFill>
              <a:ln w="12700" cap="flat" cmpd="sng" algn="ctr">
                <a:noFill/>
                <a:prstDash val="solid"/>
                <a:miter lim="800000"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" name="Rectangle: Rounded Corners 37">
            <a:extLst>
              <a:ext uri="{FF2B5EF4-FFF2-40B4-BE49-F238E27FC236}">
                <a16:creationId xmlns:a16="http://schemas.microsoft.com/office/drawing/2014/main" id="{23999130-9AD4-44AB-92C0-19F9097507BD}"/>
              </a:ext>
            </a:extLst>
          </p:cNvPr>
          <p:cNvSpPr/>
          <p:nvPr/>
        </p:nvSpPr>
        <p:spPr>
          <a:xfrm>
            <a:off x="5780054" y="1716651"/>
            <a:ext cx="36000" cy="4680000"/>
          </a:xfrm>
          <a:prstGeom prst="roundRect">
            <a:avLst/>
          </a:prstGeom>
          <a:gradFill>
            <a:gsLst>
              <a:gs pos="10000">
                <a:srgbClr val="0E47A1"/>
              </a:gs>
              <a:gs pos="100000">
                <a:srgbClr val="03A9F5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algn="ctr"/>
            <a:r>
              <a:rPr lang="en-IN" sz="2800" b="1" dirty="0">
                <a:solidFill>
                  <a:schemeClr val="bg1"/>
                </a:solidFill>
              </a:rPr>
              <a:t>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Content Placeholder 4">
                <a:extLst>
                  <a:ext uri="{FF2B5EF4-FFF2-40B4-BE49-F238E27FC236}">
                    <a16:creationId xmlns:a16="http://schemas.microsoft.com/office/drawing/2014/main" id="{E2369E14-FB7F-439F-B8BC-3D00ED9ED33E}"/>
                  </a:ext>
                </a:extLst>
              </p:cNvPr>
              <p:cNvSpPr txBox="1">
                <a:spLocks/>
              </p:cNvSpPr>
              <p:nvPr/>
            </p:nvSpPr>
            <p:spPr>
              <a:xfrm flipH="1">
                <a:off x="5985746" y="2410656"/>
                <a:ext cx="2227160" cy="540000"/>
              </a:xfrm>
              <a:prstGeom prst="rect">
                <a:avLst/>
              </a:prstGeom>
              <a:noFill/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vert="horz" lIns="91440" tIns="45720" rIns="91440" bIns="45720" rtlCol="0" anchor="ctr">
                <a:noAutofit/>
              </a:bodyPr>
              <a:lstStyle>
                <a:lvl1pPr marL="265113" indent="-265113" algn="just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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809625" indent="-352425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118745" indent="0" algn="l">
                  <a:lnSpc>
                    <a:spcPct val="115000"/>
                  </a:lnSpc>
                  <a:spcAft>
                    <a:spcPts val="800"/>
                  </a:spcAft>
                  <a:buNone/>
                </a:pPr>
                <a:r>
                  <a:rPr lang="en-US" sz="2800" dirty="0">
                    <a:solidFill>
                      <a:srgbClr val="002060"/>
                    </a:solidFill>
                  </a:rPr>
                  <a:t>Now,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k</m:t>
                    </m:r>
                    <m:r>
                      <a:rPr lang="en-US" sz="2800" dirty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m:rPr>
                        <m:sty m:val="p"/>
                      </m:rPr>
                      <a:rPr lang="en-US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u</m:t>
                    </m:r>
                  </m:oMath>
                </a14:m>
                <a:endParaRPr lang="en-US" sz="2800" dirty="0">
                  <a:solidFill>
                    <a:srgbClr val="002060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24" name="Content Placeholder 4">
                <a:extLst>
                  <a:ext uri="{FF2B5EF4-FFF2-40B4-BE49-F238E27FC236}">
                    <a16:creationId xmlns:a16="http://schemas.microsoft.com/office/drawing/2014/main" id="{E2369E14-FB7F-439F-B8BC-3D00ED9ED33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5985746" y="2410656"/>
                <a:ext cx="2227160" cy="540000"/>
              </a:xfrm>
              <a:prstGeom prst="rect">
                <a:avLst/>
              </a:prstGeom>
              <a:blipFill>
                <a:blip r:embed="rId14"/>
                <a:stretch>
                  <a:fillRect l="-548" t="-6742" b="-32584"/>
                </a:stretch>
              </a:blipFill>
              <a:ln w="12700" cap="flat" cmpd="sng" algn="ctr">
                <a:noFill/>
                <a:prstDash val="solid"/>
                <a:miter lim="800000"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Content Placeholder 4">
                <a:extLst>
                  <a:ext uri="{FF2B5EF4-FFF2-40B4-BE49-F238E27FC236}">
                    <a16:creationId xmlns:a16="http://schemas.microsoft.com/office/drawing/2014/main" id="{C2E3A768-B2DD-49B5-A909-9453EEB041E3}"/>
                  </a:ext>
                </a:extLst>
              </p:cNvPr>
              <p:cNvSpPr txBox="1">
                <a:spLocks/>
              </p:cNvSpPr>
              <p:nvPr/>
            </p:nvSpPr>
            <p:spPr>
              <a:xfrm flipH="1">
                <a:off x="7483453" y="2464569"/>
                <a:ext cx="2652535" cy="544460"/>
              </a:xfrm>
              <a:prstGeom prst="rect">
                <a:avLst/>
              </a:prstGeom>
              <a:noFill/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vert="horz" lIns="91440" tIns="45720" rIns="91440" bIns="45720" rtlCol="0" anchor="ctr">
                <a:noAutofit/>
              </a:bodyPr>
              <a:lstStyle>
                <a:lvl1pPr marL="265113" indent="-265113" algn="just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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809625" indent="-352425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118745" indent="0">
                  <a:lnSpc>
                    <a:spcPct val="115000"/>
                  </a:lnSpc>
                  <a:spcAft>
                    <a:spcPts val="8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k</m:t>
                      </m:r>
                      <m:r>
                        <a:rPr lang="en-US" sz="2800" dirty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⋅</m:t>
                      </m:r>
                      <m:d>
                        <m:dPr>
                          <m:ctrlP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280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x</m:t>
                              </m:r>
                            </m:e>
                            <m:sub>
                              <m:r>
                                <a:rPr lang="en-US" sz="280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280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280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y</m:t>
                              </m:r>
                            </m:e>
                            <m:sub>
                              <m:r>
                                <a:rPr lang="en-US" sz="280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sz="2800" dirty="0">
                  <a:solidFill>
                    <a:srgbClr val="002060"/>
                  </a:solidFill>
                  <a:latin typeface="Cambria Math" panose="02040503050406030204" pitchFamily="18" charset="0"/>
                  <a:ea typeface="Calibri" panose="020F0502020204030204" pitchFamily="34" charset="0"/>
                  <a:cs typeface="Shruti" panose="020B0502040204020203" pitchFamily="34" charset="0"/>
                </a:endParaRPr>
              </a:p>
            </p:txBody>
          </p:sp>
        </mc:Choice>
        <mc:Fallback xmlns="">
          <p:sp>
            <p:nvSpPr>
              <p:cNvPr id="25" name="Content Placeholder 4">
                <a:extLst>
                  <a:ext uri="{FF2B5EF4-FFF2-40B4-BE49-F238E27FC236}">
                    <a16:creationId xmlns:a16="http://schemas.microsoft.com/office/drawing/2014/main" id="{C2E3A768-B2DD-49B5-A909-9453EEB041E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7483453" y="2464569"/>
                <a:ext cx="2652535" cy="544460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  <a:ln w="12700" cap="flat" cmpd="sng" algn="ctr">
                <a:noFill/>
                <a:prstDash val="solid"/>
                <a:miter lim="800000"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Content Placeholder 4">
                <a:extLst>
                  <a:ext uri="{FF2B5EF4-FFF2-40B4-BE49-F238E27FC236}">
                    <a16:creationId xmlns:a16="http://schemas.microsoft.com/office/drawing/2014/main" id="{C2E3A768-B2DD-49B5-A909-9453EEB041E3}"/>
                  </a:ext>
                </a:extLst>
              </p:cNvPr>
              <p:cNvSpPr txBox="1">
                <a:spLocks/>
              </p:cNvSpPr>
              <p:nvPr/>
            </p:nvSpPr>
            <p:spPr>
              <a:xfrm flipH="1">
                <a:off x="5989290" y="4596782"/>
                <a:ext cx="2609028" cy="540000"/>
              </a:xfrm>
              <a:prstGeom prst="rect">
                <a:avLst/>
              </a:prstGeom>
              <a:noFill/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vert="horz" lIns="91440" tIns="45720" rIns="91440" bIns="45720" rtlCol="0" anchor="ctr">
                <a:noAutofit/>
              </a:bodyPr>
              <a:lstStyle>
                <a:lvl1pPr marL="265113" indent="-265113" algn="just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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809625" indent="-352425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118745" indent="0" algn="l">
                  <a:lnSpc>
                    <a:spcPct val="115000"/>
                  </a:lnSpc>
                  <a:spcAft>
                    <a:spcPts val="800"/>
                  </a:spcAft>
                  <a:buNone/>
                </a:pPr>
                <a:r>
                  <a:rPr lang="en-US" sz="2800" dirty="0">
                    <a:solidFill>
                      <a:srgbClr val="002060"/>
                    </a:solidFill>
                  </a:rPr>
                  <a:t>Now, 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k</m:t>
                    </m:r>
                    <m:sSub>
                      <m:sSubPr>
                        <m:ctrlPr>
                          <a:rPr lang="en-US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y</m:t>
                        </m:r>
                      </m:e>
                      <m:sub>
                        <m:r>
                          <a:rPr lang="en-US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endParaRPr lang="en-US" sz="2800" dirty="0">
                  <a:solidFill>
                    <a:srgbClr val="002060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26" name="Content Placeholder 4">
                <a:extLst>
                  <a:ext uri="{FF2B5EF4-FFF2-40B4-BE49-F238E27FC236}">
                    <a16:creationId xmlns:a16="http://schemas.microsoft.com/office/drawing/2014/main" id="{C2E3A768-B2DD-49B5-A909-9453EEB041E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5989290" y="4596782"/>
                <a:ext cx="2609028" cy="540000"/>
              </a:xfrm>
              <a:prstGeom prst="rect">
                <a:avLst/>
              </a:prstGeom>
              <a:blipFill>
                <a:blip r:embed="rId16"/>
                <a:stretch>
                  <a:fillRect l="-234" t="-6742" b="-32584"/>
                </a:stretch>
              </a:blipFill>
              <a:ln w="12700" cap="flat" cmpd="sng" algn="ctr">
                <a:noFill/>
                <a:prstDash val="solid"/>
                <a:miter lim="800000"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Content Placeholder 4">
                <a:extLst>
                  <a:ext uri="{FF2B5EF4-FFF2-40B4-BE49-F238E27FC236}">
                    <a16:creationId xmlns:a16="http://schemas.microsoft.com/office/drawing/2014/main" id="{C2E3A768-B2DD-49B5-A909-9453EEB041E3}"/>
                  </a:ext>
                </a:extLst>
              </p:cNvPr>
              <p:cNvSpPr txBox="1">
                <a:spLocks/>
              </p:cNvSpPr>
              <p:nvPr/>
            </p:nvSpPr>
            <p:spPr>
              <a:xfrm flipH="1">
                <a:off x="7483453" y="3166073"/>
                <a:ext cx="2098149" cy="544460"/>
              </a:xfrm>
              <a:prstGeom prst="rect">
                <a:avLst/>
              </a:prstGeom>
              <a:noFill/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vert="horz" lIns="91440" tIns="45720" rIns="91440" bIns="45720" rtlCol="0" anchor="ctr">
                <a:noAutofit/>
              </a:bodyPr>
              <a:lstStyle>
                <a:lvl1pPr marL="265113" indent="-265113" algn="just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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809625" indent="-352425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118745" indent="0">
                  <a:lnSpc>
                    <a:spcPct val="115000"/>
                  </a:lnSpc>
                  <a:spcAft>
                    <a:spcPts val="8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k</m:t>
                          </m:r>
                          <m:sSub>
                            <m:sSubPr>
                              <m:ctrlPr>
                                <a:rPr lang="en-US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280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x</m:t>
                              </m:r>
                            </m:e>
                            <m:sub>
                              <m:r>
                                <a:rPr lang="en-US" sz="280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280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m:rPr>
                              <m:sty m:val="p"/>
                            </m:rPr>
                            <a:rPr lang="en-US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k</m:t>
                          </m:r>
                          <m:sSub>
                            <m:sSubPr>
                              <m:ctrlPr>
                                <a:rPr lang="en-US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280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y</m:t>
                              </m:r>
                            </m:e>
                            <m:sub>
                              <m:r>
                                <a:rPr lang="en-US" sz="280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sz="2800" dirty="0">
                  <a:solidFill>
                    <a:srgbClr val="002060"/>
                  </a:solidFill>
                  <a:latin typeface="Cambria Math" panose="02040503050406030204" pitchFamily="18" charset="0"/>
                  <a:ea typeface="Calibri" panose="020F0502020204030204" pitchFamily="34" charset="0"/>
                  <a:cs typeface="Shruti" panose="020B0502040204020203" pitchFamily="34" charset="0"/>
                </a:endParaRPr>
              </a:p>
            </p:txBody>
          </p:sp>
        </mc:Choice>
        <mc:Fallback xmlns="">
          <p:sp>
            <p:nvSpPr>
              <p:cNvPr id="27" name="Content Placeholder 4">
                <a:extLst>
                  <a:ext uri="{FF2B5EF4-FFF2-40B4-BE49-F238E27FC236}">
                    <a16:creationId xmlns:a16="http://schemas.microsoft.com/office/drawing/2014/main" id="{C2E3A768-B2DD-49B5-A909-9453EEB041E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7483453" y="3166073"/>
                <a:ext cx="2098149" cy="544460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  <a:ln w="12700" cap="flat" cmpd="sng" algn="ctr">
                <a:noFill/>
                <a:prstDash val="solid"/>
                <a:miter lim="800000"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Content Placeholder 4">
                <a:extLst>
                  <a:ext uri="{FF2B5EF4-FFF2-40B4-BE49-F238E27FC236}">
                    <a16:creationId xmlns:a16="http://schemas.microsoft.com/office/drawing/2014/main" id="{32AF40C0-CB5C-4EC3-A661-3EBE5C14DA10}"/>
                  </a:ext>
                </a:extLst>
              </p:cNvPr>
              <p:cNvSpPr txBox="1">
                <a:spLocks/>
              </p:cNvSpPr>
              <p:nvPr/>
            </p:nvSpPr>
            <p:spPr>
              <a:xfrm flipH="1">
                <a:off x="5985746" y="3907237"/>
                <a:ext cx="5615190" cy="540000"/>
              </a:xfrm>
              <a:prstGeom prst="rect">
                <a:avLst/>
              </a:prstGeom>
              <a:noFill/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vert="horz" lIns="91440" tIns="45720" rIns="91440" bIns="45720" rtlCol="0" anchor="ctr">
                <a:noAutofit/>
              </a:bodyPr>
              <a:lstStyle>
                <a:lvl1pPr marL="265113" indent="-265113" algn="just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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809625" indent="-352425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118745" indent="0" algn="l">
                  <a:lnSpc>
                    <a:spcPct val="115000"/>
                  </a:lnSpc>
                  <a:spcAft>
                    <a:spcPts val="800"/>
                  </a:spcAft>
                  <a:buNone/>
                </a:pPr>
                <a:r>
                  <a:rPr lang="en-US" sz="2800" b="1" dirty="0">
                    <a:solidFill>
                      <a:srgbClr val="FF0000"/>
                    </a:solidFill>
                    <a:latin typeface="+mj-lt"/>
                  </a:rPr>
                  <a:t>To show :   </a:t>
                </a:r>
                <a14:m>
                  <m:oMath xmlns:m="http://schemas.openxmlformats.org/officeDocument/2006/math">
                    <m:r>
                      <a:rPr lang="en-US" sz="2800" b="1" i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𝐤</m:t>
                    </m:r>
                    <m:sSub>
                      <m:sSubPr>
                        <m:ctrlPr>
                          <a:rPr lang="en-US" sz="28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b="1" i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𝐲</m:t>
                        </m:r>
                      </m:e>
                      <m:sub>
                        <m:r>
                          <a:rPr lang="en-US" sz="2800" b="1" i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  <m:r>
                      <a:rPr lang="en-US" sz="2800" b="1" i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800" b="1" i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𝐦</m:t>
                    </m:r>
                    <m:d>
                      <m:dPr>
                        <m:ctrlPr>
                          <a:rPr lang="en-US" sz="28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b="1" i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𝐤</m:t>
                        </m:r>
                        <m:sSub>
                          <m:sSubPr>
                            <m:ctrlPr>
                              <a:rPr lang="en-US" sz="2800" b="1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00" b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𝐱</m:t>
                            </m:r>
                          </m:e>
                          <m:sub>
                            <m:r>
                              <a:rPr lang="en-US" sz="2800" b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</m:e>
                    </m:d>
                  </m:oMath>
                </a14:m>
                <a:endParaRPr lang="en-US" sz="28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8" name="Content Placeholder 4">
                <a:extLst>
                  <a:ext uri="{FF2B5EF4-FFF2-40B4-BE49-F238E27FC236}">
                    <a16:creationId xmlns:a16="http://schemas.microsoft.com/office/drawing/2014/main" id="{32AF40C0-CB5C-4EC3-A661-3EBE5C14DA1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5985746" y="3907237"/>
                <a:ext cx="5615190" cy="540000"/>
              </a:xfrm>
              <a:prstGeom prst="rect">
                <a:avLst/>
              </a:prstGeom>
              <a:blipFill>
                <a:blip r:embed="rId18"/>
                <a:stretch>
                  <a:fillRect l="-217" t="-6742" b="-31461"/>
                </a:stretch>
              </a:blipFill>
              <a:ln w="12700" cap="flat" cmpd="sng" algn="ctr">
                <a:noFill/>
                <a:prstDash val="solid"/>
                <a:miter lim="800000"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Content Placeholder 4">
                <a:extLst>
                  <a:ext uri="{FF2B5EF4-FFF2-40B4-BE49-F238E27FC236}">
                    <a16:creationId xmlns:a16="http://schemas.microsoft.com/office/drawing/2014/main" id="{C2E3A768-B2DD-49B5-A909-9453EEB041E3}"/>
                  </a:ext>
                </a:extLst>
              </p:cNvPr>
              <p:cNvSpPr txBox="1">
                <a:spLocks/>
              </p:cNvSpPr>
              <p:nvPr/>
            </p:nvSpPr>
            <p:spPr>
              <a:xfrm flipH="1">
                <a:off x="5985746" y="1716651"/>
                <a:ext cx="5615190" cy="540000"/>
              </a:xfrm>
              <a:prstGeom prst="rect">
                <a:avLst/>
              </a:prstGeom>
              <a:gradFill>
                <a:gsLst>
                  <a:gs pos="10000">
                    <a:srgbClr val="0E47A1"/>
                  </a:gs>
                  <a:gs pos="100000">
                    <a:srgbClr val="03A9F5"/>
                  </a:gs>
                </a:gsLst>
                <a:lin ang="10800000" scaled="1"/>
              </a:gradFill>
              <a:ln>
                <a:noFill/>
              </a:ln>
            </p:spPr>
            <p:txBody>
              <a:bodyPr vert="horz" wrap="square" lIns="91440" tIns="45720" rIns="91440" bIns="45720" numCol="1" anchor="ctr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algn="ctr">
                  <a:defRPr sz="2800">
                    <a:solidFill>
                      <a:schemeClr val="bg1"/>
                    </a:solidFill>
                  </a:defRPr>
                </a:lvl1pPr>
                <a:lvl2pPr>
                  <a:defRPr>
                    <a:solidFill>
                      <a:schemeClr val="tx1"/>
                    </a:solidFill>
                  </a:defRPr>
                </a:lvl2pPr>
                <a:lvl3pPr>
                  <a:defRPr>
                    <a:solidFill>
                      <a:schemeClr val="tx1"/>
                    </a:solidFill>
                  </a:defRPr>
                </a:lvl3pPr>
                <a:lvl4pPr>
                  <a:defRPr>
                    <a:solidFill>
                      <a:schemeClr val="tx1"/>
                    </a:solidFill>
                  </a:defRPr>
                </a:lvl4pPr>
                <a:lvl5pPr>
                  <a:defRPr>
                    <a:solidFill>
                      <a:schemeClr val="tx1"/>
                    </a:solidFill>
                  </a:defRPr>
                </a:lvl5pPr>
                <a:lvl6pPr>
                  <a:defRPr>
                    <a:solidFill>
                      <a:schemeClr val="tx1"/>
                    </a:solidFill>
                  </a:defRPr>
                </a:lvl6pPr>
                <a:lvl7pPr>
                  <a:defRPr>
                    <a:solidFill>
                      <a:schemeClr val="tx1"/>
                    </a:solidFill>
                  </a:defRPr>
                </a:lvl7pPr>
                <a:lvl8pPr>
                  <a:defRPr>
                    <a:solidFill>
                      <a:schemeClr val="tx1"/>
                    </a:solidFill>
                  </a:defRPr>
                </a:lvl8pPr>
                <a:lvl9pPr>
                  <a:defRPr>
                    <a:solidFill>
                      <a:schemeClr val="tx1"/>
                    </a:solidFill>
                  </a:defRPr>
                </a:lvl9pPr>
              </a:lstStyle>
              <a:p>
                <a:pPr marL="118745" lvl="0" algn="l">
                  <a:lnSpc>
                    <a:spcPct val="115000"/>
                  </a:lnSpc>
                  <a:spcAft>
                    <a:spcPts val="800"/>
                  </a:spcAft>
                </a:pPr>
                <a:r>
                  <a:rPr lang="en-US" b="1" dirty="0"/>
                  <a:t>Axiom : </a:t>
                </a:r>
                <a14:m>
                  <m:oMath xmlns:m="http://schemas.openxmlformats.org/officeDocument/2006/math">
                    <m:r>
                      <a:rPr lang="en-US" b="1" i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𝐤</m:t>
                    </m:r>
                    <m:r>
                      <a:rPr lang="en-US" b="1" i="1" dirty="0">
                        <a:latin typeface="Cambria Math" panose="02040503050406030204" pitchFamily="18" charset="0"/>
                      </a:rPr>
                      <m:t>⋅</m:t>
                    </m:r>
                    <m:r>
                      <a:rPr lang="en-US" b="1" i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𝐮</m:t>
                    </m:r>
                    <m:r>
                      <a:rPr lang="en-US" b="1" i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b="1" i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𝐕</m:t>
                    </m:r>
                    <m:r>
                      <a:rPr lang="en-US" b="1" i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en-US" b="1" dirty="0">
                  <a:solidFill>
                    <a:srgbClr val="002060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29" name="Content Placeholder 4">
                <a:extLst>
                  <a:ext uri="{FF2B5EF4-FFF2-40B4-BE49-F238E27FC236}">
                    <a16:creationId xmlns:a16="http://schemas.microsoft.com/office/drawing/2014/main" id="{C2E3A768-B2DD-49B5-A909-9453EEB041E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5985746" y="1716651"/>
                <a:ext cx="5615190" cy="540000"/>
              </a:xfrm>
              <a:prstGeom prst="rect">
                <a:avLst/>
              </a:prstGeom>
              <a:blipFill>
                <a:blip r:embed="rId19"/>
                <a:stretch>
                  <a:fillRect l="-217" t="-6818" b="-32955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Content Placeholder 4">
                <a:extLst>
                  <a:ext uri="{FF2B5EF4-FFF2-40B4-BE49-F238E27FC236}">
                    <a16:creationId xmlns:a16="http://schemas.microsoft.com/office/drawing/2014/main" id="{C2E3A768-B2DD-49B5-A909-9453EEB041E3}"/>
                  </a:ext>
                </a:extLst>
              </p:cNvPr>
              <p:cNvSpPr txBox="1">
                <a:spLocks/>
              </p:cNvSpPr>
              <p:nvPr/>
            </p:nvSpPr>
            <p:spPr>
              <a:xfrm flipH="1">
                <a:off x="7465374" y="4669811"/>
                <a:ext cx="3800208" cy="540000"/>
              </a:xfrm>
              <a:prstGeom prst="rect">
                <a:avLst/>
              </a:prstGeom>
              <a:noFill/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vert="horz" lIns="91440" tIns="45720" rIns="91440" bIns="45720" rtlCol="0" anchor="ctr">
                <a:noAutofit/>
              </a:bodyPr>
              <a:lstStyle>
                <a:lvl1pPr marL="265113" indent="-265113" algn="just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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809625" indent="-352425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118745" indent="0" algn="l">
                  <a:lnSpc>
                    <a:spcPct val="115000"/>
                  </a:lnSpc>
                  <a:spcAft>
                    <a:spcPts val="8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k</m:t>
                      </m:r>
                      <m:d>
                        <m:dPr>
                          <m:ctrlP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sz="280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m</m:t>
                          </m:r>
                          <m:sSub>
                            <m:sSubPr>
                              <m:ctrlPr>
                                <a:rPr lang="en-US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280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x</m:t>
                              </m:r>
                            </m:e>
                            <m:sub>
                              <m:r>
                                <a:rPr lang="en-US" sz="280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r>
                        <a:rPr lang="en-US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m</m:t>
                      </m:r>
                      <m:r>
                        <a:rPr lang="en-US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m:rPr>
                          <m:sty m:val="p"/>
                        </m:rPr>
                        <a:rPr lang="en-US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k</m:t>
                      </m:r>
                      <m:r>
                        <a:rPr lang="en-US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n-US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x</m:t>
                          </m:r>
                        </m:e>
                        <m:sub>
                          <m:r>
                            <a:rPr lang="en-US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800" dirty="0">
                  <a:solidFill>
                    <a:srgbClr val="002060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30" name="Content Placeholder 4">
                <a:extLst>
                  <a:ext uri="{FF2B5EF4-FFF2-40B4-BE49-F238E27FC236}">
                    <a16:creationId xmlns:a16="http://schemas.microsoft.com/office/drawing/2014/main" id="{C2E3A768-B2DD-49B5-A909-9453EEB041E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7465374" y="4669811"/>
                <a:ext cx="3800208" cy="540000"/>
              </a:xfrm>
              <a:prstGeom prst="rect">
                <a:avLst/>
              </a:prstGeom>
              <a:blipFill>
                <a:blip r:embed="rId20"/>
                <a:stretch>
                  <a:fillRect/>
                </a:stretch>
              </a:blipFill>
              <a:ln w="12700" cap="flat" cmpd="sng" algn="ctr">
                <a:noFill/>
                <a:prstDash val="solid"/>
                <a:miter lim="800000"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Content Placeholder 4">
                <a:extLst>
                  <a:ext uri="{FF2B5EF4-FFF2-40B4-BE49-F238E27FC236}">
                    <a16:creationId xmlns:a16="http://schemas.microsoft.com/office/drawing/2014/main" id="{C2E3A768-B2DD-49B5-A909-9453EEB041E3}"/>
                  </a:ext>
                </a:extLst>
              </p:cNvPr>
              <p:cNvSpPr txBox="1">
                <a:spLocks/>
              </p:cNvSpPr>
              <p:nvPr/>
            </p:nvSpPr>
            <p:spPr>
              <a:xfrm flipH="1">
                <a:off x="5989290" y="5223514"/>
                <a:ext cx="2844801" cy="540000"/>
              </a:xfrm>
              <a:prstGeom prst="rect">
                <a:avLst/>
              </a:prstGeom>
              <a:noFill/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vert="horz" lIns="91440" tIns="45720" rIns="91440" bIns="45720" rtlCol="0" anchor="ctr">
                <a:noAutofit/>
              </a:bodyPr>
              <a:lstStyle>
                <a:lvl1pPr marL="265113" indent="-265113" algn="just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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809625" indent="-352425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118745" indent="0" algn="l">
                  <a:lnSpc>
                    <a:spcPct val="115000"/>
                  </a:lnSpc>
                  <a:spcAft>
                    <a:spcPts val="800"/>
                  </a:spcAft>
                  <a:buNone/>
                </a:pPr>
                <a:r>
                  <a:rPr lang="en-US" sz="2800" dirty="0">
                    <a:solidFill>
                      <a:srgbClr val="002060"/>
                    </a:solidFill>
                  </a:rPr>
                  <a:t>So, 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k</m:t>
                    </m:r>
                    <m:r>
                      <a:rPr lang="en-US" sz="2800" dirty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m:rPr>
                        <m:sty m:val="p"/>
                      </m:rPr>
                      <a:rPr lang="en-US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u</m:t>
                    </m:r>
                    <m:r>
                      <a:rPr lang="en-US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W</m:t>
                    </m:r>
                  </m:oMath>
                </a14:m>
                <a:r>
                  <a:rPr lang="en-US" sz="2800" dirty="0">
                    <a:solidFill>
                      <a:srgbClr val="002060"/>
                    </a:solidFill>
                    <a:latin typeface="Cambria Math" panose="02040503050406030204" pitchFamily="18" charset="0"/>
                  </a:rPr>
                  <a:t>.</a:t>
                </a:r>
              </a:p>
            </p:txBody>
          </p:sp>
        </mc:Choice>
        <mc:Fallback xmlns="">
          <p:sp>
            <p:nvSpPr>
              <p:cNvPr id="32" name="Content Placeholder 4">
                <a:extLst>
                  <a:ext uri="{FF2B5EF4-FFF2-40B4-BE49-F238E27FC236}">
                    <a16:creationId xmlns:a16="http://schemas.microsoft.com/office/drawing/2014/main" id="{C2E3A768-B2DD-49B5-A909-9453EEB041E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5989290" y="5223514"/>
                <a:ext cx="2844801" cy="540000"/>
              </a:xfrm>
              <a:prstGeom prst="rect">
                <a:avLst/>
              </a:prstGeom>
              <a:blipFill>
                <a:blip r:embed="rId21"/>
                <a:stretch>
                  <a:fillRect l="-214" t="-9091" b="-32955"/>
                </a:stretch>
              </a:blipFill>
              <a:ln w="12700" cap="flat" cmpd="sng" algn="ctr">
                <a:noFill/>
                <a:prstDash val="solid"/>
                <a:miter lim="800000"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" name="Content Placeholder 4">
                <a:extLst>
                  <a:ext uri="{FF2B5EF4-FFF2-40B4-BE49-F238E27FC236}">
                    <a16:creationId xmlns:a16="http://schemas.microsoft.com/office/drawing/2014/main" id="{E2369E14-FB7F-439F-B8BC-3D00ED9ED33E}"/>
                  </a:ext>
                </a:extLst>
              </p:cNvPr>
              <p:cNvSpPr txBox="1">
                <a:spLocks/>
              </p:cNvSpPr>
              <p:nvPr/>
            </p:nvSpPr>
            <p:spPr>
              <a:xfrm flipH="1">
                <a:off x="-1" y="908618"/>
                <a:ext cx="6232634" cy="540000"/>
              </a:xfrm>
              <a:prstGeom prst="rect">
                <a:avLst/>
              </a:prstGeom>
              <a:noFill/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vert="horz" lIns="91440" tIns="45720" rIns="91440" bIns="45720" rtlCol="0" anchor="ctr">
                <a:noAutofit/>
              </a:bodyPr>
              <a:lstStyle>
                <a:lvl1pPr marL="265113" indent="-265113" algn="just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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809625" indent="-352425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118745" indent="0" algn="l">
                  <a:lnSpc>
                    <a:spcPct val="115000"/>
                  </a:lnSpc>
                  <a:spcAft>
                    <a:spcPts val="800"/>
                  </a:spcAft>
                  <a:buNone/>
                </a:pPr>
                <a:r>
                  <a:rPr lang="en-US" sz="2800" dirty="0">
                    <a:solidFill>
                      <a:srgbClr val="002060"/>
                    </a:solidFill>
                  </a:rPr>
                  <a:t>Let us check 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u</m:t>
                    </m:r>
                    <m:r>
                      <a:rPr lang="en-US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US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v</m:t>
                    </m:r>
                    <m:r>
                      <a:rPr lang="en-US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US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V</m:t>
                    </m:r>
                  </m:oMath>
                </a14:m>
                <a:r>
                  <a:rPr lang="en-US" sz="2800" dirty="0">
                    <a:solidFill>
                      <a:srgbClr val="002060"/>
                    </a:solidFill>
                    <a:latin typeface="Cambria Math" panose="02040503050406030204" pitchFamily="18" charset="0"/>
                  </a:rPr>
                  <a:t>  </a:t>
                </a:r>
                <a:r>
                  <a:rPr lang="en-US" sz="2800" i="0" dirty="0">
                    <a:solidFill>
                      <a:srgbClr val="002060"/>
                    </a:solidFill>
                    <a:latin typeface="+mj-lt"/>
                  </a:rPr>
                  <a:t>and</a:t>
                </a:r>
                <a:r>
                  <a:rPr lang="en-US" sz="2800" dirty="0">
                    <a:solidFill>
                      <a:srgbClr val="002060"/>
                    </a:solidFill>
                    <a:latin typeface="Cambria Math" panose="02040503050406030204" pitchFamily="18" charset="0"/>
                  </a:rPr>
                  <a:t> 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k</m:t>
                    </m:r>
                    <m:r>
                      <a:rPr lang="en-US" sz="2800" dirty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m:rPr>
                        <m:sty m:val="p"/>
                      </m:rPr>
                      <a:rPr lang="en-US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u</m:t>
                    </m:r>
                    <m:r>
                      <a:rPr lang="en-US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US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V</m:t>
                    </m:r>
                  </m:oMath>
                </a14:m>
                <a:endParaRPr lang="en-US" sz="2800" dirty="0">
                  <a:solidFill>
                    <a:srgbClr val="002060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33" name="Content Placeholder 4">
                <a:extLst>
                  <a:ext uri="{FF2B5EF4-FFF2-40B4-BE49-F238E27FC236}">
                    <a16:creationId xmlns:a16="http://schemas.microsoft.com/office/drawing/2014/main" id="{E2369E14-FB7F-439F-B8BC-3D00ED9ED33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-1" y="908618"/>
                <a:ext cx="6232634" cy="540000"/>
              </a:xfrm>
              <a:prstGeom prst="rect">
                <a:avLst/>
              </a:prstGeom>
              <a:blipFill>
                <a:blip r:embed="rId22"/>
                <a:stretch>
                  <a:fillRect l="-98" t="-6742" b="-31461"/>
                </a:stretch>
              </a:blipFill>
              <a:ln w="12700" cap="flat" cmpd="sng" algn="ctr">
                <a:noFill/>
                <a:prstDash val="solid"/>
                <a:miter lim="800000"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625221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6" grpId="0"/>
      <p:bldP spid="14" grpId="0"/>
      <p:bldP spid="15" grpId="0"/>
      <p:bldP spid="18" grpId="0"/>
      <p:bldP spid="19" grpId="0" animBg="1"/>
      <p:bldP spid="20" grpId="0"/>
      <p:bldP spid="21" grpId="0"/>
      <p:bldP spid="22" grpId="0"/>
      <p:bldP spid="3" grpId="0"/>
      <p:bldP spid="23" grpId="0" animBg="1"/>
      <p:bldP spid="24" grpId="0"/>
      <p:bldP spid="25" grpId="0"/>
      <p:bldP spid="26" grpId="0"/>
      <p:bldP spid="27" grpId="0"/>
      <p:bldP spid="28" grpId="0"/>
      <p:bldP spid="29" grpId="0" animBg="1"/>
      <p:bldP spid="30" grpId="0"/>
      <p:bldP spid="32" grpId="0"/>
      <p:bldP spid="33" grpId="0"/>
    </p:bldLst>
  </p:timing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3E97E7-BE34-B24A-C202-D07D4E0811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F0497D1C-BF2C-D6F4-376C-C449FF44DF75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IN" dirty="0"/>
                  <a:t>Method:2 </a:t>
                </a:r>
                <a14:m>
                  <m:oMath xmlns:m="http://schemas.openxmlformats.org/officeDocument/2006/math">
                    <m:r>
                      <a:rPr lang="en-IN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⇝</m:t>
                    </m:r>
                  </m:oMath>
                </a14:m>
                <a:r>
                  <a:rPr lang="en-IN" dirty="0"/>
                  <a:t> Example:3</a:t>
                </a:r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F0497D1C-BF2C-D6F4-376C-C449FF44DF7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400" t="-8547" b="-1965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Content Placeholder 4">
            <a:extLst>
              <a:ext uri="{FF2B5EF4-FFF2-40B4-BE49-F238E27FC236}">
                <a16:creationId xmlns:a16="http://schemas.microsoft.com/office/drawing/2014/main" id="{7BA75CBB-3BC9-DAD0-5BDA-FF215297FFDE}"/>
              </a:ext>
            </a:extLst>
          </p:cNvPr>
          <p:cNvSpPr txBox="1">
            <a:spLocks/>
          </p:cNvSpPr>
          <p:nvPr/>
        </p:nvSpPr>
        <p:spPr>
          <a:xfrm>
            <a:off x="205273" y="800163"/>
            <a:ext cx="1558214" cy="522081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marL="265113" indent="-265113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Wingdings 3" panose="05040102010807070707" pitchFamily="18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9625" indent="-352425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 3" panose="05040102010807070707" pitchFamily="18" charset="2"/>
              <a:buChar char="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endParaRPr lang="en-IN" sz="2800" dirty="0">
              <a:solidFill>
                <a:schemeClr val="tx2"/>
              </a:solidFill>
            </a:endParaRP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4C791EE4-2C97-6EBA-75B2-A18AD54B79A9}"/>
              </a:ext>
            </a:extLst>
          </p:cNvPr>
          <p:cNvSpPr/>
          <p:nvPr/>
        </p:nvSpPr>
        <p:spPr>
          <a:xfrm>
            <a:off x="122278" y="1553815"/>
            <a:ext cx="1450657" cy="468000"/>
          </a:xfrm>
          <a:prstGeom prst="roundRect">
            <a:avLst/>
          </a:prstGeom>
          <a:gradFill>
            <a:gsLst>
              <a:gs pos="10000">
                <a:srgbClr val="0E47A1"/>
              </a:gs>
              <a:gs pos="100000">
                <a:srgbClr val="03A9F5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en-IN" sz="2800" dirty="0">
                <a:solidFill>
                  <a:schemeClr val="bg1"/>
                </a:solidFill>
              </a:rPr>
              <a:t>Solution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4" name="Content Placeholder 4">
                <a:extLst>
                  <a:ext uri="{FF2B5EF4-FFF2-40B4-BE49-F238E27FC236}">
                    <a16:creationId xmlns:a16="http://schemas.microsoft.com/office/drawing/2014/main" id="{3C55A250-EBDF-F579-F373-21026D42F3CF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604479" y="800834"/>
                <a:ext cx="9139721" cy="592338"/>
              </a:xfrm>
              <a:prstGeom prst="rect">
                <a:avLst/>
              </a:prstGeom>
              <a:noFill/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vert="horz" lIns="91440" tIns="45720" rIns="91440" bIns="45720" rtlCol="0" anchor="ctr">
                <a:noAutofit/>
              </a:bodyPr>
              <a:lstStyle>
                <a:lvl1pPr marL="265113" indent="-265113" algn="just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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809625" indent="-352425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 algn="l">
                  <a:lnSpc>
                    <a:spcPct val="150000"/>
                  </a:lnSpc>
                  <a:buNone/>
                </a:pPr>
                <a:r>
                  <a:rPr lang="en-US" sz="2800" dirty="0">
                    <a:solidFill>
                      <a:srgbClr val="3A4A6A"/>
                    </a:solidFill>
                  </a:rPr>
                  <a:t>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800" i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Shruti" panose="020B0502040204020203" pitchFamily="34" charset="0"/>
                      </a:rPr>
                      <m:t>W</m:t>
                    </m:r>
                    <m:r>
                      <a:rPr lang="en-US" sz="2800" i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Shruti" panose="020B0502040204020203" pitchFamily="34" charset="0"/>
                      </a:rPr>
                      <m:t>=</m:t>
                    </m:r>
                    <m:d>
                      <m:dPr>
                        <m:begChr m:val="{"/>
                        <m:endChr m:val="|"/>
                        <m:ctrlPr>
                          <a:rPr lang="en-US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Shruti" panose="020B0502040204020203" pitchFamily="34" charset="0"/>
                          </a:rPr>
                        </m:ctrlPr>
                      </m:dPr>
                      <m:e>
                        <m:r>
                          <a:rPr lang="en-US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Shruti" panose="020B0502040204020203" pitchFamily="34" charset="0"/>
                          </a:rPr>
                          <m:t> </m:t>
                        </m:r>
                        <m:d>
                          <m:dPr>
                            <m:ctrlPr>
                              <a:rPr lang="en-US" sz="280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Shruti" panose="020B0502040204020203" pitchFamily="34" charset="0"/>
                              </a:rPr>
                            </m:ctrlPr>
                          </m:dPr>
                          <m:e>
                            <m:r>
                              <m:rPr>
                                <m:sty m:val="p"/>
                              </m:rPr>
                              <a:rPr lang="en-US" sz="280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Shruti" panose="020B0502040204020203" pitchFamily="34" charset="0"/>
                              </a:rPr>
                              <m:t>x</m:t>
                            </m:r>
                            <m:r>
                              <a:rPr lang="en-US" sz="280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Shruti" panose="020B0502040204020203" pitchFamily="34" charset="0"/>
                              </a:rPr>
                              <m:t>,</m:t>
                            </m:r>
                            <m:r>
                              <m:rPr>
                                <m:sty m:val="p"/>
                              </m:rPr>
                              <a:rPr lang="en-US" sz="280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Shruti" panose="020B0502040204020203" pitchFamily="34" charset="0"/>
                              </a:rPr>
                              <m:t>y</m:t>
                            </m:r>
                          </m:e>
                        </m:d>
                        <m:r>
                          <a:rPr lang="en-IN" sz="28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Shruti" panose="020B0502040204020203" pitchFamily="34" charset="0"/>
                          </a:rPr>
                          <m:t> </m:t>
                        </m:r>
                      </m:e>
                    </m:d>
                    <m:r>
                      <a:rPr lang="en-US" sz="2800" i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Shruti" panose="020B0502040204020203" pitchFamily="34" charset="0"/>
                      </a:rPr>
                      <m:t> </m:t>
                    </m:r>
                    <m:sSup>
                      <m:sSupPr>
                        <m:ctrlPr>
                          <a:rPr lang="en-IN" sz="28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Shruti" panose="020B0502040204020203" pitchFamily="34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IN" sz="2800" b="0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Shruti" panose="020B0502040204020203" pitchFamily="34" charset="0"/>
                          </a:rPr>
                          <m:t>x</m:t>
                        </m:r>
                      </m:e>
                      <m:sup>
                        <m:r>
                          <a:rPr lang="en-IN" sz="2800" b="0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Shruti" panose="020B0502040204020203" pitchFamily="34" charset="0"/>
                          </a:rPr>
                          <m:t>2</m:t>
                        </m:r>
                      </m:sup>
                    </m:sSup>
                    <m:r>
                      <a:rPr lang="en-US" sz="2800" i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Shruti" panose="020B0502040204020203" pitchFamily="34" charset="0"/>
                      </a:rPr>
                      <m:t>=</m:t>
                    </m:r>
                    <m:sSup>
                      <m:sSupPr>
                        <m:ctrlPr>
                          <a:rPr lang="en-IN" sz="28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Shruti" panose="020B0502040204020203" pitchFamily="34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IN" sz="2800" b="0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Shruti" panose="020B0502040204020203" pitchFamily="34" charset="0"/>
                          </a:rPr>
                          <m:t>y</m:t>
                        </m:r>
                      </m:e>
                      <m:sup>
                        <m:r>
                          <a:rPr lang="en-IN" sz="2800" b="0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Shruti" panose="020B0502040204020203" pitchFamily="34" charset="0"/>
                          </a:rPr>
                          <m:t>2</m:t>
                        </m:r>
                      </m:sup>
                    </m:sSup>
                    <m:r>
                      <a:rPr lang="en-IN" sz="2800" b="0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Shruti" panose="020B0502040204020203" pitchFamily="34" charset="0"/>
                      </a:rPr>
                      <m:t> </m:t>
                    </m:r>
                    <m:r>
                      <a:rPr lang="en-US" sz="2800" i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Shruti" panose="020B0502040204020203" pitchFamily="34" charset="0"/>
                      </a:rPr>
                      <m:t>} </m:t>
                    </m:r>
                  </m:oMath>
                </a14:m>
                <a:r>
                  <a:rPr lang="en-US" sz="2800" dirty="0">
                    <a:solidFill>
                      <a:srgbClr val="3A4A6A"/>
                    </a:solidFill>
                  </a:rPr>
                  <a:t>is subspace of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800" i="1" dirty="0">
                            <a:solidFill>
                              <a:srgbClr val="3A4A6A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800" dirty="0">
                            <a:solidFill>
                              <a:srgbClr val="3A4A6A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n-US" sz="2800" dirty="0">
                            <a:solidFill>
                              <a:srgbClr val="3A4A6A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2800" b="0" i="1" dirty="0" smtClean="0">
                        <a:solidFill>
                          <a:srgbClr val="3A4A6A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800" b="0" i="0" dirty="0" smtClean="0">
                        <a:solidFill>
                          <a:srgbClr val="3A4A6A"/>
                        </a:solidFill>
                        <a:latin typeface="Cambria Math" panose="02040503050406030204" pitchFamily="18" charset="0"/>
                      </a:rPr>
                      <m:t>?</m:t>
                    </m:r>
                  </m:oMath>
                </a14:m>
                <a:r>
                  <a:rPr lang="en-US" sz="2800" dirty="0">
                    <a:solidFill>
                      <a:srgbClr val="002060"/>
                    </a:solidFill>
                  </a:rPr>
                  <a:t> </a:t>
                </a:r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34" name="Content Placeholder 4">
                <a:extLst>
                  <a:ext uri="{FF2B5EF4-FFF2-40B4-BE49-F238E27FC236}">
                    <a16:creationId xmlns:a16="http://schemas.microsoft.com/office/drawing/2014/main" id="{3C55A250-EBDF-F579-F373-21026D42F3C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04479" y="800834"/>
                <a:ext cx="9139721" cy="592338"/>
              </a:xfrm>
              <a:prstGeom prst="rect">
                <a:avLst/>
              </a:prstGeom>
              <a:blipFill>
                <a:blip r:embed="rId3"/>
                <a:stretch>
                  <a:fillRect l="-1333" b="-34694"/>
                </a:stretch>
              </a:blipFill>
              <a:ln w="12700" cap="flat" cmpd="sng" algn="ctr">
                <a:noFill/>
                <a:prstDash val="solid"/>
                <a:miter lim="800000"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5" name="Rectangle: Rounded Corners 34">
            <a:extLst>
              <a:ext uri="{FF2B5EF4-FFF2-40B4-BE49-F238E27FC236}">
                <a16:creationId xmlns:a16="http://schemas.microsoft.com/office/drawing/2014/main" id="{F822AF29-7BCA-274B-D268-A8B5A412E631}"/>
              </a:ext>
            </a:extLst>
          </p:cNvPr>
          <p:cNvSpPr/>
          <p:nvPr/>
        </p:nvSpPr>
        <p:spPr>
          <a:xfrm>
            <a:off x="122279" y="928675"/>
            <a:ext cx="1450657" cy="468000"/>
          </a:xfrm>
          <a:prstGeom prst="roundRect">
            <a:avLst/>
          </a:prstGeom>
          <a:gradFill>
            <a:gsLst>
              <a:gs pos="10000">
                <a:srgbClr val="0E47A1"/>
              </a:gs>
              <a:gs pos="100000">
                <a:srgbClr val="03A9F5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r>
              <a:rPr lang="en-IN" sz="2800" dirty="0">
                <a:solidFill>
                  <a:schemeClr val="bg1"/>
                </a:solidFill>
              </a:rPr>
              <a:t>Example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Content Placeholder 4">
                <a:extLst>
                  <a:ext uri="{FF2B5EF4-FFF2-40B4-BE49-F238E27FC236}">
                    <a16:creationId xmlns:a16="http://schemas.microsoft.com/office/drawing/2014/main" id="{978F76D2-263F-751B-140F-20DA276AC716}"/>
                  </a:ext>
                </a:extLst>
              </p:cNvPr>
              <p:cNvSpPr txBox="1">
                <a:spLocks/>
              </p:cNvSpPr>
              <p:nvPr/>
            </p:nvSpPr>
            <p:spPr>
              <a:xfrm flipH="1">
                <a:off x="66097" y="2101264"/>
                <a:ext cx="6512502" cy="544460"/>
              </a:xfrm>
              <a:prstGeom prst="rect">
                <a:avLst/>
              </a:prstGeom>
              <a:noFill/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vert="horz" lIns="91440" tIns="45720" rIns="91440" bIns="45720" rtlCol="0" anchor="ctr">
                <a:noAutofit/>
              </a:bodyPr>
              <a:lstStyle>
                <a:lvl1pPr marL="265113" indent="-265113" algn="just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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809625" indent="-352425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118745" indent="0">
                  <a:lnSpc>
                    <a:spcPct val="115000"/>
                  </a:lnSpc>
                  <a:spcAft>
                    <a:spcPts val="800"/>
                  </a:spcAft>
                  <a:buNone/>
                </a:pPr>
                <a:r>
                  <a:rPr lang="en-US" sz="2800" dirty="0">
                    <a:solidFill>
                      <a:srgbClr val="002060"/>
                    </a:solidFill>
                    <a:latin typeface="+mj-lt"/>
                  </a:rPr>
                  <a:t>Here,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800" i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Shruti" panose="020B0502040204020203" pitchFamily="34" charset="0"/>
                      </a:rPr>
                      <m:t>W</m:t>
                    </m:r>
                    <m:r>
                      <a:rPr lang="en-US" sz="2800" i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Shruti" panose="020B0502040204020203" pitchFamily="34" charset="0"/>
                      </a:rPr>
                      <m:t>=</m:t>
                    </m:r>
                    <m:d>
                      <m:dPr>
                        <m:begChr m:val="{"/>
                        <m:endChr m:val="|"/>
                        <m:ctrlPr>
                          <a:rPr lang="en-US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Shruti" panose="020B0502040204020203" pitchFamily="34" charset="0"/>
                          </a:rPr>
                        </m:ctrlPr>
                      </m:dPr>
                      <m:e>
                        <m:r>
                          <a:rPr lang="en-US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Shruti" panose="020B0502040204020203" pitchFamily="34" charset="0"/>
                          </a:rPr>
                          <m:t> </m:t>
                        </m:r>
                        <m:d>
                          <m:dPr>
                            <m:ctrlPr>
                              <a:rPr lang="en-US" sz="280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Shruti" panose="020B0502040204020203" pitchFamily="34" charset="0"/>
                              </a:rPr>
                            </m:ctrlPr>
                          </m:dPr>
                          <m:e>
                            <m:r>
                              <m:rPr>
                                <m:sty m:val="p"/>
                              </m:rPr>
                              <a:rPr lang="en-US" sz="280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Shruti" panose="020B0502040204020203" pitchFamily="34" charset="0"/>
                              </a:rPr>
                              <m:t>x</m:t>
                            </m:r>
                            <m:r>
                              <a:rPr lang="en-US" sz="280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Shruti" panose="020B0502040204020203" pitchFamily="34" charset="0"/>
                              </a:rPr>
                              <m:t>,</m:t>
                            </m:r>
                            <m:r>
                              <m:rPr>
                                <m:sty m:val="p"/>
                              </m:rPr>
                              <a:rPr lang="en-US" sz="280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Shruti" panose="020B0502040204020203" pitchFamily="34" charset="0"/>
                              </a:rPr>
                              <m:t>y</m:t>
                            </m:r>
                          </m:e>
                        </m:d>
                        <m:r>
                          <a:rPr lang="en-US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Shruti" panose="020B0502040204020203" pitchFamily="34" charset="0"/>
                          </a:rPr>
                          <m:t> </m:t>
                        </m:r>
                      </m:e>
                    </m:d>
                    <m:r>
                      <a:rPr lang="en-IN" sz="2800" b="0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Shruti" panose="020B0502040204020203" pitchFamily="34" charset="0"/>
                      </a:rPr>
                      <m:t> </m:t>
                    </m:r>
                    <m:sSup>
                      <m:sSupPr>
                        <m:ctrlPr>
                          <a:rPr lang="en-IN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Shruti" panose="020B0502040204020203" pitchFamily="34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Shruti" panose="020B0502040204020203" pitchFamily="34" charset="0"/>
                          </a:rPr>
                          <m:t>x</m:t>
                        </m:r>
                      </m:e>
                      <m:sup>
                        <m:r>
                          <a:rPr lang="en-IN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Shruti" panose="020B0502040204020203" pitchFamily="34" charset="0"/>
                          </a:rPr>
                          <m:t>2</m:t>
                        </m:r>
                      </m:sup>
                    </m:sSup>
                    <m:r>
                      <a:rPr lang="en-US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Shruti" panose="020B0502040204020203" pitchFamily="34" charset="0"/>
                      </a:rPr>
                      <m:t>=</m:t>
                    </m:r>
                    <m:sSup>
                      <m:sSupPr>
                        <m:ctrlPr>
                          <a:rPr lang="en-IN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Shruti" panose="020B0502040204020203" pitchFamily="34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Shruti" panose="020B0502040204020203" pitchFamily="34" charset="0"/>
                          </a:rPr>
                          <m:t>y</m:t>
                        </m:r>
                      </m:e>
                      <m:sup>
                        <m:r>
                          <a:rPr lang="en-IN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Shruti" panose="020B0502040204020203" pitchFamily="34" charset="0"/>
                          </a:rPr>
                          <m:t>2</m:t>
                        </m:r>
                      </m:sup>
                    </m:sSup>
                    <m:r>
                      <a:rPr lang="en-IN" sz="2800" b="0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Shruti" panose="020B0502040204020203" pitchFamily="34" charset="0"/>
                      </a:rPr>
                      <m:t> </m:t>
                    </m:r>
                    <m:r>
                      <a:rPr lang="en-US" sz="2800" i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Shruti" panose="020B0502040204020203" pitchFamily="34" charset="0"/>
                      </a:rPr>
                      <m:t>}</m:t>
                    </m:r>
                  </m:oMath>
                </a14:m>
                <a:endParaRPr lang="en-US" sz="2800" i="1" dirty="0">
                  <a:solidFill>
                    <a:srgbClr val="002060"/>
                  </a:solidFill>
                  <a:latin typeface="Cambria Math" panose="02040503050406030204" pitchFamily="18" charset="0"/>
                  <a:ea typeface="Calibri" panose="020F0502020204030204" pitchFamily="34" charset="0"/>
                  <a:cs typeface="Shruti" panose="020B0502040204020203" pitchFamily="34" charset="0"/>
                </a:endParaRPr>
              </a:p>
            </p:txBody>
          </p:sp>
        </mc:Choice>
        <mc:Fallback xmlns="">
          <p:sp>
            <p:nvSpPr>
              <p:cNvPr id="16" name="Content Placeholder 4">
                <a:extLst>
                  <a:ext uri="{FF2B5EF4-FFF2-40B4-BE49-F238E27FC236}">
                    <a16:creationId xmlns:a16="http://schemas.microsoft.com/office/drawing/2014/main" id="{978F76D2-263F-751B-140F-20DA276AC71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66097" y="2101264"/>
                <a:ext cx="6512502" cy="544460"/>
              </a:xfrm>
              <a:prstGeom prst="rect">
                <a:avLst/>
              </a:prstGeom>
              <a:blipFill>
                <a:blip r:embed="rId4"/>
                <a:stretch>
                  <a:fillRect l="-187" t="-6742" b="-32584"/>
                </a:stretch>
              </a:blipFill>
              <a:ln w="12700" cap="flat" cmpd="sng" algn="ctr">
                <a:noFill/>
                <a:prstDash val="solid"/>
                <a:miter lim="800000"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Content Placeholder 4">
                <a:extLst>
                  <a:ext uri="{FF2B5EF4-FFF2-40B4-BE49-F238E27FC236}">
                    <a16:creationId xmlns:a16="http://schemas.microsoft.com/office/drawing/2014/main" id="{01C879C0-1796-CD99-913A-EA0730C1ECEC}"/>
                  </a:ext>
                </a:extLst>
              </p:cNvPr>
              <p:cNvSpPr txBox="1">
                <a:spLocks/>
              </p:cNvSpPr>
              <p:nvPr/>
            </p:nvSpPr>
            <p:spPr>
              <a:xfrm flipH="1">
                <a:off x="76164" y="2821880"/>
                <a:ext cx="10878827" cy="1962116"/>
              </a:xfrm>
              <a:prstGeom prst="rect">
                <a:avLst/>
              </a:prstGeom>
              <a:noFill/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vert="horz" lIns="91440" tIns="45720" rIns="91440" bIns="45720" rtlCol="0" anchor="ctr">
                <a:noAutofit/>
              </a:bodyPr>
              <a:lstStyle>
                <a:defPPr>
                  <a:defRPr lang="en-US"/>
                </a:defPPr>
                <a:lvl1pPr marL="118745" algn="just">
                  <a:lnSpc>
                    <a:spcPct val="115000"/>
                  </a:lnSpc>
                  <a:spcBef>
                    <a:spcPts val="1000"/>
                  </a:spcBef>
                  <a:spcAft>
                    <a:spcPts val="800"/>
                  </a:spcAft>
                  <a:buClr>
                    <a:schemeClr val="accent6"/>
                  </a:buClr>
                  <a:buFont typeface="Wingdings 3" panose="05040102010807070707" pitchFamily="18" charset="2"/>
                  <a:buNone/>
                  <a:defRPr sz="2800">
                    <a:solidFill>
                      <a:srgbClr val="3A4A6A"/>
                    </a:solidFill>
                  </a:defRPr>
                </a:lvl1pPr>
              </a:lstStyle>
              <a:p>
                <a:r>
                  <a:rPr lang="en-US" dirty="0">
                    <a:solidFill>
                      <a:srgbClr val="002060"/>
                    </a:solidFill>
                    <a:latin typeface="+mj-lt"/>
                  </a:rPr>
                  <a:t>Binary Operations are defined as</a:t>
                </a:r>
              </a:p>
              <a:p>
                <a:pPr marL="990600" indent="-457200">
                  <a:buFont typeface="Wingdings" panose="05000000000000000000" pitchFamily="2" charset="2"/>
                  <a:buChar char="§"/>
                </a:pPr>
                <a:r>
                  <a:rPr lang="en-US" dirty="0">
                    <a:solidFill>
                      <a:srgbClr val="002060"/>
                    </a:solidFill>
                    <a:latin typeface="+mj-lt"/>
                  </a:rPr>
                  <a:t>Vector Addition		:	</a:t>
                </a:r>
                <a14:m>
                  <m:oMath xmlns:m="http://schemas.openxmlformats.org/officeDocument/2006/math">
                    <m:r>
                      <a:rPr lang="en-US" dirty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US" dirty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a</m:t>
                    </m:r>
                    <m:r>
                      <a:rPr lang="en-US" dirty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US" dirty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b</m:t>
                    </m:r>
                    <m:r>
                      <a:rPr lang="en-US" dirty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)+(</m:t>
                    </m:r>
                    <m:r>
                      <m:rPr>
                        <m:sty m:val="p"/>
                      </m:rPr>
                      <a:rPr lang="en-US" dirty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c</m:t>
                    </m:r>
                    <m:r>
                      <a:rPr lang="en-US" dirty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US" dirty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d</m:t>
                    </m:r>
                    <m:r>
                      <a:rPr lang="en-US" dirty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)=</m:t>
                    </m:r>
                    <m:d>
                      <m:dPr>
                        <m:ctrlPr>
                          <a:rPr lang="en-US" i="1" dirty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dirty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a</m:t>
                        </m:r>
                        <m:r>
                          <a:rPr lang="en-US" dirty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US" dirty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c</m:t>
                        </m:r>
                        <m:r>
                          <a:rPr lang="en-US" dirty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m:rPr>
                            <m:sty m:val="p"/>
                          </m:rPr>
                          <a:rPr lang="en-US" dirty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b</m:t>
                        </m:r>
                        <m:r>
                          <a:rPr lang="en-US" dirty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US" dirty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d</m:t>
                        </m:r>
                      </m:e>
                    </m:d>
                  </m:oMath>
                </a14:m>
                <a:endParaRPr lang="en-US" dirty="0">
                  <a:solidFill>
                    <a:srgbClr val="002060"/>
                  </a:solidFill>
                  <a:latin typeface="+mj-lt"/>
                </a:endParaRPr>
              </a:p>
              <a:p>
                <a:pPr marL="990600" indent="-457200">
                  <a:buFont typeface="Wingdings" panose="05000000000000000000" pitchFamily="2" charset="2"/>
                  <a:buChar char="§"/>
                </a:pPr>
                <a:r>
                  <a:rPr lang="en-US" dirty="0">
                    <a:solidFill>
                      <a:srgbClr val="002060"/>
                    </a:solidFill>
                    <a:latin typeface="+mj-lt"/>
                  </a:rPr>
                  <a:t>Scalar Multiplication	:	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dirty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k</m:t>
                    </m:r>
                    <m:r>
                      <a:rPr lang="en-US" dirty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⋅</m:t>
                    </m:r>
                    <m:d>
                      <m:dPr>
                        <m:ctrlPr>
                          <a:rPr lang="en-US" i="1" dirty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dirty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a</m:t>
                        </m:r>
                        <m:r>
                          <a:rPr lang="en-US" dirty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m:rPr>
                            <m:sty m:val="p"/>
                          </m:rPr>
                          <a:rPr lang="en-US" dirty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b</m:t>
                        </m:r>
                      </m:e>
                    </m:d>
                    <m:r>
                      <a:rPr lang="en-US" dirty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i="1" dirty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dirty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ka</m:t>
                        </m:r>
                        <m:r>
                          <a:rPr lang="en-US" dirty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m:rPr>
                            <m:sty m:val="p"/>
                          </m:rPr>
                          <a:rPr lang="en-US" dirty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kb</m:t>
                        </m:r>
                      </m:e>
                    </m:d>
                  </m:oMath>
                </a14:m>
                <a:endParaRPr lang="en-US" dirty="0">
                  <a:solidFill>
                    <a:srgbClr val="002060"/>
                  </a:solidFill>
                  <a:latin typeface="+mj-lt"/>
                </a:endParaRPr>
              </a:p>
            </p:txBody>
          </p:sp>
        </mc:Choice>
        <mc:Fallback xmlns="">
          <p:sp>
            <p:nvSpPr>
              <p:cNvPr id="11" name="Content Placeholder 4">
                <a:extLst>
                  <a:ext uri="{FF2B5EF4-FFF2-40B4-BE49-F238E27FC236}">
                    <a16:creationId xmlns:a16="http://schemas.microsoft.com/office/drawing/2014/main" id="{C2E3A768-B2DD-49B5-A909-9453EEB041E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76164" y="2821880"/>
                <a:ext cx="10878827" cy="1962116"/>
              </a:xfrm>
              <a:prstGeom prst="rect">
                <a:avLst/>
              </a:prstGeom>
              <a:blipFill>
                <a:blip r:embed="rId5"/>
                <a:stretch>
                  <a:fillRect l="-56" t="-3106" b="-8385"/>
                </a:stretch>
              </a:blipFill>
              <a:ln w="12700" cap="flat" cmpd="sng" algn="ctr">
                <a:noFill/>
                <a:prstDash val="solid"/>
                <a:miter lim="800000"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Content Placeholder 4">
                <a:extLst>
                  <a:ext uri="{FF2B5EF4-FFF2-40B4-BE49-F238E27FC236}">
                    <a16:creationId xmlns:a16="http://schemas.microsoft.com/office/drawing/2014/main" id="{F3D6D602-8FD9-701A-FBEC-0076A250859D}"/>
                  </a:ext>
                </a:extLst>
              </p:cNvPr>
              <p:cNvSpPr txBox="1">
                <a:spLocks/>
              </p:cNvSpPr>
              <p:nvPr/>
            </p:nvSpPr>
            <p:spPr>
              <a:xfrm flipH="1">
                <a:off x="76193" y="4871397"/>
                <a:ext cx="8801106" cy="540000"/>
              </a:xfrm>
              <a:prstGeom prst="rect">
                <a:avLst/>
              </a:prstGeom>
              <a:noFill/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vert="horz" lIns="91440" tIns="45720" rIns="91440" bIns="45720" rtlCol="0" anchor="ctr">
                <a:noAutofit/>
              </a:bodyPr>
              <a:lstStyle>
                <a:lvl1pPr marL="265113" indent="-265113" algn="just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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809625" indent="-352425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118745" indent="0">
                  <a:lnSpc>
                    <a:spcPct val="115000"/>
                  </a:lnSpc>
                  <a:spcAft>
                    <a:spcPts val="800"/>
                  </a:spcAft>
                  <a:buNone/>
                </a:pPr>
                <a:r>
                  <a:rPr lang="en-US" sz="2800" dirty="0">
                    <a:solidFill>
                      <a:srgbClr val="002060"/>
                    </a:solidFill>
                    <a:latin typeface="+mj-lt"/>
                  </a:rPr>
                  <a:t>Let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u</m:t>
                    </m:r>
                    <m:r>
                      <a:rPr lang="en-US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sz="28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800" b="0" i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sz="2800" b="0" i="0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x</m:t>
                            </m:r>
                          </m:e>
                          <m:sub>
                            <m:r>
                              <a:rPr lang="en-US" sz="280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sz="2800" b="0" i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sz="2800" b="0" i="0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y</m:t>
                            </m:r>
                          </m:e>
                          <m:sub>
                            <m:r>
                              <a:rPr lang="en-US" sz="280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  <m:r>
                      <a:rPr lang="en-US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US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v</m:t>
                    </m:r>
                    <m:r>
                      <a:rPr lang="en-US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sz="28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800" b="0" i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sz="2800" b="0" i="0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x</m:t>
                            </m:r>
                          </m:e>
                          <m:sub>
                            <m:r>
                              <a:rPr lang="en-US" sz="280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sz="2800" b="0" i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sz="2800" b="0" i="0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y</m:t>
                            </m:r>
                          </m:e>
                          <m:sub>
                            <m:r>
                              <a:rPr lang="en-US" sz="280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sz="2800" dirty="0">
                    <a:solidFill>
                      <a:srgbClr val="002060"/>
                    </a:solidFill>
                    <a:latin typeface="+mj-lt"/>
                  </a:rPr>
                  <a:t> ∈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800" b="0" i="0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W</m:t>
                    </m:r>
                  </m:oMath>
                </a14:m>
                <a:r>
                  <a:rPr lang="en-US" sz="2800" dirty="0">
                    <a:solidFill>
                      <a:srgbClr val="002060"/>
                    </a:solidFill>
                    <a:latin typeface="+mj-lt"/>
                  </a:rPr>
                  <a:t>    and  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k</m:t>
                    </m:r>
                    <m:r>
                      <a:rPr lang="en-US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ℝ</m:t>
                    </m:r>
                  </m:oMath>
                </a14:m>
                <a:endParaRPr lang="en-US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14" name="Content Placeholder 4">
                <a:extLst>
                  <a:ext uri="{FF2B5EF4-FFF2-40B4-BE49-F238E27FC236}">
                    <a16:creationId xmlns:a16="http://schemas.microsoft.com/office/drawing/2014/main" id="{C2E3A768-B2DD-49B5-A909-9453EEB041E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76193" y="4871397"/>
                <a:ext cx="8801106" cy="540000"/>
              </a:xfrm>
              <a:prstGeom prst="rect">
                <a:avLst/>
              </a:prstGeom>
              <a:blipFill>
                <a:blip r:embed="rId6"/>
                <a:stretch>
                  <a:fillRect l="-69" t="-12360" b="-29213"/>
                </a:stretch>
              </a:blipFill>
              <a:ln w="12700" cap="flat" cmpd="sng" algn="ctr">
                <a:noFill/>
                <a:prstDash val="solid"/>
                <a:miter lim="800000"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Content Placeholder 4">
                <a:extLst>
                  <a:ext uri="{FF2B5EF4-FFF2-40B4-BE49-F238E27FC236}">
                    <a16:creationId xmlns:a16="http://schemas.microsoft.com/office/drawing/2014/main" id="{2DF1F421-367C-EFD0-E37F-2AEA8B5C43B7}"/>
                  </a:ext>
                </a:extLst>
              </p:cNvPr>
              <p:cNvSpPr txBox="1">
                <a:spLocks/>
              </p:cNvSpPr>
              <p:nvPr/>
            </p:nvSpPr>
            <p:spPr>
              <a:xfrm flipH="1">
                <a:off x="66097" y="5498798"/>
                <a:ext cx="4640223" cy="540000"/>
              </a:xfrm>
              <a:prstGeom prst="rect">
                <a:avLst/>
              </a:prstGeom>
              <a:noFill/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vert="horz" lIns="91440" tIns="45720" rIns="91440" bIns="45720" rtlCol="0" anchor="ctr">
                <a:noAutofit/>
              </a:bodyPr>
              <a:lstStyle>
                <a:lvl1pPr marL="265113" indent="-265113" algn="just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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809625" indent="-352425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118745" indent="0" algn="l">
                  <a:lnSpc>
                    <a:spcPct val="115000"/>
                  </a:lnSpc>
                  <a:spcAft>
                    <a:spcPts val="800"/>
                  </a:spcAft>
                  <a:buNone/>
                </a:pPr>
                <a14:m>
                  <m:oMath xmlns:m="http://schemas.openxmlformats.org/officeDocument/2006/math">
                    <m:r>
                      <a:rPr lang="en-US" sz="2800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⇒</m:t>
                    </m:r>
                    <m:sSubSup>
                      <m:sSubSupPr>
                        <m:ctrlPr>
                          <a:rPr lang="en-IN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Shruti" panose="020B0502040204020203" pitchFamily="34" charset="0"/>
                          </a:rPr>
                        </m:ctrlPr>
                      </m:sSubSupPr>
                      <m:e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Shruti" panose="020B0502040204020203" pitchFamily="34" charset="0"/>
                          </a:rPr>
                          <m:t>x</m:t>
                        </m:r>
                      </m:e>
                      <m:sub>
                        <m:r>
                          <a:rPr lang="en-IN" sz="2800" b="0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Shruti" panose="020B0502040204020203" pitchFamily="34" charset="0"/>
                          </a:rPr>
                          <m:t>1</m:t>
                        </m:r>
                      </m:sub>
                      <m:sup>
                        <m:r>
                          <a:rPr lang="en-IN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Shruti" panose="020B0502040204020203" pitchFamily="34" charset="0"/>
                          </a:rPr>
                          <m:t>2</m:t>
                        </m:r>
                      </m:sup>
                    </m:sSubSup>
                    <m:r>
                      <a:rPr lang="en-US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Shruti" panose="020B0502040204020203" pitchFamily="34" charset="0"/>
                      </a:rPr>
                      <m:t>=</m:t>
                    </m:r>
                    <m:sSubSup>
                      <m:sSubSupPr>
                        <m:ctrlPr>
                          <a:rPr lang="en-IN" sz="28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Shruti" panose="020B0502040204020203" pitchFamily="34" charset="0"/>
                          </a:rPr>
                        </m:ctrlPr>
                      </m:sSubSupPr>
                      <m:e>
                        <m:r>
                          <m:rPr>
                            <m:sty m:val="p"/>
                          </m:rPr>
                          <a:rPr lang="en-IN" sz="2800" b="0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Shruti" panose="020B0502040204020203" pitchFamily="34" charset="0"/>
                          </a:rPr>
                          <m:t>y</m:t>
                        </m:r>
                      </m:e>
                      <m:sub>
                        <m:r>
                          <a:rPr lang="en-IN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Shruti" panose="020B0502040204020203" pitchFamily="34" charset="0"/>
                          </a:rPr>
                          <m:t>1</m:t>
                        </m:r>
                      </m:sub>
                      <m:sup>
                        <m:r>
                          <a:rPr lang="en-IN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Shruti" panose="020B0502040204020203" pitchFamily="34" charset="0"/>
                          </a:rPr>
                          <m:t>2</m:t>
                        </m:r>
                      </m:sup>
                    </m:sSubSup>
                  </m:oMath>
                </a14:m>
                <a:r>
                  <a:rPr lang="en-US" sz="2800" dirty="0">
                    <a:solidFill>
                      <a:srgbClr val="3A4A6A"/>
                    </a:solidFill>
                  </a:rPr>
                  <a:t>   and  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IN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Shruti" panose="020B0502040204020203" pitchFamily="34" charset="0"/>
                          </a:rPr>
                        </m:ctrlPr>
                      </m:sSubSupPr>
                      <m:e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Shruti" panose="020B0502040204020203" pitchFamily="34" charset="0"/>
                          </a:rPr>
                          <m:t>x</m:t>
                        </m:r>
                      </m:e>
                      <m:sub>
                        <m:r>
                          <a:rPr lang="en-IN" sz="2800" b="0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Shruti" panose="020B0502040204020203" pitchFamily="34" charset="0"/>
                          </a:rPr>
                          <m:t>2</m:t>
                        </m:r>
                      </m:sub>
                      <m:sup>
                        <m:r>
                          <a:rPr lang="en-IN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Shruti" panose="020B0502040204020203" pitchFamily="34" charset="0"/>
                          </a:rPr>
                          <m:t>2</m:t>
                        </m:r>
                      </m:sup>
                    </m:sSubSup>
                    <m:r>
                      <a:rPr lang="en-US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Shruti" panose="020B0502040204020203" pitchFamily="34" charset="0"/>
                      </a:rPr>
                      <m:t>=</m:t>
                    </m:r>
                    <m:sSubSup>
                      <m:sSubSupPr>
                        <m:ctrlPr>
                          <a:rPr lang="en-IN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Shruti" panose="020B0502040204020203" pitchFamily="34" charset="0"/>
                          </a:rPr>
                        </m:ctrlPr>
                      </m:sSubSupPr>
                      <m:e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Shruti" panose="020B0502040204020203" pitchFamily="34" charset="0"/>
                          </a:rPr>
                          <m:t>y</m:t>
                        </m:r>
                      </m:e>
                      <m:sub>
                        <m:r>
                          <a:rPr lang="en-IN" sz="2800" b="0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Shruti" panose="020B0502040204020203" pitchFamily="34" charset="0"/>
                          </a:rPr>
                          <m:t>2</m:t>
                        </m:r>
                      </m:sub>
                      <m:sup>
                        <m:r>
                          <a:rPr lang="en-IN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Shruti" panose="020B0502040204020203" pitchFamily="34" charset="0"/>
                          </a:rPr>
                          <m:t>2</m:t>
                        </m:r>
                      </m:sup>
                    </m:sSubSup>
                  </m:oMath>
                </a14:m>
                <a:endParaRPr lang="en-US" sz="2800" dirty="0">
                  <a:solidFill>
                    <a:srgbClr val="002060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7" name="Content Placeholder 4">
                <a:extLst>
                  <a:ext uri="{FF2B5EF4-FFF2-40B4-BE49-F238E27FC236}">
                    <a16:creationId xmlns:a16="http://schemas.microsoft.com/office/drawing/2014/main" id="{2DF1F421-367C-EFD0-E37F-2AEA8B5C43B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66097" y="5498798"/>
                <a:ext cx="4640223" cy="540000"/>
              </a:xfrm>
              <a:prstGeom prst="rect">
                <a:avLst/>
              </a:prstGeom>
              <a:blipFill>
                <a:blip r:embed="rId7"/>
                <a:stretch>
                  <a:fillRect t="-5618" b="-32584"/>
                </a:stretch>
              </a:blipFill>
              <a:ln w="12700" cap="flat" cmpd="sng" algn="ctr">
                <a:noFill/>
                <a:prstDash val="solid"/>
                <a:miter lim="800000"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908160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1" grpId="0" animBg="1"/>
      <p:bldP spid="14" grpId="0"/>
      <p:bldP spid="17" grpId="0"/>
    </p:bldLst>
  </p:timing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D61B61-1AEE-6A79-055F-E4BEDC78F3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7" name="Content Placeholder 4">
                <a:extLst>
                  <a:ext uri="{FF2B5EF4-FFF2-40B4-BE49-F238E27FC236}">
                    <a16:creationId xmlns:a16="http://schemas.microsoft.com/office/drawing/2014/main" id="{F0E3776A-673B-8FC3-6B58-62E1B539A935}"/>
                  </a:ext>
                </a:extLst>
              </p:cNvPr>
              <p:cNvSpPr txBox="1">
                <a:spLocks/>
              </p:cNvSpPr>
              <p:nvPr/>
            </p:nvSpPr>
            <p:spPr>
              <a:xfrm flipH="1">
                <a:off x="-2" y="1559211"/>
                <a:ext cx="2402959" cy="540000"/>
              </a:xfrm>
              <a:prstGeom prst="rect">
                <a:avLst/>
              </a:prstGeom>
              <a:noFill/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vert="horz" lIns="91440" tIns="45720" rIns="91440" bIns="45720" rtlCol="0" anchor="ctr">
                <a:noAutofit/>
              </a:bodyPr>
              <a:lstStyle>
                <a:lvl1pPr marL="265113" indent="-265113" algn="just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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809625" indent="-352425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118745" indent="0" algn="l">
                  <a:lnSpc>
                    <a:spcPct val="115000"/>
                  </a:lnSpc>
                  <a:spcAft>
                    <a:spcPts val="800"/>
                  </a:spcAft>
                  <a:buNone/>
                </a:pPr>
                <a:r>
                  <a:rPr lang="en-US" sz="2800" dirty="0">
                    <a:solidFill>
                      <a:srgbClr val="002060"/>
                    </a:solidFill>
                  </a:rPr>
                  <a:t>Now,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k</m:t>
                    </m:r>
                    <m:r>
                      <a:rPr lang="en-US" sz="2800" dirty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m:rPr>
                        <m:sty m:val="p"/>
                      </m:rPr>
                      <a:rPr lang="en-US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u</m:t>
                    </m:r>
                    <m:r>
                      <a:rPr lang="en-US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US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v</m:t>
                    </m:r>
                  </m:oMath>
                </a14:m>
                <a:endParaRPr lang="en-US" sz="2800" dirty="0">
                  <a:solidFill>
                    <a:srgbClr val="002060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7" name="Content Placeholder 4">
                <a:extLst>
                  <a:ext uri="{FF2B5EF4-FFF2-40B4-BE49-F238E27FC236}">
                    <a16:creationId xmlns:a16="http://schemas.microsoft.com/office/drawing/2014/main" id="{F0E3776A-673B-8FC3-6B58-62E1B539A93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-2" y="1559211"/>
                <a:ext cx="2402959" cy="540000"/>
              </a:xfrm>
              <a:prstGeom prst="rect">
                <a:avLst/>
              </a:prstGeom>
              <a:blipFill>
                <a:blip r:embed="rId2"/>
                <a:stretch>
                  <a:fillRect l="-254" t="-6818" b="-32955"/>
                </a:stretch>
              </a:blipFill>
              <a:ln w="12700" cap="flat" cmpd="sng" algn="ctr">
                <a:noFill/>
                <a:prstDash val="solid"/>
                <a:miter lim="800000"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A71C3409-94BF-8645-B3D0-B5A4A6A93E5F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IN" dirty="0"/>
                  <a:t>Method:2 </a:t>
                </a:r>
                <a14:m>
                  <m:oMath xmlns:m="http://schemas.openxmlformats.org/officeDocument/2006/math">
                    <m:r>
                      <a:rPr lang="en-IN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⇝</m:t>
                    </m:r>
                  </m:oMath>
                </a14:m>
                <a:r>
                  <a:rPr lang="en-IN" dirty="0"/>
                  <a:t> Example:3(continue)</a:t>
                </a:r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A71C3409-94BF-8645-B3D0-B5A4A6A93E5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3"/>
                <a:stretch>
                  <a:fillRect l="-400" t="-8547" b="-1965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Content Placeholder 4">
                <a:extLst>
                  <a:ext uri="{FF2B5EF4-FFF2-40B4-BE49-F238E27FC236}">
                    <a16:creationId xmlns:a16="http://schemas.microsoft.com/office/drawing/2014/main" id="{574DBD0E-2101-0BAA-1C77-8780E4EC544F}"/>
                  </a:ext>
                </a:extLst>
              </p:cNvPr>
              <p:cNvSpPr txBox="1">
                <a:spLocks/>
              </p:cNvSpPr>
              <p:nvPr/>
            </p:nvSpPr>
            <p:spPr>
              <a:xfrm flipH="1">
                <a:off x="2126740" y="1634390"/>
                <a:ext cx="3969260" cy="544460"/>
              </a:xfrm>
              <a:prstGeom prst="rect">
                <a:avLst/>
              </a:prstGeom>
              <a:noFill/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vert="horz" lIns="91440" tIns="45720" rIns="91440" bIns="45720" rtlCol="0" anchor="ctr">
                <a:noAutofit/>
              </a:bodyPr>
              <a:lstStyle>
                <a:lvl1pPr marL="265113" indent="-265113" algn="just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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809625" indent="-352425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118745" indent="0">
                  <a:lnSpc>
                    <a:spcPct val="115000"/>
                  </a:lnSpc>
                  <a:spcAft>
                    <a:spcPts val="8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k</m:t>
                      </m:r>
                      <m:r>
                        <a:rPr lang="en-US" sz="2800" dirty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⋅</m:t>
                      </m:r>
                      <m:d>
                        <m:dPr>
                          <m:ctrlP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280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x</m:t>
                              </m:r>
                            </m:e>
                            <m:sub>
                              <m:r>
                                <a:rPr lang="en-US" sz="280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280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280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y</m:t>
                              </m:r>
                            </m:e>
                            <m:sub>
                              <m:r>
                                <a:rPr lang="en-US" sz="280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r>
                        <a:rPr lang="en-US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d>
                        <m:dPr>
                          <m:ctrlP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280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x</m:t>
                              </m:r>
                            </m:e>
                            <m:sub>
                              <m:r>
                                <a:rPr lang="en-US" sz="280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sz="280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280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y</m:t>
                              </m:r>
                            </m:e>
                            <m:sub>
                              <m:r>
                                <a:rPr lang="en-US" sz="280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sz="2800" dirty="0">
                  <a:solidFill>
                    <a:srgbClr val="002060"/>
                  </a:solidFill>
                  <a:latin typeface="Cambria Math" panose="02040503050406030204" pitchFamily="18" charset="0"/>
                  <a:ea typeface="Calibri" panose="020F0502020204030204" pitchFamily="34" charset="0"/>
                  <a:cs typeface="Shruti" panose="020B0502040204020203" pitchFamily="34" charset="0"/>
                </a:endParaRPr>
              </a:p>
            </p:txBody>
          </p:sp>
        </mc:Choice>
        <mc:Fallback xmlns="">
          <p:sp>
            <p:nvSpPr>
              <p:cNvPr id="16" name="Content Placeholder 4">
                <a:extLst>
                  <a:ext uri="{FF2B5EF4-FFF2-40B4-BE49-F238E27FC236}">
                    <a16:creationId xmlns:a16="http://schemas.microsoft.com/office/drawing/2014/main" id="{574DBD0E-2101-0BAA-1C77-8780E4EC544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2126740" y="1634390"/>
                <a:ext cx="3969260" cy="54446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 w="12700" cap="flat" cmpd="sng" algn="ctr">
                <a:noFill/>
                <a:prstDash val="solid"/>
                <a:miter lim="800000"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Content Placeholder 4">
                <a:extLst>
                  <a:ext uri="{FF2B5EF4-FFF2-40B4-BE49-F238E27FC236}">
                    <a16:creationId xmlns:a16="http://schemas.microsoft.com/office/drawing/2014/main" id="{F42521B6-E504-73D2-66A8-6E7E430A3A0E}"/>
                  </a:ext>
                </a:extLst>
              </p:cNvPr>
              <p:cNvSpPr txBox="1">
                <a:spLocks/>
              </p:cNvSpPr>
              <p:nvPr/>
            </p:nvSpPr>
            <p:spPr>
              <a:xfrm flipH="1">
                <a:off x="3542" y="3745337"/>
                <a:ext cx="3028415" cy="540000"/>
              </a:xfrm>
              <a:prstGeom prst="rect">
                <a:avLst/>
              </a:prstGeom>
              <a:noFill/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vert="horz" lIns="91440" tIns="45720" rIns="91440" bIns="45720" rtlCol="0" anchor="ctr">
                <a:noAutofit/>
              </a:bodyPr>
              <a:lstStyle>
                <a:lvl1pPr marL="265113" indent="-265113" algn="just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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809625" indent="-352425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118745" indent="0" algn="l">
                  <a:lnSpc>
                    <a:spcPct val="115000"/>
                  </a:lnSpc>
                  <a:spcAft>
                    <a:spcPts val="800"/>
                  </a:spcAft>
                  <a:buNone/>
                </a:pPr>
                <a:r>
                  <a:rPr lang="en-US" sz="2800" dirty="0">
                    <a:solidFill>
                      <a:srgbClr val="002060"/>
                    </a:solidFill>
                  </a:rPr>
                  <a:t>Now, 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sz="280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m:rPr>
                                <m:sty m:val="p"/>
                              </m:rPr>
                              <a:rPr lang="en-US" sz="280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k</m:t>
                            </m:r>
                            <m:sSub>
                              <m:sSubPr>
                                <m:ctrlPr>
                                  <a:rPr lang="en-IN" sz="2800" b="0" i="1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n-IN" sz="2800" b="0" i="0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x</m:t>
                                </m:r>
                              </m:e>
                              <m:sub>
                                <m:r>
                                  <a:rPr lang="en-US" sz="280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en-US" sz="280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b>
                              <m:sSubPr>
                                <m:ctrlPr>
                                  <a:rPr lang="en-IN" sz="2800" b="0" i="1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n-IN" sz="2800" b="0" i="0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x</m:t>
                                </m:r>
                              </m:e>
                              <m:sub>
                                <m:r>
                                  <a:rPr lang="en-US" sz="280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e>
                        </m:d>
                      </m:e>
                      <m:sup>
                        <m:r>
                          <a:rPr lang="en-IN" sz="28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en-US" sz="2800" dirty="0">
                  <a:solidFill>
                    <a:srgbClr val="002060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4" name="Content Placeholder 4">
                <a:extLst>
                  <a:ext uri="{FF2B5EF4-FFF2-40B4-BE49-F238E27FC236}">
                    <a16:creationId xmlns:a16="http://schemas.microsoft.com/office/drawing/2014/main" id="{F42521B6-E504-73D2-66A8-6E7E430A3A0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3542" y="3745337"/>
                <a:ext cx="3028415" cy="540000"/>
              </a:xfrm>
              <a:prstGeom prst="rect">
                <a:avLst/>
              </a:prstGeom>
              <a:blipFill>
                <a:blip r:embed="rId5"/>
                <a:stretch>
                  <a:fillRect l="-403" t="-6742" b="-32584"/>
                </a:stretch>
              </a:blipFill>
              <a:ln w="12700" cap="flat" cmpd="sng" algn="ctr">
                <a:noFill/>
                <a:prstDash val="solid"/>
                <a:miter lim="800000"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Content Placeholder 4">
                <a:extLst>
                  <a:ext uri="{FF2B5EF4-FFF2-40B4-BE49-F238E27FC236}">
                    <a16:creationId xmlns:a16="http://schemas.microsoft.com/office/drawing/2014/main" id="{CA971112-8C16-A4D7-AF8E-A15F5C26AB23}"/>
                  </a:ext>
                </a:extLst>
              </p:cNvPr>
              <p:cNvSpPr txBox="1">
                <a:spLocks/>
              </p:cNvSpPr>
              <p:nvPr/>
            </p:nvSpPr>
            <p:spPr>
              <a:xfrm flipH="1">
                <a:off x="2126741" y="2301768"/>
                <a:ext cx="3761731" cy="544460"/>
              </a:xfrm>
              <a:prstGeom prst="rect">
                <a:avLst/>
              </a:prstGeom>
              <a:noFill/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vert="horz" lIns="91440" tIns="45720" rIns="91440" bIns="45720" rtlCol="0" anchor="ctr">
                <a:noAutofit/>
              </a:bodyPr>
              <a:lstStyle>
                <a:lvl1pPr marL="265113" indent="-265113" algn="just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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809625" indent="-352425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118745" indent="0">
                  <a:lnSpc>
                    <a:spcPct val="115000"/>
                  </a:lnSpc>
                  <a:spcAft>
                    <a:spcPts val="8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k</m:t>
                          </m:r>
                          <m:sSub>
                            <m:sSubPr>
                              <m:ctrlPr>
                                <a:rPr lang="en-US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280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x</m:t>
                              </m:r>
                            </m:e>
                            <m:sub>
                              <m:r>
                                <a:rPr lang="en-US" sz="280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x</m:t>
                              </m:r>
                            </m:e>
                            <m:sub>
                              <m: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sz="280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m:rPr>
                              <m:sty m:val="p"/>
                            </m:rP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k</m:t>
                          </m:r>
                          <m:sSub>
                            <m:sSubPr>
                              <m:ctrlPr>
                                <a:rPr lang="en-US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280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y</m:t>
                              </m:r>
                            </m:e>
                            <m:sub>
                              <m:r>
                                <a:rPr lang="en-US" sz="280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y</m:t>
                              </m:r>
                            </m:e>
                            <m:sub>
                              <m: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sz="2800" dirty="0">
                  <a:solidFill>
                    <a:srgbClr val="002060"/>
                  </a:solidFill>
                  <a:latin typeface="Cambria Math" panose="02040503050406030204" pitchFamily="18" charset="0"/>
                  <a:ea typeface="Calibri" panose="020F0502020204030204" pitchFamily="34" charset="0"/>
                  <a:cs typeface="Shruti" panose="020B0502040204020203" pitchFamily="34" charset="0"/>
                </a:endParaRPr>
              </a:p>
            </p:txBody>
          </p:sp>
        </mc:Choice>
        <mc:Fallback xmlns="">
          <p:sp>
            <p:nvSpPr>
              <p:cNvPr id="15" name="Content Placeholder 4">
                <a:extLst>
                  <a:ext uri="{FF2B5EF4-FFF2-40B4-BE49-F238E27FC236}">
                    <a16:creationId xmlns:a16="http://schemas.microsoft.com/office/drawing/2014/main" id="{CA971112-8C16-A4D7-AF8E-A15F5C26AB2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2126741" y="2301768"/>
                <a:ext cx="3761731" cy="54446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ln w="12700" cap="flat" cmpd="sng" algn="ctr">
                <a:noFill/>
                <a:prstDash val="solid"/>
                <a:miter lim="800000"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Content Placeholder 4">
                <a:extLst>
                  <a:ext uri="{FF2B5EF4-FFF2-40B4-BE49-F238E27FC236}">
                    <a16:creationId xmlns:a16="http://schemas.microsoft.com/office/drawing/2014/main" id="{8FD5F866-DD65-48DA-7C4D-00368BAB75BA}"/>
                  </a:ext>
                </a:extLst>
              </p:cNvPr>
              <p:cNvSpPr txBox="1">
                <a:spLocks/>
              </p:cNvSpPr>
              <p:nvPr/>
            </p:nvSpPr>
            <p:spPr>
              <a:xfrm flipH="1">
                <a:off x="-1" y="3055792"/>
                <a:ext cx="6512133" cy="540000"/>
              </a:xfrm>
              <a:prstGeom prst="rect">
                <a:avLst/>
              </a:prstGeom>
              <a:noFill/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vert="horz" lIns="91440" tIns="45720" rIns="91440" bIns="45720" rtlCol="0" anchor="ctr">
                <a:noAutofit/>
              </a:bodyPr>
              <a:lstStyle>
                <a:lvl1pPr marL="265113" indent="-265113" algn="just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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809625" indent="-352425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118745" indent="0" algn="l">
                  <a:lnSpc>
                    <a:spcPct val="115000"/>
                  </a:lnSpc>
                  <a:spcAft>
                    <a:spcPts val="800"/>
                  </a:spcAft>
                  <a:buNone/>
                </a:pPr>
                <a:r>
                  <a:rPr lang="en-US" sz="2800" b="1" dirty="0">
                    <a:solidFill>
                      <a:srgbClr val="FF0000"/>
                    </a:solidFill>
                    <a:latin typeface="+mj-lt"/>
                  </a:rPr>
                  <a:t>To show :  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8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sz="28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800" b="1" i="0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𝐤</m:t>
                            </m:r>
                            <m:sSub>
                              <m:sSubPr>
                                <m:ctrlPr>
                                  <a:rPr lang="en-US" sz="2800" b="1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800" b="1" i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𝐲</m:t>
                                </m:r>
                              </m:e>
                              <m:sub>
                                <m:r>
                                  <a:rPr lang="en-US" sz="2800" b="1" i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𝟏</m:t>
                                </m:r>
                              </m:sub>
                            </m:sSub>
                            <m:r>
                              <a:rPr lang="en-US" sz="2800" b="1" i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b>
                              <m:sSubPr>
                                <m:ctrlPr>
                                  <a:rPr lang="en-US" sz="2800" b="1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800" b="1" i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𝐲</m:t>
                                </m:r>
                              </m:e>
                              <m:sub>
                                <m:r>
                                  <a:rPr lang="en-US" sz="2800" b="1" i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𝟐</m:t>
                                </m:r>
                              </m:sub>
                            </m:sSub>
                          </m:e>
                        </m:d>
                      </m:e>
                      <m:sup>
                        <m:r>
                          <a:rPr lang="en-IN" sz="28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p>
                    <m:r>
                      <a:rPr lang="en-IN" sz="28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sz="28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sz="2800" b="1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800" b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𝐤</m:t>
                            </m:r>
                            <m:sSub>
                              <m:sSubPr>
                                <m:ctrlPr>
                                  <a:rPr lang="en-IN" sz="2800" b="1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IN" sz="2800" b="1" i="0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𝐱</m:t>
                                </m:r>
                              </m:e>
                              <m:sub>
                                <m:r>
                                  <a:rPr lang="en-US" sz="2800" b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𝟏</m:t>
                                </m:r>
                              </m:sub>
                            </m:sSub>
                            <m:r>
                              <a:rPr lang="en-US" sz="2800" b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b>
                              <m:sSubPr>
                                <m:ctrlPr>
                                  <a:rPr lang="en-IN" sz="2800" b="1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IN" sz="2800" b="1" i="0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𝐱</m:t>
                                </m:r>
                              </m:e>
                              <m:sub>
                                <m:r>
                                  <a:rPr lang="en-US" sz="2800" b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𝟐</m:t>
                                </m:r>
                              </m:sub>
                            </m:sSub>
                          </m:e>
                        </m:d>
                      </m:e>
                      <m:sup>
                        <m:r>
                          <a:rPr lang="en-IN" sz="28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p>
                  </m:oMath>
                </a14:m>
                <a:endParaRPr lang="en-US" sz="28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8" name="Content Placeholder 4">
                <a:extLst>
                  <a:ext uri="{FF2B5EF4-FFF2-40B4-BE49-F238E27FC236}">
                    <a16:creationId xmlns:a16="http://schemas.microsoft.com/office/drawing/2014/main" id="{8FD5F866-DD65-48DA-7C4D-00368BAB75B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-1" y="3055792"/>
                <a:ext cx="6512133" cy="540000"/>
              </a:xfrm>
              <a:prstGeom prst="rect">
                <a:avLst/>
              </a:prstGeom>
              <a:blipFill>
                <a:blip r:embed="rId8"/>
                <a:stretch>
                  <a:fillRect l="-94" t="-4494" b="-33708"/>
                </a:stretch>
              </a:blipFill>
              <a:ln w="12700" cap="flat" cmpd="sng" algn="ctr">
                <a:noFill/>
                <a:prstDash val="solid"/>
                <a:miter lim="800000"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Content Placeholder 4">
                <a:extLst>
                  <a:ext uri="{FF2B5EF4-FFF2-40B4-BE49-F238E27FC236}">
                    <a16:creationId xmlns:a16="http://schemas.microsoft.com/office/drawing/2014/main" id="{9DD73434-C6FB-9227-96E0-9061495D941F}"/>
                  </a:ext>
                </a:extLst>
              </p:cNvPr>
              <p:cNvSpPr txBox="1">
                <a:spLocks/>
              </p:cNvSpPr>
              <p:nvPr/>
            </p:nvSpPr>
            <p:spPr>
              <a:xfrm flipH="1">
                <a:off x="-1" y="865206"/>
                <a:ext cx="5615190" cy="540000"/>
              </a:xfrm>
              <a:prstGeom prst="rect">
                <a:avLst/>
              </a:prstGeom>
              <a:gradFill>
                <a:gsLst>
                  <a:gs pos="10000">
                    <a:srgbClr val="0E47A1"/>
                  </a:gs>
                  <a:gs pos="100000">
                    <a:srgbClr val="03A9F5"/>
                  </a:gs>
                </a:gsLst>
                <a:lin ang="10800000" scaled="1"/>
              </a:gradFill>
              <a:ln>
                <a:noFill/>
              </a:ln>
            </p:spPr>
            <p:txBody>
              <a:bodyPr vert="horz" wrap="square" lIns="91440" tIns="45720" rIns="91440" bIns="45720" numCol="1" anchor="ctr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algn="ctr">
                  <a:defRPr sz="2800">
                    <a:solidFill>
                      <a:schemeClr val="bg1"/>
                    </a:solidFill>
                  </a:defRPr>
                </a:lvl1pPr>
                <a:lvl2pPr>
                  <a:defRPr>
                    <a:solidFill>
                      <a:schemeClr val="tx1"/>
                    </a:solidFill>
                  </a:defRPr>
                </a:lvl2pPr>
                <a:lvl3pPr>
                  <a:defRPr>
                    <a:solidFill>
                      <a:schemeClr val="tx1"/>
                    </a:solidFill>
                  </a:defRPr>
                </a:lvl3pPr>
                <a:lvl4pPr>
                  <a:defRPr>
                    <a:solidFill>
                      <a:schemeClr val="tx1"/>
                    </a:solidFill>
                  </a:defRPr>
                </a:lvl4pPr>
                <a:lvl5pPr>
                  <a:defRPr>
                    <a:solidFill>
                      <a:schemeClr val="tx1"/>
                    </a:solidFill>
                  </a:defRPr>
                </a:lvl5pPr>
                <a:lvl6pPr>
                  <a:defRPr>
                    <a:solidFill>
                      <a:schemeClr val="tx1"/>
                    </a:solidFill>
                  </a:defRPr>
                </a:lvl6pPr>
                <a:lvl7pPr>
                  <a:defRPr>
                    <a:solidFill>
                      <a:schemeClr val="tx1"/>
                    </a:solidFill>
                  </a:defRPr>
                </a:lvl7pPr>
                <a:lvl8pPr>
                  <a:defRPr>
                    <a:solidFill>
                      <a:schemeClr val="tx1"/>
                    </a:solidFill>
                  </a:defRPr>
                </a:lvl8pPr>
                <a:lvl9pPr>
                  <a:defRPr>
                    <a:solidFill>
                      <a:schemeClr val="tx1"/>
                    </a:solidFill>
                  </a:defRPr>
                </a:lvl9pPr>
              </a:lstStyle>
              <a:p>
                <a:pPr marL="118745" lvl="0" algn="l">
                  <a:lnSpc>
                    <a:spcPct val="115000"/>
                  </a:lnSpc>
                  <a:spcAft>
                    <a:spcPts val="800"/>
                  </a:spcAft>
                </a:pPr>
                <a:r>
                  <a:rPr lang="en-US" b="1" dirty="0"/>
                  <a:t>Axiom : </a:t>
                </a:r>
                <a14:m>
                  <m:oMath xmlns:m="http://schemas.openxmlformats.org/officeDocument/2006/math">
                    <m:r>
                      <a:rPr lang="en-US" b="1" i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𝐤</m:t>
                    </m:r>
                    <m:r>
                      <a:rPr lang="en-US" b="1" i="1" dirty="0">
                        <a:latin typeface="Cambria Math" panose="02040503050406030204" pitchFamily="18" charset="0"/>
                      </a:rPr>
                      <m:t>⋅</m:t>
                    </m:r>
                    <m:r>
                      <a:rPr lang="en-US" b="1" i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𝐮</m:t>
                    </m:r>
                    <m:r>
                      <a:rPr lang="en-US" b="1" i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1" i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𝐯</m:t>
                    </m:r>
                    <m:r>
                      <a:rPr lang="en-US" b="1" i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b="1" i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𝐕</m:t>
                    </m:r>
                    <m:r>
                      <a:rPr lang="en-US" b="1" i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en-US" b="1" dirty="0">
                  <a:solidFill>
                    <a:srgbClr val="002060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9" name="Content Placeholder 4">
                <a:extLst>
                  <a:ext uri="{FF2B5EF4-FFF2-40B4-BE49-F238E27FC236}">
                    <a16:creationId xmlns:a16="http://schemas.microsoft.com/office/drawing/2014/main" id="{9DD73434-C6FB-9227-96E0-9061495D941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-1" y="865206"/>
                <a:ext cx="5615190" cy="540000"/>
              </a:xfrm>
              <a:prstGeom prst="rect">
                <a:avLst/>
              </a:prstGeom>
              <a:blipFill>
                <a:blip r:embed="rId9"/>
                <a:stretch>
                  <a:fillRect l="-109" t="-6742" b="-31461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Content Placeholder 4">
                <a:extLst>
                  <a:ext uri="{FF2B5EF4-FFF2-40B4-BE49-F238E27FC236}">
                    <a16:creationId xmlns:a16="http://schemas.microsoft.com/office/drawing/2014/main" id="{B162C4C7-8A82-99CC-6694-E338FBE61AE7}"/>
                  </a:ext>
                </a:extLst>
              </p:cNvPr>
              <p:cNvSpPr txBox="1">
                <a:spLocks/>
              </p:cNvSpPr>
              <p:nvPr/>
            </p:nvSpPr>
            <p:spPr>
              <a:xfrm flipH="1">
                <a:off x="2727410" y="3804455"/>
                <a:ext cx="4029524" cy="540000"/>
              </a:xfrm>
              <a:prstGeom prst="rect">
                <a:avLst/>
              </a:prstGeom>
              <a:noFill/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vert="horz" lIns="91440" tIns="45720" rIns="91440" bIns="45720" rtlCol="0" anchor="ctr">
                <a:noAutofit/>
              </a:bodyPr>
              <a:lstStyle>
                <a:lvl1pPr marL="265113" indent="-265113" algn="just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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809625" indent="-352425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118745" indent="0" algn="l">
                  <a:lnSpc>
                    <a:spcPct val="115000"/>
                  </a:lnSpc>
                  <a:spcAft>
                    <a:spcPts val="8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en-US" sz="280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k</m:t>
                          </m:r>
                        </m:e>
                        <m:sup>
                          <m: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sSubSup>
                        <m:sSubSupPr>
                          <m:ctrlPr>
                            <a:rPr lang="en-IN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Shruti" panose="020B0502040204020203" pitchFamily="34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Shruti" panose="020B0502040204020203" pitchFamily="34" charset="0"/>
                            </a:rPr>
                            <m:t>x</m:t>
                          </m:r>
                        </m:e>
                        <m:sub>
                          <m:r>
                            <a:rPr lang="en-IN" sz="280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Shruti" panose="020B0502040204020203" pitchFamily="34" charset="0"/>
                            </a:rPr>
                            <m:t>1</m:t>
                          </m:r>
                        </m:sub>
                        <m:sup>
                          <m:r>
                            <a:rPr lang="en-IN" sz="280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Shruti" panose="020B0502040204020203" pitchFamily="34" charset="0"/>
                            </a:rPr>
                            <m:t>2</m:t>
                          </m:r>
                        </m:sup>
                      </m:sSubSup>
                      <m: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Shruti" panose="020B0502040204020203" pitchFamily="34" charset="0"/>
                        </a:rPr>
                        <m:t>+2 </m:t>
                      </m:r>
                      <m:r>
                        <m:rPr>
                          <m:sty m:val="p"/>
                        </m:rP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Shruti" panose="020B0502040204020203" pitchFamily="34" charset="0"/>
                        </a:rPr>
                        <m:t>k</m:t>
                      </m:r>
                      <m: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Shruti" panose="020B0502040204020203" pitchFamily="34" charset="0"/>
                        </a:rPr>
                        <m:t> </m:t>
                      </m:r>
                      <m:sSub>
                        <m:sSubPr>
                          <m:ctrlPr>
                            <a:rPr lang="en-IN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Shruti" panose="020B0502040204020203" pitchFamily="34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Shruti" panose="020B0502040204020203" pitchFamily="34" charset="0"/>
                            </a:rPr>
                            <m:t>x</m:t>
                          </m:r>
                        </m:e>
                        <m:sub>
                          <m: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Shruti" panose="020B0502040204020203" pitchFamily="34" charset="0"/>
                            </a:rPr>
                            <m:t>1</m:t>
                          </m:r>
                        </m:sub>
                      </m:sSub>
                      <m: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Shruti" panose="020B0502040204020203" pitchFamily="34" charset="0"/>
                        </a:rPr>
                        <m:t> </m:t>
                      </m:r>
                      <m:sSub>
                        <m:sSubPr>
                          <m:ctrlPr>
                            <a:rPr lang="en-IN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Shruti" panose="020B0502040204020203" pitchFamily="34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Shruti" panose="020B0502040204020203" pitchFamily="34" charset="0"/>
                            </a:rPr>
                            <m:t>x</m:t>
                          </m:r>
                        </m:e>
                        <m:sub>
                          <m: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Shruti" panose="020B0502040204020203" pitchFamily="34" charset="0"/>
                            </a:rPr>
                            <m:t>2</m:t>
                          </m:r>
                        </m:sub>
                      </m:sSub>
                      <m:r>
                        <a:rPr lang="en-US" sz="2800" i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Sup>
                        <m:sSubSupPr>
                          <m:ctrlPr>
                            <a:rPr lang="en-IN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Shruti" panose="020B0502040204020203" pitchFamily="34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Shruti" panose="020B0502040204020203" pitchFamily="34" charset="0"/>
                            </a:rPr>
                            <m:t>x</m:t>
                          </m:r>
                        </m:e>
                        <m:sub>
                          <m: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Shruti" panose="020B0502040204020203" pitchFamily="34" charset="0"/>
                            </a:rPr>
                            <m:t>2</m:t>
                          </m:r>
                        </m:sub>
                        <m:sup>
                          <m:r>
                            <a:rPr lang="en-IN" sz="280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Shruti" panose="020B0502040204020203" pitchFamily="34" charset="0"/>
                            </a:rPr>
                            <m:t>2</m:t>
                          </m:r>
                        </m:sup>
                      </m:sSubSup>
                    </m:oMath>
                  </m:oMathPara>
                </a14:m>
                <a:endParaRPr lang="en-US" sz="2800" dirty="0">
                  <a:solidFill>
                    <a:srgbClr val="002060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20" name="Content Placeholder 4">
                <a:extLst>
                  <a:ext uri="{FF2B5EF4-FFF2-40B4-BE49-F238E27FC236}">
                    <a16:creationId xmlns:a16="http://schemas.microsoft.com/office/drawing/2014/main" id="{B162C4C7-8A82-99CC-6694-E338FBE61AE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2727410" y="3804455"/>
                <a:ext cx="4029524" cy="540000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  <a:ln w="12700" cap="flat" cmpd="sng" algn="ctr">
                <a:noFill/>
                <a:prstDash val="solid"/>
                <a:miter lim="800000"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Content Placeholder 4">
                <a:extLst>
                  <a:ext uri="{FF2B5EF4-FFF2-40B4-BE49-F238E27FC236}">
                    <a16:creationId xmlns:a16="http://schemas.microsoft.com/office/drawing/2014/main" id="{9F64DA90-2029-052B-C31B-23C122C459F2}"/>
                  </a:ext>
                </a:extLst>
              </p:cNvPr>
              <p:cNvSpPr txBox="1">
                <a:spLocks/>
              </p:cNvSpPr>
              <p:nvPr/>
            </p:nvSpPr>
            <p:spPr>
              <a:xfrm flipH="1">
                <a:off x="2727412" y="4552373"/>
                <a:ext cx="4029521" cy="540000"/>
              </a:xfrm>
              <a:prstGeom prst="rect">
                <a:avLst/>
              </a:prstGeom>
              <a:noFill/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vert="horz" lIns="91440" tIns="45720" rIns="91440" bIns="45720" rtlCol="0" anchor="ctr">
                <a:noAutofit/>
              </a:bodyPr>
              <a:lstStyle>
                <a:lvl1pPr marL="265113" indent="-265113" algn="just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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809625" indent="-352425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118745" indent="0" algn="l">
                  <a:lnSpc>
                    <a:spcPct val="115000"/>
                  </a:lnSpc>
                  <a:spcAft>
                    <a:spcPts val="8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k</m:t>
                          </m:r>
                        </m:e>
                        <m:sup>
                          <m:r>
                            <a:rPr lang="en-IN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IN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sSubSup>
                        <m:sSubSupPr>
                          <m:ctrlPr>
                            <a:rPr lang="en-IN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Shruti" panose="020B0502040204020203" pitchFamily="34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Shruti" panose="020B0502040204020203" pitchFamily="34" charset="0"/>
                            </a:rPr>
                            <m:t>y</m:t>
                          </m:r>
                        </m:e>
                        <m:sub>
                          <m:r>
                            <a:rPr lang="en-IN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Shruti" panose="020B0502040204020203" pitchFamily="34" charset="0"/>
                            </a:rPr>
                            <m:t>1</m:t>
                          </m:r>
                        </m:sub>
                        <m:sup>
                          <m:r>
                            <a:rPr lang="en-IN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Shruti" panose="020B0502040204020203" pitchFamily="34" charset="0"/>
                            </a:rPr>
                            <m:t>2</m:t>
                          </m:r>
                        </m:sup>
                      </m:sSubSup>
                      <m: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Shruti" panose="020B0502040204020203" pitchFamily="34" charset="0"/>
                        </a:rPr>
                        <m:t>−</m:t>
                      </m:r>
                      <m:r>
                        <a:rPr lang="en-IN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Shruti" panose="020B0502040204020203" pitchFamily="34" charset="0"/>
                        </a:rPr>
                        <m:t>2 </m:t>
                      </m:r>
                      <m:r>
                        <m:rPr>
                          <m:sty m:val="p"/>
                        </m:rPr>
                        <a:rPr lang="en-IN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Shruti" panose="020B0502040204020203" pitchFamily="34" charset="0"/>
                        </a:rPr>
                        <m:t>k</m:t>
                      </m:r>
                      <m:r>
                        <a:rPr lang="en-IN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Shruti" panose="020B0502040204020203" pitchFamily="34" charset="0"/>
                        </a:rPr>
                        <m:t> </m:t>
                      </m:r>
                      <m:sSub>
                        <m:sSubPr>
                          <m:ctrlPr>
                            <a:rPr lang="en-IN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Shruti" panose="020B0502040204020203" pitchFamily="34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Shruti" panose="020B0502040204020203" pitchFamily="34" charset="0"/>
                            </a:rPr>
                            <m:t>y</m:t>
                          </m:r>
                        </m:e>
                        <m:sub>
                          <m:r>
                            <a:rPr lang="en-IN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Shruti" panose="020B0502040204020203" pitchFamily="34" charset="0"/>
                            </a:rPr>
                            <m:t>1</m:t>
                          </m:r>
                        </m:sub>
                      </m:sSub>
                      <m:r>
                        <a:rPr lang="en-IN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Shruti" panose="020B0502040204020203" pitchFamily="34" charset="0"/>
                        </a:rPr>
                        <m:t> </m:t>
                      </m:r>
                      <m:sSub>
                        <m:sSubPr>
                          <m:ctrlPr>
                            <a:rPr lang="en-IN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Shruti" panose="020B0502040204020203" pitchFamily="34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Shruti" panose="020B0502040204020203" pitchFamily="34" charset="0"/>
                            </a:rPr>
                            <m:t>y</m:t>
                          </m:r>
                        </m:e>
                        <m:sub>
                          <m:r>
                            <a:rPr lang="en-IN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Shruti" panose="020B0502040204020203" pitchFamily="34" charset="0"/>
                            </a:rPr>
                            <m:t>2</m:t>
                          </m:r>
                        </m:sub>
                      </m:sSub>
                      <m:r>
                        <a:rPr lang="en-US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Sup>
                        <m:sSubSupPr>
                          <m:ctrlPr>
                            <a:rPr lang="en-IN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Shruti" panose="020B0502040204020203" pitchFamily="34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Shruti" panose="020B0502040204020203" pitchFamily="34" charset="0"/>
                            </a:rPr>
                            <m:t>y</m:t>
                          </m:r>
                        </m:e>
                        <m:sub>
                          <m:r>
                            <a:rPr lang="en-IN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Shruti" panose="020B0502040204020203" pitchFamily="34" charset="0"/>
                            </a:rPr>
                            <m:t>2</m:t>
                          </m:r>
                        </m:sub>
                        <m:sup>
                          <m:r>
                            <a:rPr lang="en-IN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Shruti" panose="020B0502040204020203" pitchFamily="34" charset="0"/>
                            </a:rPr>
                            <m:t>2</m:t>
                          </m:r>
                        </m:sup>
                      </m:sSubSup>
                    </m:oMath>
                  </m:oMathPara>
                </a14:m>
                <a:endParaRPr lang="en-US" sz="2800" dirty="0">
                  <a:solidFill>
                    <a:srgbClr val="002060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21" name="Content Placeholder 4">
                <a:extLst>
                  <a:ext uri="{FF2B5EF4-FFF2-40B4-BE49-F238E27FC236}">
                    <a16:creationId xmlns:a16="http://schemas.microsoft.com/office/drawing/2014/main" id="{9F64DA90-2029-052B-C31B-23C122C459F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2727412" y="4552373"/>
                <a:ext cx="4029521" cy="540000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  <a:ln w="12700" cap="flat" cmpd="sng" algn="ctr">
                <a:noFill/>
                <a:prstDash val="solid"/>
                <a:miter lim="800000"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Content Placeholder 4">
                <a:extLst>
                  <a:ext uri="{FF2B5EF4-FFF2-40B4-BE49-F238E27FC236}">
                    <a16:creationId xmlns:a16="http://schemas.microsoft.com/office/drawing/2014/main" id="{20AB93E0-58E6-1863-1486-4C73EF3D5222}"/>
                  </a:ext>
                </a:extLst>
              </p:cNvPr>
              <p:cNvSpPr txBox="1">
                <a:spLocks/>
              </p:cNvSpPr>
              <p:nvPr/>
            </p:nvSpPr>
            <p:spPr>
              <a:xfrm flipH="1">
                <a:off x="0" y="5958214"/>
                <a:ext cx="2844801" cy="540000"/>
              </a:xfrm>
              <a:prstGeom prst="rect">
                <a:avLst/>
              </a:prstGeom>
              <a:noFill/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vert="horz" lIns="91440" tIns="45720" rIns="91440" bIns="45720" rtlCol="0" anchor="ctr">
                <a:noAutofit/>
              </a:bodyPr>
              <a:lstStyle>
                <a:lvl1pPr marL="265113" indent="-265113" algn="just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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809625" indent="-352425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118745" indent="0" algn="l">
                  <a:lnSpc>
                    <a:spcPct val="115000"/>
                  </a:lnSpc>
                  <a:spcAft>
                    <a:spcPts val="800"/>
                  </a:spcAft>
                  <a:buNone/>
                </a:pPr>
                <a:r>
                  <a:rPr lang="en-US" sz="2800" dirty="0">
                    <a:solidFill>
                      <a:srgbClr val="002060"/>
                    </a:solidFill>
                  </a:rPr>
                  <a:t>So, 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800" i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k</m:t>
                    </m:r>
                    <m:r>
                      <m:rPr>
                        <m:nor/>
                      </m:rPr>
                      <a:rPr lang="en-US" sz="2800" dirty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m:rPr>
                        <m:sty m:val="p"/>
                      </m:rPr>
                      <a:rPr lang="en-US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u</m:t>
                    </m:r>
                    <m:r>
                      <a:rPr lang="en-US" sz="2800" i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US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v</m:t>
                    </m:r>
                    <m:r>
                      <a:rPr lang="en-IN" sz="2800" b="0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∉</m:t>
                    </m:r>
                    <m:r>
                      <m:rPr>
                        <m:sty m:val="p"/>
                      </m:rPr>
                      <a:rPr lang="en-US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V</m:t>
                    </m:r>
                  </m:oMath>
                </a14:m>
                <a:r>
                  <a:rPr lang="en-US" sz="2800" dirty="0">
                    <a:solidFill>
                      <a:srgbClr val="002060"/>
                    </a:solidFill>
                    <a:latin typeface="Cambria Math" panose="02040503050406030204" pitchFamily="18" charset="0"/>
                  </a:rPr>
                  <a:t>.</a:t>
                </a:r>
              </a:p>
            </p:txBody>
          </p:sp>
        </mc:Choice>
        <mc:Fallback xmlns="">
          <p:sp>
            <p:nvSpPr>
              <p:cNvPr id="22" name="Content Placeholder 4">
                <a:extLst>
                  <a:ext uri="{FF2B5EF4-FFF2-40B4-BE49-F238E27FC236}">
                    <a16:creationId xmlns:a16="http://schemas.microsoft.com/office/drawing/2014/main" id="{20AB93E0-58E6-1863-1486-4C73EF3D522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0" y="5958214"/>
                <a:ext cx="2844801" cy="540000"/>
              </a:xfrm>
              <a:prstGeom prst="rect">
                <a:avLst/>
              </a:prstGeom>
              <a:blipFill>
                <a:blip r:embed="rId12"/>
                <a:stretch>
                  <a:fillRect l="-214" t="-8989" b="-32584"/>
                </a:stretch>
              </a:blipFill>
              <a:ln w="12700" cap="flat" cmpd="sng" algn="ctr">
                <a:noFill/>
                <a:prstDash val="solid"/>
                <a:miter lim="800000"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BFA25C2A-C960-3FB4-3F0D-F2D435CA6437}"/>
                  </a:ext>
                </a:extLst>
              </p:cNvPr>
              <p:cNvSpPr txBox="1">
                <a:spLocks/>
              </p:cNvSpPr>
              <p:nvPr/>
            </p:nvSpPr>
            <p:spPr>
              <a:xfrm flipH="1">
                <a:off x="6541972" y="4552372"/>
                <a:ext cx="5650028" cy="540001"/>
              </a:xfrm>
              <a:prstGeom prst="rect">
                <a:avLst/>
              </a:prstGeom>
              <a:noFill/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vert="horz" lIns="91440" tIns="45720" rIns="91440" bIns="45720" rtlCol="0" anchor="ctr">
                <a:noAutofit/>
              </a:bodyPr>
              <a:lstStyle>
                <a:lvl1pPr marL="265113" indent="-265113" algn="just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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809625" indent="-352425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118745" indent="0" algn="l">
                  <a:lnSpc>
                    <a:spcPct val="100000"/>
                  </a:lnSpc>
                  <a:spcAft>
                    <a:spcPts val="800"/>
                  </a:spcAft>
                  <a:buNone/>
                </a:pPr>
                <a:r>
                  <a:rPr lang="en-IN" sz="2800" b="1" dirty="0">
                    <a:solidFill>
                      <a:srgbClr val="FF0000"/>
                    </a:solidFill>
                    <a:latin typeface="+mj-lt"/>
                  </a:rPr>
                  <a:t>[ By assuming,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sz="28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2800" b="1" i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𝐱</m:t>
                        </m:r>
                      </m:e>
                      <m:sub>
                        <m:r>
                          <a:rPr lang="en-IN" sz="2800" b="1" i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  <m:r>
                      <a:rPr lang="en-IN" sz="2800" b="1" i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=−</m:t>
                    </m:r>
                    <m:sSub>
                      <m:sSubPr>
                        <m:ctrlPr>
                          <a:rPr lang="en-IN" sz="28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2800" b="1" i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𝐲</m:t>
                        </m:r>
                      </m:e>
                      <m:sub>
                        <m:r>
                          <a:rPr lang="en-IN" sz="2800" b="1" i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</m:oMath>
                </a14:m>
                <a:r>
                  <a:rPr lang="en-IN" sz="2800" b="1" dirty="0">
                    <a:solidFill>
                      <a:srgbClr val="FF0000"/>
                    </a:solidFill>
                    <a:latin typeface="+mj-lt"/>
                  </a:rPr>
                  <a:t> &amp;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sz="28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2800" b="1" i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𝐱</m:t>
                        </m:r>
                      </m:e>
                      <m:sub>
                        <m:r>
                          <a:rPr lang="en-IN" sz="2800" b="1" i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  <m:r>
                      <a:rPr lang="en-IN" sz="2800" b="1" i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IN" sz="28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2800" b="1" i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𝐲</m:t>
                        </m:r>
                      </m:e>
                      <m:sub>
                        <m:r>
                          <a:rPr lang="en-IN" sz="2800" b="1" i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sub>
                    </m:sSub>
                  </m:oMath>
                </a14:m>
                <a:r>
                  <a:rPr lang="en-IN" sz="2800" b="1" dirty="0">
                    <a:solidFill>
                      <a:srgbClr val="FF0000"/>
                    </a:solidFill>
                    <a:latin typeface="+mj-lt"/>
                  </a:rPr>
                  <a:t> ]</a:t>
                </a:r>
                <a:endParaRPr lang="en-US" sz="2800" b="1" dirty="0">
                  <a:solidFill>
                    <a:srgbClr val="FF0000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BFA25C2A-C960-3FB4-3F0D-F2D435CA643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6541972" y="4552372"/>
                <a:ext cx="5650028" cy="540001"/>
              </a:xfrm>
              <a:prstGeom prst="rect">
                <a:avLst/>
              </a:prstGeom>
              <a:blipFill>
                <a:blip r:embed="rId13"/>
                <a:stretch>
                  <a:fillRect l="-108" t="-9091" r="-1834" b="-31818"/>
                </a:stretch>
              </a:blipFill>
              <a:ln w="12700" cap="flat" cmpd="sng" algn="ctr">
                <a:noFill/>
                <a:prstDash val="solid"/>
                <a:miter lim="800000"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3" name="Picture 22">
            <a:extLst>
              <a:ext uri="{FF2B5EF4-FFF2-40B4-BE49-F238E27FC236}">
                <a16:creationId xmlns:a16="http://schemas.microsoft.com/office/drawing/2014/main" id="{B3DC156E-A5F4-299E-27D5-43BFF1455305}"/>
              </a:ext>
            </a:extLst>
          </p:cNvPr>
          <p:cNvPicPr>
            <a:picLocks noChangeAspect="1"/>
          </p:cNvPicPr>
          <p:nvPr/>
        </p:nvPicPr>
        <p:blipFill>
          <a:blip r:embed="rId14"/>
          <a:srcRect b="15649"/>
          <a:stretch>
            <a:fillRect/>
          </a:stretch>
        </p:blipFill>
        <p:spPr>
          <a:xfrm>
            <a:off x="7884036" y="755876"/>
            <a:ext cx="4208904" cy="71120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2E7B0A4A-D560-2DB0-2077-92D3522696A3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7884035" y="1449600"/>
            <a:ext cx="4208903" cy="253503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8" name="Content Placeholder 4">
                <a:extLst>
                  <a:ext uri="{FF2B5EF4-FFF2-40B4-BE49-F238E27FC236}">
                    <a16:creationId xmlns:a16="http://schemas.microsoft.com/office/drawing/2014/main" id="{26CC8D69-78B8-65A6-C2EC-645D1661B180}"/>
                  </a:ext>
                </a:extLst>
              </p:cNvPr>
              <p:cNvSpPr txBox="1">
                <a:spLocks/>
              </p:cNvSpPr>
              <p:nvPr/>
            </p:nvSpPr>
            <p:spPr>
              <a:xfrm flipH="1">
                <a:off x="2727410" y="5300290"/>
                <a:ext cx="2505602" cy="540000"/>
              </a:xfrm>
              <a:prstGeom prst="rect">
                <a:avLst/>
              </a:prstGeom>
              <a:noFill/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vert="horz" lIns="91440" tIns="45720" rIns="91440" bIns="45720" rtlCol="0" anchor="ctr">
                <a:noAutofit/>
              </a:bodyPr>
              <a:lstStyle>
                <a:lvl1pPr marL="265113" indent="-265113" algn="just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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809625" indent="-352425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118745" indent="0" algn="l">
                  <a:lnSpc>
                    <a:spcPct val="115000"/>
                  </a:lnSpc>
                  <a:spcAft>
                    <a:spcPts val="8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m:rPr>
                                  <m:sty m:val="p"/>
                                </m:rP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k</m:t>
                              </m:r>
                              <m:sSub>
                                <m:sSubPr>
                                  <m:ctrlPr>
                                    <a:rPr lang="en-IN" sz="2800" b="0" i="1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IN" sz="2800" b="0" i="0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y</m:t>
                                  </m:r>
                                </m:e>
                                <m:sub>
                                  <m:r>
                                    <a:rPr lang="en-US" sz="280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IN" sz="2800" b="0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IN" sz="2800" b="0" i="1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IN" sz="2800" b="0" i="0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y</m:t>
                                  </m:r>
                                </m:e>
                                <m:sub>
                                  <m:r>
                                    <a:rPr lang="en-US" sz="280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d>
                        </m:e>
                        <m:sup>
                          <m: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US" sz="2800" dirty="0">
                  <a:solidFill>
                    <a:srgbClr val="002060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28" name="Content Placeholder 4">
                <a:extLst>
                  <a:ext uri="{FF2B5EF4-FFF2-40B4-BE49-F238E27FC236}">
                    <a16:creationId xmlns:a16="http://schemas.microsoft.com/office/drawing/2014/main" id="{26CC8D69-78B8-65A6-C2EC-645D1661B18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2727410" y="5300290"/>
                <a:ext cx="2505602" cy="540000"/>
              </a:xfrm>
              <a:prstGeom prst="rect">
                <a:avLst/>
              </a:prstGeom>
              <a:blipFill>
                <a:blip r:embed="rId18"/>
                <a:stretch>
                  <a:fillRect/>
                </a:stretch>
              </a:blipFill>
              <a:ln w="12700" cap="flat" cmpd="sng" algn="ctr">
                <a:noFill/>
                <a:prstDash val="solid"/>
                <a:miter lim="800000"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Content Placeholder 4">
                <a:extLst>
                  <a:ext uri="{FF2B5EF4-FFF2-40B4-BE49-F238E27FC236}">
                    <a16:creationId xmlns:a16="http://schemas.microsoft.com/office/drawing/2014/main" id="{B390A581-B973-B496-95D2-820AB653B4C0}"/>
                  </a:ext>
                </a:extLst>
              </p:cNvPr>
              <p:cNvSpPr txBox="1">
                <a:spLocks/>
              </p:cNvSpPr>
              <p:nvPr/>
            </p:nvSpPr>
            <p:spPr>
              <a:xfrm flipH="1">
                <a:off x="4971059" y="5300290"/>
                <a:ext cx="2505602" cy="540000"/>
              </a:xfrm>
              <a:prstGeom prst="rect">
                <a:avLst/>
              </a:prstGeom>
              <a:noFill/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vert="horz" lIns="91440" tIns="45720" rIns="91440" bIns="45720" rtlCol="0" anchor="ctr">
                <a:noAutofit/>
              </a:bodyPr>
              <a:lstStyle>
                <a:lvl1pPr marL="265113" indent="-265113" algn="just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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809625" indent="-352425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118745" indent="0" algn="l">
                  <a:lnSpc>
                    <a:spcPct val="115000"/>
                  </a:lnSpc>
                  <a:spcAft>
                    <a:spcPts val="8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≠</m:t>
                      </m:r>
                      <m:sSup>
                        <m:sSupPr>
                          <m:ctrlP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m:rPr>
                                  <m:sty m:val="p"/>
                                </m:rP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k</m:t>
                              </m:r>
                              <m:sSub>
                                <m:sSubPr>
                                  <m:ctrlPr>
                                    <a:rPr lang="en-IN" sz="2800" b="0" i="1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IN" sz="2800" b="0" i="0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y</m:t>
                                  </m:r>
                                </m:e>
                                <m:sub>
                                  <m:r>
                                    <a:rPr lang="en-US" sz="280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IN" sz="2800" b="0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IN" sz="2800" b="0" i="1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IN" sz="2800" b="0" i="0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y</m:t>
                                  </m:r>
                                </m:e>
                                <m:sub>
                                  <m:r>
                                    <a:rPr lang="en-US" sz="280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d>
                        </m:e>
                        <m:sup>
                          <m: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US" sz="2800" dirty="0">
                  <a:solidFill>
                    <a:srgbClr val="002060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29" name="Content Placeholder 4">
                <a:extLst>
                  <a:ext uri="{FF2B5EF4-FFF2-40B4-BE49-F238E27FC236}">
                    <a16:creationId xmlns:a16="http://schemas.microsoft.com/office/drawing/2014/main" id="{B390A581-B973-B496-95D2-820AB653B4C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4971059" y="5300290"/>
                <a:ext cx="2505602" cy="540000"/>
              </a:xfrm>
              <a:prstGeom prst="rect">
                <a:avLst/>
              </a:prstGeom>
              <a:blipFill>
                <a:blip r:embed="rId19"/>
                <a:stretch>
                  <a:fillRect/>
                </a:stretch>
              </a:blipFill>
              <a:ln w="12700" cap="flat" cmpd="sng" algn="ctr">
                <a:noFill/>
                <a:prstDash val="solid"/>
                <a:miter lim="800000"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Content Placeholder 4">
                <a:extLst>
                  <a:ext uri="{FF2B5EF4-FFF2-40B4-BE49-F238E27FC236}">
                    <a16:creationId xmlns:a16="http://schemas.microsoft.com/office/drawing/2014/main" id="{FE265B56-1542-183A-D544-98C27506B76A}"/>
                  </a:ext>
                </a:extLst>
              </p:cNvPr>
              <p:cNvSpPr txBox="1">
                <a:spLocks/>
              </p:cNvSpPr>
              <p:nvPr/>
            </p:nvSpPr>
            <p:spPr>
              <a:xfrm flipH="1">
                <a:off x="2515132" y="5954028"/>
                <a:ext cx="5400802" cy="540000"/>
              </a:xfrm>
              <a:prstGeom prst="rect">
                <a:avLst/>
              </a:prstGeom>
              <a:noFill/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vert="horz" lIns="91440" tIns="45720" rIns="91440" bIns="45720" rtlCol="0" anchor="ctr">
                <a:noAutofit/>
              </a:bodyPr>
              <a:lstStyle>
                <a:lvl1pPr marL="265113" indent="-265113" algn="just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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809625" indent="-352425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118745" indent="0" algn="l">
                  <a:lnSpc>
                    <a:spcPct val="115000"/>
                  </a:lnSpc>
                  <a:spcAft>
                    <a:spcPts val="800"/>
                  </a:spcAft>
                  <a:buNone/>
                </a:pPr>
                <a:r>
                  <a:rPr lang="en-US" sz="2800" dirty="0">
                    <a:solidFill>
                      <a:srgbClr val="002060"/>
                    </a:solidFill>
                  </a:rPr>
                  <a:t>Hence,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W</m:t>
                    </m:r>
                  </m:oMath>
                </a14:m>
                <a:r>
                  <a:rPr lang="en-US" sz="2800" dirty="0">
                    <a:solidFill>
                      <a:srgbClr val="002060"/>
                    </a:solidFill>
                    <a:latin typeface="Cambria Math" panose="02040503050406030204" pitchFamily="18" charset="0"/>
                  </a:rPr>
                  <a:t> </a:t>
                </a:r>
                <a:r>
                  <a:rPr lang="en-US" sz="2800" i="0" dirty="0">
                    <a:solidFill>
                      <a:srgbClr val="002060"/>
                    </a:solidFill>
                    <a:latin typeface="+mj-lt"/>
                  </a:rPr>
                  <a:t>is </a:t>
                </a:r>
                <a:r>
                  <a:rPr lang="en-US" sz="2800" b="1" i="0" dirty="0">
                    <a:solidFill>
                      <a:srgbClr val="FF0000"/>
                    </a:solidFill>
                    <a:latin typeface="+mj-lt"/>
                  </a:rPr>
                  <a:t>not</a:t>
                </a:r>
                <a:r>
                  <a:rPr lang="en-US" sz="2800" i="0" dirty="0">
                    <a:solidFill>
                      <a:srgbClr val="002060"/>
                    </a:solidFill>
                    <a:latin typeface="+mj-lt"/>
                  </a:rPr>
                  <a:t> a subspace </a:t>
                </a:r>
                <a:r>
                  <a:rPr lang="en-US" sz="2800" dirty="0">
                    <a:solidFill>
                      <a:srgbClr val="3A4A6A"/>
                    </a:solidFill>
                  </a:rPr>
                  <a:t>of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800" i="1" dirty="0">
                            <a:solidFill>
                              <a:srgbClr val="3A4A6A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800" dirty="0">
                            <a:solidFill>
                              <a:srgbClr val="3A4A6A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n-US" sz="2800" dirty="0">
                            <a:solidFill>
                              <a:srgbClr val="3A4A6A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sz="2800" i="0" dirty="0">
                    <a:solidFill>
                      <a:srgbClr val="002060"/>
                    </a:solidFill>
                    <a:latin typeface="+mj-lt"/>
                  </a:rPr>
                  <a:t>.</a:t>
                </a:r>
                <a:endParaRPr lang="en-US" sz="2800" dirty="0">
                  <a:solidFill>
                    <a:srgbClr val="002060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30" name="Content Placeholder 4">
                <a:extLst>
                  <a:ext uri="{FF2B5EF4-FFF2-40B4-BE49-F238E27FC236}">
                    <a16:creationId xmlns:a16="http://schemas.microsoft.com/office/drawing/2014/main" id="{FE265B56-1542-183A-D544-98C27506B76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2515132" y="5954028"/>
                <a:ext cx="5400802" cy="540000"/>
              </a:xfrm>
              <a:prstGeom prst="rect">
                <a:avLst/>
              </a:prstGeom>
              <a:blipFill>
                <a:blip r:embed="rId20"/>
                <a:stretch>
                  <a:fillRect l="-226" t="-6818" b="-32955"/>
                </a:stretch>
              </a:blipFill>
              <a:ln w="12700" cap="flat" cmpd="sng" algn="ctr">
                <a:noFill/>
                <a:prstDash val="solid"/>
                <a:miter lim="800000"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483632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6" grpId="0"/>
      <p:bldP spid="14" grpId="0"/>
      <p:bldP spid="15" grpId="0"/>
      <p:bldP spid="18" grpId="0"/>
      <p:bldP spid="20" grpId="0"/>
      <p:bldP spid="21" grpId="0"/>
      <p:bldP spid="22" grpId="0"/>
      <p:bldP spid="5" grpId="0"/>
      <p:bldP spid="28" grpId="0"/>
      <p:bldP spid="29" grpId="0"/>
      <p:bldP spid="30" grpId="0"/>
    </p:bldLst>
  </p:timing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3E97E7-BE34-B24A-C202-D07D4E0811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F0497D1C-BF2C-D6F4-376C-C449FF44DF75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IN" dirty="0"/>
                  <a:t>Method:2 </a:t>
                </a:r>
                <a14:m>
                  <m:oMath xmlns:m="http://schemas.openxmlformats.org/officeDocument/2006/math">
                    <m:r>
                      <a:rPr lang="en-IN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⇝</m:t>
                    </m:r>
                  </m:oMath>
                </a14:m>
                <a:r>
                  <a:rPr lang="en-IN" dirty="0"/>
                  <a:t> Example:3(continue)</a:t>
                </a:r>
                <a:r>
                  <a:rPr lang="en-IN" dirty="0">
                    <a:solidFill>
                      <a:srgbClr val="FF0000"/>
                    </a:solidFill>
                  </a:rPr>
                  <a:t> [ Alternate Method ]</a:t>
                </a:r>
                <a:endParaRPr lang="en-IN" dirty="0"/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F0497D1C-BF2C-D6F4-376C-C449FF44DF7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400" t="-8547" b="-1965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Content Placeholder 4">
            <a:extLst>
              <a:ext uri="{FF2B5EF4-FFF2-40B4-BE49-F238E27FC236}">
                <a16:creationId xmlns:a16="http://schemas.microsoft.com/office/drawing/2014/main" id="{7BA75CBB-3BC9-DAD0-5BDA-FF215297FFDE}"/>
              </a:ext>
            </a:extLst>
          </p:cNvPr>
          <p:cNvSpPr txBox="1">
            <a:spLocks/>
          </p:cNvSpPr>
          <p:nvPr/>
        </p:nvSpPr>
        <p:spPr>
          <a:xfrm>
            <a:off x="205273" y="800163"/>
            <a:ext cx="1558214" cy="522081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marL="265113" indent="-265113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Wingdings 3" panose="05040102010807070707" pitchFamily="18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9625" indent="-352425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 3" panose="05040102010807070707" pitchFamily="18" charset="2"/>
              <a:buChar char="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endParaRPr lang="en-IN" sz="2800" dirty="0">
              <a:solidFill>
                <a:schemeClr val="tx2"/>
              </a:solidFill>
            </a:endParaRP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4C791EE4-2C97-6EBA-75B2-A18AD54B79A9}"/>
              </a:ext>
            </a:extLst>
          </p:cNvPr>
          <p:cNvSpPr/>
          <p:nvPr/>
        </p:nvSpPr>
        <p:spPr>
          <a:xfrm>
            <a:off x="122278" y="1521916"/>
            <a:ext cx="1450657" cy="468000"/>
          </a:xfrm>
          <a:prstGeom prst="roundRect">
            <a:avLst/>
          </a:prstGeom>
          <a:gradFill>
            <a:gsLst>
              <a:gs pos="10000">
                <a:srgbClr val="0E47A1"/>
              </a:gs>
              <a:gs pos="100000">
                <a:srgbClr val="03A9F5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en-IN" sz="2800" dirty="0">
                <a:solidFill>
                  <a:schemeClr val="bg1"/>
                </a:solidFill>
              </a:rPr>
              <a:t>Solution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4" name="Content Placeholder 4">
                <a:extLst>
                  <a:ext uri="{FF2B5EF4-FFF2-40B4-BE49-F238E27FC236}">
                    <a16:creationId xmlns:a16="http://schemas.microsoft.com/office/drawing/2014/main" id="{3C55A250-EBDF-F579-F373-21026D42F3CF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604479" y="800834"/>
                <a:ext cx="9139721" cy="592338"/>
              </a:xfrm>
              <a:prstGeom prst="rect">
                <a:avLst/>
              </a:prstGeom>
              <a:noFill/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vert="horz" lIns="91440" tIns="45720" rIns="91440" bIns="45720" rtlCol="0" anchor="ctr">
                <a:noAutofit/>
              </a:bodyPr>
              <a:lstStyle>
                <a:lvl1pPr marL="265113" indent="-265113" algn="just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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809625" indent="-352425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 algn="l">
                  <a:lnSpc>
                    <a:spcPct val="150000"/>
                  </a:lnSpc>
                  <a:buNone/>
                </a:pPr>
                <a:r>
                  <a:rPr lang="en-US" sz="2800" dirty="0">
                    <a:solidFill>
                      <a:srgbClr val="3A4A6A"/>
                    </a:solidFill>
                  </a:rPr>
                  <a:t>Prove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800" i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Shruti" panose="020B0502040204020203" pitchFamily="34" charset="0"/>
                      </a:rPr>
                      <m:t>W</m:t>
                    </m:r>
                    <m:r>
                      <a:rPr lang="en-US" sz="2800" i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Shruti" panose="020B0502040204020203" pitchFamily="34" charset="0"/>
                      </a:rPr>
                      <m:t>=</m:t>
                    </m:r>
                    <m:d>
                      <m:dPr>
                        <m:begChr m:val="{"/>
                        <m:endChr m:val="|"/>
                        <m:ctrlPr>
                          <a:rPr lang="en-US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Shruti" panose="020B0502040204020203" pitchFamily="34" charset="0"/>
                          </a:rPr>
                        </m:ctrlPr>
                      </m:dPr>
                      <m:e>
                        <m:r>
                          <a:rPr lang="en-US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Shruti" panose="020B0502040204020203" pitchFamily="34" charset="0"/>
                          </a:rPr>
                          <m:t> </m:t>
                        </m:r>
                        <m:d>
                          <m:dPr>
                            <m:ctrlPr>
                              <a:rPr lang="en-US" sz="280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Shruti" panose="020B0502040204020203" pitchFamily="34" charset="0"/>
                              </a:rPr>
                            </m:ctrlPr>
                          </m:dPr>
                          <m:e>
                            <m:r>
                              <m:rPr>
                                <m:sty m:val="p"/>
                              </m:rPr>
                              <a:rPr lang="en-US" sz="280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Shruti" panose="020B0502040204020203" pitchFamily="34" charset="0"/>
                              </a:rPr>
                              <m:t>x</m:t>
                            </m:r>
                            <m:r>
                              <a:rPr lang="en-US" sz="280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Shruti" panose="020B0502040204020203" pitchFamily="34" charset="0"/>
                              </a:rPr>
                              <m:t>,</m:t>
                            </m:r>
                            <m:r>
                              <m:rPr>
                                <m:sty m:val="p"/>
                              </m:rPr>
                              <a:rPr lang="en-US" sz="280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Shruti" panose="020B0502040204020203" pitchFamily="34" charset="0"/>
                              </a:rPr>
                              <m:t>y</m:t>
                            </m:r>
                          </m:e>
                        </m:d>
                        <m:r>
                          <a:rPr lang="en-IN" sz="28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Shruti" panose="020B0502040204020203" pitchFamily="34" charset="0"/>
                          </a:rPr>
                          <m:t> </m:t>
                        </m:r>
                      </m:e>
                    </m:d>
                    <m:r>
                      <a:rPr lang="en-US" sz="2800" i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Shruti" panose="020B0502040204020203" pitchFamily="34" charset="0"/>
                      </a:rPr>
                      <m:t> </m:t>
                    </m:r>
                    <m:sSup>
                      <m:sSupPr>
                        <m:ctrlPr>
                          <a:rPr lang="en-IN" sz="28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Shruti" panose="020B0502040204020203" pitchFamily="34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IN" sz="2800" b="0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Shruti" panose="020B0502040204020203" pitchFamily="34" charset="0"/>
                          </a:rPr>
                          <m:t>x</m:t>
                        </m:r>
                      </m:e>
                      <m:sup>
                        <m:r>
                          <a:rPr lang="en-IN" sz="2800" b="0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Shruti" panose="020B0502040204020203" pitchFamily="34" charset="0"/>
                          </a:rPr>
                          <m:t>2</m:t>
                        </m:r>
                      </m:sup>
                    </m:sSup>
                    <m:r>
                      <a:rPr lang="en-US" sz="2800" i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Shruti" panose="020B0502040204020203" pitchFamily="34" charset="0"/>
                      </a:rPr>
                      <m:t>=</m:t>
                    </m:r>
                    <m:sSup>
                      <m:sSupPr>
                        <m:ctrlPr>
                          <a:rPr lang="en-IN" sz="28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Shruti" panose="020B0502040204020203" pitchFamily="34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IN" sz="2800" b="0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Shruti" panose="020B0502040204020203" pitchFamily="34" charset="0"/>
                          </a:rPr>
                          <m:t>y</m:t>
                        </m:r>
                      </m:e>
                      <m:sup>
                        <m:r>
                          <a:rPr lang="en-IN" sz="2800" b="0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Shruti" panose="020B0502040204020203" pitchFamily="34" charset="0"/>
                          </a:rPr>
                          <m:t>2</m:t>
                        </m:r>
                      </m:sup>
                    </m:sSup>
                    <m:r>
                      <a:rPr lang="en-IN" sz="2800" b="0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Shruti" panose="020B0502040204020203" pitchFamily="34" charset="0"/>
                      </a:rPr>
                      <m:t> </m:t>
                    </m:r>
                    <m:r>
                      <a:rPr lang="en-US" sz="2800" i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Shruti" panose="020B0502040204020203" pitchFamily="34" charset="0"/>
                      </a:rPr>
                      <m:t>} </m:t>
                    </m:r>
                  </m:oMath>
                </a14:m>
                <a:r>
                  <a:rPr lang="en-US" sz="2800" dirty="0">
                    <a:solidFill>
                      <a:srgbClr val="3A4A6A"/>
                    </a:solidFill>
                  </a:rPr>
                  <a:t>is subspace of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800" i="1" dirty="0">
                            <a:solidFill>
                              <a:srgbClr val="3A4A6A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800" dirty="0">
                            <a:solidFill>
                              <a:srgbClr val="3A4A6A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n-US" sz="2800" dirty="0">
                            <a:solidFill>
                              <a:srgbClr val="3A4A6A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2800" dirty="0">
                        <a:solidFill>
                          <a:srgbClr val="3A4A6A"/>
                        </a:solidFill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r>
                  <a:rPr lang="en-US" sz="2800" dirty="0">
                    <a:solidFill>
                      <a:srgbClr val="002060"/>
                    </a:solidFill>
                  </a:rPr>
                  <a:t> </a:t>
                </a:r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34" name="Content Placeholder 4">
                <a:extLst>
                  <a:ext uri="{FF2B5EF4-FFF2-40B4-BE49-F238E27FC236}">
                    <a16:creationId xmlns:a16="http://schemas.microsoft.com/office/drawing/2014/main" id="{3C55A250-EBDF-F579-F373-21026D42F3C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04479" y="800834"/>
                <a:ext cx="9139721" cy="592338"/>
              </a:xfrm>
              <a:prstGeom prst="rect">
                <a:avLst/>
              </a:prstGeom>
              <a:blipFill>
                <a:blip r:embed="rId3"/>
                <a:stretch>
                  <a:fillRect l="-1333" b="-34694"/>
                </a:stretch>
              </a:blipFill>
              <a:ln w="12700" cap="flat" cmpd="sng" algn="ctr">
                <a:noFill/>
                <a:prstDash val="solid"/>
                <a:miter lim="800000"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5" name="Rectangle: Rounded Corners 34">
            <a:extLst>
              <a:ext uri="{FF2B5EF4-FFF2-40B4-BE49-F238E27FC236}">
                <a16:creationId xmlns:a16="http://schemas.microsoft.com/office/drawing/2014/main" id="{F822AF29-7BCA-274B-D268-A8B5A412E631}"/>
              </a:ext>
            </a:extLst>
          </p:cNvPr>
          <p:cNvSpPr/>
          <p:nvPr/>
        </p:nvSpPr>
        <p:spPr>
          <a:xfrm>
            <a:off x="122279" y="907409"/>
            <a:ext cx="1450657" cy="468000"/>
          </a:xfrm>
          <a:prstGeom prst="roundRect">
            <a:avLst/>
          </a:prstGeom>
          <a:gradFill>
            <a:gsLst>
              <a:gs pos="10000">
                <a:srgbClr val="0E47A1"/>
              </a:gs>
              <a:gs pos="100000">
                <a:srgbClr val="03A9F5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r>
              <a:rPr lang="en-IN" sz="2800" dirty="0">
                <a:solidFill>
                  <a:schemeClr val="bg1"/>
                </a:solidFill>
              </a:rPr>
              <a:t>Example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Content Placeholder 4">
                <a:extLst>
                  <a:ext uri="{FF2B5EF4-FFF2-40B4-BE49-F238E27FC236}">
                    <a16:creationId xmlns:a16="http://schemas.microsoft.com/office/drawing/2014/main" id="{978F76D2-263F-751B-140F-20DA276AC716}"/>
                  </a:ext>
                </a:extLst>
              </p:cNvPr>
              <p:cNvSpPr txBox="1">
                <a:spLocks/>
              </p:cNvSpPr>
              <p:nvPr/>
            </p:nvSpPr>
            <p:spPr>
              <a:xfrm flipH="1">
                <a:off x="1493624" y="1467887"/>
                <a:ext cx="4680715" cy="544460"/>
              </a:xfrm>
              <a:prstGeom prst="rect">
                <a:avLst/>
              </a:prstGeom>
              <a:noFill/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vert="horz" lIns="91440" tIns="45720" rIns="91440" bIns="45720" rtlCol="0" anchor="ctr">
                <a:noAutofit/>
              </a:bodyPr>
              <a:lstStyle>
                <a:lvl1pPr marL="265113" indent="-265113" algn="just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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809625" indent="-352425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118745" indent="0">
                  <a:lnSpc>
                    <a:spcPct val="115000"/>
                  </a:lnSpc>
                  <a:spcAft>
                    <a:spcPts val="800"/>
                  </a:spcAft>
                  <a:buNone/>
                </a:pPr>
                <a:r>
                  <a:rPr lang="en-US" sz="2800" dirty="0">
                    <a:solidFill>
                      <a:srgbClr val="002060"/>
                    </a:solidFill>
                    <a:latin typeface="+mj-lt"/>
                  </a:rPr>
                  <a:t>Here,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800" i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Shruti" panose="020B0502040204020203" pitchFamily="34" charset="0"/>
                      </a:rPr>
                      <m:t>W</m:t>
                    </m:r>
                    <m:r>
                      <a:rPr lang="en-US" sz="2800" i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Shruti" panose="020B0502040204020203" pitchFamily="34" charset="0"/>
                      </a:rPr>
                      <m:t>=</m:t>
                    </m:r>
                    <m:d>
                      <m:dPr>
                        <m:begChr m:val="{"/>
                        <m:endChr m:val="|"/>
                        <m:ctrlPr>
                          <a:rPr lang="en-US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Shruti" panose="020B0502040204020203" pitchFamily="34" charset="0"/>
                          </a:rPr>
                        </m:ctrlPr>
                      </m:dPr>
                      <m:e>
                        <m:r>
                          <a:rPr lang="en-US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Shruti" panose="020B0502040204020203" pitchFamily="34" charset="0"/>
                          </a:rPr>
                          <m:t> </m:t>
                        </m:r>
                        <m:d>
                          <m:dPr>
                            <m:ctrlPr>
                              <a:rPr lang="en-US" sz="280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Shruti" panose="020B0502040204020203" pitchFamily="34" charset="0"/>
                              </a:rPr>
                            </m:ctrlPr>
                          </m:dPr>
                          <m:e>
                            <m:r>
                              <m:rPr>
                                <m:sty m:val="p"/>
                              </m:rPr>
                              <a:rPr lang="en-US" sz="280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Shruti" panose="020B0502040204020203" pitchFamily="34" charset="0"/>
                              </a:rPr>
                              <m:t>x</m:t>
                            </m:r>
                            <m:r>
                              <a:rPr lang="en-US" sz="280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Shruti" panose="020B0502040204020203" pitchFamily="34" charset="0"/>
                              </a:rPr>
                              <m:t>,</m:t>
                            </m:r>
                            <m:r>
                              <m:rPr>
                                <m:sty m:val="p"/>
                              </m:rPr>
                              <a:rPr lang="en-US" sz="280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Shruti" panose="020B0502040204020203" pitchFamily="34" charset="0"/>
                              </a:rPr>
                              <m:t>y</m:t>
                            </m:r>
                          </m:e>
                        </m:d>
                        <m:r>
                          <a:rPr lang="en-US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Shruti" panose="020B0502040204020203" pitchFamily="34" charset="0"/>
                          </a:rPr>
                          <m:t> </m:t>
                        </m:r>
                      </m:e>
                    </m:d>
                    <m:r>
                      <a:rPr lang="en-IN" sz="2800" b="0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Shruti" panose="020B0502040204020203" pitchFamily="34" charset="0"/>
                      </a:rPr>
                      <m:t> </m:t>
                    </m:r>
                    <m:sSup>
                      <m:sSupPr>
                        <m:ctrlPr>
                          <a:rPr lang="en-IN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Shruti" panose="020B0502040204020203" pitchFamily="34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Shruti" panose="020B0502040204020203" pitchFamily="34" charset="0"/>
                          </a:rPr>
                          <m:t>x</m:t>
                        </m:r>
                      </m:e>
                      <m:sup>
                        <m:r>
                          <a:rPr lang="en-IN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Shruti" panose="020B0502040204020203" pitchFamily="34" charset="0"/>
                          </a:rPr>
                          <m:t>2</m:t>
                        </m:r>
                      </m:sup>
                    </m:sSup>
                    <m:r>
                      <a:rPr lang="en-US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Shruti" panose="020B0502040204020203" pitchFamily="34" charset="0"/>
                      </a:rPr>
                      <m:t>=</m:t>
                    </m:r>
                    <m:sSup>
                      <m:sSupPr>
                        <m:ctrlPr>
                          <a:rPr lang="en-IN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Shruti" panose="020B0502040204020203" pitchFamily="34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Shruti" panose="020B0502040204020203" pitchFamily="34" charset="0"/>
                          </a:rPr>
                          <m:t>y</m:t>
                        </m:r>
                      </m:e>
                      <m:sup>
                        <m:r>
                          <a:rPr lang="en-IN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Shruti" panose="020B0502040204020203" pitchFamily="34" charset="0"/>
                          </a:rPr>
                          <m:t>2</m:t>
                        </m:r>
                      </m:sup>
                    </m:sSup>
                    <m:r>
                      <a:rPr lang="en-IN" sz="2800" b="0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Shruti" panose="020B0502040204020203" pitchFamily="34" charset="0"/>
                      </a:rPr>
                      <m:t> </m:t>
                    </m:r>
                    <m:r>
                      <a:rPr lang="en-US" sz="2800" i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Shruti" panose="020B0502040204020203" pitchFamily="34" charset="0"/>
                      </a:rPr>
                      <m:t>}</m:t>
                    </m:r>
                  </m:oMath>
                </a14:m>
                <a:endParaRPr lang="en-US" sz="2800" i="1" dirty="0">
                  <a:solidFill>
                    <a:srgbClr val="002060"/>
                  </a:solidFill>
                  <a:latin typeface="Cambria Math" panose="02040503050406030204" pitchFamily="18" charset="0"/>
                  <a:ea typeface="Calibri" panose="020F0502020204030204" pitchFamily="34" charset="0"/>
                  <a:cs typeface="Shruti" panose="020B0502040204020203" pitchFamily="34" charset="0"/>
                </a:endParaRPr>
              </a:p>
            </p:txBody>
          </p:sp>
        </mc:Choice>
        <mc:Fallback xmlns="">
          <p:sp>
            <p:nvSpPr>
              <p:cNvPr id="16" name="Content Placeholder 4">
                <a:extLst>
                  <a:ext uri="{FF2B5EF4-FFF2-40B4-BE49-F238E27FC236}">
                    <a16:creationId xmlns:a16="http://schemas.microsoft.com/office/drawing/2014/main" id="{978F76D2-263F-751B-140F-20DA276AC71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1493624" y="1467887"/>
                <a:ext cx="4680715" cy="544460"/>
              </a:xfrm>
              <a:prstGeom prst="rect">
                <a:avLst/>
              </a:prstGeom>
              <a:blipFill>
                <a:blip r:embed="rId4"/>
                <a:stretch>
                  <a:fillRect l="-130" t="-10112" b="-29213"/>
                </a:stretch>
              </a:blipFill>
              <a:ln w="12700" cap="flat" cmpd="sng" algn="ctr">
                <a:noFill/>
                <a:prstDash val="solid"/>
                <a:miter lim="800000"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Content Placeholder 4">
                <a:extLst>
                  <a:ext uri="{FF2B5EF4-FFF2-40B4-BE49-F238E27FC236}">
                    <a16:creationId xmlns:a16="http://schemas.microsoft.com/office/drawing/2014/main" id="{01C879C0-1796-CD99-913A-EA0730C1ECEC}"/>
                  </a:ext>
                </a:extLst>
              </p:cNvPr>
              <p:cNvSpPr txBox="1">
                <a:spLocks/>
              </p:cNvSpPr>
              <p:nvPr/>
            </p:nvSpPr>
            <p:spPr>
              <a:xfrm flipH="1">
                <a:off x="76164" y="2109189"/>
                <a:ext cx="10878827" cy="1962116"/>
              </a:xfrm>
              <a:prstGeom prst="rect">
                <a:avLst/>
              </a:prstGeom>
              <a:noFill/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vert="horz" lIns="91440" tIns="45720" rIns="91440" bIns="45720" rtlCol="0" anchor="ctr">
                <a:noAutofit/>
              </a:bodyPr>
              <a:lstStyle>
                <a:defPPr>
                  <a:defRPr lang="en-US"/>
                </a:defPPr>
                <a:lvl1pPr marL="118745" algn="just">
                  <a:lnSpc>
                    <a:spcPct val="115000"/>
                  </a:lnSpc>
                  <a:spcBef>
                    <a:spcPts val="1000"/>
                  </a:spcBef>
                  <a:spcAft>
                    <a:spcPts val="800"/>
                  </a:spcAft>
                  <a:buClr>
                    <a:schemeClr val="accent6"/>
                  </a:buClr>
                  <a:buFont typeface="Wingdings 3" panose="05040102010807070707" pitchFamily="18" charset="2"/>
                  <a:buNone/>
                  <a:defRPr sz="2800">
                    <a:solidFill>
                      <a:srgbClr val="3A4A6A"/>
                    </a:solidFill>
                  </a:defRPr>
                </a:lvl1pPr>
              </a:lstStyle>
              <a:p>
                <a:r>
                  <a:rPr lang="en-US" dirty="0">
                    <a:solidFill>
                      <a:srgbClr val="002060"/>
                    </a:solidFill>
                    <a:latin typeface="+mj-lt"/>
                  </a:rPr>
                  <a:t>Binary Operations are defined as</a:t>
                </a:r>
              </a:p>
              <a:p>
                <a:pPr marL="990600" indent="-457200">
                  <a:buFont typeface="Wingdings" panose="05000000000000000000" pitchFamily="2" charset="2"/>
                  <a:buChar char="§"/>
                </a:pPr>
                <a:r>
                  <a:rPr lang="en-US" dirty="0">
                    <a:solidFill>
                      <a:srgbClr val="002060"/>
                    </a:solidFill>
                    <a:latin typeface="+mj-lt"/>
                  </a:rPr>
                  <a:t>Vector Addition		:	</a:t>
                </a:r>
                <a14:m>
                  <m:oMath xmlns:m="http://schemas.openxmlformats.org/officeDocument/2006/math">
                    <m:r>
                      <a:rPr lang="en-US" dirty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US" dirty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a</m:t>
                    </m:r>
                    <m:r>
                      <a:rPr lang="en-US" dirty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US" dirty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b</m:t>
                    </m:r>
                    <m:r>
                      <a:rPr lang="en-US" dirty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)+(</m:t>
                    </m:r>
                    <m:r>
                      <m:rPr>
                        <m:sty m:val="p"/>
                      </m:rPr>
                      <a:rPr lang="en-US" dirty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c</m:t>
                    </m:r>
                    <m:r>
                      <a:rPr lang="en-US" dirty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US" dirty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d</m:t>
                    </m:r>
                    <m:r>
                      <a:rPr lang="en-US" dirty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)=</m:t>
                    </m:r>
                    <m:d>
                      <m:dPr>
                        <m:ctrlPr>
                          <a:rPr lang="en-US" i="1" dirty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dirty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a</m:t>
                        </m:r>
                        <m:r>
                          <a:rPr lang="en-US" dirty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US" dirty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c</m:t>
                        </m:r>
                        <m:r>
                          <a:rPr lang="en-US" dirty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m:rPr>
                            <m:sty m:val="p"/>
                          </m:rPr>
                          <a:rPr lang="en-US" dirty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b</m:t>
                        </m:r>
                        <m:r>
                          <a:rPr lang="en-US" dirty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US" dirty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d</m:t>
                        </m:r>
                      </m:e>
                    </m:d>
                  </m:oMath>
                </a14:m>
                <a:endParaRPr lang="en-US" dirty="0">
                  <a:solidFill>
                    <a:srgbClr val="002060"/>
                  </a:solidFill>
                  <a:latin typeface="+mj-lt"/>
                </a:endParaRPr>
              </a:p>
              <a:p>
                <a:pPr marL="990600" indent="-457200">
                  <a:buFont typeface="Wingdings" panose="05000000000000000000" pitchFamily="2" charset="2"/>
                  <a:buChar char="§"/>
                </a:pPr>
                <a:r>
                  <a:rPr lang="en-US" dirty="0">
                    <a:solidFill>
                      <a:srgbClr val="002060"/>
                    </a:solidFill>
                    <a:latin typeface="+mj-lt"/>
                  </a:rPr>
                  <a:t>Scalar Multiplication	:	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dirty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k</m:t>
                    </m:r>
                    <m:r>
                      <a:rPr lang="en-US" dirty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⋅</m:t>
                    </m:r>
                    <m:d>
                      <m:dPr>
                        <m:ctrlPr>
                          <a:rPr lang="en-US" i="1" dirty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dirty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a</m:t>
                        </m:r>
                        <m:r>
                          <a:rPr lang="en-US" dirty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m:rPr>
                            <m:sty m:val="p"/>
                          </m:rPr>
                          <a:rPr lang="en-US" dirty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b</m:t>
                        </m:r>
                      </m:e>
                    </m:d>
                    <m:r>
                      <a:rPr lang="en-US" dirty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i="1" dirty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dirty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ka</m:t>
                        </m:r>
                        <m:r>
                          <a:rPr lang="en-US" dirty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m:rPr>
                            <m:sty m:val="p"/>
                          </m:rPr>
                          <a:rPr lang="en-US" dirty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kb</m:t>
                        </m:r>
                      </m:e>
                    </m:d>
                  </m:oMath>
                </a14:m>
                <a:endParaRPr lang="en-US" dirty="0">
                  <a:solidFill>
                    <a:srgbClr val="002060"/>
                  </a:solidFill>
                  <a:latin typeface="+mj-lt"/>
                </a:endParaRPr>
              </a:p>
            </p:txBody>
          </p:sp>
        </mc:Choice>
        <mc:Fallback xmlns="">
          <p:sp>
            <p:nvSpPr>
              <p:cNvPr id="11" name="Content Placeholder 4">
                <a:extLst>
                  <a:ext uri="{FF2B5EF4-FFF2-40B4-BE49-F238E27FC236}">
                    <a16:creationId xmlns:a16="http://schemas.microsoft.com/office/drawing/2014/main" id="{01C879C0-1796-CD99-913A-EA0730C1ECE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76164" y="2109189"/>
                <a:ext cx="10878827" cy="1962116"/>
              </a:xfrm>
              <a:prstGeom prst="rect">
                <a:avLst/>
              </a:prstGeom>
              <a:blipFill>
                <a:blip r:embed="rId5"/>
                <a:stretch>
                  <a:fillRect l="-56" t="-3106" b="-8385"/>
                </a:stretch>
              </a:blipFill>
              <a:ln w="12700" cap="flat" cmpd="sng" algn="ctr">
                <a:noFill/>
                <a:prstDash val="solid"/>
                <a:miter lim="800000"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Content Placeholder 4">
                <a:extLst>
                  <a:ext uri="{FF2B5EF4-FFF2-40B4-BE49-F238E27FC236}">
                    <a16:creationId xmlns:a16="http://schemas.microsoft.com/office/drawing/2014/main" id="{F3D6D602-8FD9-701A-FBEC-0076A250859D}"/>
                  </a:ext>
                </a:extLst>
              </p:cNvPr>
              <p:cNvSpPr txBox="1">
                <a:spLocks/>
              </p:cNvSpPr>
              <p:nvPr/>
            </p:nvSpPr>
            <p:spPr>
              <a:xfrm flipH="1">
                <a:off x="128884" y="4155729"/>
                <a:ext cx="5006795" cy="540000"/>
              </a:xfrm>
              <a:prstGeom prst="rect">
                <a:avLst/>
              </a:prstGeom>
              <a:noFill/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vert="horz" lIns="91440" tIns="45720" rIns="91440" bIns="45720" rtlCol="0" anchor="ctr">
                <a:noAutofit/>
              </a:bodyPr>
              <a:lstStyle>
                <a:lvl1pPr marL="265113" indent="-265113" algn="just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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809625" indent="-352425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118745" indent="0">
                  <a:lnSpc>
                    <a:spcPct val="115000"/>
                  </a:lnSpc>
                  <a:spcAft>
                    <a:spcPts val="800"/>
                  </a:spcAft>
                  <a:buNone/>
                </a:pPr>
                <a:r>
                  <a:rPr lang="en-US" sz="2800" dirty="0">
                    <a:solidFill>
                      <a:srgbClr val="002060"/>
                    </a:solidFill>
                    <a:latin typeface="+mj-lt"/>
                  </a:rPr>
                  <a:t>Let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u</m:t>
                    </m:r>
                    <m:r>
                      <a:rPr lang="en-US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sz="280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28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1, 1</m:t>
                        </m:r>
                      </m:e>
                    </m:d>
                    <m:r>
                      <a:rPr lang="en-US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US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v</m:t>
                    </m:r>
                    <m:r>
                      <a:rPr lang="en-US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sz="280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80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d>
                  </m:oMath>
                </a14:m>
                <a:r>
                  <a:rPr lang="en-US" sz="2800" dirty="0">
                    <a:solidFill>
                      <a:srgbClr val="002060"/>
                    </a:solidFill>
                    <a:latin typeface="+mj-lt"/>
                  </a:rPr>
                  <a:t> ∈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800" b="0" i="0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W</m:t>
                    </m:r>
                  </m:oMath>
                </a14:m>
                <a:endParaRPr lang="en-US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14" name="Content Placeholder 4">
                <a:extLst>
                  <a:ext uri="{FF2B5EF4-FFF2-40B4-BE49-F238E27FC236}">
                    <a16:creationId xmlns:a16="http://schemas.microsoft.com/office/drawing/2014/main" id="{F3D6D602-8FD9-701A-FBEC-0076A250859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128884" y="4155729"/>
                <a:ext cx="5006795" cy="540000"/>
              </a:xfrm>
              <a:prstGeom prst="rect">
                <a:avLst/>
              </a:prstGeom>
              <a:blipFill>
                <a:blip r:embed="rId6"/>
                <a:stretch>
                  <a:fillRect l="-122" t="-12500" b="-29545"/>
                </a:stretch>
              </a:blipFill>
              <a:ln w="12700" cap="flat" cmpd="sng" algn="ctr">
                <a:noFill/>
                <a:prstDash val="solid"/>
                <a:miter lim="800000"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Content Placeholder 4">
                <a:extLst>
                  <a:ext uri="{FF2B5EF4-FFF2-40B4-BE49-F238E27FC236}">
                    <a16:creationId xmlns:a16="http://schemas.microsoft.com/office/drawing/2014/main" id="{2DF1F421-367C-EFD0-E37F-2AEA8B5C43B7}"/>
                  </a:ext>
                </a:extLst>
              </p:cNvPr>
              <p:cNvSpPr txBox="1">
                <a:spLocks/>
              </p:cNvSpPr>
              <p:nvPr/>
            </p:nvSpPr>
            <p:spPr>
              <a:xfrm flipH="1">
                <a:off x="118788" y="4783130"/>
                <a:ext cx="1924068" cy="540000"/>
              </a:xfrm>
              <a:prstGeom prst="rect">
                <a:avLst/>
              </a:prstGeom>
              <a:noFill/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vert="horz" lIns="91440" tIns="45720" rIns="91440" bIns="45720" rtlCol="0" anchor="ctr">
                <a:noAutofit/>
              </a:bodyPr>
              <a:lstStyle>
                <a:lvl1pPr marL="265113" indent="-265113" algn="just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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809625" indent="-352425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118745" indent="0" algn="l">
                  <a:lnSpc>
                    <a:spcPct val="115000"/>
                  </a:lnSpc>
                  <a:spcAft>
                    <a:spcPts val="800"/>
                  </a:spcAft>
                  <a:buNone/>
                </a:pPr>
                <a:r>
                  <a:rPr lang="en-US" sz="2800" dirty="0">
                    <a:solidFill>
                      <a:srgbClr val="002060"/>
                    </a:solidFill>
                  </a:rPr>
                  <a:t>Now,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Shruti" panose="020B0502040204020203" pitchFamily="34" charset="0"/>
                      </a:rPr>
                      <m:t>u</m:t>
                    </m:r>
                    <m:r>
                      <a:rPr lang="en-US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Shruti" panose="020B0502040204020203" pitchFamily="34" charset="0"/>
                      </a:rPr>
                      <m:t>+</m:t>
                    </m:r>
                    <m:r>
                      <m:rPr>
                        <m:sty m:val="p"/>
                      </m:rPr>
                      <a:rPr lang="en-US" sz="280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Shruti" panose="020B0502040204020203" pitchFamily="34" charset="0"/>
                      </a:rPr>
                      <m:t>v</m:t>
                    </m:r>
                  </m:oMath>
                </a14:m>
                <a:endParaRPr lang="en-US" sz="2800" dirty="0">
                  <a:solidFill>
                    <a:srgbClr val="002060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7" name="Content Placeholder 4">
                <a:extLst>
                  <a:ext uri="{FF2B5EF4-FFF2-40B4-BE49-F238E27FC236}">
                    <a16:creationId xmlns:a16="http://schemas.microsoft.com/office/drawing/2014/main" id="{2DF1F421-367C-EFD0-E37F-2AEA8B5C43B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118788" y="4783130"/>
                <a:ext cx="1924068" cy="540000"/>
              </a:xfrm>
              <a:prstGeom prst="rect">
                <a:avLst/>
              </a:prstGeom>
              <a:blipFill>
                <a:blip r:embed="rId7"/>
                <a:stretch>
                  <a:fillRect l="-316" t="-10227" b="-29545"/>
                </a:stretch>
              </a:blipFill>
              <a:ln w="12700" cap="flat" cmpd="sng" algn="ctr">
                <a:noFill/>
                <a:prstDash val="solid"/>
                <a:miter lim="800000"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Content Placeholder 4">
                <a:extLst>
                  <a:ext uri="{FF2B5EF4-FFF2-40B4-BE49-F238E27FC236}">
                    <a16:creationId xmlns:a16="http://schemas.microsoft.com/office/drawing/2014/main" id="{2DF1F421-367C-EFD0-E37F-2AEA8B5C43B7}"/>
                  </a:ext>
                </a:extLst>
              </p:cNvPr>
              <p:cNvSpPr txBox="1">
                <a:spLocks/>
              </p:cNvSpPr>
              <p:nvPr/>
            </p:nvSpPr>
            <p:spPr>
              <a:xfrm flipH="1">
                <a:off x="1799360" y="4840726"/>
                <a:ext cx="3015155" cy="540000"/>
              </a:xfrm>
              <a:prstGeom prst="rect">
                <a:avLst/>
              </a:prstGeom>
              <a:noFill/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vert="horz" lIns="91440" tIns="45720" rIns="91440" bIns="45720" rtlCol="0" anchor="ctr">
                <a:noAutofit/>
              </a:bodyPr>
              <a:lstStyle>
                <a:lvl1pPr marL="265113" indent="-265113" algn="just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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809625" indent="-352425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118745" indent="0" algn="l">
                  <a:lnSpc>
                    <a:spcPct val="115000"/>
                  </a:lnSpc>
                  <a:spcAft>
                    <a:spcPts val="8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Shruti" panose="020B0502040204020203" pitchFamily="34" charset="0"/>
                        </a:rPr>
                        <m:t>=</m:t>
                      </m:r>
                      <m:d>
                        <m:dPr>
                          <m:ctrlP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−1, 1</m:t>
                          </m:r>
                        </m:e>
                      </m:d>
                      <m:r>
                        <a:rPr lang="en-US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Shruti" panose="020B0502040204020203" pitchFamily="34" charset="0"/>
                        </a:rPr>
                        <m:t>+</m:t>
                      </m:r>
                      <m:d>
                        <m:dPr>
                          <m:ctrlP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</m:d>
                    </m:oMath>
                  </m:oMathPara>
                </a14:m>
                <a:endParaRPr lang="en-US" sz="2800" dirty="0">
                  <a:solidFill>
                    <a:srgbClr val="002060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5" name="Content Placeholder 4">
                <a:extLst>
                  <a:ext uri="{FF2B5EF4-FFF2-40B4-BE49-F238E27FC236}">
                    <a16:creationId xmlns:a16="http://schemas.microsoft.com/office/drawing/2014/main" id="{2DF1F421-367C-EFD0-E37F-2AEA8B5C43B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1799360" y="4840726"/>
                <a:ext cx="3015155" cy="540000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  <a:ln w="12700" cap="flat" cmpd="sng" algn="ctr">
                <a:noFill/>
                <a:prstDash val="solid"/>
                <a:miter lim="800000"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Content Placeholder 4">
                <a:extLst>
                  <a:ext uri="{FF2B5EF4-FFF2-40B4-BE49-F238E27FC236}">
                    <a16:creationId xmlns:a16="http://schemas.microsoft.com/office/drawing/2014/main" id="{2DF1F421-367C-EFD0-E37F-2AEA8B5C43B7}"/>
                  </a:ext>
                </a:extLst>
              </p:cNvPr>
              <p:cNvSpPr txBox="1">
                <a:spLocks/>
              </p:cNvSpPr>
              <p:nvPr/>
            </p:nvSpPr>
            <p:spPr>
              <a:xfrm flipH="1">
                <a:off x="1799359" y="5525723"/>
                <a:ext cx="1561308" cy="540000"/>
              </a:xfrm>
              <a:prstGeom prst="rect">
                <a:avLst/>
              </a:prstGeom>
              <a:noFill/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vert="horz" lIns="91440" tIns="45720" rIns="91440" bIns="45720" rtlCol="0" anchor="ctr">
                <a:noAutofit/>
              </a:bodyPr>
              <a:lstStyle>
                <a:lvl1pPr marL="265113" indent="-265113" algn="just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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809625" indent="-352425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118745" indent="0" algn="l">
                  <a:lnSpc>
                    <a:spcPct val="115000"/>
                  </a:lnSpc>
                  <a:spcAft>
                    <a:spcPts val="8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Shruti" panose="020B0502040204020203" pitchFamily="34" charset="0"/>
                        </a:rPr>
                        <m:t>=</m:t>
                      </m:r>
                      <m:d>
                        <m:dPr>
                          <m:ctrlP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1, </m:t>
                          </m:r>
                          <m:r>
                            <a:rPr lang="en-US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e>
                      </m:d>
                    </m:oMath>
                  </m:oMathPara>
                </a14:m>
                <a:endParaRPr lang="en-US" sz="2800" dirty="0">
                  <a:solidFill>
                    <a:srgbClr val="002060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9" name="Content Placeholder 4">
                <a:extLst>
                  <a:ext uri="{FF2B5EF4-FFF2-40B4-BE49-F238E27FC236}">
                    <a16:creationId xmlns:a16="http://schemas.microsoft.com/office/drawing/2014/main" id="{2DF1F421-367C-EFD0-E37F-2AEA8B5C43B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1799359" y="5525723"/>
                <a:ext cx="1561308" cy="540000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  <a:ln w="12700" cap="flat" cmpd="sng" algn="ctr">
                <a:noFill/>
                <a:prstDash val="solid"/>
                <a:miter lim="800000"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Content Placeholder 4">
                <a:extLst>
                  <a:ext uri="{FF2B5EF4-FFF2-40B4-BE49-F238E27FC236}">
                    <a16:creationId xmlns:a16="http://schemas.microsoft.com/office/drawing/2014/main" id="{2DF1F421-367C-EFD0-E37F-2AEA8B5C43B7}"/>
                  </a:ext>
                </a:extLst>
              </p:cNvPr>
              <p:cNvSpPr txBox="1">
                <a:spLocks/>
              </p:cNvSpPr>
              <p:nvPr/>
            </p:nvSpPr>
            <p:spPr>
              <a:xfrm flipH="1">
                <a:off x="3082880" y="5525723"/>
                <a:ext cx="844133" cy="540000"/>
              </a:xfrm>
              <a:prstGeom prst="rect">
                <a:avLst/>
              </a:prstGeom>
              <a:noFill/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vert="horz" lIns="91440" tIns="45720" rIns="91440" bIns="45720" rtlCol="0" anchor="ctr">
                <a:noAutofit/>
              </a:bodyPr>
              <a:lstStyle>
                <a:lvl1pPr marL="265113" indent="-265113" algn="just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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809625" indent="-352425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118745" indent="0" algn="l">
                  <a:lnSpc>
                    <a:spcPct val="115000"/>
                  </a:lnSpc>
                  <a:spcAft>
                    <a:spcPts val="8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∉</m:t>
                      </m:r>
                      <m:r>
                        <m:rPr>
                          <m:sty m:val="p"/>
                        </m:rPr>
                        <a:rPr lang="en-US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W</m:t>
                      </m:r>
                    </m:oMath>
                  </m:oMathPara>
                </a14:m>
                <a:endParaRPr lang="en-US" sz="2800" dirty="0">
                  <a:solidFill>
                    <a:srgbClr val="002060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20" name="Content Placeholder 4">
                <a:extLst>
                  <a:ext uri="{FF2B5EF4-FFF2-40B4-BE49-F238E27FC236}">
                    <a16:creationId xmlns:a16="http://schemas.microsoft.com/office/drawing/2014/main" id="{2DF1F421-367C-EFD0-E37F-2AEA8B5C43B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3082880" y="5525723"/>
                <a:ext cx="844133" cy="540000"/>
              </a:xfrm>
              <a:prstGeom prst="rect">
                <a:avLst/>
              </a:prstGeom>
              <a:blipFill>
                <a:blip r:embed="rId13"/>
                <a:stretch>
                  <a:fillRect r="-2899"/>
                </a:stretch>
              </a:blipFill>
              <a:ln w="12700" cap="flat" cmpd="sng" algn="ctr">
                <a:noFill/>
                <a:prstDash val="solid"/>
                <a:miter lim="800000"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Content Placeholder 4">
                <a:extLst>
                  <a:ext uri="{FF2B5EF4-FFF2-40B4-BE49-F238E27FC236}">
                    <a16:creationId xmlns:a16="http://schemas.microsoft.com/office/drawing/2014/main" id="{BFA25C2A-C960-3FB4-3F0D-F2D435CA6437}"/>
                  </a:ext>
                </a:extLst>
              </p:cNvPr>
              <p:cNvSpPr txBox="1">
                <a:spLocks/>
              </p:cNvSpPr>
              <p:nvPr/>
            </p:nvSpPr>
            <p:spPr>
              <a:xfrm flipH="1">
                <a:off x="4860858" y="5469293"/>
                <a:ext cx="2300897" cy="540001"/>
              </a:xfrm>
              <a:prstGeom prst="rect">
                <a:avLst/>
              </a:prstGeom>
              <a:noFill/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vert="horz" lIns="91440" tIns="45720" rIns="91440" bIns="45720" rtlCol="0" anchor="ctr">
                <a:noAutofit/>
              </a:bodyPr>
              <a:lstStyle>
                <a:lvl1pPr marL="265113" indent="-265113" algn="just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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809625" indent="-352425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118745" indent="0" algn="l">
                  <a:lnSpc>
                    <a:spcPct val="100000"/>
                  </a:lnSpc>
                  <a:spcAft>
                    <a:spcPts val="800"/>
                  </a:spcAft>
                  <a:buNone/>
                </a:pPr>
                <a:r>
                  <a:rPr lang="en-IN" sz="2800" b="1" dirty="0">
                    <a:solidFill>
                      <a:srgbClr val="FF0000"/>
                    </a:solidFill>
                    <a:latin typeface="+mj-lt"/>
                  </a:rPr>
                  <a:t>[ </a:t>
                </a:r>
                <a14:m>
                  <m:oMath xmlns:m="http://schemas.openxmlformats.org/officeDocument/2006/math">
                    <m:r>
                      <a:rPr lang="en-US" sz="28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∵</m:t>
                    </m:r>
                    <m:sSup>
                      <m:sSupPr>
                        <m:ctrlPr>
                          <a:rPr lang="en-US" sz="28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8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e>
                      <m:sup>
                        <m:r>
                          <a:rPr lang="en-US" sz="28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p>
                    <m:r>
                      <a:rPr lang="en-US" sz="28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≠</m:t>
                    </m:r>
                    <m:sSup>
                      <m:sSupPr>
                        <m:ctrlPr>
                          <a:rPr lang="en-US" sz="28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8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𝟑</m:t>
                        </m:r>
                      </m:e>
                      <m:sup>
                        <m:r>
                          <a:rPr lang="en-US" sz="28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p>
                  </m:oMath>
                </a14:m>
                <a:r>
                  <a:rPr lang="en-IN" sz="2800" b="1" dirty="0">
                    <a:solidFill>
                      <a:srgbClr val="FF0000"/>
                    </a:solidFill>
                    <a:latin typeface="+mj-lt"/>
                  </a:rPr>
                  <a:t> ]</a:t>
                </a:r>
                <a:endParaRPr lang="en-US" sz="2800" b="1" dirty="0">
                  <a:solidFill>
                    <a:srgbClr val="FF0000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21" name="Content Placeholder 4">
                <a:extLst>
                  <a:ext uri="{FF2B5EF4-FFF2-40B4-BE49-F238E27FC236}">
                    <a16:creationId xmlns:a16="http://schemas.microsoft.com/office/drawing/2014/main" id="{BFA25C2A-C960-3FB4-3F0D-F2D435CA643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4860858" y="5469293"/>
                <a:ext cx="2300897" cy="540001"/>
              </a:xfrm>
              <a:prstGeom prst="rect">
                <a:avLst/>
              </a:prstGeom>
              <a:blipFill>
                <a:blip r:embed="rId14"/>
                <a:stretch>
                  <a:fillRect l="-265" t="-7865" b="-30337"/>
                </a:stretch>
              </a:blipFill>
              <a:ln w="12700" cap="flat" cmpd="sng" algn="ctr">
                <a:noFill/>
                <a:prstDash val="solid"/>
                <a:miter lim="800000"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Content Placeholder 4">
                <a:extLst>
                  <a:ext uri="{FF2B5EF4-FFF2-40B4-BE49-F238E27FC236}">
                    <a16:creationId xmlns:a16="http://schemas.microsoft.com/office/drawing/2014/main" id="{3D4FA6A2-4536-95D8-ED58-8F435F82D6B8}"/>
                  </a:ext>
                </a:extLst>
              </p:cNvPr>
              <p:cNvSpPr txBox="1">
                <a:spLocks/>
              </p:cNvSpPr>
              <p:nvPr/>
            </p:nvSpPr>
            <p:spPr>
              <a:xfrm flipH="1">
                <a:off x="-1" y="6043874"/>
                <a:ext cx="3285460" cy="540000"/>
              </a:xfrm>
              <a:prstGeom prst="rect">
                <a:avLst/>
              </a:prstGeom>
              <a:noFill/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vert="horz" lIns="91440" tIns="45720" rIns="91440" bIns="45720" rtlCol="0" anchor="ctr">
                <a:noAutofit/>
              </a:bodyPr>
              <a:lstStyle>
                <a:lvl1pPr marL="265113" indent="-265113" algn="just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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809625" indent="-352425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118745" indent="0" algn="l">
                  <a:lnSpc>
                    <a:spcPct val="115000"/>
                  </a:lnSpc>
                  <a:spcAft>
                    <a:spcPts val="800"/>
                  </a:spcAft>
                  <a:buNone/>
                </a:pPr>
                <a:r>
                  <a:rPr lang="en-US" sz="2800" dirty="0">
                    <a:solidFill>
                      <a:srgbClr val="002060"/>
                    </a:solidFill>
                  </a:rPr>
                  <a:t>So, 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k</m:t>
                    </m:r>
                    <m:r>
                      <a:rPr lang="en-US" sz="2800" dirty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m:rPr>
                        <m:sty m:val="p"/>
                      </m:rPr>
                      <a:rPr lang="en-US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u</m:t>
                    </m:r>
                    <m:r>
                      <a:rPr lang="en-US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US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v</m:t>
                    </m:r>
                    <m:r>
                      <a:rPr lang="en-US" sz="2800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∉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W</m:t>
                    </m:r>
                  </m:oMath>
                </a14:m>
                <a:r>
                  <a:rPr lang="en-US" sz="2800" dirty="0">
                    <a:solidFill>
                      <a:srgbClr val="002060"/>
                    </a:solidFill>
                    <a:latin typeface="Cambria Math" panose="02040503050406030204" pitchFamily="18" charset="0"/>
                  </a:rPr>
                  <a:t>.</a:t>
                </a:r>
              </a:p>
            </p:txBody>
          </p:sp>
        </mc:Choice>
        <mc:Fallback xmlns="">
          <p:sp>
            <p:nvSpPr>
              <p:cNvPr id="23" name="Content Placeholder 4">
                <a:extLst>
                  <a:ext uri="{FF2B5EF4-FFF2-40B4-BE49-F238E27FC236}">
                    <a16:creationId xmlns:a16="http://schemas.microsoft.com/office/drawing/2014/main" id="{3D4FA6A2-4536-95D8-ED58-8F435F82D6B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-1" y="6043874"/>
                <a:ext cx="3285460" cy="540000"/>
              </a:xfrm>
              <a:prstGeom prst="rect">
                <a:avLst/>
              </a:prstGeom>
              <a:blipFill>
                <a:blip r:embed="rId15"/>
                <a:stretch>
                  <a:fillRect l="-186" t="-8989" b="-32584"/>
                </a:stretch>
              </a:blipFill>
              <a:ln w="12700" cap="flat" cmpd="sng" algn="ctr">
                <a:noFill/>
                <a:prstDash val="solid"/>
                <a:miter lim="800000"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Content Placeholder 4">
                <a:extLst>
                  <a:ext uri="{FF2B5EF4-FFF2-40B4-BE49-F238E27FC236}">
                    <a16:creationId xmlns:a16="http://schemas.microsoft.com/office/drawing/2014/main" id="{7E7936FE-EC87-27C6-1C46-F4060965A27E}"/>
                  </a:ext>
                </a:extLst>
              </p:cNvPr>
              <p:cNvSpPr txBox="1">
                <a:spLocks/>
              </p:cNvSpPr>
              <p:nvPr/>
            </p:nvSpPr>
            <p:spPr>
              <a:xfrm flipH="1">
                <a:off x="2749050" y="6039688"/>
                <a:ext cx="5491186" cy="540000"/>
              </a:xfrm>
              <a:prstGeom prst="rect">
                <a:avLst/>
              </a:prstGeom>
              <a:noFill/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vert="horz" lIns="91440" tIns="45720" rIns="91440" bIns="45720" rtlCol="0" anchor="ctr">
                <a:noAutofit/>
              </a:bodyPr>
              <a:lstStyle>
                <a:lvl1pPr marL="265113" indent="-265113" algn="just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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809625" indent="-352425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118745" indent="0" algn="l">
                  <a:lnSpc>
                    <a:spcPct val="115000"/>
                  </a:lnSpc>
                  <a:spcAft>
                    <a:spcPts val="800"/>
                  </a:spcAft>
                  <a:buNone/>
                </a:pPr>
                <a:r>
                  <a:rPr lang="en-US" sz="2800" dirty="0">
                    <a:solidFill>
                      <a:srgbClr val="002060"/>
                    </a:solidFill>
                  </a:rPr>
                  <a:t>Hence,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W</m:t>
                    </m:r>
                  </m:oMath>
                </a14:m>
                <a:r>
                  <a:rPr lang="en-US" sz="2800" dirty="0">
                    <a:solidFill>
                      <a:srgbClr val="002060"/>
                    </a:solidFill>
                    <a:latin typeface="Cambria Math" panose="02040503050406030204" pitchFamily="18" charset="0"/>
                  </a:rPr>
                  <a:t> </a:t>
                </a:r>
                <a:r>
                  <a:rPr lang="en-US" sz="2800" dirty="0">
                    <a:solidFill>
                      <a:srgbClr val="002060"/>
                    </a:solidFill>
                  </a:rPr>
                  <a:t>is </a:t>
                </a:r>
                <a:r>
                  <a:rPr lang="en-US" sz="2800" b="1" dirty="0">
                    <a:solidFill>
                      <a:srgbClr val="FF0000"/>
                    </a:solidFill>
                  </a:rPr>
                  <a:t>not</a:t>
                </a:r>
                <a:r>
                  <a:rPr lang="en-US" sz="2800" dirty="0">
                    <a:solidFill>
                      <a:srgbClr val="002060"/>
                    </a:solidFill>
                  </a:rPr>
                  <a:t> a subspace </a:t>
                </a:r>
                <a:r>
                  <a:rPr lang="en-US" sz="2800" dirty="0">
                    <a:solidFill>
                      <a:srgbClr val="3A4A6A"/>
                    </a:solidFill>
                  </a:rPr>
                  <a:t>of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800" i="1" dirty="0">
                            <a:solidFill>
                              <a:srgbClr val="3A4A6A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800" dirty="0">
                            <a:solidFill>
                              <a:srgbClr val="3A4A6A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n-US" sz="2800" dirty="0">
                            <a:solidFill>
                              <a:srgbClr val="3A4A6A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sz="2800" dirty="0">
                    <a:solidFill>
                      <a:srgbClr val="002060"/>
                    </a:solidFill>
                  </a:rPr>
                  <a:t>.</a:t>
                </a:r>
                <a:endParaRPr lang="en-US" sz="2800" dirty="0">
                  <a:solidFill>
                    <a:srgbClr val="002060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24" name="Content Placeholder 4">
                <a:extLst>
                  <a:ext uri="{FF2B5EF4-FFF2-40B4-BE49-F238E27FC236}">
                    <a16:creationId xmlns:a16="http://schemas.microsoft.com/office/drawing/2014/main" id="{7E7936FE-EC87-27C6-1C46-F4060965A27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2749050" y="6039688"/>
                <a:ext cx="5491186" cy="540000"/>
              </a:xfrm>
              <a:prstGeom prst="rect">
                <a:avLst/>
              </a:prstGeom>
              <a:blipFill>
                <a:blip r:embed="rId16"/>
                <a:stretch>
                  <a:fillRect l="-222" t="-6818" b="-32955"/>
                </a:stretch>
              </a:blipFill>
              <a:ln w="12700" cap="flat" cmpd="sng" algn="ctr">
                <a:noFill/>
                <a:prstDash val="solid"/>
                <a:miter lim="800000"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925569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1" grpId="0" animBg="1"/>
      <p:bldP spid="14" grpId="0"/>
      <p:bldP spid="17" grpId="0"/>
      <p:bldP spid="15" grpId="0"/>
      <p:bldP spid="19" grpId="0"/>
      <p:bldP spid="20" grpId="0"/>
      <p:bldP spid="21" grpId="0"/>
      <p:bldP spid="23" grpId="0"/>
      <p:bldP spid="24" grpId="0"/>
    </p:bldLst>
  </p:timing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728A30-9F9C-CCB2-2562-56A11DFEDC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87F65214-8FF1-7C84-B79D-5B5772FA806D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IN" dirty="0"/>
                  <a:t>Method:2 </a:t>
                </a:r>
                <a14:m>
                  <m:oMath xmlns:m="http://schemas.openxmlformats.org/officeDocument/2006/math">
                    <m:r>
                      <a:rPr lang="en-IN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⇝</m:t>
                    </m:r>
                  </m:oMath>
                </a14:m>
                <a:r>
                  <a:rPr lang="en-IN" dirty="0"/>
                  <a:t> Example:6</a:t>
                </a:r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87F65214-8FF1-7C84-B79D-5B5772FA806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400" t="-8547" b="-1965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Content Placeholder 4">
            <a:extLst>
              <a:ext uri="{FF2B5EF4-FFF2-40B4-BE49-F238E27FC236}">
                <a16:creationId xmlns:a16="http://schemas.microsoft.com/office/drawing/2014/main" id="{68F927D4-0E0F-E941-618B-19DA352EEF01}"/>
              </a:ext>
            </a:extLst>
          </p:cNvPr>
          <p:cNvSpPr txBox="1">
            <a:spLocks/>
          </p:cNvSpPr>
          <p:nvPr/>
        </p:nvSpPr>
        <p:spPr>
          <a:xfrm>
            <a:off x="205273" y="800163"/>
            <a:ext cx="1558214" cy="522081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marL="265113" indent="-265113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Wingdings 3" panose="05040102010807070707" pitchFamily="18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9625" indent="-352425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 3" panose="05040102010807070707" pitchFamily="18" charset="2"/>
              <a:buChar char="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endParaRPr lang="en-IN" sz="2800" dirty="0">
              <a:solidFill>
                <a:schemeClr val="tx2"/>
              </a:solidFill>
            </a:endParaRP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A0BE686F-F0FA-AFFB-8B43-31E8EF4A8C8C}"/>
              </a:ext>
            </a:extLst>
          </p:cNvPr>
          <p:cNvSpPr/>
          <p:nvPr/>
        </p:nvSpPr>
        <p:spPr>
          <a:xfrm>
            <a:off x="122278" y="1983250"/>
            <a:ext cx="1450657" cy="468000"/>
          </a:xfrm>
          <a:prstGeom prst="roundRect">
            <a:avLst/>
          </a:prstGeom>
          <a:gradFill>
            <a:gsLst>
              <a:gs pos="10000">
                <a:srgbClr val="0E47A1"/>
              </a:gs>
              <a:gs pos="100000">
                <a:srgbClr val="03A9F5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en-IN" sz="2800" dirty="0">
                <a:solidFill>
                  <a:schemeClr val="bg1"/>
                </a:solidFill>
              </a:rPr>
              <a:t>Solution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4" name="Content Placeholder 4">
                <a:extLst>
                  <a:ext uri="{FF2B5EF4-FFF2-40B4-BE49-F238E27FC236}">
                    <a16:creationId xmlns:a16="http://schemas.microsoft.com/office/drawing/2014/main" id="{A5AEA378-7336-7681-D0DA-1B236F69716A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604480" y="800834"/>
                <a:ext cx="10465242" cy="1124274"/>
              </a:xfrm>
              <a:prstGeom prst="rect">
                <a:avLst/>
              </a:prstGeom>
              <a:noFill/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vert="horz" lIns="91440" tIns="45720" rIns="91440" bIns="45720" rtlCol="0" anchor="ctr">
                <a:noAutofit/>
              </a:bodyPr>
              <a:lstStyle>
                <a:lvl1pPr marL="265113" indent="-265113" algn="just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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809625" indent="-352425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 algn="l">
                  <a:lnSpc>
                    <a:spcPct val="150000"/>
                  </a:lnSpc>
                  <a:buNone/>
                </a:pPr>
                <a:r>
                  <a:rPr lang="en-US" sz="2800" dirty="0">
                    <a:solidFill>
                      <a:srgbClr val="002060"/>
                    </a:solidFill>
                    <a:latin typeface="+mj-lt"/>
                  </a:rPr>
                  <a:t>Check whether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W</m:t>
                    </m:r>
                    <m:r>
                      <a:rPr lang="en-IN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IN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ctrlPr>
                              <a:rPr lang="en-IN" sz="280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m:rPr>
                                <m:sty m:val="p"/>
                              </m:rPr>
                              <a:rPr lang="en-IN" sz="280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x</m:t>
                            </m:r>
                            <m:r>
                              <a:rPr lang="en-IN" sz="280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, </m:t>
                            </m:r>
                            <m:r>
                              <m:rPr>
                                <m:sty m:val="p"/>
                              </m:rPr>
                              <a:rPr lang="en-IN" sz="280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y</m:t>
                            </m:r>
                            <m:r>
                              <a:rPr lang="en-IN" sz="280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, </m:t>
                            </m:r>
                            <m:r>
                              <m:rPr>
                                <m:sty m:val="p"/>
                              </m:rPr>
                              <a:rPr lang="en-IN" sz="280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z</m:t>
                            </m:r>
                          </m:e>
                        </m:d>
                        <m:r>
                          <a:rPr lang="en-IN" sz="28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 / </m:t>
                        </m:r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ax</m:t>
                        </m:r>
                        <m:r>
                          <a:rPr lang="en-IN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by</m:t>
                        </m:r>
                        <m:r>
                          <a:rPr lang="en-IN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cz</m:t>
                        </m:r>
                        <m:r>
                          <a:rPr lang="en-IN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=0</m:t>
                        </m:r>
                      </m:e>
                    </m:d>
                  </m:oMath>
                </a14:m>
                <a:r>
                  <a:rPr lang="en-US" sz="2800" dirty="0">
                    <a:solidFill>
                      <a:srgbClr val="002060"/>
                    </a:solidFill>
                    <a:latin typeface="+mj-lt"/>
                  </a:rPr>
                  <a:t> is a subspace of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IN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IN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n-IN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lang="en-US" sz="2800" dirty="0">
                    <a:solidFill>
                      <a:srgbClr val="002060"/>
                    </a:solidFill>
                    <a:latin typeface="+mj-lt"/>
                  </a:rPr>
                  <a:t> or not?</a:t>
                </a:r>
                <a:endParaRPr lang="en-IN" sz="2800" dirty="0">
                  <a:solidFill>
                    <a:srgbClr val="002060"/>
                  </a:solidFill>
                  <a:latin typeface="+mj-lt"/>
                </a:endParaRPr>
              </a:p>
            </p:txBody>
          </p:sp>
        </mc:Choice>
        <mc:Fallback xmlns="">
          <p:sp>
            <p:nvSpPr>
              <p:cNvPr id="34" name="Content Placeholder 4">
                <a:extLst>
                  <a:ext uri="{FF2B5EF4-FFF2-40B4-BE49-F238E27FC236}">
                    <a16:creationId xmlns:a16="http://schemas.microsoft.com/office/drawing/2014/main" id="{A5AEA378-7336-7681-D0DA-1B236F69716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04480" y="800834"/>
                <a:ext cx="10465242" cy="1124274"/>
              </a:xfrm>
              <a:prstGeom prst="rect">
                <a:avLst/>
              </a:prstGeom>
              <a:blipFill>
                <a:blip r:embed="rId3"/>
                <a:stretch>
                  <a:fillRect l="-1165" b="-23784"/>
                </a:stretch>
              </a:blipFill>
              <a:ln w="12700" cap="flat" cmpd="sng" algn="ctr">
                <a:noFill/>
                <a:prstDash val="solid"/>
                <a:miter lim="800000"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5" name="Rectangle: Rounded Corners 34">
            <a:extLst>
              <a:ext uri="{FF2B5EF4-FFF2-40B4-BE49-F238E27FC236}">
                <a16:creationId xmlns:a16="http://schemas.microsoft.com/office/drawing/2014/main" id="{C2BAEB38-1604-6D67-83DE-97158C5606B3}"/>
              </a:ext>
            </a:extLst>
          </p:cNvPr>
          <p:cNvSpPr/>
          <p:nvPr/>
        </p:nvSpPr>
        <p:spPr>
          <a:xfrm>
            <a:off x="122279" y="875510"/>
            <a:ext cx="1450657" cy="468000"/>
          </a:xfrm>
          <a:prstGeom prst="roundRect">
            <a:avLst/>
          </a:prstGeom>
          <a:gradFill>
            <a:gsLst>
              <a:gs pos="10000">
                <a:srgbClr val="0E47A1"/>
              </a:gs>
              <a:gs pos="100000">
                <a:srgbClr val="03A9F5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r>
              <a:rPr lang="en-IN" sz="2800" dirty="0">
                <a:solidFill>
                  <a:schemeClr val="bg1"/>
                </a:solidFill>
              </a:rPr>
              <a:t>Example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Content Placeholder 4">
                <a:extLst>
                  <a:ext uri="{FF2B5EF4-FFF2-40B4-BE49-F238E27FC236}">
                    <a16:creationId xmlns:a16="http://schemas.microsoft.com/office/drawing/2014/main" id="{00294356-7D18-0DB2-449E-F8B3F48A1824}"/>
                  </a:ext>
                </a:extLst>
              </p:cNvPr>
              <p:cNvSpPr txBox="1">
                <a:spLocks/>
              </p:cNvSpPr>
              <p:nvPr/>
            </p:nvSpPr>
            <p:spPr>
              <a:xfrm flipH="1">
                <a:off x="66097" y="2583864"/>
                <a:ext cx="6512502" cy="544460"/>
              </a:xfrm>
              <a:prstGeom prst="rect">
                <a:avLst/>
              </a:prstGeom>
              <a:noFill/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vert="horz" lIns="91440" tIns="45720" rIns="91440" bIns="45720" rtlCol="0" anchor="ctr">
                <a:noAutofit/>
              </a:bodyPr>
              <a:lstStyle>
                <a:lvl1pPr marL="265113" indent="-265113" algn="just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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809625" indent="-352425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118745" indent="0">
                  <a:lnSpc>
                    <a:spcPct val="115000"/>
                  </a:lnSpc>
                  <a:spcAft>
                    <a:spcPts val="800"/>
                  </a:spcAft>
                  <a:buNone/>
                </a:pPr>
                <a:r>
                  <a:rPr lang="en-US" sz="2800" dirty="0">
                    <a:solidFill>
                      <a:srgbClr val="002060"/>
                    </a:solidFill>
                    <a:latin typeface="+mj-lt"/>
                  </a:rPr>
                  <a:t>Here,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800" i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Shruti" panose="020B0502040204020203" pitchFamily="34" charset="0"/>
                      </a:rPr>
                      <m:t>W</m:t>
                    </m:r>
                    <m:r>
                      <a:rPr lang="en-US" sz="2800" i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Shruti" panose="020B0502040204020203" pitchFamily="34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IN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ctrlPr>
                              <a:rPr lang="en-IN" sz="280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m:rPr>
                                <m:sty m:val="p"/>
                              </m:rPr>
                              <a:rPr lang="en-IN" sz="280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x</m:t>
                            </m:r>
                            <m:r>
                              <a:rPr lang="en-IN" sz="280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, </m:t>
                            </m:r>
                            <m:r>
                              <m:rPr>
                                <m:sty m:val="p"/>
                              </m:rPr>
                              <a:rPr lang="en-IN" sz="280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y</m:t>
                            </m:r>
                            <m:r>
                              <a:rPr lang="en-IN" sz="280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, </m:t>
                            </m:r>
                            <m:r>
                              <m:rPr>
                                <m:sty m:val="p"/>
                              </m:rPr>
                              <a:rPr lang="en-IN" sz="280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z</m:t>
                            </m:r>
                          </m:e>
                        </m:d>
                        <m:r>
                          <a:rPr lang="en-IN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 / </m:t>
                        </m:r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ax</m:t>
                        </m:r>
                        <m:r>
                          <a:rPr lang="en-IN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by</m:t>
                        </m:r>
                        <m:r>
                          <a:rPr lang="en-IN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cz</m:t>
                        </m:r>
                        <m:r>
                          <a:rPr lang="en-IN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=0</m:t>
                        </m:r>
                      </m:e>
                    </m:d>
                  </m:oMath>
                </a14:m>
                <a:endParaRPr lang="en-US" sz="2800" i="1" dirty="0">
                  <a:solidFill>
                    <a:srgbClr val="002060"/>
                  </a:solidFill>
                  <a:latin typeface="Cambria Math" panose="02040503050406030204" pitchFamily="18" charset="0"/>
                  <a:ea typeface="Calibri" panose="020F0502020204030204" pitchFamily="34" charset="0"/>
                  <a:cs typeface="Shruti" panose="020B0502040204020203" pitchFamily="34" charset="0"/>
                </a:endParaRPr>
              </a:p>
            </p:txBody>
          </p:sp>
        </mc:Choice>
        <mc:Fallback xmlns="">
          <p:sp>
            <p:nvSpPr>
              <p:cNvPr id="16" name="Content Placeholder 4">
                <a:extLst>
                  <a:ext uri="{FF2B5EF4-FFF2-40B4-BE49-F238E27FC236}">
                    <a16:creationId xmlns:a16="http://schemas.microsoft.com/office/drawing/2014/main" id="{00294356-7D18-0DB2-449E-F8B3F48A182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66097" y="2583864"/>
                <a:ext cx="6512502" cy="544460"/>
              </a:xfrm>
              <a:prstGeom prst="rect">
                <a:avLst/>
              </a:prstGeom>
              <a:blipFill>
                <a:blip r:embed="rId4"/>
                <a:stretch>
                  <a:fillRect l="-187" t="-6742" b="-32584"/>
                </a:stretch>
              </a:blipFill>
              <a:ln w="12700" cap="flat" cmpd="sng" algn="ctr">
                <a:noFill/>
                <a:prstDash val="solid"/>
                <a:miter lim="800000"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Content Placeholder 4">
                <a:extLst>
                  <a:ext uri="{FF2B5EF4-FFF2-40B4-BE49-F238E27FC236}">
                    <a16:creationId xmlns:a16="http://schemas.microsoft.com/office/drawing/2014/main" id="{05427B71-A300-E0DE-2C06-4A6CD120201E}"/>
                  </a:ext>
                </a:extLst>
              </p:cNvPr>
              <p:cNvSpPr txBox="1">
                <a:spLocks/>
              </p:cNvSpPr>
              <p:nvPr/>
            </p:nvSpPr>
            <p:spPr>
              <a:xfrm flipH="1">
                <a:off x="76163" y="3304480"/>
                <a:ext cx="11993558" cy="1962116"/>
              </a:xfrm>
              <a:prstGeom prst="rect">
                <a:avLst/>
              </a:prstGeom>
              <a:noFill/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vert="horz" lIns="91440" tIns="45720" rIns="91440" bIns="45720" rtlCol="0" anchor="ctr">
                <a:noAutofit/>
              </a:bodyPr>
              <a:lstStyle>
                <a:defPPr>
                  <a:defRPr lang="en-US"/>
                </a:defPPr>
                <a:lvl1pPr marL="118745" algn="just">
                  <a:lnSpc>
                    <a:spcPct val="115000"/>
                  </a:lnSpc>
                  <a:spcBef>
                    <a:spcPts val="1000"/>
                  </a:spcBef>
                  <a:spcAft>
                    <a:spcPts val="800"/>
                  </a:spcAft>
                  <a:buClr>
                    <a:schemeClr val="accent6"/>
                  </a:buClr>
                  <a:buFont typeface="Wingdings 3" panose="05040102010807070707" pitchFamily="18" charset="2"/>
                  <a:buNone/>
                  <a:defRPr sz="2800">
                    <a:solidFill>
                      <a:srgbClr val="3A4A6A"/>
                    </a:solidFill>
                  </a:defRPr>
                </a:lvl1pPr>
              </a:lstStyle>
              <a:p>
                <a:r>
                  <a:rPr lang="en-US" dirty="0">
                    <a:solidFill>
                      <a:srgbClr val="002060"/>
                    </a:solidFill>
                    <a:latin typeface="+mj-lt"/>
                  </a:rPr>
                  <a:t>Binary Operations are defined as</a:t>
                </a:r>
              </a:p>
              <a:p>
                <a:pPr marL="990600" indent="-457200">
                  <a:buFont typeface="Wingdings" panose="05000000000000000000" pitchFamily="2" charset="2"/>
                  <a:buChar char="§"/>
                </a:pPr>
                <a:r>
                  <a:rPr lang="en-US" dirty="0">
                    <a:solidFill>
                      <a:srgbClr val="002060"/>
                    </a:solidFill>
                    <a:latin typeface="+mj-lt"/>
                  </a:rPr>
                  <a:t>Vector Addition		:	</a:t>
                </a:r>
                <a14:m>
                  <m:oMath xmlns:m="http://schemas.openxmlformats.org/officeDocument/2006/math">
                    <m:r>
                      <a:rPr lang="en-US" dirty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US" dirty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a</m:t>
                    </m:r>
                    <m:r>
                      <a:rPr lang="en-US" dirty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US" dirty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b</m:t>
                    </m:r>
                    <m:r>
                      <a:rPr lang="en-IN" b="0" i="0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b="0" i="0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c</m:t>
                    </m:r>
                    <m:r>
                      <a:rPr lang="en-US" dirty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)+(</m:t>
                    </m:r>
                    <m:r>
                      <m:rPr>
                        <m:sty m:val="p"/>
                      </m:rPr>
                      <a:rPr lang="en-IN" b="0" i="0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d</m:t>
                    </m:r>
                    <m:r>
                      <a:rPr lang="en-US" dirty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b="0" i="0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e</m:t>
                    </m:r>
                    <m:r>
                      <a:rPr lang="en-IN" b="0" i="0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b="0" i="0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f</m:t>
                    </m:r>
                    <m:r>
                      <a:rPr lang="en-US" dirty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)=</m:t>
                    </m:r>
                    <m:d>
                      <m:dPr>
                        <m:ctrlPr>
                          <a:rPr lang="en-US" i="1" dirty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dirty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a</m:t>
                        </m:r>
                        <m:r>
                          <a:rPr lang="en-US" dirty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b="0" i="0" dirty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d</m:t>
                        </m:r>
                        <m:r>
                          <a:rPr lang="en-US" dirty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m:rPr>
                            <m:sty m:val="p"/>
                          </m:rPr>
                          <a:rPr lang="en-US" dirty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b</m:t>
                        </m:r>
                        <m:r>
                          <a:rPr lang="en-US" dirty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b="0" i="0" dirty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e</m:t>
                        </m:r>
                        <m:r>
                          <a:rPr lang="en-IN" b="0" i="0" dirty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m:rPr>
                            <m:sty m:val="p"/>
                          </m:rPr>
                          <a:rPr lang="en-IN" b="0" i="0" dirty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c</m:t>
                        </m:r>
                        <m:r>
                          <a:rPr lang="en-IN" b="0" i="0" dirty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b="0" i="0" dirty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f</m:t>
                        </m:r>
                      </m:e>
                    </m:d>
                  </m:oMath>
                </a14:m>
                <a:endParaRPr lang="en-US" dirty="0">
                  <a:solidFill>
                    <a:srgbClr val="002060"/>
                  </a:solidFill>
                  <a:latin typeface="+mj-lt"/>
                </a:endParaRPr>
              </a:p>
              <a:p>
                <a:pPr marL="990600" indent="-457200">
                  <a:buFont typeface="Wingdings" panose="05000000000000000000" pitchFamily="2" charset="2"/>
                  <a:buChar char="§"/>
                </a:pPr>
                <a:r>
                  <a:rPr lang="en-US" dirty="0">
                    <a:solidFill>
                      <a:srgbClr val="002060"/>
                    </a:solidFill>
                    <a:latin typeface="+mj-lt"/>
                  </a:rPr>
                  <a:t>Scalar Multiplication	:	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dirty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k</m:t>
                    </m:r>
                    <m:r>
                      <a:rPr lang="en-US" dirty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⋅</m:t>
                    </m:r>
                    <m:d>
                      <m:dPr>
                        <m:ctrlPr>
                          <a:rPr lang="en-US" i="1" dirty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i="0" dirty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a</m:t>
                        </m:r>
                        <m:r>
                          <a:rPr lang="en-US" i="0" dirty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m:rPr>
                            <m:sty m:val="p"/>
                          </m:rPr>
                          <a:rPr lang="en-US" i="0" dirty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b</m:t>
                        </m:r>
                        <m:r>
                          <a:rPr lang="en-IN" b="0" i="0" dirty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m:rPr>
                            <m:sty m:val="p"/>
                          </m:rPr>
                          <a:rPr lang="en-IN" b="0" i="0" dirty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c</m:t>
                        </m:r>
                      </m:e>
                    </m:d>
                    <m:r>
                      <a:rPr lang="en-US" dirty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i="1" dirty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dirty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ka</m:t>
                        </m:r>
                        <m:r>
                          <a:rPr lang="en-US" dirty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m:rPr>
                            <m:sty m:val="p"/>
                          </m:rPr>
                          <a:rPr lang="en-US" dirty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kb</m:t>
                        </m:r>
                        <m:r>
                          <a:rPr lang="en-IN" b="0" i="0" dirty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m:rPr>
                            <m:sty m:val="p"/>
                          </m:rPr>
                          <a:rPr lang="en-US" dirty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k</m:t>
                        </m:r>
                        <m:r>
                          <m:rPr>
                            <m:sty m:val="p"/>
                          </m:rPr>
                          <a:rPr lang="en-IN" b="0" i="0" dirty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c</m:t>
                        </m:r>
                      </m:e>
                    </m:d>
                  </m:oMath>
                </a14:m>
                <a:endParaRPr lang="en-US" dirty="0">
                  <a:solidFill>
                    <a:srgbClr val="002060"/>
                  </a:solidFill>
                  <a:latin typeface="+mj-lt"/>
                </a:endParaRPr>
              </a:p>
            </p:txBody>
          </p:sp>
        </mc:Choice>
        <mc:Fallback xmlns="">
          <p:sp>
            <p:nvSpPr>
              <p:cNvPr id="11" name="Content Placeholder 4">
                <a:extLst>
                  <a:ext uri="{FF2B5EF4-FFF2-40B4-BE49-F238E27FC236}">
                    <a16:creationId xmlns:a16="http://schemas.microsoft.com/office/drawing/2014/main" id="{05427B71-A300-E0DE-2C06-4A6CD120201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76163" y="3304480"/>
                <a:ext cx="11993558" cy="1962116"/>
              </a:xfrm>
              <a:prstGeom prst="rect">
                <a:avLst/>
              </a:prstGeom>
              <a:blipFill>
                <a:blip r:embed="rId5"/>
                <a:stretch>
                  <a:fillRect l="-51" t="-2174" b="-9317"/>
                </a:stretch>
              </a:blipFill>
              <a:ln w="12700" cap="flat" cmpd="sng" algn="ctr">
                <a:noFill/>
                <a:prstDash val="solid"/>
                <a:miter lim="800000"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Content Placeholder 4">
                <a:extLst>
                  <a:ext uri="{FF2B5EF4-FFF2-40B4-BE49-F238E27FC236}">
                    <a16:creationId xmlns:a16="http://schemas.microsoft.com/office/drawing/2014/main" id="{A5F3DFD5-C6B8-3192-D7EE-CF497B81A809}"/>
                  </a:ext>
                </a:extLst>
              </p:cNvPr>
              <p:cNvSpPr txBox="1">
                <a:spLocks/>
              </p:cNvSpPr>
              <p:nvPr/>
            </p:nvSpPr>
            <p:spPr>
              <a:xfrm flipH="1">
                <a:off x="76193" y="5353997"/>
                <a:ext cx="8801106" cy="540000"/>
              </a:xfrm>
              <a:prstGeom prst="rect">
                <a:avLst/>
              </a:prstGeom>
              <a:noFill/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vert="horz" lIns="91440" tIns="45720" rIns="91440" bIns="45720" rtlCol="0" anchor="ctr">
                <a:noAutofit/>
              </a:bodyPr>
              <a:lstStyle>
                <a:lvl1pPr marL="265113" indent="-265113" algn="just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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809625" indent="-352425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118745" indent="0">
                  <a:lnSpc>
                    <a:spcPct val="115000"/>
                  </a:lnSpc>
                  <a:spcAft>
                    <a:spcPts val="800"/>
                  </a:spcAft>
                  <a:buNone/>
                </a:pPr>
                <a:r>
                  <a:rPr lang="en-US" sz="2800" dirty="0">
                    <a:solidFill>
                      <a:srgbClr val="002060"/>
                    </a:solidFill>
                    <a:latin typeface="+mj-lt"/>
                  </a:rPr>
                  <a:t>Let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u</m:t>
                    </m:r>
                    <m:r>
                      <a:rPr lang="en-US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sz="28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800" b="0" i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sz="2800" b="0" i="0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x</m:t>
                            </m:r>
                          </m:e>
                          <m:sub>
                            <m:r>
                              <a:rPr lang="en-US" sz="280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sz="2800" b="0" i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sz="2800" b="0" i="0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y</m:t>
                            </m:r>
                          </m:e>
                          <m:sub>
                            <m:r>
                              <a:rPr lang="en-US" sz="280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IN" sz="28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IN" sz="2800" b="0" i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IN" sz="2800" b="0" i="0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z</m:t>
                            </m:r>
                          </m:e>
                          <m:sub>
                            <m:r>
                              <a:rPr lang="en-US" sz="280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  <m:r>
                      <a:rPr lang="en-US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US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v</m:t>
                    </m:r>
                    <m:r>
                      <a:rPr lang="en-US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sz="28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800" b="0" i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sz="2800" b="0" i="0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x</m:t>
                            </m:r>
                          </m:e>
                          <m:sub>
                            <m:r>
                              <a:rPr lang="en-US" sz="280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sz="2800" b="0" i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sz="2800" b="0" i="0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y</m:t>
                            </m:r>
                          </m:e>
                          <m:sub>
                            <m:r>
                              <a:rPr lang="en-US" sz="280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IN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IN" sz="280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IN" sz="280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z</m:t>
                            </m:r>
                          </m:e>
                          <m:sub>
                            <m:r>
                              <a:rPr lang="en-IN" sz="2800" b="0" i="0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sz="2800" dirty="0">
                    <a:solidFill>
                      <a:srgbClr val="002060"/>
                    </a:solidFill>
                    <a:latin typeface="+mj-lt"/>
                  </a:rPr>
                  <a:t> ∈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800" b="0" i="0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W</m:t>
                    </m:r>
                  </m:oMath>
                </a14:m>
                <a:r>
                  <a:rPr lang="en-US" sz="2800" dirty="0">
                    <a:solidFill>
                      <a:srgbClr val="002060"/>
                    </a:solidFill>
                    <a:latin typeface="+mj-lt"/>
                  </a:rPr>
                  <a:t>    and  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k</m:t>
                    </m:r>
                    <m:r>
                      <a:rPr lang="en-US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ℝ</m:t>
                    </m:r>
                  </m:oMath>
                </a14:m>
                <a:endParaRPr lang="en-US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14" name="Content Placeholder 4">
                <a:extLst>
                  <a:ext uri="{FF2B5EF4-FFF2-40B4-BE49-F238E27FC236}">
                    <a16:creationId xmlns:a16="http://schemas.microsoft.com/office/drawing/2014/main" id="{A5F3DFD5-C6B8-3192-D7EE-CF497B81A80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76193" y="5353997"/>
                <a:ext cx="8801106" cy="540000"/>
              </a:xfrm>
              <a:prstGeom prst="rect">
                <a:avLst/>
              </a:prstGeom>
              <a:blipFill>
                <a:blip r:embed="rId6"/>
                <a:stretch>
                  <a:fillRect l="-69" t="-8989" b="-32584"/>
                </a:stretch>
              </a:blipFill>
              <a:ln w="12700" cap="flat" cmpd="sng" algn="ctr">
                <a:noFill/>
                <a:prstDash val="solid"/>
                <a:miter lim="800000"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Content Placeholder 4">
                <a:extLst>
                  <a:ext uri="{FF2B5EF4-FFF2-40B4-BE49-F238E27FC236}">
                    <a16:creationId xmlns:a16="http://schemas.microsoft.com/office/drawing/2014/main" id="{89BC98C2-0C25-83A7-7317-0AE96E151400}"/>
                  </a:ext>
                </a:extLst>
              </p:cNvPr>
              <p:cNvSpPr txBox="1">
                <a:spLocks/>
              </p:cNvSpPr>
              <p:nvPr/>
            </p:nvSpPr>
            <p:spPr>
              <a:xfrm flipH="1">
                <a:off x="66096" y="5981398"/>
                <a:ext cx="8404135" cy="540000"/>
              </a:xfrm>
              <a:prstGeom prst="rect">
                <a:avLst/>
              </a:prstGeom>
              <a:noFill/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vert="horz" lIns="91440" tIns="45720" rIns="91440" bIns="45720" rtlCol="0" anchor="ctr">
                <a:noAutofit/>
              </a:bodyPr>
              <a:lstStyle>
                <a:lvl1pPr marL="265113" indent="-265113" algn="just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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809625" indent="-352425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118745" indent="0" algn="l">
                  <a:lnSpc>
                    <a:spcPct val="115000"/>
                  </a:lnSpc>
                  <a:spcAft>
                    <a:spcPts val="800"/>
                  </a:spcAft>
                  <a:buNone/>
                </a:pPr>
                <a14:m>
                  <m:oMath xmlns:m="http://schemas.openxmlformats.org/officeDocument/2006/math">
                    <m:r>
                      <a:rPr lang="en-US" sz="2800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⇒</m:t>
                    </m:r>
                    <m:sSub>
                      <m:sSubPr>
                        <m:ctrlPr>
                          <a:rPr lang="en-IN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ax</m:t>
                        </m:r>
                      </m:e>
                      <m:sub>
                        <m:r>
                          <a:rPr lang="en-IN" sz="2800" b="0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IN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IN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by</m:t>
                        </m:r>
                      </m:e>
                      <m:sub>
                        <m:r>
                          <a:rPr lang="en-IN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IN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IN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cz</m:t>
                        </m:r>
                      </m:e>
                      <m:sub>
                        <m:r>
                          <a:rPr lang="en-IN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IN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US" sz="2800" dirty="0">
                    <a:solidFill>
                      <a:srgbClr val="3A4A6A"/>
                    </a:solidFill>
                  </a:rPr>
                  <a:t>   and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ax</m:t>
                        </m:r>
                      </m:e>
                      <m:sub>
                        <m:r>
                          <a:rPr lang="en-IN" sz="2800" b="0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IN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IN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by</m:t>
                        </m:r>
                      </m:e>
                      <m:sub>
                        <m:r>
                          <a:rPr lang="en-IN" sz="2800" b="0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IN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IN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cz</m:t>
                        </m:r>
                      </m:e>
                      <m:sub>
                        <m:r>
                          <a:rPr lang="en-IN" sz="2800" b="0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IN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endParaRPr lang="en-US" sz="2800" dirty="0">
                  <a:solidFill>
                    <a:srgbClr val="002060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7" name="Content Placeholder 4">
                <a:extLst>
                  <a:ext uri="{FF2B5EF4-FFF2-40B4-BE49-F238E27FC236}">
                    <a16:creationId xmlns:a16="http://schemas.microsoft.com/office/drawing/2014/main" id="{89BC98C2-0C25-83A7-7317-0AE96E15140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66096" y="5981398"/>
                <a:ext cx="8404135" cy="540000"/>
              </a:xfrm>
              <a:prstGeom prst="rect">
                <a:avLst/>
              </a:prstGeom>
              <a:blipFill>
                <a:blip r:embed="rId7"/>
                <a:stretch>
                  <a:fillRect t="-6742" b="-32584"/>
                </a:stretch>
              </a:blipFill>
              <a:ln w="12700" cap="flat" cmpd="sng" algn="ctr">
                <a:noFill/>
                <a:prstDash val="solid"/>
                <a:miter lim="800000"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767973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1" grpId="0" animBg="1"/>
      <p:bldP spid="14" grpId="0"/>
      <p:bldP spid="17" grpId="0"/>
    </p:bldLst>
  </p:timing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DA9C9A-DB85-C609-DBFB-F4AC082206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B5ABA484-D2FF-87B3-102A-24F3FB7ADD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91076" y="806601"/>
            <a:ext cx="3401863" cy="1243692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7" name="Content Placeholder 4">
                <a:extLst>
                  <a:ext uri="{FF2B5EF4-FFF2-40B4-BE49-F238E27FC236}">
                    <a16:creationId xmlns:a16="http://schemas.microsoft.com/office/drawing/2014/main" id="{E4C665BA-57CF-5451-648D-7C9C1890836A}"/>
                  </a:ext>
                </a:extLst>
              </p:cNvPr>
              <p:cNvSpPr txBox="1">
                <a:spLocks/>
              </p:cNvSpPr>
              <p:nvPr/>
            </p:nvSpPr>
            <p:spPr>
              <a:xfrm flipH="1">
                <a:off x="-2" y="1559211"/>
                <a:ext cx="2668773" cy="540000"/>
              </a:xfrm>
              <a:prstGeom prst="rect">
                <a:avLst/>
              </a:prstGeom>
              <a:noFill/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vert="horz" lIns="91440" tIns="45720" rIns="91440" bIns="45720" rtlCol="0" anchor="ctr">
                <a:noAutofit/>
              </a:bodyPr>
              <a:lstStyle>
                <a:lvl1pPr marL="265113" indent="-265113" algn="just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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809625" indent="-352425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118745" indent="0" algn="l">
                  <a:lnSpc>
                    <a:spcPct val="115000"/>
                  </a:lnSpc>
                  <a:spcAft>
                    <a:spcPts val="800"/>
                  </a:spcAft>
                  <a:buNone/>
                </a:pPr>
                <a:r>
                  <a:rPr lang="en-US" sz="2800" dirty="0">
                    <a:solidFill>
                      <a:srgbClr val="002060"/>
                    </a:solidFill>
                  </a:rPr>
                  <a:t>Now,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k</m:t>
                    </m:r>
                    <m:r>
                      <a:rPr lang="en-US" sz="2800" dirty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m:rPr>
                        <m:sty m:val="p"/>
                      </m:rPr>
                      <a:rPr lang="en-US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u</m:t>
                    </m:r>
                    <m:r>
                      <a:rPr lang="en-US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US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v</m:t>
                    </m:r>
                  </m:oMath>
                </a14:m>
                <a:endParaRPr lang="en-US" sz="2800" dirty="0">
                  <a:solidFill>
                    <a:srgbClr val="002060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7" name="Content Placeholder 4">
                <a:extLst>
                  <a:ext uri="{FF2B5EF4-FFF2-40B4-BE49-F238E27FC236}">
                    <a16:creationId xmlns:a16="http://schemas.microsoft.com/office/drawing/2014/main" id="{E4C665BA-57CF-5451-648D-7C9C1890836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-2" y="1559211"/>
                <a:ext cx="2668773" cy="540000"/>
              </a:xfrm>
              <a:prstGeom prst="rect">
                <a:avLst/>
              </a:prstGeom>
              <a:blipFill>
                <a:blip r:embed="rId3"/>
                <a:stretch>
                  <a:fillRect l="-228" t="-6818" b="-32955"/>
                </a:stretch>
              </a:blipFill>
              <a:ln w="12700" cap="flat" cmpd="sng" algn="ctr">
                <a:noFill/>
                <a:prstDash val="solid"/>
                <a:miter lim="800000"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D32E79DB-A6B0-384A-EC1C-D960DC85A1C6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IN" dirty="0"/>
                  <a:t>Method:2 </a:t>
                </a:r>
                <a14:m>
                  <m:oMath xmlns:m="http://schemas.openxmlformats.org/officeDocument/2006/math">
                    <m:r>
                      <a:rPr lang="en-IN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⇝</m:t>
                    </m:r>
                  </m:oMath>
                </a14:m>
                <a:r>
                  <a:rPr lang="en-IN" dirty="0"/>
                  <a:t> Example:6(continue)</a:t>
                </a:r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D32E79DB-A6B0-384A-EC1C-D960DC85A1C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4"/>
                <a:stretch>
                  <a:fillRect l="-400" t="-8547" b="-1965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Content Placeholder 4">
                <a:extLst>
                  <a:ext uri="{FF2B5EF4-FFF2-40B4-BE49-F238E27FC236}">
                    <a16:creationId xmlns:a16="http://schemas.microsoft.com/office/drawing/2014/main" id="{C82FBEED-B847-C89F-1D60-94FBE288B6FC}"/>
                  </a:ext>
                </a:extLst>
              </p:cNvPr>
              <p:cNvSpPr txBox="1">
                <a:spLocks/>
              </p:cNvSpPr>
              <p:nvPr/>
            </p:nvSpPr>
            <p:spPr>
              <a:xfrm flipH="1">
                <a:off x="2116110" y="1613124"/>
                <a:ext cx="4664216" cy="544460"/>
              </a:xfrm>
              <a:prstGeom prst="rect">
                <a:avLst/>
              </a:prstGeom>
              <a:noFill/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vert="horz" lIns="91440" tIns="45720" rIns="91440" bIns="45720" rtlCol="0" anchor="ctr">
                <a:noAutofit/>
              </a:bodyPr>
              <a:lstStyle>
                <a:lvl1pPr marL="265113" indent="-265113" algn="just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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809625" indent="-352425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118745" indent="0">
                  <a:lnSpc>
                    <a:spcPct val="115000"/>
                  </a:lnSpc>
                  <a:spcAft>
                    <a:spcPts val="8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k</m:t>
                      </m:r>
                      <m:r>
                        <a:rPr lang="en-US" sz="2800" dirty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⋅</m:t>
                      </m:r>
                      <m:d>
                        <m:dPr>
                          <m:ctrlP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x</m:t>
                              </m:r>
                            </m:e>
                            <m:sub>
                              <m: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y</m:t>
                              </m:r>
                            </m:e>
                            <m:sub>
                              <m: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IN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IN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z</m:t>
                              </m:r>
                            </m:e>
                            <m:sub>
                              <m: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r>
                        <a:rPr lang="en-US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d>
                        <m:dPr>
                          <m:ctrlP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x</m:t>
                              </m:r>
                            </m:e>
                            <m:sub>
                              <m: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y</m:t>
                              </m:r>
                            </m:e>
                            <m:sub>
                              <m: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IN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IN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z</m:t>
                              </m:r>
                            </m:e>
                            <m:sub>
                              <m:r>
                                <a:rPr lang="en-IN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sz="2800" dirty="0">
                  <a:solidFill>
                    <a:srgbClr val="002060"/>
                  </a:solidFill>
                  <a:latin typeface="Cambria Math" panose="02040503050406030204" pitchFamily="18" charset="0"/>
                  <a:ea typeface="Calibri" panose="020F0502020204030204" pitchFamily="34" charset="0"/>
                  <a:cs typeface="Shruti" panose="020B0502040204020203" pitchFamily="34" charset="0"/>
                </a:endParaRPr>
              </a:p>
            </p:txBody>
          </p:sp>
        </mc:Choice>
        <mc:Fallback xmlns="">
          <p:sp>
            <p:nvSpPr>
              <p:cNvPr id="16" name="Content Placeholder 4">
                <a:extLst>
                  <a:ext uri="{FF2B5EF4-FFF2-40B4-BE49-F238E27FC236}">
                    <a16:creationId xmlns:a16="http://schemas.microsoft.com/office/drawing/2014/main" id="{C82FBEED-B847-C89F-1D60-94FBE288B6F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2116110" y="1613124"/>
                <a:ext cx="4664216" cy="54446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 w="12700" cap="flat" cmpd="sng" algn="ctr">
                <a:noFill/>
                <a:prstDash val="solid"/>
                <a:miter lim="800000"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Content Placeholder 4">
                <a:extLst>
                  <a:ext uri="{FF2B5EF4-FFF2-40B4-BE49-F238E27FC236}">
                    <a16:creationId xmlns:a16="http://schemas.microsoft.com/office/drawing/2014/main" id="{8F70D48A-BABB-4984-0E18-1BC7F972FD91}"/>
                  </a:ext>
                </a:extLst>
              </p:cNvPr>
              <p:cNvSpPr txBox="1">
                <a:spLocks/>
              </p:cNvSpPr>
              <p:nvPr/>
            </p:nvSpPr>
            <p:spPr>
              <a:xfrm flipH="1">
                <a:off x="3541" y="3745337"/>
                <a:ext cx="7372069" cy="540000"/>
              </a:xfrm>
              <a:prstGeom prst="rect">
                <a:avLst/>
              </a:prstGeom>
              <a:noFill/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vert="horz" lIns="91440" tIns="45720" rIns="91440" bIns="45720" rtlCol="0" anchor="ctr">
                <a:noAutofit/>
              </a:bodyPr>
              <a:lstStyle>
                <a:lvl1pPr marL="265113" indent="-265113" algn="just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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809625" indent="-352425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118745" indent="0" algn="l">
                  <a:lnSpc>
                    <a:spcPct val="115000"/>
                  </a:lnSpc>
                  <a:spcAft>
                    <a:spcPts val="800"/>
                  </a:spcAft>
                  <a:buNone/>
                </a:pPr>
                <a:r>
                  <a:rPr lang="en-US" sz="2800" dirty="0">
                    <a:solidFill>
                      <a:srgbClr val="002060"/>
                    </a:solidFill>
                  </a:rPr>
                  <a:t>Now,  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800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a</m:t>
                    </m:r>
                    <m:d>
                      <m:dPr>
                        <m:ctrlPr>
                          <a:rPr lang="en-US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k</m:t>
                        </m:r>
                        <m:sSub>
                          <m:sSubPr>
                            <m:ctrlPr>
                              <a:rPr lang="en-US" sz="280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sz="280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x</m:t>
                            </m:r>
                          </m:e>
                          <m:sub>
                            <m:r>
                              <a:rPr lang="en-US" sz="280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sz="280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sz="280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x</m:t>
                            </m:r>
                          </m:e>
                          <m:sub>
                            <m:r>
                              <a:rPr lang="en-US" sz="280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  <m:r>
                      <a:rPr lang="en-IN" sz="2800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800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b</m:t>
                    </m:r>
                    <m:d>
                      <m:dPr>
                        <m:ctrlPr>
                          <a:rPr lang="en-US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k</m:t>
                        </m:r>
                        <m:sSub>
                          <m:sSubPr>
                            <m:ctrlPr>
                              <a:rPr lang="en-US" sz="280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sz="280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y</m:t>
                            </m:r>
                          </m:e>
                          <m:sub>
                            <m:r>
                              <a:rPr lang="en-US" sz="280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sz="280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sz="280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y</m:t>
                            </m:r>
                          </m:e>
                          <m:sub>
                            <m:r>
                              <a:rPr lang="en-US" sz="280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  <m:r>
                      <a:rPr lang="en-IN" sz="2800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800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c</m:t>
                    </m:r>
                    <m:d>
                      <m:dPr>
                        <m:ctrlPr>
                          <a:rPr lang="en-US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k</m:t>
                        </m:r>
                        <m:sSub>
                          <m:sSubPr>
                            <m:ctrlPr>
                              <a:rPr lang="en-IN" sz="280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IN" sz="280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z</m:t>
                            </m:r>
                          </m:e>
                          <m:sub>
                            <m:r>
                              <a:rPr lang="en-US" sz="280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IN" sz="280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IN" sz="280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z</m:t>
                            </m:r>
                          </m:e>
                          <m:sub>
                            <m:r>
                              <a:rPr lang="en-US" sz="280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</m:oMath>
                </a14:m>
                <a:endParaRPr lang="en-US" sz="2800" i="1" dirty="0">
                  <a:solidFill>
                    <a:srgbClr val="002060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4" name="Content Placeholder 4">
                <a:extLst>
                  <a:ext uri="{FF2B5EF4-FFF2-40B4-BE49-F238E27FC236}">
                    <a16:creationId xmlns:a16="http://schemas.microsoft.com/office/drawing/2014/main" id="{8F70D48A-BABB-4984-0E18-1BC7F972FD9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3541" y="3745337"/>
                <a:ext cx="7372069" cy="540000"/>
              </a:xfrm>
              <a:prstGeom prst="rect">
                <a:avLst/>
              </a:prstGeom>
              <a:blipFill>
                <a:blip r:embed="rId6"/>
                <a:stretch>
                  <a:fillRect l="-165" t="-6742" b="-32584"/>
                </a:stretch>
              </a:blipFill>
              <a:ln w="12700" cap="flat" cmpd="sng" algn="ctr">
                <a:noFill/>
                <a:prstDash val="solid"/>
                <a:miter lim="800000"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Content Placeholder 4">
                <a:extLst>
                  <a:ext uri="{FF2B5EF4-FFF2-40B4-BE49-F238E27FC236}">
                    <a16:creationId xmlns:a16="http://schemas.microsoft.com/office/drawing/2014/main" id="{ED931027-FFC8-B682-272D-5B98F55AF66C}"/>
                  </a:ext>
                </a:extLst>
              </p:cNvPr>
              <p:cNvSpPr txBox="1">
                <a:spLocks/>
              </p:cNvSpPr>
              <p:nvPr/>
            </p:nvSpPr>
            <p:spPr>
              <a:xfrm flipH="1">
                <a:off x="2116110" y="2361787"/>
                <a:ext cx="5108715" cy="544460"/>
              </a:xfrm>
              <a:prstGeom prst="rect">
                <a:avLst/>
              </a:prstGeom>
              <a:noFill/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vert="horz" lIns="91440" tIns="45720" rIns="91440" bIns="45720" rtlCol="0" anchor="ctr">
                <a:noAutofit/>
              </a:bodyPr>
              <a:lstStyle>
                <a:lvl1pPr marL="265113" indent="-265113" algn="just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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809625" indent="-352425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118745" indent="0">
                  <a:lnSpc>
                    <a:spcPct val="115000"/>
                  </a:lnSpc>
                  <a:spcAft>
                    <a:spcPts val="8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k</m:t>
                          </m:r>
                          <m:sSub>
                            <m:sSubPr>
                              <m:ctrlPr>
                                <a:rPr lang="en-US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280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x</m:t>
                              </m:r>
                            </m:e>
                            <m:sub>
                              <m:r>
                                <a:rPr lang="en-US" sz="280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x</m:t>
                              </m:r>
                            </m:e>
                            <m:sub>
                              <m: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sz="280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m:rPr>
                              <m:sty m:val="p"/>
                            </m:rP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k</m:t>
                          </m:r>
                          <m:sSub>
                            <m:sSubPr>
                              <m:ctrlPr>
                                <a:rPr lang="en-US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280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y</m:t>
                              </m:r>
                            </m:e>
                            <m:sub>
                              <m:r>
                                <a:rPr lang="en-US" sz="280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y</m:t>
                              </m:r>
                            </m:e>
                            <m:sub>
                              <m: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m:rPr>
                              <m:sty m:val="p"/>
                            </m:rP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k</m:t>
                          </m:r>
                          <m:sSub>
                            <m:sSubPr>
                              <m:ctrlPr>
                                <a:rPr lang="en-IN" sz="2800" b="0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IN" sz="2800" b="0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z</m:t>
                              </m:r>
                            </m:e>
                            <m:sub>
                              <m: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IN" sz="2800" b="0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IN" sz="2800" b="0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z</m:t>
                              </m:r>
                            </m:e>
                            <m:sub>
                              <m: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sz="2800" dirty="0">
                  <a:solidFill>
                    <a:srgbClr val="002060"/>
                  </a:solidFill>
                  <a:latin typeface="Cambria Math" panose="02040503050406030204" pitchFamily="18" charset="0"/>
                  <a:ea typeface="Calibri" panose="020F0502020204030204" pitchFamily="34" charset="0"/>
                  <a:cs typeface="Shruti" panose="020B0502040204020203" pitchFamily="34" charset="0"/>
                </a:endParaRPr>
              </a:p>
            </p:txBody>
          </p:sp>
        </mc:Choice>
        <mc:Fallback xmlns="">
          <p:sp>
            <p:nvSpPr>
              <p:cNvPr id="15" name="Content Placeholder 4">
                <a:extLst>
                  <a:ext uri="{FF2B5EF4-FFF2-40B4-BE49-F238E27FC236}">
                    <a16:creationId xmlns:a16="http://schemas.microsoft.com/office/drawing/2014/main" id="{ED931027-FFC8-B682-272D-5B98F55AF66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2116110" y="2361787"/>
                <a:ext cx="5108715" cy="54446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  <a:ln w="12700" cap="flat" cmpd="sng" algn="ctr">
                <a:noFill/>
                <a:prstDash val="solid"/>
                <a:miter lim="800000"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Content Placeholder 4">
                <a:extLst>
                  <a:ext uri="{FF2B5EF4-FFF2-40B4-BE49-F238E27FC236}">
                    <a16:creationId xmlns:a16="http://schemas.microsoft.com/office/drawing/2014/main" id="{AF84CE8F-E527-AAF2-3148-D9A81E9BA074}"/>
                  </a:ext>
                </a:extLst>
              </p:cNvPr>
              <p:cNvSpPr txBox="1">
                <a:spLocks/>
              </p:cNvSpPr>
              <p:nvPr/>
            </p:nvSpPr>
            <p:spPr>
              <a:xfrm flipH="1">
                <a:off x="-4" y="3055792"/>
                <a:ext cx="8980374" cy="540000"/>
              </a:xfrm>
              <a:prstGeom prst="rect">
                <a:avLst/>
              </a:prstGeom>
              <a:noFill/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vert="horz" lIns="91440" tIns="45720" rIns="91440" bIns="45720" rtlCol="0" anchor="ctr">
                <a:noAutofit/>
              </a:bodyPr>
              <a:lstStyle>
                <a:lvl1pPr marL="265113" indent="-265113" algn="just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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809625" indent="-352425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118745" indent="0" algn="l">
                  <a:lnSpc>
                    <a:spcPct val="115000"/>
                  </a:lnSpc>
                  <a:spcAft>
                    <a:spcPts val="800"/>
                  </a:spcAft>
                  <a:buNone/>
                </a:pPr>
                <a:r>
                  <a:rPr lang="en-US" sz="2800" b="1" dirty="0">
                    <a:solidFill>
                      <a:srgbClr val="FF0000"/>
                    </a:solidFill>
                    <a:latin typeface="+mj-lt"/>
                  </a:rPr>
                  <a:t>To show :   </a:t>
                </a:r>
                <a14:m>
                  <m:oMath xmlns:m="http://schemas.openxmlformats.org/officeDocument/2006/math">
                    <m:r>
                      <a:rPr lang="en-IN" sz="2800" b="1" i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𝐚</m:t>
                    </m:r>
                    <m:d>
                      <m:dPr>
                        <m:ctrlPr>
                          <a:rPr lang="en-US" sz="28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b="1" i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𝐤</m:t>
                        </m:r>
                        <m:sSub>
                          <m:sSubPr>
                            <m:ctrlPr>
                              <a:rPr lang="en-US" sz="2800" b="1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00" b="1" i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𝐱</m:t>
                            </m:r>
                          </m:e>
                          <m:sub>
                            <m:r>
                              <a:rPr lang="en-US" sz="2800" b="1" i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  <m:r>
                          <a:rPr lang="en-US" sz="2800" b="1" i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sz="2800" b="1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00" b="1" i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𝐱</m:t>
                            </m:r>
                          </m:e>
                          <m:sub>
                            <m:r>
                              <a:rPr lang="en-US" sz="2800" b="1" i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b>
                        </m:sSub>
                      </m:e>
                    </m:d>
                    <m:r>
                      <a:rPr lang="en-IN" sz="2800" b="1" i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800" b="1" i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𝐛</m:t>
                    </m:r>
                    <m:d>
                      <m:dPr>
                        <m:ctrlPr>
                          <a:rPr lang="en-US" sz="28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b="1" i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𝐤</m:t>
                        </m:r>
                        <m:sSub>
                          <m:sSubPr>
                            <m:ctrlPr>
                              <a:rPr lang="en-US" sz="2800" b="1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00" b="1" i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𝐲</m:t>
                            </m:r>
                          </m:e>
                          <m:sub>
                            <m:r>
                              <a:rPr lang="en-US" sz="2800" b="1" i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  <m:r>
                          <a:rPr lang="en-US" sz="2800" b="1" i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sz="2800" b="1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00" b="1" i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𝐲</m:t>
                            </m:r>
                          </m:e>
                          <m:sub>
                            <m:r>
                              <a:rPr lang="en-US" sz="2800" b="1" i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b>
                        </m:sSub>
                      </m:e>
                    </m:d>
                    <m:r>
                      <a:rPr lang="en-IN" sz="2800" b="1" i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800" b="1" i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𝐜</m:t>
                    </m:r>
                    <m:d>
                      <m:dPr>
                        <m:ctrlPr>
                          <a:rPr lang="en-US" sz="28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b="1" i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𝐤</m:t>
                        </m:r>
                        <m:sSub>
                          <m:sSubPr>
                            <m:ctrlPr>
                              <a:rPr lang="en-IN" sz="2800" b="1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sz="2800" b="1" i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𝐳</m:t>
                            </m:r>
                          </m:e>
                          <m:sub>
                            <m:r>
                              <a:rPr lang="en-US" sz="2800" b="1" i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  <m:r>
                          <a:rPr lang="en-US" sz="2800" b="1" i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IN" sz="2800" b="1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sz="2800" b="1" i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𝐳</m:t>
                            </m:r>
                          </m:e>
                          <m:sub>
                            <m:r>
                              <a:rPr lang="en-US" sz="2800" b="1" i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b>
                        </m:sSub>
                      </m:e>
                    </m:d>
                    <m:r>
                      <a:rPr lang="en-IN" sz="2800" b="1" i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800" b="1" i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𝟎</m:t>
                    </m:r>
                  </m:oMath>
                </a14:m>
                <a:endParaRPr lang="en-US" sz="28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8" name="Content Placeholder 4">
                <a:extLst>
                  <a:ext uri="{FF2B5EF4-FFF2-40B4-BE49-F238E27FC236}">
                    <a16:creationId xmlns:a16="http://schemas.microsoft.com/office/drawing/2014/main" id="{AF84CE8F-E527-AAF2-3148-D9A81E9BA07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-4" y="3055792"/>
                <a:ext cx="8980374" cy="540000"/>
              </a:xfrm>
              <a:prstGeom prst="rect">
                <a:avLst/>
              </a:prstGeom>
              <a:blipFill>
                <a:blip r:embed="rId8"/>
                <a:stretch>
                  <a:fillRect l="-68" t="-6742" b="-32584"/>
                </a:stretch>
              </a:blipFill>
              <a:ln w="12700" cap="flat" cmpd="sng" algn="ctr">
                <a:noFill/>
                <a:prstDash val="solid"/>
                <a:miter lim="800000"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Content Placeholder 4">
                <a:extLst>
                  <a:ext uri="{FF2B5EF4-FFF2-40B4-BE49-F238E27FC236}">
                    <a16:creationId xmlns:a16="http://schemas.microsoft.com/office/drawing/2014/main" id="{A01E423D-AE9F-3F28-6697-8D85DD12835C}"/>
                  </a:ext>
                </a:extLst>
              </p:cNvPr>
              <p:cNvSpPr txBox="1">
                <a:spLocks/>
              </p:cNvSpPr>
              <p:nvPr/>
            </p:nvSpPr>
            <p:spPr>
              <a:xfrm flipH="1">
                <a:off x="-1" y="865206"/>
                <a:ext cx="5615190" cy="540000"/>
              </a:xfrm>
              <a:prstGeom prst="rect">
                <a:avLst/>
              </a:prstGeom>
              <a:gradFill>
                <a:gsLst>
                  <a:gs pos="10000">
                    <a:srgbClr val="0E47A1"/>
                  </a:gs>
                  <a:gs pos="100000">
                    <a:srgbClr val="03A9F5"/>
                  </a:gs>
                </a:gsLst>
                <a:lin ang="10800000" scaled="1"/>
              </a:gradFill>
              <a:ln>
                <a:noFill/>
              </a:ln>
            </p:spPr>
            <p:txBody>
              <a:bodyPr vert="horz" wrap="square" lIns="91440" tIns="45720" rIns="91440" bIns="45720" numCol="1" anchor="ctr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algn="ctr">
                  <a:defRPr sz="2800">
                    <a:solidFill>
                      <a:schemeClr val="bg1"/>
                    </a:solidFill>
                  </a:defRPr>
                </a:lvl1pPr>
                <a:lvl2pPr>
                  <a:defRPr>
                    <a:solidFill>
                      <a:schemeClr val="tx1"/>
                    </a:solidFill>
                  </a:defRPr>
                </a:lvl2pPr>
                <a:lvl3pPr>
                  <a:defRPr>
                    <a:solidFill>
                      <a:schemeClr val="tx1"/>
                    </a:solidFill>
                  </a:defRPr>
                </a:lvl3pPr>
                <a:lvl4pPr>
                  <a:defRPr>
                    <a:solidFill>
                      <a:schemeClr val="tx1"/>
                    </a:solidFill>
                  </a:defRPr>
                </a:lvl4pPr>
                <a:lvl5pPr>
                  <a:defRPr>
                    <a:solidFill>
                      <a:schemeClr val="tx1"/>
                    </a:solidFill>
                  </a:defRPr>
                </a:lvl5pPr>
                <a:lvl6pPr>
                  <a:defRPr>
                    <a:solidFill>
                      <a:schemeClr val="tx1"/>
                    </a:solidFill>
                  </a:defRPr>
                </a:lvl6pPr>
                <a:lvl7pPr>
                  <a:defRPr>
                    <a:solidFill>
                      <a:schemeClr val="tx1"/>
                    </a:solidFill>
                  </a:defRPr>
                </a:lvl7pPr>
                <a:lvl8pPr>
                  <a:defRPr>
                    <a:solidFill>
                      <a:schemeClr val="tx1"/>
                    </a:solidFill>
                  </a:defRPr>
                </a:lvl8pPr>
                <a:lvl9pPr>
                  <a:defRPr>
                    <a:solidFill>
                      <a:schemeClr val="tx1"/>
                    </a:solidFill>
                  </a:defRPr>
                </a:lvl9pPr>
              </a:lstStyle>
              <a:p>
                <a:pPr marL="118745" lvl="0" algn="l">
                  <a:lnSpc>
                    <a:spcPct val="115000"/>
                  </a:lnSpc>
                  <a:spcAft>
                    <a:spcPts val="800"/>
                  </a:spcAft>
                </a:pPr>
                <a:r>
                  <a:rPr lang="en-US" b="1" dirty="0"/>
                  <a:t>Axiom : </a:t>
                </a:r>
                <a14:m>
                  <m:oMath xmlns:m="http://schemas.openxmlformats.org/officeDocument/2006/math">
                    <m:r>
                      <a:rPr lang="en-US" b="1" i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𝐤</m:t>
                    </m:r>
                    <m:r>
                      <a:rPr lang="en-US" b="1" i="1" dirty="0">
                        <a:latin typeface="Cambria Math" panose="02040503050406030204" pitchFamily="18" charset="0"/>
                      </a:rPr>
                      <m:t>⋅</m:t>
                    </m:r>
                    <m:r>
                      <a:rPr lang="en-US" b="1" i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𝐮</m:t>
                    </m:r>
                    <m:r>
                      <a:rPr lang="en-US" b="1" i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1" i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𝐯</m:t>
                    </m:r>
                    <m:r>
                      <a:rPr lang="en-US" b="1" i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b="1" i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𝐕</m:t>
                    </m:r>
                    <m:r>
                      <a:rPr lang="en-US" b="1" i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en-US" b="1" dirty="0">
                  <a:solidFill>
                    <a:srgbClr val="002060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9" name="Content Placeholder 4">
                <a:extLst>
                  <a:ext uri="{FF2B5EF4-FFF2-40B4-BE49-F238E27FC236}">
                    <a16:creationId xmlns:a16="http://schemas.microsoft.com/office/drawing/2014/main" id="{A01E423D-AE9F-3F28-6697-8D85DD12835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-1" y="865206"/>
                <a:ext cx="5615190" cy="540000"/>
              </a:xfrm>
              <a:prstGeom prst="rect">
                <a:avLst/>
              </a:prstGeom>
              <a:blipFill>
                <a:blip r:embed="rId9"/>
                <a:stretch>
                  <a:fillRect l="-109" t="-6742" b="-31461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Content Placeholder 4">
                <a:extLst>
                  <a:ext uri="{FF2B5EF4-FFF2-40B4-BE49-F238E27FC236}">
                    <a16:creationId xmlns:a16="http://schemas.microsoft.com/office/drawing/2014/main" id="{6C0705E2-CC93-FA7F-DA27-D66E0C395D62}"/>
                  </a:ext>
                </a:extLst>
              </p:cNvPr>
              <p:cNvSpPr txBox="1">
                <a:spLocks/>
              </p:cNvSpPr>
              <p:nvPr/>
            </p:nvSpPr>
            <p:spPr>
              <a:xfrm flipH="1">
                <a:off x="583192" y="4443802"/>
                <a:ext cx="6503406" cy="540000"/>
              </a:xfrm>
              <a:prstGeom prst="rect">
                <a:avLst/>
              </a:prstGeom>
              <a:noFill/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vert="horz" lIns="91440" tIns="45720" rIns="91440" bIns="45720" rtlCol="0" anchor="ctr">
                <a:noAutofit/>
              </a:bodyPr>
              <a:lstStyle>
                <a:lvl1pPr marL="265113" indent="-265113" algn="just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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809625" indent="-352425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118745" indent="0" algn="l">
                  <a:lnSpc>
                    <a:spcPct val="115000"/>
                  </a:lnSpc>
                  <a:spcAft>
                    <a:spcPts val="8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IN" sz="2800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a</m:t>
                      </m:r>
                      <m:r>
                        <m:rPr>
                          <m:sty m:val="p"/>
                        </m:rPr>
                        <a:rPr lang="en-US" sz="2800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k</m:t>
                      </m:r>
                      <m:sSub>
                        <m:sSubPr>
                          <m:ctrlP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x</m:t>
                          </m:r>
                        </m:e>
                        <m:sub>
                          <m: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2800" i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m:rPr>
                          <m:sty m:val="p"/>
                        </m:rPr>
                        <a:rPr lang="en-IN" sz="2800" i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a</m:t>
                      </m:r>
                      <m:sSub>
                        <m:sSubPr>
                          <m:ctrlP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80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x</m:t>
                          </m:r>
                        </m:e>
                        <m:sub>
                          <m:r>
                            <a:rPr lang="en-US" sz="280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IN" sz="2800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m:rPr>
                          <m:sty m:val="p"/>
                        </m:rPr>
                        <a:rPr lang="en-IN" sz="2800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bk</m:t>
                      </m:r>
                      <m:sSub>
                        <m:sSubPr>
                          <m:ctrlP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80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y</m:t>
                          </m:r>
                        </m:e>
                        <m:sub>
                          <m:r>
                            <a:rPr lang="en-US" sz="280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m:rPr>
                          <m:sty m:val="p"/>
                        </m:rP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b</m:t>
                      </m:r>
                      <m:sSub>
                        <m:sSubPr>
                          <m:ctrlP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80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y</m:t>
                          </m:r>
                        </m:e>
                        <m:sub>
                          <m:r>
                            <a:rPr lang="en-US" sz="280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IN" sz="2800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m:rPr>
                          <m:sty m:val="p"/>
                        </m:rPr>
                        <a:rPr lang="en-IN" sz="2800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ck</m:t>
                      </m:r>
                      <m:sSub>
                        <m:sSub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z</m:t>
                          </m:r>
                        </m:e>
                        <m:sub>
                          <m: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m:rPr>
                          <m:sty m:val="p"/>
                        </m:rPr>
                        <a:rPr lang="en-IN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c</m:t>
                      </m:r>
                      <m:sSub>
                        <m:sSub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IN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z</m:t>
                          </m:r>
                        </m:e>
                        <m:sub>
                          <m: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sz="2800" dirty="0">
                  <a:solidFill>
                    <a:srgbClr val="002060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20" name="Content Placeholder 4">
                <a:extLst>
                  <a:ext uri="{FF2B5EF4-FFF2-40B4-BE49-F238E27FC236}">
                    <a16:creationId xmlns:a16="http://schemas.microsoft.com/office/drawing/2014/main" id="{6C0705E2-CC93-FA7F-DA27-D66E0C395D6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583192" y="4443802"/>
                <a:ext cx="6503406" cy="540000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  <a:ln w="12700" cap="flat" cmpd="sng" algn="ctr">
                <a:noFill/>
                <a:prstDash val="solid"/>
                <a:miter lim="800000"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Content Placeholder 4">
                <a:extLst>
                  <a:ext uri="{FF2B5EF4-FFF2-40B4-BE49-F238E27FC236}">
                    <a16:creationId xmlns:a16="http://schemas.microsoft.com/office/drawing/2014/main" id="{36808058-3EC5-3579-9AAA-82B4418ED0D9}"/>
                  </a:ext>
                </a:extLst>
              </p:cNvPr>
              <p:cNvSpPr txBox="1">
                <a:spLocks/>
              </p:cNvSpPr>
              <p:nvPr/>
            </p:nvSpPr>
            <p:spPr>
              <a:xfrm flipH="1">
                <a:off x="574684" y="5114310"/>
                <a:ext cx="3679789" cy="540000"/>
              </a:xfrm>
              <a:prstGeom prst="rect">
                <a:avLst/>
              </a:prstGeom>
              <a:noFill/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vert="horz" lIns="91440" tIns="45720" rIns="91440" bIns="45720" rtlCol="0" anchor="ctr">
                <a:noAutofit/>
              </a:bodyPr>
              <a:lstStyle>
                <a:lvl1pPr marL="265113" indent="-265113" algn="just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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809625" indent="-352425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118745" indent="0" algn="l">
                  <a:lnSpc>
                    <a:spcPct val="115000"/>
                  </a:lnSpc>
                  <a:spcAft>
                    <a:spcPts val="8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k</m:t>
                      </m:r>
                      <m:d>
                        <m:dPr>
                          <m:ctrlP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ax</m:t>
                              </m:r>
                            </m:e>
                            <m:sub>
                              <m: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by</m:t>
                              </m:r>
                            </m:e>
                            <m:sub>
                              <m: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cz</m:t>
                              </m:r>
                            </m:e>
                            <m:sub>
                              <m: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sz="2800" dirty="0">
                  <a:solidFill>
                    <a:srgbClr val="002060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21" name="Content Placeholder 4">
                <a:extLst>
                  <a:ext uri="{FF2B5EF4-FFF2-40B4-BE49-F238E27FC236}">
                    <a16:creationId xmlns:a16="http://schemas.microsoft.com/office/drawing/2014/main" id="{36808058-3EC5-3579-9AAA-82B4418ED0D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574684" y="5114310"/>
                <a:ext cx="3679789" cy="540000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  <a:ln w="12700" cap="flat" cmpd="sng" algn="ctr">
                <a:noFill/>
                <a:prstDash val="solid"/>
                <a:miter lim="800000"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Content Placeholder 4">
                <a:extLst>
                  <a:ext uri="{FF2B5EF4-FFF2-40B4-BE49-F238E27FC236}">
                    <a16:creationId xmlns:a16="http://schemas.microsoft.com/office/drawing/2014/main" id="{3D4FA6A2-4536-95D8-ED58-8F435F82D6B8}"/>
                  </a:ext>
                </a:extLst>
              </p:cNvPr>
              <p:cNvSpPr txBox="1">
                <a:spLocks/>
              </p:cNvSpPr>
              <p:nvPr/>
            </p:nvSpPr>
            <p:spPr>
              <a:xfrm flipH="1">
                <a:off x="-1" y="5802574"/>
                <a:ext cx="3174858" cy="540000"/>
              </a:xfrm>
              <a:prstGeom prst="rect">
                <a:avLst/>
              </a:prstGeom>
              <a:noFill/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vert="horz" lIns="91440" tIns="45720" rIns="91440" bIns="45720" rtlCol="0" anchor="ctr">
                <a:noAutofit/>
              </a:bodyPr>
              <a:lstStyle>
                <a:lvl1pPr marL="265113" indent="-265113" algn="just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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809625" indent="-352425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118745" indent="0" algn="l">
                  <a:lnSpc>
                    <a:spcPct val="115000"/>
                  </a:lnSpc>
                  <a:spcAft>
                    <a:spcPts val="800"/>
                  </a:spcAft>
                  <a:buNone/>
                </a:pPr>
                <a:r>
                  <a:rPr lang="en-US" sz="2800" dirty="0">
                    <a:solidFill>
                      <a:srgbClr val="002060"/>
                    </a:solidFill>
                  </a:rPr>
                  <a:t>So, 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k</m:t>
                    </m:r>
                    <m:r>
                      <a:rPr lang="en-US" sz="2800" dirty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m:rPr>
                        <m:sty m:val="p"/>
                      </m:rPr>
                      <a:rPr lang="en-US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u</m:t>
                    </m:r>
                    <m:r>
                      <a:rPr lang="en-US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US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v</m:t>
                    </m:r>
                    <m:r>
                      <a:rPr lang="en-US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W</m:t>
                    </m:r>
                  </m:oMath>
                </a14:m>
                <a:r>
                  <a:rPr lang="en-US" sz="2800" dirty="0">
                    <a:solidFill>
                      <a:srgbClr val="002060"/>
                    </a:solidFill>
                    <a:latin typeface="Cambria Math" panose="02040503050406030204" pitchFamily="18" charset="0"/>
                  </a:rPr>
                  <a:t>.</a:t>
                </a:r>
              </a:p>
            </p:txBody>
          </p:sp>
        </mc:Choice>
        <mc:Fallback xmlns="">
          <p:sp>
            <p:nvSpPr>
              <p:cNvPr id="22" name="Content Placeholder 4">
                <a:extLst>
                  <a:ext uri="{FF2B5EF4-FFF2-40B4-BE49-F238E27FC236}">
                    <a16:creationId xmlns:a16="http://schemas.microsoft.com/office/drawing/2014/main" id="{3D4FA6A2-4536-95D8-ED58-8F435F82D6B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-1" y="5802574"/>
                <a:ext cx="3174858" cy="540000"/>
              </a:xfrm>
              <a:prstGeom prst="rect">
                <a:avLst/>
              </a:prstGeom>
              <a:blipFill>
                <a:blip r:embed="rId12"/>
                <a:stretch>
                  <a:fillRect l="-192" t="-9091" b="-32955"/>
                </a:stretch>
              </a:blipFill>
              <a:ln w="12700" cap="flat" cmpd="sng" algn="ctr">
                <a:noFill/>
                <a:prstDash val="solid"/>
                <a:miter lim="800000"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Content Placeholder 4">
                <a:extLst>
                  <a:ext uri="{FF2B5EF4-FFF2-40B4-BE49-F238E27FC236}">
                    <a16:creationId xmlns:a16="http://schemas.microsoft.com/office/drawing/2014/main" id="{BD5AAA56-83F2-3198-8C2E-276620C745B0}"/>
                  </a:ext>
                </a:extLst>
              </p:cNvPr>
              <p:cNvSpPr txBox="1">
                <a:spLocks/>
              </p:cNvSpPr>
              <p:nvPr/>
            </p:nvSpPr>
            <p:spPr>
              <a:xfrm flipH="1">
                <a:off x="3893182" y="5111873"/>
                <a:ext cx="3292154" cy="540000"/>
              </a:xfrm>
              <a:prstGeom prst="rect">
                <a:avLst/>
              </a:prstGeom>
              <a:noFill/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vert="horz" lIns="91440" tIns="45720" rIns="91440" bIns="45720" rtlCol="0" anchor="ctr">
                <a:noAutofit/>
              </a:bodyPr>
              <a:lstStyle>
                <a:lvl1pPr marL="265113" indent="-265113" algn="just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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809625" indent="-352425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118745" indent="0" algn="l">
                  <a:lnSpc>
                    <a:spcPct val="115000"/>
                  </a:lnSpc>
                  <a:spcAft>
                    <a:spcPts val="8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+ </m:t>
                      </m:r>
                      <m:r>
                        <m:rPr>
                          <m:sty m:val="p"/>
                        </m:rPr>
                        <a:rPr lang="en-IN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a</m:t>
                      </m:r>
                      <m:sSub>
                        <m:sSubPr>
                          <m:ctrlP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x</m:t>
                          </m:r>
                        </m:e>
                        <m:sub>
                          <m: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IN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m:rPr>
                          <m:sty m:val="p"/>
                        </m:rPr>
                        <a:rPr lang="en-IN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b</m:t>
                      </m:r>
                      <m:sSub>
                        <m:sSubPr>
                          <m:ctrlP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y</m:t>
                          </m:r>
                        </m:e>
                        <m:sub>
                          <m: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m:rPr>
                          <m:sty m:val="p"/>
                        </m:rPr>
                        <a:rPr lang="en-IN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c</m:t>
                      </m:r>
                      <m:sSub>
                        <m:sSub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IN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z</m:t>
                          </m:r>
                        </m:e>
                        <m:sub>
                          <m: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sz="2800" dirty="0">
                  <a:solidFill>
                    <a:srgbClr val="002060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28" name="Content Placeholder 4">
                <a:extLst>
                  <a:ext uri="{FF2B5EF4-FFF2-40B4-BE49-F238E27FC236}">
                    <a16:creationId xmlns:a16="http://schemas.microsoft.com/office/drawing/2014/main" id="{BD5AAA56-83F2-3198-8C2E-276620C745B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3893182" y="5111873"/>
                <a:ext cx="3292154" cy="540000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  <a:ln w="12700" cap="flat" cmpd="sng" algn="ctr">
                <a:noFill/>
                <a:prstDash val="solid"/>
                <a:miter lim="800000"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Content Placeholder 4">
                <a:extLst>
                  <a:ext uri="{FF2B5EF4-FFF2-40B4-BE49-F238E27FC236}">
                    <a16:creationId xmlns:a16="http://schemas.microsoft.com/office/drawing/2014/main" id="{466EBE5D-E480-300A-2541-C35A347E8F03}"/>
                  </a:ext>
                </a:extLst>
              </p:cNvPr>
              <p:cNvSpPr txBox="1">
                <a:spLocks/>
              </p:cNvSpPr>
              <p:nvPr/>
            </p:nvSpPr>
            <p:spPr>
              <a:xfrm flipH="1">
                <a:off x="8435104" y="5101290"/>
                <a:ext cx="826815" cy="540000"/>
              </a:xfrm>
              <a:prstGeom prst="rect">
                <a:avLst/>
              </a:prstGeom>
              <a:noFill/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vert="horz" lIns="91440" tIns="45720" rIns="91440" bIns="45720" rtlCol="0" anchor="ctr">
                <a:noAutofit/>
              </a:bodyPr>
              <a:lstStyle>
                <a:lvl1pPr marL="265113" indent="-265113" algn="just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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809625" indent="-352425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118745" indent="0" algn="l">
                  <a:lnSpc>
                    <a:spcPct val="115000"/>
                  </a:lnSpc>
                  <a:spcAft>
                    <a:spcPts val="8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US" sz="2800" dirty="0">
                  <a:solidFill>
                    <a:srgbClr val="002060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29" name="Content Placeholder 4">
                <a:extLst>
                  <a:ext uri="{FF2B5EF4-FFF2-40B4-BE49-F238E27FC236}">
                    <a16:creationId xmlns:a16="http://schemas.microsoft.com/office/drawing/2014/main" id="{466EBE5D-E480-300A-2541-C35A347E8F0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8435104" y="5101290"/>
                <a:ext cx="826815" cy="540000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  <a:ln w="12700" cap="flat" cmpd="sng" algn="ctr">
                <a:noFill/>
                <a:prstDash val="solid"/>
                <a:miter lim="800000"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Content Placeholder 4">
                <a:extLst>
                  <a:ext uri="{FF2B5EF4-FFF2-40B4-BE49-F238E27FC236}">
                    <a16:creationId xmlns:a16="http://schemas.microsoft.com/office/drawing/2014/main" id="{7E7936FE-EC87-27C6-1C46-F4060965A27E}"/>
                  </a:ext>
                </a:extLst>
              </p:cNvPr>
              <p:cNvSpPr txBox="1">
                <a:spLocks/>
              </p:cNvSpPr>
              <p:nvPr/>
            </p:nvSpPr>
            <p:spPr>
              <a:xfrm flipH="1">
                <a:off x="2770317" y="5798388"/>
                <a:ext cx="5214739" cy="540000"/>
              </a:xfrm>
              <a:prstGeom prst="rect">
                <a:avLst/>
              </a:prstGeom>
              <a:noFill/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vert="horz" lIns="91440" tIns="45720" rIns="91440" bIns="45720" rtlCol="0" anchor="ctr">
                <a:noAutofit/>
              </a:bodyPr>
              <a:lstStyle>
                <a:lvl1pPr marL="265113" indent="-265113" algn="just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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809625" indent="-352425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118745" indent="0" algn="l">
                  <a:lnSpc>
                    <a:spcPct val="115000"/>
                  </a:lnSpc>
                  <a:spcAft>
                    <a:spcPts val="800"/>
                  </a:spcAft>
                  <a:buNone/>
                </a:pPr>
                <a:r>
                  <a:rPr lang="en-US" sz="2800" dirty="0">
                    <a:solidFill>
                      <a:srgbClr val="002060"/>
                    </a:solidFill>
                  </a:rPr>
                  <a:t>Hence,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W</m:t>
                    </m:r>
                  </m:oMath>
                </a14:m>
                <a:r>
                  <a:rPr lang="en-US" sz="2800" dirty="0">
                    <a:solidFill>
                      <a:srgbClr val="002060"/>
                    </a:solidFill>
                    <a:latin typeface="Cambria Math" panose="02040503050406030204" pitchFamily="18" charset="0"/>
                  </a:rPr>
                  <a:t> </a:t>
                </a:r>
                <a:r>
                  <a:rPr lang="en-US" sz="2800" i="0" dirty="0">
                    <a:solidFill>
                      <a:srgbClr val="002060"/>
                    </a:solidFill>
                    <a:latin typeface="+mj-lt"/>
                  </a:rPr>
                  <a:t>is a subspace </a:t>
                </a:r>
                <a:r>
                  <a:rPr lang="en-US" sz="2800" dirty="0">
                    <a:solidFill>
                      <a:srgbClr val="002060"/>
                    </a:solidFill>
                  </a:rPr>
                  <a:t>of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IN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IN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n-IN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lang="en-US" sz="2800" i="0" dirty="0">
                    <a:solidFill>
                      <a:srgbClr val="002060"/>
                    </a:solidFill>
                    <a:latin typeface="+mj-lt"/>
                  </a:rPr>
                  <a:t>.</a:t>
                </a:r>
                <a:endParaRPr lang="en-US" sz="2800" dirty="0">
                  <a:solidFill>
                    <a:srgbClr val="002060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30" name="Content Placeholder 4">
                <a:extLst>
                  <a:ext uri="{FF2B5EF4-FFF2-40B4-BE49-F238E27FC236}">
                    <a16:creationId xmlns:a16="http://schemas.microsoft.com/office/drawing/2014/main" id="{7E7936FE-EC87-27C6-1C46-F4060965A27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2770317" y="5798388"/>
                <a:ext cx="5214739" cy="540000"/>
              </a:xfrm>
              <a:prstGeom prst="rect">
                <a:avLst/>
              </a:prstGeom>
              <a:blipFill>
                <a:blip r:embed="rId17"/>
                <a:stretch>
                  <a:fillRect l="-117" t="-6742" b="-32584"/>
                </a:stretch>
              </a:blipFill>
              <a:ln w="12700" cap="flat" cmpd="sng" algn="ctr">
                <a:noFill/>
                <a:prstDash val="solid"/>
                <a:miter lim="800000"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39A4DA9E-4078-B405-C9E3-E663D6905D7C}"/>
              </a:ext>
            </a:extLst>
          </p:cNvPr>
          <p:cNvCxnSpPr/>
          <p:nvPr/>
        </p:nvCxnSpPr>
        <p:spPr>
          <a:xfrm>
            <a:off x="1119876" y="4967378"/>
            <a:ext cx="720000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D7655847-7F2C-EB09-F3EF-531EAEB2A454}"/>
              </a:ext>
            </a:extLst>
          </p:cNvPr>
          <p:cNvCxnSpPr/>
          <p:nvPr/>
        </p:nvCxnSpPr>
        <p:spPr>
          <a:xfrm>
            <a:off x="3174858" y="4967378"/>
            <a:ext cx="720000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961C0989-71BD-1F3F-5762-77023538FA85}"/>
              </a:ext>
            </a:extLst>
          </p:cNvPr>
          <p:cNvCxnSpPr/>
          <p:nvPr/>
        </p:nvCxnSpPr>
        <p:spPr>
          <a:xfrm>
            <a:off x="5291864" y="4967924"/>
            <a:ext cx="720000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Content Placeholder 4">
                <a:extLst>
                  <a:ext uri="{FF2B5EF4-FFF2-40B4-BE49-F238E27FC236}">
                    <a16:creationId xmlns:a16="http://schemas.microsoft.com/office/drawing/2014/main" id="{44C125B2-BD10-4409-A683-7D048FADC079}"/>
                  </a:ext>
                </a:extLst>
              </p:cNvPr>
              <p:cNvSpPr txBox="1">
                <a:spLocks/>
              </p:cNvSpPr>
              <p:nvPr/>
            </p:nvSpPr>
            <p:spPr>
              <a:xfrm flipH="1">
                <a:off x="6720863" y="5107687"/>
                <a:ext cx="2259506" cy="540000"/>
              </a:xfrm>
              <a:prstGeom prst="rect">
                <a:avLst/>
              </a:prstGeom>
              <a:noFill/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vert="horz" lIns="91440" tIns="45720" rIns="91440" bIns="45720" rtlCol="0" anchor="ctr">
                <a:noAutofit/>
              </a:bodyPr>
              <a:lstStyle>
                <a:lvl1pPr marL="265113" indent="-265113" algn="just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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809625" indent="-352425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118745" indent="0" algn="l">
                  <a:lnSpc>
                    <a:spcPct val="115000"/>
                  </a:lnSpc>
                  <a:spcAft>
                    <a:spcPts val="8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k</m:t>
                      </m:r>
                      <m:d>
                        <m:dPr>
                          <m:ctrlPr>
                            <a:rPr lang="en-US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d>
                      <m:r>
                        <a:rPr lang="en-US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+0</m:t>
                      </m:r>
                    </m:oMath>
                  </m:oMathPara>
                </a14:m>
                <a:endParaRPr lang="en-US" sz="2800" dirty="0">
                  <a:solidFill>
                    <a:srgbClr val="002060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23" name="Content Placeholder 4">
                <a:extLst>
                  <a:ext uri="{FF2B5EF4-FFF2-40B4-BE49-F238E27FC236}">
                    <a16:creationId xmlns:a16="http://schemas.microsoft.com/office/drawing/2014/main" id="{44C125B2-BD10-4409-A683-7D048FADC07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6720863" y="5107687"/>
                <a:ext cx="2259506" cy="540000"/>
              </a:xfrm>
              <a:prstGeom prst="rect">
                <a:avLst/>
              </a:prstGeom>
              <a:blipFill>
                <a:blip r:embed="rId18"/>
                <a:stretch>
                  <a:fillRect/>
                </a:stretch>
              </a:blipFill>
              <a:ln w="12700" cap="flat" cmpd="sng" algn="ctr">
                <a:noFill/>
                <a:prstDash val="solid"/>
                <a:miter lim="800000"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504706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500"/>
                            </p:stCondLst>
                            <p:childTnLst>
                              <p:par>
                                <p:cTn id="3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1000"/>
                            </p:stCondLst>
                            <p:childTnLst>
                              <p:par>
                                <p:cTn id="3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6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6" grpId="0"/>
      <p:bldP spid="14" grpId="0"/>
      <p:bldP spid="15" grpId="0"/>
      <p:bldP spid="18" grpId="0"/>
      <p:bldP spid="20" grpId="0"/>
      <p:bldP spid="21" grpId="0"/>
      <p:bldP spid="22" grpId="0"/>
      <p:bldP spid="28" grpId="0"/>
      <p:bldP spid="29" grpId="0"/>
      <p:bldP spid="30" grpId="0"/>
      <p:bldP spid="23" grpId="0"/>
    </p:bldLst>
  </p:timing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CD6824-A87F-7DBB-7757-D9C4535294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BABF43AA-D4D8-E164-3107-115656B7EA70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IN" dirty="0"/>
                  <a:t>Method:2 </a:t>
                </a:r>
                <a14:m>
                  <m:oMath xmlns:m="http://schemas.openxmlformats.org/officeDocument/2006/math">
                    <m:r>
                      <a:rPr lang="en-IN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⇝</m:t>
                    </m:r>
                  </m:oMath>
                </a14:m>
                <a:r>
                  <a:rPr lang="en-IN" dirty="0"/>
                  <a:t> Example:11</a:t>
                </a:r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BABF43AA-D4D8-E164-3107-115656B7EA7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400" t="-8547" b="-1965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Content Placeholder 4">
            <a:extLst>
              <a:ext uri="{FF2B5EF4-FFF2-40B4-BE49-F238E27FC236}">
                <a16:creationId xmlns:a16="http://schemas.microsoft.com/office/drawing/2014/main" id="{315C5BC5-8B35-1FF8-7371-9FEEFC96D666}"/>
              </a:ext>
            </a:extLst>
          </p:cNvPr>
          <p:cNvSpPr txBox="1">
            <a:spLocks/>
          </p:cNvSpPr>
          <p:nvPr/>
        </p:nvSpPr>
        <p:spPr>
          <a:xfrm>
            <a:off x="205273" y="800163"/>
            <a:ext cx="1558214" cy="522081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marL="265113" indent="-265113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Wingdings 3" panose="05040102010807070707" pitchFamily="18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9625" indent="-352425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 3" panose="05040102010807070707" pitchFamily="18" charset="2"/>
              <a:buChar char="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endParaRPr lang="en-IN" sz="2800" dirty="0">
              <a:solidFill>
                <a:schemeClr val="tx2"/>
              </a:solidFill>
            </a:endParaRP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E2F3A2FF-0D79-2136-CBB5-EE2ECCF5F124}"/>
              </a:ext>
            </a:extLst>
          </p:cNvPr>
          <p:cNvSpPr/>
          <p:nvPr/>
        </p:nvSpPr>
        <p:spPr>
          <a:xfrm>
            <a:off x="122278" y="1633060"/>
            <a:ext cx="1450657" cy="468000"/>
          </a:xfrm>
          <a:prstGeom prst="roundRect">
            <a:avLst/>
          </a:prstGeom>
          <a:gradFill>
            <a:gsLst>
              <a:gs pos="10000">
                <a:srgbClr val="0E47A1"/>
              </a:gs>
              <a:gs pos="100000">
                <a:srgbClr val="03A9F5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en-IN" sz="2800" dirty="0">
                <a:solidFill>
                  <a:schemeClr val="bg1"/>
                </a:solidFill>
              </a:rPr>
              <a:t>Solution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4" name="Content Placeholder 4">
                <a:extLst>
                  <a:ext uri="{FF2B5EF4-FFF2-40B4-BE49-F238E27FC236}">
                    <a16:creationId xmlns:a16="http://schemas.microsoft.com/office/drawing/2014/main" id="{CBFBA230-D589-B0D7-B158-9952C916D7D6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604480" y="509009"/>
                <a:ext cx="10844580" cy="1124274"/>
              </a:xfrm>
              <a:prstGeom prst="rect">
                <a:avLst/>
              </a:prstGeom>
              <a:noFill/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vert="horz" lIns="91440" tIns="45720" rIns="91440" bIns="45720" rtlCol="0" anchor="ctr">
                <a:noAutofit/>
              </a:bodyPr>
              <a:lstStyle>
                <a:lvl1pPr marL="265113" indent="-265113" algn="just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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809625" indent="-352425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 algn="l">
                  <a:lnSpc>
                    <a:spcPct val="150000"/>
                  </a:lnSpc>
                  <a:buNone/>
                </a:pPr>
                <a:r>
                  <a:rPr lang="en-US" sz="2800" dirty="0">
                    <a:solidFill>
                      <a:srgbClr val="002060"/>
                    </a:solidFill>
                    <a:latin typeface="+mj-lt"/>
                  </a:rPr>
                  <a:t>Prove that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W</m:t>
                    </m:r>
                    <m:r>
                      <a:rPr lang="en-IN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IN" sz="28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800" b="0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en-IN" sz="2800" b="0" i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800" b="0" i="0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 </m:t>
                            </m:r>
                            <m:m>
                              <m:mPr>
                                <m:mcs>
                                  <m:mc>
                                    <m:mcPr>
                                      <m:count m:val="2"/>
                                      <m:mcJc m:val="center"/>
                                    </m:mcPr>
                                  </m:mc>
                                </m:mcs>
                                <m:ctrlPr>
                                  <a:rPr lang="en-IN" sz="2800" i="1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mPr>
                              <m:mr>
                                <m:e>
                                  <m:r>
                                    <m:rPr>
                                      <m:sty m:val="p"/>
                                    </m:rPr>
                                    <a:rPr lang="en-IN" sz="280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a</m:t>
                                  </m:r>
                                </m:e>
                                <m:e>
                                  <m:r>
                                    <m:rPr>
                                      <m:sty m:val="p"/>
                                    </m:rPr>
                                    <a:rPr lang="en-IN" sz="280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b</m:t>
                                  </m:r>
                                </m:e>
                              </m:mr>
                              <m:mr>
                                <m:e>
                                  <m:r>
                                    <m:rPr>
                                      <m:sty m:val="p"/>
                                    </m:rPr>
                                    <a:rPr lang="en-IN" sz="280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c</m:t>
                                  </m:r>
                                </m:e>
                                <m:e>
                                  <m:r>
                                    <m:rPr>
                                      <m:sty m:val="p"/>
                                    </m:rPr>
                                    <a:rPr lang="en-IN" sz="280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d</m:t>
                                  </m:r>
                                </m:e>
                              </m:mr>
                            </m:m>
                            <m:r>
                              <a:rPr lang="en-IN" sz="2800" b="0" i="0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 </m:t>
                            </m:r>
                          </m:e>
                        </m:d>
                        <m:r>
                          <a:rPr lang="en-IN" sz="28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 / </m:t>
                        </m:r>
                        <m:r>
                          <a:rPr lang="en-IN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a</m:t>
                        </m:r>
                        <m:r>
                          <a:rPr lang="en-IN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+3</m:t>
                        </m:r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b</m:t>
                        </m:r>
                        <m:r>
                          <a:rPr lang="en-IN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c</m:t>
                        </m:r>
                        <m:r>
                          <a:rPr lang="en-IN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d</m:t>
                        </m:r>
                        <m:r>
                          <a:rPr lang="en-IN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=0 </m:t>
                        </m:r>
                      </m:e>
                    </m:d>
                  </m:oMath>
                </a14:m>
                <a:r>
                  <a:rPr lang="en-US" sz="2800" dirty="0">
                    <a:solidFill>
                      <a:srgbClr val="002060"/>
                    </a:solidFill>
                    <a:latin typeface="+mj-lt"/>
                  </a:rPr>
                  <a:t> is a subspace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𝕄</m:t>
                        </m:r>
                      </m:e>
                      <m:sub>
                        <m:r>
                          <a:rPr lang="en-IN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IN" sz="2800" dirty="0">
                    <a:solidFill>
                      <a:srgbClr val="002060"/>
                    </a:solidFill>
                    <a:latin typeface="+mj-lt"/>
                  </a:rPr>
                  <a:t>.</a:t>
                </a:r>
              </a:p>
            </p:txBody>
          </p:sp>
        </mc:Choice>
        <mc:Fallback xmlns="">
          <p:sp>
            <p:nvSpPr>
              <p:cNvPr id="34" name="Content Placeholder 4">
                <a:extLst>
                  <a:ext uri="{FF2B5EF4-FFF2-40B4-BE49-F238E27FC236}">
                    <a16:creationId xmlns:a16="http://schemas.microsoft.com/office/drawing/2014/main" id="{CBFBA230-D589-B0D7-B158-9952C916D7D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04480" y="509009"/>
                <a:ext cx="10844580" cy="1124274"/>
              </a:xfrm>
              <a:prstGeom prst="rect">
                <a:avLst/>
              </a:prstGeom>
              <a:blipFill>
                <a:blip r:embed="rId3"/>
                <a:stretch>
                  <a:fillRect l="-1124" b="-1081"/>
                </a:stretch>
              </a:blipFill>
              <a:ln w="12700" cap="flat" cmpd="sng" algn="ctr">
                <a:noFill/>
                <a:prstDash val="solid"/>
                <a:miter lim="800000"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5" name="Rectangle: Rounded Corners 34">
            <a:extLst>
              <a:ext uri="{FF2B5EF4-FFF2-40B4-BE49-F238E27FC236}">
                <a16:creationId xmlns:a16="http://schemas.microsoft.com/office/drawing/2014/main" id="{15E67170-AB4A-6A63-9763-5CB499E1AE1B}"/>
              </a:ext>
            </a:extLst>
          </p:cNvPr>
          <p:cNvSpPr/>
          <p:nvPr/>
        </p:nvSpPr>
        <p:spPr>
          <a:xfrm>
            <a:off x="122279" y="970980"/>
            <a:ext cx="1450657" cy="468000"/>
          </a:xfrm>
          <a:prstGeom prst="roundRect">
            <a:avLst/>
          </a:prstGeom>
          <a:gradFill>
            <a:gsLst>
              <a:gs pos="10000">
                <a:srgbClr val="0E47A1"/>
              </a:gs>
              <a:gs pos="100000">
                <a:srgbClr val="03A9F5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r>
              <a:rPr lang="en-IN" sz="2800" dirty="0">
                <a:solidFill>
                  <a:schemeClr val="bg1"/>
                </a:solidFill>
              </a:rPr>
              <a:t>Example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Content Placeholder 4">
                <a:extLst>
                  <a:ext uri="{FF2B5EF4-FFF2-40B4-BE49-F238E27FC236}">
                    <a16:creationId xmlns:a16="http://schemas.microsoft.com/office/drawing/2014/main" id="{444899FE-38EC-83B7-3526-EBAA7C2F8C09}"/>
                  </a:ext>
                </a:extLst>
              </p:cNvPr>
              <p:cNvSpPr txBox="1">
                <a:spLocks/>
              </p:cNvSpPr>
              <p:nvPr/>
            </p:nvSpPr>
            <p:spPr>
              <a:xfrm flipH="1">
                <a:off x="66097" y="2030473"/>
                <a:ext cx="7240636" cy="1188393"/>
              </a:xfrm>
              <a:prstGeom prst="rect">
                <a:avLst/>
              </a:prstGeom>
              <a:noFill/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vert="horz" lIns="91440" tIns="45720" rIns="91440" bIns="45720" rtlCol="0" anchor="ctr">
                <a:noAutofit/>
              </a:bodyPr>
              <a:lstStyle>
                <a:lvl1pPr marL="265113" indent="-265113" algn="just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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809625" indent="-352425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118745" indent="0">
                  <a:lnSpc>
                    <a:spcPct val="115000"/>
                  </a:lnSpc>
                  <a:spcAft>
                    <a:spcPts val="800"/>
                  </a:spcAft>
                  <a:buNone/>
                </a:pPr>
                <a:r>
                  <a:rPr lang="en-US" sz="2800" dirty="0">
                    <a:solidFill>
                      <a:srgbClr val="002060"/>
                    </a:solidFill>
                    <a:latin typeface="+mj-lt"/>
                  </a:rPr>
                  <a:t>Here,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800" i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Shruti" panose="020B0502040204020203" pitchFamily="34" charset="0"/>
                      </a:rPr>
                      <m:t>W</m:t>
                    </m:r>
                    <m:r>
                      <a:rPr lang="en-US" sz="2800" i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Shruti" panose="020B0502040204020203" pitchFamily="34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IN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en-IN" sz="280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80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 </m:t>
                            </m:r>
                            <m:m>
                              <m:mPr>
                                <m:mcs>
                                  <m:mc>
                                    <m:mcPr>
                                      <m:count m:val="2"/>
                                      <m:mcJc m:val="center"/>
                                    </m:mcPr>
                                  </m:mc>
                                </m:mcs>
                                <m:ctrlPr>
                                  <a:rPr lang="en-IN" sz="2800" i="1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mPr>
                              <m:mr>
                                <m:e>
                                  <m:r>
                                    <m:rPr>
                                      <m:sty m:val="p"/>
                                    </m:rPr>
                                    <a:rPr lang="en-IN" sz="280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a</m:t>
                                  </m:r>
                                </m:e>
                                <m:e>
                                  <m:r>
                                    <m:rPr>
                                      <m:sty m:val="p"/>
                                    </m:rPr>
                                    <a:rPr lang="en-IN" sz="280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b</m:t>
                                  </m:r>
                                </m:e>
                              </m:mr>
                              <m:mr>
                                <m:e>
                                  <m:r>
                                    <m:rPr>
                                      <m:sty m:val="p"/>
                                    </m:rPr>
                                    <a:rPr lang="en-IN" sz="280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c</m:t>
                                  </m:r>
                                </m:e>
                                <m:e>
                                  <m:r>
                                    <m:rPr>
                                      <m:sty m:val="p"/>
                                    </m:rPr>
                                    <a:rPr lang="en-IN" sz="280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d</m:t>
                                  </m:r>
                                </m:e>
                              </m:mr>
                            </m:m>
                            <m:r>
                              <a:rPr lang="en-IN" sz="280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 </m:t>
                            </m:r>
                          </m:e>
                        </m:d>
                        <m:r>
                          <a:rPr lang="en-IN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 / </m:t>
                        </m:r>
                        <m:r>
                          <a:rPr lang="en-IN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a</m:t>
                        </m:r>
                        <m:r>
                          <a:rPr lang="en-IN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+3</m:t>
                        </m:r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b</m:t>
                        </m:r>
                        <m:r>
                          <a:rPr lang="en-IN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c</m:t>
                        </m:r>
                        <m:r>
                          <a:rPr lang="en-IN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d</m:t>
                        </m:r>
                        <m:r>
                          <a:rPr lang="en-IN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=0 </m:t>
                        </m:r>
                      </m:e>
                    </m:d>
                  </m:oMath>
                </a14:m>
                <a:endParaRPr lang="en-US" sz="2800" i="1" dirty="0">
                  <a:solidFill>
                    <a:srgbClr val="002060"/>
                  </a:solidFill>
                  <a:latin typeface="Cambria Math" panose="02040503050406030204" pitchFamily="18" charset="0"/>
                  <a:ea typeface="Calibri" panose="020F0502020204030204" pitchFamily="34" charset="0"/>
                  <a:cs typeface="Shruti" panose="020B0502040204020203" pitchFamily="34" charset="0"/>
                </a:endParaRPr>
              </a:p>
            </p:txBody>
          </p:sp>
        </mc:Choice>
        <mc:Fallback xmlns="">
          <p:sp>
            <p:nvSpPr>
              <p:cNvPr id="16" name="Content Placeholder 4">
                <a:extLst>
                  <a:ext uri="{FF2B5EF4-FFF2-40B4-BE49-F238E27FC236}">
                    <a16:creationId xmlns:a16="http://schemas.microsoft.com/office/drawing/2014/main" id="{444899FE-38EC-83B7-3526-EBAA7C2F8C0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66097" y="2030473"/>
                <a:ext cx="7240636" cy="1188393"/>
              </a:xfrm>
              <a:prstGeom prst="rect">
                <a:avLst/>
              </a:prstGeom>
              <a:blipFill>
                <a:blip r:embed="rId4"/>
                <a:stretch>
                  <a:fillRect l="-168"/>
                </a:stretch>
              </a:blipFill>
              <a:ln w="12700" cap="flat" cmpd="sng" algn="ctr">
                <a:noFill/>
                <a:prstDash val="solid"/>
                <a:miter lim="800000"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Content Placeholder 4">
                <a:extLst>
                  <a:ext uri="{FF2B5EF4-FFF2-40B4-BE49-F238E27FC236}">
                    <a16:creationId xmlns:a16="http://schemas.microsoft.com/office/drawing/2014/main" id="{7EE67D66-DD1D-1BD2-C127-A6CC3EA4902F}"/>
                  </a:ext>
                </a:extLst>
              </p:cNvPr>
              <p:cNvSpPr txBox="1">
                <a:spLocks/>
              </p:cNvSpPr>
              <p:nvPr/>
            </p:nvSpPr>
            <p:spPr>
              <a:xfrm flipH="1">
                <a:off x="76163" y="3152189"/>
                <a:ext cx="11993558" cy="2905648"/>
              </a:xfrm>
              <a:prstGeom prst="rect">
                <a:avLst/>
              </a:prstGeom>
              <a:noFill/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vert="horz" lIns="91440" tIns="45720" rIns="91440" bIns="45720" rtlCol="0" anchor="ctr">
                <a:noAutofit/>
              </a:bodyPr>
              <a:lstStyle>
                <a:defPPr>
                  <a:defRPr lang="en-US"/>
                </a:defPPr>
                <a:lvl1pPr marL="118745" algn="just">
                  <a:lnSpc>
                    <a:spcPct val="115000"/>
                  </a:lnSpc>
                  <a:spcBef>
                    <a:spcPts val="1000"/>
                  </a:spcBef>
                  <a:spcAft>
                    <a:spcPts val="800"/>
                  </a:spcAft>
                  <a:buClr>
                    <a:schemeClr val="accent6"/>
                  </a:buClr>
                  <a:buFont typeface="Wingdings 3" panose="05040102010807070707" pitchFamily="18" charset="2"/>
                  <a:buNone/>
                  <a:defRPr sz="2800">
                    <a:solidFill>
                      <a:srgbClr val="3A4A6A"/>
                    </a:solidFill>
                  </a:defRPr>
                </a:lvl1pPr>
              </a:lstStyle>
              <a:p>
                <a:r>
                  <a:rPr lang="en-US" dirty="0">
                    <a:solidFill>
                      <a:srgbClr val="002060"/>
                    </a:solidFill>
                    <a:latin typeface="+mj-lt"/>
                  </a:rPr>
                  <a:t>Binary Operations are defined as</a:t>
                </a:r>
              </a:p>
              <a:p>
                <a:pPr marL="990600" indent="-457200">
                  <a:buFont typeface="Wingdings" panose="05000000000000000000" pitchFamily="2" charset="2"/>
                  <a:buChar char="§"/>
                </a:pPr>
                <a:r>
                  <a:rPr lang="en-US" dirty="0">
                    <a:solidFill>
                      <a:srgbClr val="002060"/>
                    </a:solidFill>
                    <a:latin typeface="+mj-lt"/>
                  </a:rPr>
                  <a:t>Vector Addition		:	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IN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IN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sty m:val="p"/>
                                </m:rPr>
                                <a:rPr lang="en-IN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a</m:t>
                              </m:r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IN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b</m:t>
                              </m:r>
                            </m:e>
                          </m:mr>
                          <m:mr>
                            <m:e>
                              <m:r>
                                <m:rPr>
                                  <m:sty m:val="p"/>
                                </m:rPr>
                                <a:rPr lang="en-IN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c</m:t>
                              </m:r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IN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d</m:t>
                              </m:r>
                            </m:e>
                          </m:mr>
                        </m:m>
                        <m:r>
                          <a:rPr lang="en-IN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</m:e>
                    </m:d>
                    <m:r>
                      <a:rPr lang="en-US" dirty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+</m:t>
                    </m:r>
                    <m:d>
                      <m:dPr>
                        <m:begChr m:val="["/>
                        <m:endChr m:val="]"/>
                        <m:ctrlPr>
                          <a:rPr lang="en-IN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IN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sty m:val="p"/>
                                </m:rPr>
                                <a:rPr lang="en-IN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e</m:t>
                              </m:r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IN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f</m:t>
                              </m:r>
                            </m:e>
                          </m:mr>
                          <m:mr>
                            <m:e>
                              <m:r>
                                <m:rPr>
                                  <m:sty m:val="p"/>
                                </m:rPr>
                                <a:rPr lang="en-IN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g</m:t>
                              </m:r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IN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e>
                          </m:mr>
                        </m:m>
                        <m:r>
                          <a:rPr lang="en-IN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</m:e>
                    </m:d>
                    <m:r>
                      <a:rPr lang="en-US" dirty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IN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IN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sty m:val="p"/>
                                </m:rPr>
                                <a:rPr lang="en-IN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a</m:t>
                              </m:r>
                              <m:r>
                                <a:rPr lang="en-IN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m:rPr>
                                  <m:sty m:val="p"/>
                                </m:rPr>
                                <a:rPr lang="en-IN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e</m:t>
                              </m:r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IN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b</m:t>
                              </m:r>
                              <m:r>
                                <a:rPr lang="en-IN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m:rPr>
                                  <m:sty m:val="p"/>
                                </m:rPr>
                                <a:rPr lang="en-IN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f</m:t>
                              </m:r>
                            </m:e>
                          </m:mr>
                          <m:mr>
                            <m:e>
                              <m:r>
                                <m:rPr>
                                  <m:sty m:val="p"/>
                                </m:rPr>
                                <a:rPr lang="en-IN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c</m:t>
                              </m:r>
                              <m:r>
                                <a:rPr lang="en-IN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m:rPr>
                                  <m:sty m:val="p"/>
                                </m:rPr>
                                <a:rPr lang="en-IN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g</m:t>
                              </m:r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IN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d</m:t>
                              </m:r>
                              <m:r>
                                <a:rPr lang="en-IN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m:rPr>
                                  <m:sty m:val="p"/>
                                </m:rPr>
                                <a:rPr lang="en-IN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e>
                          </m:mr>
                        </m:m>
                        <m:r>
                          <a:rPr lang="en-IN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</m:e>
                    </m:d>
                  </m:oMath>
                </a14:m>
                <a:endParaRPr lang="en-US" dirty="0">
                  <a:solidFill>
                    <a:srgbClr val="002060"/>
                  </a:solidFill>
                  <a:latin typeface="+mj-lt"/>
                </a:endParaRPr>
              </a:p>
              <a:p>
                <a:pPr marL="990600" indent="-457200">
                  <a:buFont typeface="Wingdings" panose="05000000000000000000" pitchFamily="2" charset="2"/>
                  <a:buChar char="§"/>
                </a:pPr>
                <a:r>
                  <a:rPr lang="en-US" dirty="0">
                    <a:solidFill>
                      <a:srgbClr val="002060"/>
                    </a:solidFill>
                    <a:latin typeface="+mj-lt"/>
                  </a:rPr>
                  <a:t>Scalar Multiplication	:	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dirty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k</m:t>
                    </m:r>
                    <m:r>
                      <a:rPr lang="en-US" dirty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⋅</m:t>
                    </m:r>
                    <m:d>
                      <m:dPr>
                        <m:begChr m:val="["/>
                        <m:endChr m:val="]"/>
                        <m:ctrlPr>
                          <a:rPr lang="en-IN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IN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sty m:val="p"/>
                                </m:rPr>
                                <a:rPr lang="en-IN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a</m:t>
                              </m:r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IN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b</m:t>
                              </m:r>
                            </m:e>
                          </m:mr>
                          <m:mr>
                            <m:e>
                              <m:r>
                                <m:rPr>
                                  <m:sty m:val="p"/>
                                </m:rPr>
                                <a:rPr lang="en-IN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c</m:t>
                              </m:r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IN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d</m:t>
                              </m:r>
                            </m:e>
                          </m:mr>
                        </m:m>
                        <m:r>
                          <a:rPr lang="en-IN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</m:e>
                    </m:d>
                    <m:r>
                      <a:rPr lang="en-US" dirty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IN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IN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sty m:val="p"/>
                                  <m:brk m:alnAt="7"/>
                                </m:rPr>
                                <a:rPr lang="en-IN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k</m:t>
                              </m:r>
                              <m:r>
                                <m:rPr>
                                  <m:sty m:val="p"/>
                                </m:rPr>
                                <a:rPr lang="en-IN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a</m:t>
                              </m:r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IN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kb</m:t>
                              </m:r>
                            </m:e>
                          </m:mr>
                          <m:mr>
                            <m:e>
                              <m:r>
                                <m:rPr>
                                  <m:sty m:val="p"/>
                                </m:rPr>
                                <a:rPr lang="en-IN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kc</m:t>
                              </m:r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IN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kd</m:t>
                              </m:r>
                            </m:e>
                          </m:mr>
                        </m:m>
                        <m:r>
                          <a:rPr lang="en-IN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</m:e>
                    </m:d>
                  </m:oMath>
                </a14:m>
                <a:endParaRPr lang="en-US" dirty="0">
                  <a:solidFill>
                    <a:srgbClr val="002060"/>
                  </a:solidFill>
                  <a:latin typeface="+mj-lt"/>
                </a:endParaRPr>
              </a:p>
            </p:txBody>
          </p:sp>
        </mc:Choice>
        <mc:Fallback xmlns="">
          <p:sp>
            <p:nvSpPr>
              <p:cNvPr id="11" name="Content Placeholder 4">
                <a:extLst>
                  <a:ext uri="{FF2B5EF4-FFF2-40B4-BE49-F238E27FC236}">
                    <a16:creationId xmlns:a16="http://schemas.microsoft.com/office/drawing/2014/main" id="{7EE67D66-DD1D-1BD2-C127-A6CC3EA4902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76163" y="3152189"/>
                <a:ext cx="11993558" cy="2905648"/>
              </a:xfrm>
              <a:prstGeom prst="rect">
                <a:avLst/>
              </a:prstGeom>
              <a:blipFill>
                <a:blip r:embed="rId5"/>
                <a:stretch>
                  <a:fillRect l="-51"/>
                </a:stretch>
              </a:blipFill>
              <a:ln w="12700" cap="flat" cmpd="sng" algn="ctr">
                <a:noFill/>
                <a:prstDash val="solid"/>
                <a:miter lim="800000"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043052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1" grpId="0" animBg="1"/>
    </p:bldLst>
  </p:timing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EB463D-04E0-D5B0-F446-F76B9061AB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4">
                <a:extLst>
                  <a:ext uri="{FF2B5EF4-FFF2-40B4-BE49-F238E27FC236}">
                    <a16:creationId xmlns:a16="http://schemas.microsoft.com/office/drawing/2014/main" id="{6F724449-D379-D194-23CC-433F5CBFB967}"/>
                  </a:ext>
                </a:extLst>
              </p:cNvPr>
              <p:cNvSpPr txBox="1">
                <a:spLocks/>
              </p:cNvSpPr>
              <p:nvPr/>
            </p:nvSpPr>
            <p:spPr>
              <a:xfrm flipH="1">
                <a:off x="19043" y="567447"/>
                <a:ext cx="8801106" cy="1197096"/>
              </a:xfrm>
              <a:prstGeom prst="rect">
                <a:avLst/>
              </a:prstGeom>
              <a:noFill/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vert="horz" lIns="91440" tIns="45720" rIns="91440" bIns="45720" rtlCol="0" anchor="ctr">
                <a:noAutofit/>
              </a:bodyPr>
              <a:lstStyle>
                <a:lvl1pPr marL="265113" indent="-265113" algn="just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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809625" indent="-352425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118745" indent="0">
                  <a:lnSpc>
                    <a:spcPct val="115000"/>
                  </a:lnSpc>
                  <a:spcAft>
                    <a:spcPts val="800"/>
                  </a:spcAft>
                  <a:buNone/>
                </a:pPr>
                <a:r>
                  <a:rPr lang="en-US" sz="2800" dirty="0">
                    <a:solidFill>
                      <a:srgbClr val="002060"/>
                    </a:solidFill>
                    <a:latin typeface="+mj-lt"/>
                  </a:rPr>
                  <a:t>Let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u</m:t>
                    </m:r>
                    <m:r>
                      <a:rPr lang="en-US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IN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IN" sz="280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sty m:val="p"/>
                                </m:rPr>
                                <a:rPr lang="en-IN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a</m:t>
                              </m:r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IN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b</m:t>
                              </m:r>
                            </m:e>
                          </m:mr>
                          <m:mr>
                            <m:e>
                              <m:r>
                                <m:rPr>
                                  <m:sty m:val="p"/>
                                </m:rPr>
                                <a:rPr lang="en-IN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c</m:t>
                              </m:r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IN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d</m:t>
                              </m:r>
                            </m:e>
                          </m:mr>
                        </m:m>
                        <m:r>
                          <a:rPr lang="en-IN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</m:e>
                    </m:d>
                    <m:r>
                      <a:rPr lang="en-US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US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v</m:t>
                    </m:r>
                    <m:r>
                      <a:rPr lang="en-US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IN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IN" sz="280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sty m:val="p"/>
                                </m:rPr>
                                <a:rPr lang="en-IN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e</m:t>
                              </m:r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IN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f</m:t>
                              </m:r>
                            </m:e>
                          </m:mr>
                          <m:mr>
                            <m:e>
                              <m:r>
                                <m:rPr>
                                  <m:sty m:val="p"/>
                                </m:rPr>
                                <a:rPr lang="en-IN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g</m:t>
                              </m:r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IN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e>
                          </m:mr>
                        </m:m>
                        <m:r>
                          <a:rPr lang="en-IN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</m:e>
                    </m:d>
                  </m:oMath>
                </a14:m>
                <a:r>
                  <a:rPr lang="en-US" sz="2800" dirty="0">
                    <a:solidFill>
                      <a:srgbClr val="002060"/>
                    </a:solidFill>
                    <a:latin typeface="+mj-lt"/>
                  </a:rPr>
                  <a:t> ∈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800" b="0" i="0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W</m:t>
                    </m:r>
                  </m:oMath>
                </a14:m>
                <a:r>
                  <a:rPr lang="en-US" sz="2800" dirty="0">
                    <a:solidFill>
                      <a:srgbClr val="002060"/>
                    </a:solidFill>
                    <a:latin typeface="+mj-lt"/>
                  </a:rPr>
                  <a:t>    and  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k</m:t>
                    </m:r>
                    <m:r>
                      <a:rPr lang="en-US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ℝ</m:t>
                    </m:r>
                  </m:oMath>
                </a14:m>
                <a:endParaRPr lang="en-US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3" name="Content Placeholder 4">
                <a:extLst>
                  <a:ext uri="{FF2B5EF4-FFF2-40B4-BE49-F238E27FC236}">
                    <a16:creationId xmlns:a16="http://schemas.microsoft.com/office/drawing/2014/main" id="{6F724449-D379-D194-23CC-433F5CBFB96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19043" y="567447"/>
                <a:ext cx="8801106" cy="1197096"/>
              </a:xfrm>
              <a:prstGeom prst="rect">
                <a:avLst/>
              </a:prstGeom>
              <a:blipFill>
                <a:blip r:embed="rId3"/>
                <a:stretch>
                  <a:fillRect l="-69"/>
                </a:stretch>
              </a:blipFill>
              <a:ln w="12700" cap="flat" cmpd="sng" algn="ctr">
                <a:noFill/>
                <a:prstDash val="solid"/>
                <a:miter lim="800000"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Content Placeholder 4">
                <a:extLst>
                  <a:ext uri="{FF2B5EF4-FFF2-40B4-BE49-F238E27FC236}">
                    <a16:creationId xmlns:a16="http://schemas.microsoft.com/office/drawing/2014/main" id="{3CDDC041-9C55-1421-C214-C875C7CF8FF2}"/>
                  </a:ext>
                </a:extLst>
              </p:cNvPr>
              <p:cNvSpPr txBox="1">
                <a:spLocks/>
              </p:cNvSpPr>
              <p:nvPr/>
            </p:nvSpPr>
            <p:spPr>
              <a:xfrm flipH="1">
                <a:off x="19042" y="2440002"/>
                <a:ext cx="2484605" cy="540000"/>
              </a:xfrm>
              <a:prstGeom prst="rect">
                <a:avLst/>
              </a:prstGeom>
              <a:noFill/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vert="horz" lIns="91440" tIns="45720" rIns="91440" bIns="45720" rtlCol="0" anchor="ctr">
                <a:noAutofit/>
              </a:bodyPr>
              <a:lstStyle>
                <a:lvl1pPr marL="265113" indent="-265113" algn="just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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809625" indent="-352425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118745" indent="0" algn="l">
                  <a:lnSpc>
                    <a:spcPct val="115000"/>
                  </a:lnSpc>
                  <a:spcAft>
                    <a:spcPts val="800"/>
                  </a:spcAft>
                  <a:buNone/>
                </a:pPr>
                <a:r>
                  <a:rPr lang="en-US" sz="2800" dirty="0">
                    <a:solidFill>
                      <a:srgbClr val="002060"/>
                    </a:solidFill>
                  </a:rPr>
                  <a:t>Now,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k</m:t>
                    </m:r>
                    <m:r>
                      <a:rPr lang="en-US" sz="2800" dirty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m:rPr>
                        <m:sty m:val="p"/>
                      </m:rPr>
                      <a:rPr lang="en-US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u</m:t>
                    </m:r>
                    <m:r>
                      <a:rPr lang="en-US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US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v</m:t>
                    </m:r>
                  </m:oMath>
                </a14:m>
                <a:endParaRPr lang="en-US" sz="2800" dirty="0">
                  <a:solidFill>
                    <a:srgbClr val="002060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7" name="Content Placeholder 4">
                <a:extLst>
                  <a:ext uri="{FF2B5EF4-FFF2-40B4-BE49-F238E27FC236}">
                    <a16:creationId xmlns:a16="http://schemas.microsoft.com/office/drawing/2014/main" id="{3CDDC041-9C55-1421-C214-C875C7CF8FF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19042" y="2440002"/>
                <a:ext cx="2484605" cy="540000"/>
              </a:xfrm>
              <a:prstGeom prst="rect">
                <a:avLst/>
              </a:prstGeom>
              <a:blipFill>
                <a:blip r:embed="rId4"/>
                <a:stretch>
                  <a:fillRect l="-245" t="-6742" b="-32584"/>
                </a:stretch>
              </a:blipFill>
              <a:ln w="12700" cap="flat" cmpd="sng" algn="ctr">
                <a:noFill/>
                <a:prstDash val="solid"/>
                <a:miter lim="800000"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2F26C83B-9069-014D-BF05-5388F7B5CE39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IN" dirty="0"/>
                  <a:t>Method:2 </a:t>
                </a:r>
                <a14:m>
                  <m:oMath xmlns:m="http://schemas.openxmlformats.org/officeDocument/2006/math">
                    <m:r>
                      <a:rPr lang="en-IN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⇝</m:t>
                    </m:r>
                  </m:oMath>
                </a14:m>
                <a:r>
                  <a:rPr lang="en-IN" dirty="0"/>
                  <a:t> Example:11(continue)</a:t>
                </a:r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2F26C83B-9069-014D-BF05-5388F7B5CE3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5"/>
                <a:stretch>
                  <a:fillRect l="-400" t="-8547" b="-1965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Content Placeholder 4">
                <a:extLst>
                  <a:ext uri="{FF2B5EF4-FFF2-40B4-BE49-F238E27FC236}">
                    <a16:creationId xmlns:a16="http://schemas.microsoft.com/office/drawing/2014/main" id="{96233AC3-CFA4-1670-CAC9-4A8A970C6922}"/>
                  </a:ext>
                </a:extLst>
              </p:cNvPr>
              <p:cNvSpPr txBox="1">
                <a:spLocks/>
              </p:cNvSpPr>
              <p:nvPr/>
            </p:nvSpPr>
            <p:spPr>
              <a:xfrm flipH="1">
                <a:off x="2125669" y="2244384"/>
                <a:ext cx="4148130" cy="905854"/>
              </a:xfrm>
              <a:prstGeom prst="rect">
                <a:avLst/>
              </a:prstGeom>
              <a:noFill/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vert="horz" lIns="91440" tIns="45720" rIns="91440" bIns="45720" rtlCol="0" anchor="ctr">
                <a:noAutofit/>
              </a:bodyPr>
              <a:lstStyle>
                <a:lvl1pPr marL="265113" indent="-265113" algn="just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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809625" indent="-352425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118745" indent="0">
                  <a:lnSpc>
                    <a:spcPct val="115000"/>
                  </a:lnSpc>
                  <a:spcAft>
                    <a:spcPts val="8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k</m:t>
                      </m:r>
                      <m:r>
                        <a:rPr lang="en-US" sz="2800" dirty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⋅</m:t>
                      </m:r>
                      <m:d>
                        <m:dPr>
                          <m:begChr m:val="["/>
                          <m:endChr m:val="]"/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IN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sty m:val="p"/>
                                  </m:rPr>
                                  <a:rPr lang="en-IN" sz="280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a</m:t>
                                </m:r>
                              </m:e>
                              <m:e>
                                <m:r>
                                  <m:rPr>
                                    <m:sty m:val="p"/>
                                  </m:rPr>
                                  <a:rPr lang="en-IN" sz="280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b</m:t>
                                </m:r>
                              </m:e>
                            </m:mr>
                            <m:mr>
                              <m:e>
                                <m:r>
                                  <m:rPr>
                                    <m:sty m:val="p"/>
                                  </m:rPr>
                                  <a:rPr lang="en-IN" sz="280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c</m:t>
                                </m:r>
                              </m:e>
                              <m:e>
                                <m:r>
                                  <m:rPr>
                                    <m:sty m:val="p"/>
                                  </m:rPr>
                                  <a:rPr lang="en-IN" sz="280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d</m:t>
                                </m:r>
                              </m:e>
                            </m:mr>
                          </m:m>
                          <m:r>
                            <a:rPr lang="en-IN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d>
                      <m:r>
                        <a:rPr lang="en-US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d>
                        <m:dPr>
                          <m:begChr m:val="["/>
                          <m:endChr m:val="]"/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IN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sty m:val="p"/>
                                  </m:rPr>
                                  <a:rPr lang="en-IN" sz="280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e</m:t>
                                </m:r>
                              </m:e>
                              <m:e>
                                <m:r>
                                  <m:rPr>
                                    <m:sty m:val="p"/>
                                  </m:rPr>
                                  <a:rPr lang="en-IN" sz="280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f</m:t>
                                </m:r>
                              </m:e>
                            </m:mr>
                            <m:mr>
                              <m:e>
                                <m:r>
                                  <m:rPr>
                                    <m:sty m:val="p"/>
                                  </m:rPr>
                                  <a:rPr lang="en-IN" sz="280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g</m:t>
                                </m:r>
                              </m:e>
                              <m:e>
                                <m:r>
                                  <m:rPr>
                                    <m:sty m:val="p"/>
                                  </m:rPr>
                                  <a:rPr lang="en-IN" sz="280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h</m:t>
                                </m:r>
                              </m:e>
                            </m:mr>
                          </m:m>
                          <m:r>
                            <a:rPr lang="en-IN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d>
                    </m:oMath>
                  </m:oMathPara>
                </a14:m>
                <a:endParaRPr lang="en-US" sz="2800" dirty="0">
                  <a:solidFill>
                    <a:srgbClr val="002060"/>
                  </a:solidFill>
                  <a:latin typeface="Cambria Math" panose="02040503050406030204" pitchFamily="18" charset="0"/>
                  <a:ea typeface="Calibri" panose="020F0502020204030204" pitchFamily="34" charset="0"/>
                  <a:cs typeface="Shruti" panose="020B0502040204020203" pitchFamily="34" charset="0"/>
                </a:endParaRPr>
              </a:p>
            </p:txBody>
          </p:sp>
        </mc:Choice>
        <mc:Fallback xmlns="">
          <p:sp>
            <p:nvSpPr>
              <p:cNvPr id="16" name="Content Placeholder 4">
                <a:extLst>
                  <a:ext uri="{FF2B5EF4-FFF2-40B4-BE49-F238E27FC236}">
                    <a16:creationId xmlns:a16="http://schemas.microsoft.com/office/drawing/2014/main" id="{96233AC3-CFA4-1670-CAC9-4A8A970C692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2125669" y="2244384"/>
                <a:ext cx="4148130" cy="905854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ln w="12700" cap="flat" cmpd="sng" algn="ctr">
                <a:noFill/>
                <a:prstDash val="solid"/>
                <a:miter lim="800000"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Content Placeholder 4">
                <a:extLst>
                  <a:ext uri="{FF2B5EF4-FFF2-40B4-BE49-F238E27FC236}">
                    <a16:creationId xmlns:a16="http://schemas.microsoft.com/office/drawing/2014/main" id="{BDD0A9FB-A358-8023-90F5-E62B30C2F6FA}"/>
                  </a:ext>
                </a:extLst>
              </p:cNvPr>
              <p:cNvSpPr txBox="1">
                <a:spLocks/>
              </p:cNvSpPr>
              <p:nvPr/>
            </p:nvSpPr>
            <p:spPr>
              <a:xfrm flipH="1">
                <a:off x="0" y="4032821"/>
                <a:ext cx="8096250" cy="540000"/>
              </a:xfrm>
              <a:prstGeom prst="rect">
                <a:avLst/>
              </a:prstGeom>
              <a:noFill/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vert="horz" lIns="91440" tIns="45720" rIns="91440" bIns="45720" rtlCol="0" anchor="ctr">
                <a:noAutofit/>
              </a:bodyPr>
              <a:lstStyle>
                <a:lvl1pPr marL="265113" indent="-265113" algn="just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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809625" indent="-352425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118745" indent="0" algn="l">
                  <a:lnSpc>
                    <a:spcPct val="115000"/>
                  </a:lnSpc>
                  <a:spcAft>
                    <a:spcPts val="800"/>
                  </a:spcAft>
                  <a:buNone/>
                </a:pPr>
                <a:r>
                  <a:rPr lang="en-US" sz="2800" dirty="0">
                    <a:solidFill>
                      <a:srgbClr val="002060"/>
                    </a:solidFill>
                  </a:rPr>
                  <a:t>Now,   </a:t>
                </a:r>
                <a14:m>
                  <m:oMath xmlns:m="http://schemas.openxmlformats.org/officeDocument/2006/math">
                    <m:r>
                      <a:rPr lang="en-IN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2</m:t>
                    </m:r>
                    <m:d>
                      <m:dPr>
                        <m:ctrlPr>
                          <a:rPr lang="en-US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  <m:brk m:alnAt="7"/>
                          </m:rPr>
                          <a:rPr lang="en-US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k</m:t>
                        </m:r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a</m:t>
                        </m:r>
                        <m:r>
                          <a:rPr lang="en-US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US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e</m:t>
                        </m:r>
                      </m:e>
                    </m:d>
                    <m:r>
                      <a:rPr lang="en-IN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+3</m:t>
                    </m:r>
                    <m:d>
                      <m:dPr>
                        <m:ctrlPr>
                          <a:rPr lang="en-US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k</m:t>
                        </m:r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b</m:t>
                        </m:r>
                        <m:r>
                          <a:rPr lang="en-US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US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f</m:t>
                        </m:r>
                      </m:e>
                    </m:d>
                    <m:r>
                      <a:rPr lang="en-IN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−</m:t>
                    </m:r>
                    <m:d>
                      <m:dPr>
                        <m:ctrlPr>
                          <a:rPr lang="en-US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k</m:t>
                        </m:r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c</m:t>
                        </m:r>
                        <m:r>
                          <a:rPr lang="en-US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US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g</m:t>
                        </m:r>
                      </m:e>
                    </m:d>
                    <m:r>
                      <a:rPr lang="en-IN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+</m:t>
                    </m:r>
                    <m:d>
                      <m:dPr>
                        <m:ctrlPr>
                          <a:rPr lang="en-US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k</m:t>
                        </m:r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d</m:t>
                        </m:r>
                        <m:r>
                          <a:rPr lang="en-US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US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h</m:t>
                        </m:r>
                      </m:e>
                    </m:d>
                  </m:oMath>
                </a14:m>
                <a:endParaRPr lang="en-US" sz="2800" dirty="0">
                  <a:solidFill>
                    <a:srgbClr val="002060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4" name="Content Placeholder 4">
                <a:extLst>
                  <a:ext uri="{FF2B5EF4-FFF2-40B4-BE49-F238E27FC236}">
                    <a16:creationId xmlns:a16="http://schemas.microsoft.com/office/drawing/2014/main" id="{BDD0A9FB-A358-8023-90F5-E62B30C2F6F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0" y="4032821"/>
                <a:ext cx="8096250" cy="540000"/>
              </a:xfrm>
              <a:prstGeom prst="rect">
                <a:avLst/>
              </a:prstGeom>
              <a:blipFill>
                <a:blip r:embed="rId7"/>
                <a:stretch>
                  <a:fillRect l="-75" t="-6818" b="-32955"/>
                </a:stretch>
              </a:blipFill>
              <a:ln w="12700" cap="flat" cmpd="sng" algn="ctr">
                <a:noFill/>
                <a:prstDash val="solid"/>
                <a:miter lim="800000"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Content Placeholder 4">
                <a:extLst>
                  <a:ext uri="{FF2B5EF4-FFF2-40B4-BE49-F238E27FC236}">
                    <a16:creationId xmlns:a16="http://schemas.microsoft.com/office/drawing/2014/main" id="{BD9CE873-727C-F49B-252B-89370A208271}"/>
                  </a:ext>
                </a:extLst>
              </p:cNvPr>
              <p:cNvSpPr txBox="1">
                <a:spLocks/>
              </p:cNvSpPr>
              <p:nvPr/>
            </p:nvSpPr>
            <p:spPr>
              <a:xfrm flipH="1">
                <a:off x="5749362" y="2202634"/>
                <a:ext cx="3408469" cy="984611"/>
              </a:xfrm>
              <a:prstGeom prst="rect">
                <a:avLst/>
              </a:prstGeom>
              <a:noFill/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vert="horz" lIns="91440" tIns="45720" rIns="91440" bIns="45720" rtlCol="0" anchor="ctr">
                <a:noAutofit/>
              </a:bodyPr>
              <a:lstStyle>
                <a:lvl1pPr marL="265113" indent="-265113" algn="just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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809625" indent="-352425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118745" indent="0">
                  <a:lnSpc>
                    <a:spcPct val="115000"/>
                  </a:lnSpc>
                  <a:spcAft>
                    <a:spcPts val="8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sz="280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IN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sty m:val="p"/>
                                    <m:brk m:alnAt="7"/>
                                  </m:rPr>
                                  <a:rPr lang="en-US" sz="2800" b="0" i="0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k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800" i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a</m:t>
                                </m:r>
                                <m:r>
                                  <a:rPr lang="en-US" sz="2800" b="0" i="0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m:rPr>
                                    <m:sty m:val="p"/>
                                  </m:rPr>
                                  <a:rPr lang="en-US" sz="2800" b="0" i="0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e</m:t>
                                </m:r>
                              </m:e>
                              <m:e>
                                <m:r>
                                  <m:rPr>
                                    <m:sty m:val="p"/>
                                  </m:rPr>
                                  <a:rPr lang="en-US" sz="2800" b="0" i="0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k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800" i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b</m:t>
                                </m:r>
                                <m:r>
                                  <a:rPr lang="en-US" sz="2800" b="0" i="0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m:rPr>
                                    <m:sty m:val="p"/>
                                  </m:rPr>
                                  <a:rPr lang="en-US" sz="2800" b="0" i="0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f</m:t>
                                </m:r>
                              </m:e>
                            </m:mr>
                            <m:mr>
                              <m:e>
                                <m:r>
                                  <m:rPr>
                                    <m:sty m:val="p"/>
                                  </m:rPr>
                                  <a:rPr lang="en-US" sz="2800" b="0" i="0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k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800" i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c</m:t>
                                </m:r>
                                <m:r>
                                  <a:rPr lang="en-US" sz="2800" b="0" i="0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m:rPr>
                                    <m:sty m:val="p"/>
                                  </m:rPr>
                                  <a:rPr lang="en-US" sz="2800" b="0" i="0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g</m:t>
                                </m:r>
                              </m:e>
                              <m:e>
                                <m:r>
                                  <m:rPr>
                                    <m:sty m:val="p"/>
                                  </m:rPr>
                                  <a:rPr lang="en-US" sz="2800" b="0" i="0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k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800" i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d</m:t>
                                </m:r>
                                <m:r>
                                  <a:rPr lang="en-US" sz="2800" b="0" i="0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m:rPr>
                                    <m:sty m:val="p"/>
                                  </m:rPr>
                                  <a:rPr lang="en-US" sz="2800" b="0" i="0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h</m:t>
                                </m:r>
                              </m:e>
                            </m:mr>
                          </m:m>
                          <m:r>
                            <a:rPr lang="en-IN" sz="280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d>
                    </m:oMath>
                  </m:oMathPara>
                </a14:m>
                <a:endParaRPr lang="en-US" sz="2800" dirty="0">
                  <a:solidFill>
                    <a:srgbClr val="002060"/>
                  </a:solidFill>
                  <a:latin typeface="Cambria Math" panose="02040503050406030204" pitchFamily="18" charset="0"/>
                  <a:ea typeface="Calibri" panose="020F0502020204030204" pitchFamily="34" charset="0"/>
                  <a:cs typeface="Shruti" panose="020B0502040204020203" pitchFamily="34" charset="0"/>
                </a:endParaRPr>
              </a:p>
            </p:txBody>
          </p:sp>
        </mc:Choice>
        <mc:Fallback xmlns="">
          <p:sp>
            <p:nvSpPr>
              <p:cNvPr id="15" name="Content Placeholder 4">
                <a:extLst>
                  <a:ext uri="{FF2B5EF4-FFF2-40B4-BE49-F238E27FC236}">
                    <a16:creationId xmlns:a16="http://schemas.microsoft.com/office/drawing/2014/main" id="{BD9CE873-727C-F49B-252B-89370A20827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5749362" y="2202634"/>
                <a:ext cx="3408469" cy="984611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  <a:ln w="12700" cap="flat" cmpd="sng" algn="ctr">
                <a:noFill/>
                <a:prstDash val="solid"/>
                <a:miter lim="800000"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Content Placeholder 4">
                <a:extLst>
                  <a:ext uri="{FF2B5EF4-FFF2-40B4-BE49-F238E27FC236}">
                    <a16:creationId xmlns:a16="http://schemas.microsoft.com/office/drawing/2014/main" id="{D8C06405-1543-EFAC-56E2-1C31A42AABED}"/>
                  </a:ext>
                </a:extLst>
              </p:cNvPr>
              <p:cNvSpPr txBox="1">
                <a:spLocks/>
              </p:cNvSpPr>
              <p:nvPr/>
            </p:nvSpPr>
            <p:spPr>
              <a:xfrm flipH="1">
                <a:off x="19043" y="3345856"/>
                <a:ext cx="9658357" cy="540000"/>
              </a:xfrm>
              <a:prstGeom prst="rect">
                <a:avLst/>
              </a:prstGeom>
              <a:noFill/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vert="horz" lIns="91440" tIns="45720" rIns="91440" bIns="45720" rtlCol="0" anchor="ctr">
                <a:noAutofit/>
              </a:bodyPr>
              <a:lstStyle>
                <a:lvl1pPr marL="265113" indent="-265113" algn="just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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809625" indent="-352425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118745" indent="0" algn="l">
                  <a:lnSpc>
                    <a:spcPct val="115000"/>
                  </a:lnSpc>
                  <a:spcAft>
                    <a:spcPts val="800"/>
                  </a:spcAft>
                  <a:buNone/>
                </a:pPr>
                <a:r>
                  <a:rPr lang="en-US" sz="2800" b="1" dirty="0">
                    <a:solidFill>
                      <a:srgbClr val="FF0000"/>
                    </a:solidFill>
                    <a:latin typeface="+mj-lt"/>
                  </a:rPr>
                  <a:t>To show :   </a:t>
                </a:r>
                <a14:m>
                  <m:oMath xmlns:m="http://schemas.openxmlformats.org/officeDocument/2006/math">
                    <m:r>
                      <a:rPr lang="en-IN" sz="2800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𝟐</m:t>
                    </m:r>
                    <m:d>
                      <m:dPr>
                        <m:ctrlPr>
                          <a:rPr lang="en-US" sz="28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brk m:alnAt="7"/>
                          </m:rPr>
                          <a:rPr lang="en-US" sz="28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𝐤</m:t>
                        </m:r>
                        <m:r>
                          <a:rPr lang="en-IN" sz="28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𝐚</m:t>
                        </m:r>
                        <m:r>
                          <a:rPr lang="en-US" sz="2800" b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sz="28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𝐞</m:t>
                        </m:r>
                      </m:e>
                    </m:d>
                    <m:r>
                      <a:rPr lang="en-IN" sz="2800" b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800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𝟑</m:t>
                    </m:r>
                    <m:d>
                      <m:dPr>
                        <m:ctrlPr>
                          <a:rPr lang="en-US" sz="28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𝐤</m:t>
                        </m:r>
                        <m:r>
                          <a:rPr lang="en-IN" sz="28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𝐛</m:t>
                        </m:r>
                        <m:r>
                          <a:rPr lang="en-US" sz="2800" b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sz="28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𝐟</m:t>
                        </m:r>
                      </m:e>
                    </m:d>
                    <m:r>
                      <a:rPr lang="en-IN" sz="2800" b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−</m:t>
                    </m:r>
                    <m:d>
                      <m:dPr>
                        <m:ctrlPr>
                          <a:rPr lang="en-US" sz="28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𝐤</m:t>
                        </m:r>
                        <m:r>
                          <a:rPr lang="en-IN" sz="28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𝐜</m:t>
                        </m:r>
                        <m:r>
                          <a:rPr lang="en-US" sz="2800" b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sz="28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𝐠</m:t>
                        </m:r>
                      </m:e>
                    </m:d>
                    <m:r>
                      <a:rPr lang="en-IN" sz="2800" b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+</m:t>
                    </m:r>
                    <m:d>
                      <m:dPr>
                        <m:ctrlPr>
                          <a:rPr lang="en-US" sz="28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𝐤</m:t>
                        </m:r>
                        <m:r>
                          <a:rPr lang="en-IN" sz="28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𝐝</m:t>
                        </m:r>
                        <m:r>
                          <a:rPr lang="en-US" sz="2800" b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sz="28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𝐡</m:t>
                        </m:r>
                      </m:e>
                    </m:d>
                    <m:r>
                      <a:rPr lang="en-IN" sz="2800" b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800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𝟎</m:t>
                    </m:r>
                  </m:oMath>
                </a14:m>
                <a:endParaRPr lang="en-US" sz="2800" b="1" dirty="0">
                  <a:solidFill>
                    <a:srgbClr val="FF0000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8" name="Content Placeholder 4">
                <a:extLst>
                  <a:ext uri="{FF2B5EF4-FFF2-40B4-BE49-F238E27FC236}">
                    <a16:creationId xmlns:a16="http://schemas.microsoft.com/office/drawing/2014/main" id="{D8C06405-1543-EFAC-56E2-1C31A42AABE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19043" y="3345856"/>
                <a:ext cx="9658357" cy="540000"/>
              </a:xfrm>
              <a:prstGeom prst="rect">
                <a:avLst/>
              </a:prstGeom>
              <a:blipFill>
                <a:blip r:embed="rId9"/>
                <a:stretch>
                  <a:fillRect l="-63" t="-6818" b="-32955"/>
                </a:stretch>
              </a:blipFill>
              <a:ln w="12700" cap="flat" cmpd="sng" algn="ctr">
                <a:noFill/>
                <a:prstDash val="solid"/>
                <a:miter lim="800000"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Content Placeholder 4">
                <a:extLst>
                  <a:ext uri="{FF2B5EF4-FFF2-40B4-BE49-F238E27FC236}">
                    <a16:creationId xmlns:a16="http://schemas.microsoft.com/office/drawing/2014/main" id="{81155472-34B5-E4EF-18E7-C55225B5CC40}"/>
                  </a:ext>
                </a:extLst>
              </p:cNvPr>
              <p:cNvSpPr txBox="1">
                <a:spLocks/>
              </p:cNvSpPr>
              <p:nvPr/>
            </p:nvSpPr>
            <p:spPr>
              <a:xfrm flipH="1">
                <a:off x="568863" y="4719786"/>
                <a:ext cx="6718700" cy="540000"/>
              </a:xfrm>
              <a:prstGeom prst="rect">
                <a:avLst/>
              </a:prstGeom>
              <a:noFill/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vert="horz" lIns="91440" tIns="45720" rIns="91440" bIns="45720" rtlCol="0" anchor="ctr">
                <a:noAutofit/>
              </a:bodyPr>
              <a:lstStyle>
                <a:lvl1pPr marL="265113" indent="-265113" algn="just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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809625" indent="-352425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118745" indent="0" algn="l">
                  <a:lnSpc>
                    <a:spcPct val="115000"/>
                  </a:lnSpc>
                  <a:spcAft>
                    <a:spcPts val="8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=2</m:t>
                      </m:r>
                      <m:r>
                        <m:rPr>
                          <m:sty m:val="p"/>
                          <m:brk m:alnAt="7"/>
                        </m:rPr>
                        <a:rPr lang="en-US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k</m:t>
                      </m:r>
                      <m:r>
                        <m:rPr>
                          <m:sty m:val="p"/>
                        </m:rPr>
                        <a:rPr lang="en-IN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a</m:t>
                      </m:r>
                      <m:r>
                        <a:rPr lang="en-US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  <m:r>
                        <m:rPr>
                          <m:sty m:val="p"/>
                        </m:rPr>
                        <a:rPr lang="en-US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e</m:t>
                      </m:r>
                      <m:r>
                        <a:rPr lang="en-US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+3</m:t>
                      </m:r>
                      <m:r>
                        <m:rPr>
                          <m:sty m:val="p"/>
                        </m:rPr>
                        <a:rPr lang="en-US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k</m:t>
                      </m:r>
                      <m:r>
                        <m:rPr>
                          <m:sty m:val="p"/>
                        </m:rPr>
                        <a:rPr lang="en-IN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b</m:t>
                      </m:r>
                      <m:r>
                        <a:rPr lang="en-US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3</m:t>
                      </m:r>
                      <m:r>
                        <m:rPr>
                          <m:sty m:val="p"/>
                        </m:rPr>
                        <a:rPr lang="en-US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f</m:t>
                      </m:r>
                      <m:r>
                        <a:rPr lang="en-US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m:rPr>
                          <m:sty m:val="p"/>
                        </m:rPr>
                        <a:rPr lang="en-US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k</m:t>
                      </m:r>
                      <m:r>
                        <m:rPr>
                          <m:sty m:val="p"/>
                        </m:rPr>
                        <a:rPr lang="en-IN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c</m:t>
                      </m:r>
                      <m:r>
                        <a:rPr lang="en-US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m:rPr>
                          <m:sty m:val="p"/>
                        </m:rPr>
                        <a:rPr lang="en-US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g</m:t>
                      </m:r>
                      <m:r>
                        <a:rPr lang="en-US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m:rPr>
                          <m:sty m:val="p"/>
                        </m:rPr>
                        <a:rPr lang="en-US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k</m:t>
                      </m:r>
                      <m:r>
                        <m:rPr>
                          <m:sty m:val="p"/>
                        </m:rPr>
                        <a:rPr lang="en-IN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d</m:t>
                      </m:r>
                      <m:r>
                        <a:rPr lang="en-US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m:rPr>
                          <m:sty m:val="p"/>
                        </m:rPr>
                        <a:rPr lang="en-US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h</m:t>
                      </m:r>
                    </m:oMath>
                  </m:oMathPara>
                </a14:m>
                <a:endParaRPr lang="en-US" sz="2800" dirty="0">
                  <a:solidFill>
                    <a:srgbClr val="002060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20" name="Content Placeholder 4">
                <a:extLst>
                  <a:ext uri="{FF2B5EF4-FFF2-40B4-BE49-F238E27FC236}">
                    <a16:creationId xmlns:a16="http://schemas.microsoft.com/office/drawing/2014/main" id="{81155472-34B5-E4EF-18E7-C55225B5CC4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568863" y="4719786"/>
                <a:ext cx="6718700" cy="540000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  <a:ln w="12700" cap="flat" cmpd="sng" algn="ctr">
                <a:noFill/>
                <a:prstDash val="solid"/>
                <a:miter lim="800000"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Content Placeholder 4">
                <a:extLst>
                  <a:ext uri="{FF2B5EF4-FFF2-40B4-BE49-F238E27FC236}">
                    <a16:creationId xmlns:a16="http://schemas.microsoft.com/office/drawing/2014/main" id="{E117500D-22E6-49FB-EE5B-7A222935A94D}"/>
                  </a:ext>
                </a:extLst>
              </p:cNvPr>
              <p:cNvSpPr txBox="1">
                <a:spLocks/>
              </p:cNvSpPr>
              <p:nvPr/>
            </p:nvSpPr>
            <p:spPr>
              <a:xfrm flipH="1">
                <a:off x="568863" y="5396207"/>
                <a:ext cx="3679789" cy="540000"/>
              </a:xfrm>
              <a:prstGeom prst="rect">
                <a:avLst/>
              </a:prstGeom>
              <a:noFill/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vert="horz" lIns="91440" tIns="45720" rIns="91440" bIns="45720" rtlCol="0" anchor="ctr">
                <a:noAutofit/>
              </a:bodyPr>
              <a:lstStyle>
                <a:lvl1pPr marL="265113" indent="-265113" algn="just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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809625" indent="-352425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118745" indent="0" algn="l">
                  <a:lnSpc>
                    <a:spcPct val="115000"/>
                  </a:lnSpc>
                  <a:spcAft>
                    <a:spcPts val="8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k</m:t>
                      </m:r>
                      <m:d>
                        <m:d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m:rPr>
                              <m:sty m:val="p"/>
                            </m:rPr>
                            <a:rPr lang="en-IN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a</m:t>
                          </m:r>
                          <m:r>
                            <a:rPr lang="en-IN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+3</m:t>
                          </m:r>
                          <m:r>
                            <m:rPr>
                              <m:sty m:val="p"/>
                            </m:rPr>
                            <a:rPr lang="en-IN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b</m:t>
                          </m:r>
                          <m:r>
                            <a:rPr lang="en-IN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m:rPr>
                              <m:sty m:val="p"/>
                            </m:rPr>
                            <a:rPr lang="en-IN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c</m:t>
                          </m:r>
                          <m:r>
                            <a:rPr lang="en-IN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m:rPr>
                              <m:sty m:val="p"/>
                            </m:rPr>
                            <a:rPr lang="en-IN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d</m:t>
                          </m:r>
                        </m:e>
                      </m:d>
                    </m:oMath>
                  </m:oMathPara>
                </a14:m>
                <a:endParaRPr lang="en-US" sz="2800" dirty="0">
                  <a:solidFill>
                    <a:srgbClr val="002060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21" name="Content Placeholder 4">
                <a:extLst>
                  <a:ext uri="{FF2B5EF4-FFF2-40B4-BE49-F238E27FC236}">
                    <a16:creationId xmlns:a16="http://schemas.microsoft.com/office/drawing/2014/main" id="{E117500D-22E6-49FB-EE5B-7A222935A94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568863" y="5396207"/>
                <a:ext cx="3679789" cy="540000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  <a:ln w="12700" cap="flat" cmpd="sng" algn="ctr">
                <a:noFill/>
                <a:prstDash val="solid"/>
                <a:miter lim="800000"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Content Placeholder 4">
                <a:extLst>
                  <a:ext uri="{FF2B5EF4-FFF2-40B4-BE49-F238E27FC236}">
                    <a16:creationId xmlns:a16="http://schemas.microsoft.com/office/drawing/2014/main" id="{9133F36F-C2A5-B7B1-629E-E6F3D15198E1}"/>
                  </a:ext>
                </a:extLst>
              </p:cNvPr>
              <p:cNvSpPr txBox="1">
                <a:spLocks/>
              </p:cNvSpPr>
              <p:nvPr/>
            </p:nvSpPr>
            <p:spPr>
              <a:xfrm flipH="1">
                <a:off x="20414" y="5941180"/>
                <a:ext cx="3292153" cy="540000"/>
              </a:xfrm>
              <a:prstGeom prst="rect">
                <a:avLst/>
              </a:prstGeom>
              <a:noFill/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vert="horz" lIns="91440" tIns="45720" rIns="91440" bIns="45720" rtlCol="0" anchor="ctr">
                <a:noAutofit/>
              </a:bodyPr>
              <a:lstStyle>
                <a:lvl1pPr marL="265113" indent="-265113" algn="just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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809625" indent="-352425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118745" indent="0" algn="l">
                  <a:lnSpc>
                    <a:spcPct val="115000"/>
                  </a:lnSpc>
                  <a:spcAft>
                    <a:spcPts val="800"/>
                  </a:spcAft>
                  <a:buNone/>
                </a:pPr>
                <a:r>
                  <a:rPr lang="en-US" sz="2800" dirty="0">
                    <a:solidFill>
                      <a:srgbClr val="002060"/>
                    </a:solidFill>
                  </a:rPr>
                  <a:t>So, 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k</m:t>
                    </m:r>
                    <m:r>
                      <a:rPr lang="en-US" sz="2800" dirty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m:rPr>
                        <m:sty m:val="p"/>
                      </m:rPr>
                      <a:rPr lang="en-US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u</m:t>
                    </m:r>
                    <m:r>
                      <a:rPr lang="en-US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US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v</m:t>
                    </m:r>
                    <m:r>
                      <a:rPr lang="en-US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W</m:t>
                    </m:r>
                  </m:oMath>
                </a14:m>
                <a:r>
                  <a:rPr lang="en-US" sz="2800" dirty="0">
                    <a:solidFill>
                      <a:srgbClr val="002060"/>
                    </a:solidFill>
                    <a:latin typeface="Cambria Math" panose="02040503050406030204" pitchFamily="18" charset="0"/>
                  </a:rPr>
                  <a:t>.</a:t>
                </a:r>
              </a:p>
            </p:txBody>
          </p:sp>
        </mc:Choice>
        <mc:Fallback xmlns="">
          <p:sp>
            <p:nvSpPr>
              <p:cNvPr id="22" name="Content Placeholder 4">
                <a:extLst>
                  <a:ext uri="{FF2B5EF4-FFF2-40B4-BE49-F238E27FC236}">
                    <a16:creationId xmlns:a16="http://schemas.microsoft.com/office/drawing/2014/main" id="{9133F36F-C2A5-B7B1-629E-E6F3D15198E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20414" y="5941180"/>
                <a:ext cx="3292153" cy="540000"/>
              </a:xfrm>
              <a:prstGeom prst="rect">
                <a:avLst/>
              </a:prstGeom>
              <a:blipFill>
                <a:blip r:embed="rId12"/>
                <a:stretch>
                  <a:fillRect l="-185" t="-9091" b="-32955"/>
                </a:stretch>
              </a:blipFill>
              <a:ln w="12700" cap="flat" cmpd="sng" algn="ctr">
                <a:noFill/>
                <a:prstDash val="solid"/>
                <a:miter lim="800000"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Content Placeholder 4">
                <a:extLst>
                  <a:ext uri="{FF2B5EF4-FFF2-40B4-BE49-F238E27FC236}">
                    <a16:creationId xmlns:a16="http://schemas.microsoft.com/office/drawing/2014/main" id="{FCBA3E4A-B1D3-23AF-6EF1-45F4906C73F6}"/>
                  </a:ext>
                </a:extLst>
              </p:cNvPr>
              <p:cNvSpPr txBox="1">
                <a:spLocks/>
              </p:cNvSpPr>
              <p:nvPr/>
            </p:nvSpPr>
            <p:spPr>
              <a:xfrm flipH="1">
                <a:off x="3814860" y="5396207"/>
                <a:ext cx="3292154" cy="540000"/>
              </a:xfrm>
              <a:prstGeom prst="rect">
                <a:avLst/>
              </a:prstGeom>
              <a:noFill/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vert="horz" lIns="91440" tIns="45720" rIns="91440" bIns="45720" rtlCol="0" anchor="ctr">
                <a:noAutofit/>
              </a:bodyPr>
              <a:lstStyle>
                <a:lvl1pPr marL="265113" indent="-265113" algn="just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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809625" indent="-352425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118745" indent="0" algn="l">
                  <a:lnSpc>
                    <a:spcPct val="115000"/>
                  </a:lnSpc>
                  <a:spcAft>
                    <a:spcPts val="8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IN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  <m:r>
                        <m:rPr>
                          <m:sty m:val="p"/>
                        </m:rPr>
                        <a:rPr lang="en-US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e</m:t>
                      </m:r>
                      <m:r>
                        <a:rPr lang="en-IN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+3</m:t>
                      </m:r>
                      <m:r>
                        <m:rPr>
                          <m:sty m:val="p"/>
                        </m:rPr>
                        <a:rPr lang="en-US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f</m:t>
                      </m:r>
                      <m:r>
                        <a:rPr lang="en-IN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m:rPr>
                          <m:sty m:val="p"/>
                        </m:rPr>
                        <a:rPr lang="en-US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g</m:t>
                      </m:r>
                      <m:r>
                        <a:rPr lang="en-IN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m:rPr>
                          <m:sty m:val="p"/>
                        </m:rPr>
                        <a:rPr lang="en-US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h</m:t>
                      </m:r>
                    </m:oMath>
                  </m:oMathPara>
                </a14:m>
                <a:endParaRPr lang="en-US" sz="2800" dirty="0">
                  <a:solidFill>
                    <a:srgbClr val="002060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28" name="Content Placeholder 4">
                <a:extLst>
                  <a:ext uri="{FF2B5EF4-FFF2-40B4-BE49-F238E27FC236}">
                    <a16:creationId xmlns:a16="http://schemas.microsoft.com/office/drawing/2014/main" id="{FCBA3E4A-B1D3-23AF-6EF1-45F4906C73F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3814860" y="5396207"/>
                <a:ext cx="3292154" cy="540000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  <a:ln w="12700" cap="flat" cmpd="sng" algn="ctr">
                <a:noFill/>
                <a:prstDash val="solid"/>
                <a:miter lim="800000"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Content Placeholder 4">
                <a:extLst>
                  <a:ext uri="{FF2B5EF4-FFF2-40B4-BE49-F238E27FC236}">
                    <a16:creationId xmlns:a16="http://schemas.microsoft.com/office/drawing/2014/main" id="{6EC1A33C-0DFF-C21D-9DDE-58279082487C}"/>
                  </a:ext>
                </a:extLst>
              </p:cNvPr>
              <p:cNvSpPr txBox="1">
                <a:spLocks/>
              </p:cNvSpPr>
              <p:nvPr/>
            </p:nvSpPr>
            <p:spPr>
              <a:xfrm flipH="1">
                <a:off x="6667833" y="5423097"/>
                <a:ext cx="2152316" cy="540000"/>
              </a:xfrm>
              <a:prstGeom prst="rect">
                <a:avLst/>
              </a:prstGeom>
              <a:noFill/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vert="horz" lIns="91440" tIns="45720" rIns="91440" bIns="45720" rtlCol="0" anchor="ctr">
                <a:noAutofit/>
              </a:bodyPr>
              <a:lstStyle>
                <a:lvl1pPr marL="265113" indent="-265113" algn="just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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809625" indent="-352425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118745" indent="0" algn="l">
                  <a:lnSpc>
                    <a:spcPct val="115000"/>
                  </a:lnSpc>
                  <a:spcAft>
                    <a:spcPts val="8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k</m:t>
                      </m:r>
                      <m:d>
                        <m:dPr>
                          <m:ctrlPr>
                            <a:rPr lang="en-US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d>
                      <m:r>
                        <a:rPr lang="en-US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US" sz="2800" dirty="0">
                  <a:solidFill>
                    <a:srgbClr val="002060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29" name="Content Placeholder 4">
                <a:extLst>
                  <a:ext uri="{FF2B5EF4-FFF2-40B4-BE49-F238E27FC236}">
                    <a16:creationId xmlns:a16="http://schemas.microsoft.com/office/drawing/2014/main" id="{6EC1A33C-0DFF-C21D-9DDE-58279082487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6667833" y="5423097"/>
                <a:ext cx="2152316" cy="540000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  <a:ln w="12700" cap="flat" cmpd="sng" algn="ctr">
                <a:noFill/>
                <a:prstDash val="solid"/>
                <a:miter lim="800000"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Content Placeholder 4">
                <a:extLst>
                  <a:ext uri="{FF2B5EF4-FFF2-40B4-BE49-F238E27FC236}">
                    <a16:creationId xmlns:a16="http://schemas.microsoft.com/office/drawing/2014/main" id="{5F6A13A7-BCCF-DCAC-AD2C-4F915E29F1B4}"/>
                  </a:ext>
                </a:extLst>
              </p:cNvPr>
              <p:cNvSpPr txBox="1">
                <a:spLocks/>
              </p:cNvSpPr>
              <p:nvPr/>
            </p:nvSpPr>
            <p:spPr>
              <a:xfrm flipH="1">
                <a:off x="2783048" y="5936994"/>
                <a:ext cx="5268752" cy="540000"/>
              </a:xfrm>
              <a:prstGeom prst="rect">
                <a:avLst/>
              </a:prstGeom>
              <a:noFill/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vert="horz" lIns="91440" tIns="45720" rIns="91440" bIns="45720" rtlCol="0" anchor="ctr">
                <a:noAutofit/>
              </a:bodyPr>
              <a:lstStyle>
                <a:lvl1pPr marL="265113" indent="-265113" algn="just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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809625" indent="-352425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118745" indent="0" algn="l">
                  <a:lnSpc>
                    <a:spcPct val="115000"/>
                  </a:lnSpc>
                  <a:spcAft>
                    <a:spcPts val="800"/>
                  </a:spcAft>
                  <a:buNone/>
                </a:pPr>
                <a:r>
                  <a:rPr lang="en-US" sz="2800" dirty="0">
                    <a:solidFill>
                      <a:srgbClr val="002060"/>
                    </a:solidFill>
                  </a:rPr>
                  <a:t>Hence,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W</m:t>
                    </m:r>
                  </m:oMath>
                </a14:m>
                <a:r>
                  <a:rPr lang="en-US" sz="2800" dirty="0">
                    <a:solidFill>
                      <a:srgbClr val="002060"/>
                    </a:solidFill>
                    <a:latin typeface="Cambria Math" panose="02040503050406030204" pitchFamily="18" charset="0"/>
                  </a:rPr>
                  <a:t> </a:t>
                </a:r>
                <a:r>
                  <a:rPr lang="en-US" sz="2800" i="0" dirty="0">
                    <a:solidFill>
                      <a:srgbClr val="002060"/>
                    </a:solidFill>
                    <a:latin typeface="+mj-lt"/>
                  </a:rPr>
                  <a:t>is a subspace </a:t>
                </a:r>
                <a:r>
                  <a:rPr lang="en-US" sz="2800" dirty="0">
                    <a:solidFill>
                      <a:srgbClr val="002060"/>
                    </a:solidFill>
                  </a:rPr>
                  <a:t>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𝕄</m:t>
                        </m:r>
                      </m:e>
                      <m:sub>
                        <m:r>
                          <a:rPr lang="en-IN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2800" i="0" dirty="0">
                    <a:solidFill>
                      <a:srgbClr val="002060"/>
                    </a:solidFill>
                    <a:latin typeface="+mj-lt"/>
                  </a:rPr>
                  <a:t>.</a:t>
                </a:r>
                <a:endParaRPr lang="en-US" sz="2800" dirty="0">
                  <a:solidFill>
                    <a:srgbClr val="002060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30" name="Content Placeholder 4">
                <a:extLst>
                  <a:ext uri="{FF2B5EF4-FFF2-40B4-BE49-F238E27FC236}">
                    <a16:creationId xmlns:a16="http://schemas.microsoft.com/office/drawing/2014/main" id="{5F6A13A7-BCCF-DCAC-AD2C-4F915E29F1B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2783048" y="5936994"/>
                <a:ext cx="5268752" cy="540000"/>
              </a:xfrm>
              <a:prstGeom prst="rect">
                <a:avLst/>
              </a:prstGeom>
              <a:blipFill>
                <a:blip r:embed="rId16"/>
                <a:stretch>
                  <a:fillRect l="-231" t="-6818" b="-32955"/>
                </a:stretch>
              </a:blipFill>
              <a:ln w="12700" cap="flat" cmpd="sng" algn="ctr">
                <a:noFill/>
                <a:prstDash val="solid"/>
                <a:miter lim="800000"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03A6C260-8F74-5C07-BDBF-7AAD41A8DAF7}"/>
              </a:ext>
            </a:extLst>
          </p:cNvPr>
          <p:cNvCxnSpPr/>
          <p:nvPr/>
        </p:nvCxnSpPr>
        <p:spPr>
          <a:xfrm>
            <a:off x="1071663" y="5237265"/>
            <a:ext cx="720000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5CE3EBD8-508D-B08A-6F83-C1CB8537118D}"/>
              </a:ext>
            </a:extLst>
          </p:cNvPr>
          <p:cNvCxnSpPr/>
          <p:nvPr/>
        </p:nvCxnSpPr>
        <p:spPr>
          <a:xfrm>
            <a:off x="2829465" y="5237265"/>
            <a:ext cx="720000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11BB6AB8-57B8-4615-91F8-3C230265BB22}"/>
              </a:ext>
            </a:extLst>
          </p:cNvPr>
          <p:cNvCxnSpPr/>
          <p:nvPr/>
        </p:nvCxnSpPr>
        <p:spPr>
          <a:xfrm>
            <a:off x="4513651" y="5237811"/>
            <a:ext cx="595041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Content Placeholder 4">
                <a:extLst>
                  <a:ext uri="{FF2B5EF4-FFF2-40B4-BE49-F238E27FC236}">
                    <a16:creationId xmlns:a16="http://schemas.microsoft.com/office/drawing/2014/main" id="{415E82A2-61E5-4558-9DFE-01B6DCD9B253}"/>
                  </a:ext>
                </a:extLst>
              </p:cNvPr>
              <p:cNvSpPr txBox="1">
                <a:spLocks/>
              </p:cNvSpPr>
              <p:nvPr/>
            </p:nvSpPr>
            <p:spPr>
              <a:xfrm flipH="1">
                <a:off x="0" y="1676425"/>
                <a:ext cx="8404135" cy="540000"/>
              </a:xfrm>
              <a:prstGeom prst="rect">
                <a:avLst/>
              </a:prstGeom>
              <a:noFill/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vert="horz" lIns="91440" tIns="45720" rIns="91440" bIns="45720" rtlCol="0" anchor="ctr">
                <a:noAutofit/>
              </a:bodyPr>
              <a:lstStyle>
                <a:lvl1pPr marL="265113" indent="-265113" algn="just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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809625" indent="-352425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118745" indent="0" algn="l">
                  <a:lnSpc>
                    <a:spcPct val="115000"/>
                  </a:lnSpc>
                  <a:spcAft>
                    <a:spcPts val="800"/>
                  </a:spcAft>
                  <a:buNone/>
                </a:pPr>
                <a14:m>
                  <m:oMath xmlns:m="http://schemas.openxmlformats.org/officeDocument/2006/math">
                    <m:r>
                      <a:rPr lang="en-US" sz="2800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a</m:t>
                    </m:r>
                    <m:r>
                      <a:rPr lang="en-IN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+3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b</m:t>
                    </m:r>
                    <m:r>
                      <a:rPr lang="en-IN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c</m:t>
                    </m:r>
                    <m:r>
                      <a:rPr lang="en-IN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d</m:t>
                    </m:r>
                    <m:r>
                      <a:rPr lang="en-IN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US" sz="2800" dirty="0">
                    <a:solidFill>
                      <a:srgbClr val="3A4A6A"/>
                    </a:solidFill>
                  </a:rPr>
                  <a:t>   and   </a:t>
                </a:r>
                <a14:m>
                  <m:oMath xmlns:m="http://schemas.openxmlformats.org/officeDocument/2006/math">
                    <m:r>
                      <a:rPr lang="en-IN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US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e</m:t>
                    </m:r>
                    <m:r>
                      <a:rPr lang="en-IN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+3</m:t>
                    </m:r>
                    <m:r>
                      <m:rPr>
                        <m:sty m:val="p"/>
                      </m:rPr>
                      <a:rPr lang="en-US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f</m:t>
                    </m:r>
                    <m:r>
                      <a:rPr lang="en-IN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US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g</m:t>
                    </m:r>
                    <m:r>
                      <a:rPr lang="en-IN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US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h</m:t>
                    </m:r>
                    <m:r>
                      <a:rPr lang="en-IN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endParaRPr lang="en-US" sz="2800" dirty="0">
                  <a:solidFill>
                    <a:srgbClr val="002060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23" name="Content Placeholder 4">
                <a:extLst>
                  <a:ext uri="{FF2B5EF4-FFF2-40B4-BE49-F238E27FC236}">
                    <a16:creationId xmlns:a16="http://schemas.microsoft.com/office/drawing/2014/main" id="{415E82A2-61E5-4558-9DFE-01B6DCD9B25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0" y="1676425"/>
                <a:ext cx="8404135" cy="540000"/>
              </a:xfrm>
              <a:prstGeom prst="rect">
                <a:avLst/>
              </a:prstGeom>
              <a:blipFill>
                <a:blip r:embed="rId17"/>
                <a:stretch>
                  <a:fillRect t="-6742" b="-31461"/>
                </a:stretch>
              </a:blipFill>
              <a:ln w="12700" cap="flat" cmpd="sng" algn="ctr">
                <a:noFill/>
                <a:prstDash val="solid"/>
                <a:miter lim="800000"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9D93020A-B8BC-49D0-AA5D-36CF2C924FA6}"/>
              </a:ext>
            </a:extLst>
          </p:cNvPr>
          <p:cNvCxnSpPr/>
          <p:nvPr/>
        </p:nvCxnSpPr>
        <p:spPr>
          <a:xfrm>
            <a:off x="5911879" y="5214397"/>
            <a:ext cx="595041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6" name="Content Placeholder 4">
                <a:extLst>
                  <a:ext uri="{FF2B5EF4-FFF2-40B4-BE49-F238E27FC236}">
                    <a16:creationId xmlns:a16="http://schemas.microsoft.com/office/drawing/2014/main" id="{EFC5B7A6-75BE-4F68-B869-3FAEED3EA3D9}"/>
                  </a:ext>
                </a:extLst>
              </p:cNvPr>
              <p:cNvSpPr txBox="1">
                <a:spLocks/>
              </p:cNvSpPr>
              <p:nvPr/>
            </p:nvSpPr>
            <p:spPr>
              <a:xfrm flipH="1">
                <a:off x="8450037" y="5423097"/>
                <a:ext cx="2152316" cy="540000"/>
              </a:xfrm>
              <a:prstGeom prst="rect">
                <a:avLst/>
              </a:prstGeom>
              <a:noFill/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vert="horz" lIns="91440" tIns="45720" rIns="91440" bIns="45720" rtlCol="0" anchor="ctr">
                <a:noAutofit/>
              </a:bodyPr>
              <a:lstStyle>
                <a:lvl1pPr marL="265113" indent="-265113" algn="just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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809625" indent="-352425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118745" indent="0" algn="l">
                  <a:lnSpc>
                    <a:spcPct val="115000"/>
                  </a:lnSpc>
                  <a:spcAft>
                    <a:spcPts val="8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US" sz="2800" dirty="0">
                  <a:solidFill>
                    <a:srgbClr val="002060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26" name="Content Placeholder 4">
                <a:extLst>
                  <a:ext uri="{FF2B5EF4-FFF2-40B4-BE49-F238E27FC236}">
                    <a16:creationId xmlns:a16="http://schemas.microsoft.com/office/drawing/2014/main" id="{EFC5B7A6-75BE-4F68-B869-3FAEED3EA3D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8450037" y="5423097"/>
                <a:ext cx="2152316" cy="540000"/>
              </a:xfrm>
              <a:prstGeom prst="rect">
                <a:avLst/>
              </a:prstGeom>
              <a:blipFill>
                <a:blip r:embed="rId18"/>
                <a:stretch>
                  <a:fillRect/>
                </a:stretch>
              </a:blipFill>
              <a:ln w="12700" cap="flat" cmpd="sng" algn="ctr">
                <a:noFill/>
                <a:prstDash val="solid"/>
                <a:miter lim="800000"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149567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500"/>
                            </p:stCondLst>
                            <p:childTnLst>
                              <p:par>
                                <p:cTn id="4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1000"/>
                            </p:stCondLst>
                            <p:childTnLst>
                              <p:par>
                                <p:cTn id="4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1500"/>
                            </p:stCondLst>
                            <p:childTnLst>
                              <p:par>
                                <p:cTn id="4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1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17" grpId="0"/>
      <p:bldP spid="16" grpId="0"/>
      <p:bldP spid="14" grpId="0"/>
      <p:bldP spid="15" grpId="0"/>
      <p:bldP spid="18" grpId="0"/>
      <p:bldP spid="20" grpId="0"/>
      <p:bldP spid="21" grpId="0"/>
      <p:bldP spid="22" grpId="0"/>
      <p:bldP spid="28" grpId="0"/>
      <p:bldP spid="29" grpId="0"/>
      <p:bldP spid="30" grpId="0"/>
      <p:bldP spid="23" grpId="0"/>
      <p:bldP spid="26" grpId="0"/>
    </p:bldLst>
  </p:timing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728A30-9F9C-CCB2-2562-56A11DFEDC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87F65214-8FF1-7C84-B79D-5B5772FA806D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IN" dirty="0"/>
                  <a:t>Method:2 </a:t>
                </a:r>
                <a14:m>
                  <m:oMath xmlns:m="http://schemas.openxmlformats.org/officeDocument/2006/math">
                    <m:r>
                      <a:rPr lang="en-IN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⇝</m:t>
                    </m:r>
                  </m:oMath>
                </a14:m>
                <a:r>
                  <a:rPr lang="en-IN" dirty="0"/>
                  <a:t> Example:19</a:t>
                </a:r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87F65214-8FF1-7C84-B79D-5B5772FA806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400" t="-8547" b="-1965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A0BE686F-F0FA-AFFB-8B43-31E8EF4A8C8C}"/>
              </a:ext>
            </a:extLst>
          </p:cNvPr>
          <p:cNvSpPr/>
          <p:nvPr/>
        </p:nvSpPr>
        <p:spPr>
          <a:xfrm>
            <a:off x="122278" y="2153039"/>
            <a:ext cx="1450657" cy="468000"/>
          </a:xfrm>
          <a:prstGeom prst="roundRect">
            <a:avLst/>
          </a:prstGeom>
          <a:gradFill>
            <a:gsLst>
              <a:gs pos="10000">
                <a:srgbClr val="0E47A1"/>
              </a:gs>
              <a:gs pos="100000">
                <a:srgbClr val="03A9F5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en-IN" sz="2800" dirty="0">
                <a:solidFill>
                  <a:schemeClr val="bg1"/>
                </a:solidFill>
              </a:rPr>
              <a:t>Solution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4" name="Content Placeholder 4">
                <a:extLst>
                  <a:ext uri="{FF2B5EF4-FFF2-40B4-BE49-F238E27FC236}">
                    <a16:creationId xmlns:a16="http://schemas.microsoft.com/office/drawing/2014/main" id="{A5AEA378-7336-7681-D0DA-1B236F69716A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604480" y="748618"/>
                <a:ext cx="10587520" cy="1125690"/>
              </a:xfrm>
              <a:prstGeom prst="rect">
                <a:avLst/>
              </a:prstGeom>
              <a:noFill/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vert="horz" lIns="91440" tIns="45720" rIns="91440" bIns="45720" rtlCol="0" anchor="ctr">
                <a:noAutofit/>
              </a:bodyPr>
              <a:lstStyle>
                <a:lvl1pPr marL="265113" indent="-265113" algn="just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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809625" indent="-352425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 algn="l">
                  <a:lnSpc>
                    <a:spcPct val="150000"/>
                  </a:lnSpc>
                  <a:buNone/>
                </a:pPr>
                <a:r>
                  <a:rPr lang="en-US" sz="2800" dirty="0">
                    <a:solidFill>
                      <a:srgbClr val="002060"/>
                    </a:solidFill>
                    <a:latin typeface="+mj-lt"/>
                  </a:rPr>
                  <a:t>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800" i="0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W</m:t>
                    </m:r>
                    <m:r>
                      <a:rPr lang="en-US" sz="2800" i="0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|"/>
                        <m:ctrlPr>
                          <a:rPr lang="en-US" sz="2800" b="0" i="1" dirty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b="0" i="0" dirty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sSub>
                          <m:sSubPr>
                            <m:ctrlPr>
                              <a:rPr lang="en-US" sz="2800" i="1" dirty="0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sz="2800" i="0" dirty="0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a</m:t>
                            </m:r>
                          </m:e>
                          <m:sub>
                            <m:r>
                              <a:rPr lang="en-US" sz="2800" i="0" dirty="0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lang="en-US" sz="2800" i="0" dirty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sz="2800" i="1" dirty="0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sz="2800" i="0" dirty="0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a</m:t>
                            </m:r>
                          </m:e>
                          <m:sub>
                            <m:r>
                              <a:rPr lang="en-US" sz="2800" i="0" dirty="0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US" sz="2800" i="0" dirty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x</m:t>
                        </m:r>
                        <m:r>
                          <a:rPr lang="en-US" sz="2800" i="0" dirty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sz="2800" i="1" dirty="0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sz="2800" i="0" dirty="0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a</m:t>
                            </m:r>
                          </m:e>
                          <m:sub>
                            <m:r>
                              <a:rPr lang="en-US" sz="2800" i="0" dirty="0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sSup>
                          <m:sSupPr>
                            <m:ctrlPr>
                              <a:rPr lang="en-US" sz="2800" i="1" dirty="0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lang="en-US" sz="2800" i="0" dirty="0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x</m:t>
                            </m:r>
                          </m:e>
                          <m:sup>
                            <m:r>
                              <a:rPr lang="en-US" sz="2800" i="0" dirty="0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sz="2800" i="0" dirty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sz="2800" i="1" dirty="0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sz="2800" i="0" dirty="0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a</m:t>
                            </m:r>
                          </m:e>
                          <m:sub>
                            <m:r>
                              <a:rPr lang="en-US" sz="2800" i="0" dirty="0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  <m:sSup>
                          <m:sSupPr>
                            <m:ctrlPr>
                              <a:rPr lang="en-US" sz="2800" i="1" dirty="0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lang="en-US" sz="2800" i="0" dirty="0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x</m:t>
                            </m:r>
                          </m:e>
                          <m:sup>
                            <m:r>
                              <a:rPr lang="en-US" sz="2800" i="0" dirty="0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  <m:r>
                          <a:rPr lang="en-US" sz="2800" i="0" dirty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  </m:t>
                        </m:r>
                      </m:e>
                    </m:d>
                    <m:r>
                      <a:rPr lang="en-US" sz="2800" b="0" i="0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800" i="0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US" sz="2800" i="1" dirty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2800" i="0" dirty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a</m:t>
                        </m:r>
                      </m:e>
                      <m:sub>
                        <m:r>
                          <a:rPr lang="en-US" sz="2800" i="0" dirty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sz="2800" i="0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sz="2800" i="1" dirty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2800" i="0" dirty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a</m:t>
                        </m:r>
                      </m:e>
                      <m:sub>
                        <m:r>
                          <a:rPr lang="en-US" sz="2800" i="0" dirty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800" i="0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sz="2800" i="1" dirty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2800" i="0" dirty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a</m:t>
                        </m:r>
                      </m:e>
                      <m:sub>
                        <m:r>
                          <a:rPr lang="en-US" sz="2800" i="0" dirty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2800" i="0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sz="2800" i="1" dirty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2800" i="0" dirty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a</m:t>
                        </m:r>
                      </m:e>
                      <m:sub>
                        <m:r>
                          <a:rPr lang="en-US" sz="2800" i="0" dirty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US" sz="2800" i="0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sz="2800" b="0" i="1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ℤ</m:t>
                    </m:r>
                    <m:r>
                      <a:rPr lang="en-US" sz="2800" i="0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sz="2800" i="0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and</m:t>
                    </m:r>
                    <m:r>
                      <a:rPr lang="en-US" sz="2800" i="0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sz="2800" i="0" dirty="0" err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x</m:t>
                    </m:r>
                    <m:r>
                      <a:rPr lang="en-US" sz="2800" i="0" dirty="0" err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sz="2800" b="0" i="1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ℝ</m:t>
                    </m:r>
                    <m:r>
                      <a:rPr lang="en-US" sz="2800" b="0" i="0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800" i="0" dirty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lang="en-US" sz="2800" dirty="0">
                    <a:solidFill>
                      <a:srgbClr val="002060"/>
                    </a:solidFill>
                    <a:latin typeface="+mj-lt"/>
                  </a:rPr>
                  <a:t> is a subspace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b="0" i="1" dirty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b="0" i="1" dirty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ℙ</m:t>
                        </m:r>
                      </m:e>
                      <m:sub>
                        <m:r>
                          <a:rPr lang="en-US" sz="2800" i="0" dirty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lang="en-US" sz="2800" dirty="0">
                    <a:solidFill>
                      <a:srgbClr val="002060"/>
                    </a:solidFill>
                    <a:latin typeface="+mj-lt"/>
                  </a:rPr>
                  <a:t> ?</a:t>
                </a:r>
                <a:endParaRPr lang="en-IN" sz="2800" dirty="0">
                  <a:solidFill>
                    <a:srgbClr val="002060"/>
                  </a:solidFill>
                  <a:latin typeface="+mj-lt"/>
                </a:endParaRPr>
              </a:p>
            </p:txBody>
          </p:sp>
        </mc:Choice>
        <mc:Fallback xmlns="">
          <p:sp>
            <p:nvSpPr>
              <p:cNvPr id="34" name="Content Placeholder 4">
                <a:extLst>
                  <a:ext uri="{FF2B5EF4-FFF2-40B4-BE49-F238E27FC236}">
                    <a16:creationId xmlns:a16="http://schemas.microsoft.com/office/drawing/2014/main" id="{A5AEA378-7336-7681-D0DA-1B236F69716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04480" y="748618"/>
                <a:ext cx="10587520" cy="1125690"/>
              </a:xfrm>
              <a:prstGeom prst="rect">
                <a:avLst/>
              </a:prstGeom>
              <a:blipFill>
                <a:blip r:embed="rId3"/>
                <a:stretch>
                  <a:fillRect l="-1151" t="-543" b="-23370"/>
                </a:stretch>
              </a:blipFill>
              <a:ln w="12700" cap="flat" cmpd="sng" algn="ctr">
                <a:noFill/>
                <a:prstDash val="solid"/>
                <a:miter lim="800000"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5" name="Rectangle: Rounded Corners 34">
            <a:extLst>
              <a:ext uri="{FF2B5EF4-FFF2-40B4-BE49-F238E27FC236}">
                <a16:creationId xmlns:a16="http://schemas.microsoft.com/office/drawing/2014/main" id="{C2BAEB38-1604-6D67-83DE-97158C5606B3}"/>
              </a:ext>
            </a:extLst>
          </p:cNvPr>
          <p:cNvSpPr/>
          <p:nvPr/>
        </p:nvSpPr>
        <p:spPr>
          <a:xfrm>
            <a:off x="122279" y="854244"/>
            <a:ext cx="1450657" cy="468000"/>
          </a:xfrm>
          <a:prstGeom prst="roundRect">
            <a:avLst/>
          </a:prstGeom>
          <a:gradFill>
            <a:gsLst>
              <a:gs pos="10000">
                <a:srgbClr val="0E47A1"/>
              </a:gs>
              <a:gs pos="100000">
                <a:srgbClr val="03A9F5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r>
              <a:rPr lang="en-IN" sz="2800" dirty="0">
                <a:solidFill>
                  <a:schemeClr val="bg1"/>
                </a:solidFill>
              </a:rPr>
              <a:t>Example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Content Placeholder 4">
                <a:extLst>
                  <a:ext uri="{FF2B5EF4-FFF2-40B4-BE49-F238E27FC236}">
                    <a16:creationId xmlns:a16="http://schemas.microsoft.com/office/drawing/2014/main" id="{00294356-7D18-0DB2-449E-F8B3F48A1824}"/>
                  </a:ext>
                </a:extLst>
              </p:cNvPr>
              <p:cNvSpPr txBox="1">
                <a:spLocks/>
              </p:cNvSpPr>
              <p:nvPr/>
            </p:nvSpPr>
            <p:spPr>
              <a:xfrm flipH="1">
                <a:off x="1504354" y="2120163"/>
                <a:ext cx="10687646" cy="544460"/>
              </a:xfrm>
              <a:prstGeom prst="rect">
                <a:avLst/>
              </a:prstGeom>
              <a:noFill/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vert="horz" lIns="91440" tIns="45720" rIns="91440" bIns="45720" rtlCol="0" anchor="ctr">
                <a:noAutofit/>
              </a:bodyPr>
              <a:lstStyle>
                <a:lvl1pPr marL="265113" indent="-265113" algn="just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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809625" indent="-352425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118745" indent="0">
                  <a:lnSpc>
                    <a:spcPct val="115000"/>
                  </a:lnSpc>
                  <a:spcAft>
                    <a:spcPts val="800"/>
                  </a:spcAft>
                  <a:buNone/>
                </a:pPr>
                <a:r>
                  <a:rPr lang="en-US" sz="2800" dirty="0">
                    <a:solidFill>
                      <a:srgbClr val="002060"/>
                    </a:solidFill>
                    <a:latin typeface="+mj-lt"/>
                  </a:rPr>
                  <a:t>Here,</a:t>
                </a:r>
                <a14:m>
                  <m:oMath xmlns:m="http://schemas.openxmlformats.org/officeDocument/2006/math">
                    <m:r>
                      <a:rPr lang="en-US" sz="2800" b="0" i="0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    </m:t>
                    </m:r>
                    <m:r>
                      <m:rPr>
                        <m:sty m:val="p"/>
                      </m:rPr>
                      <a:rPr lang="en-US" sz="2800" dirty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W</m:t>
                    </m:r>
                    <m:r>
                      <a:rPr lang="en-US" sz="2800" dirty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|"/>
                        <m:ctrlPr>
                          <a:rPr lang="en-US" sz="2800" i="1" dirty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dirty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sSub>
                          <m:sSubPr>
                            <m:ctrlPr>
                              <a:rPr lang="en-US" sz="2800" i="1" dirty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sz="2800" dirty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a</m:t>
                            </m:r>
                          </m:e>
                          <m:sub>
                            <m:r>
                              <a:rPr lang="en-US" sz="2800" dirty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lang="en-US" sz="2800" dirty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sz="2800" i="1" dirty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sz="2800" dirty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a</m:t>
                            </m:r>
                          </m:e>
                          <m:sub>
                            <m:r>
                              <a:rPr lang="en-US" sz="2800" dirty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US" sz="2800" dirty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x</m:t>
                        </m:r>
                        <m:r>
                          <a:rPr lang="en-US" sz="2800" dirty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sz="2800" i="1" dirty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sz="2800" dirty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a</m:t>
                            </m:r>
                          </m:e>
                          <m:sub>
                            <m:r>
                              <a:rPr lang="en-US" sz="2800" dirty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sSup>
                          <m:sSupPr>
                            <m:ctrlPr>
                              <a:rPr lang="en-US" sz="2800" i="1" dirty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lang="en-US" sz="2800" dirty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x</m:t>
                            </m:r>
                          </m:e>
                          <m:sup>
                            <m:r>
                              <a:rPr lang="en-US" sz="2800" dirty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sz="2800" dirty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sz="2800" i="1" dirty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sz="2800" dirty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a</m:t>
                            </m:r>
                          </m:e>
                          <m:sub>
                            <m:r>
                              <a:rPr lang="en-US" sz="2800" dirty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  <m:sSup>
                          <m:sSupPr>
                            <m:ctrlPr>
                              <a:rPr lang="en-US" sz="2800" i="1" dirty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lang="en-US" sz="2800" dirty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x</m:t>
                            </m:r>
                          </m:e>
                          <m:sup>
                            <m:r>
                              <a:rPr lang="en-US" sz="2800" dirty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  <m:r>
                          <a:rPr lang="en-US" sz="2800" dirty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  </m:t>
                        </m:r>
                      </m:e>
                    </m:d>
                    <m:r>
                      <a:rPr lang="en-US" sz="2800" dirty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  </m:t>
                    </m:r>
                    <m:sSub>
                      <m:sSubPr>
                        <m:ctrlPr>
                          <a:rPr lang="en-US" sz="2800" i="1" dirty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2800" dirty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a</m:t>
                        </m:r>
                      </m:e>
                      <m:sub>
                        <m:r>
                          <a:rPr lang="en-US" sz="2800" dirty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sz="2800" dirty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sz="2800" i="1" dirty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2800" dirty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a</m:t>
                        </m:r>
                      </m:e>
                      <m:sub>
                        <m:r>
                          <a:rPr lang="en-US" sz="2800" dirty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800" dirty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sz="2800" i="1" dirty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2800" dirty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a</m:t>
                        </m:r>
                      </m:e>
                      <m:sub>
                        <m:r>
                          <a:rPr lang="en-US" sz="2800" dirty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2800" dirty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sz="2800" i="1" dirty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2800" dirty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a</m:t>
                        </m:r>
                      </m:e>
                      <m:sub>
                        <m:r>
                          <a:rPr lang="en-US" sz="2800" dirty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US" sz="2800" dirty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sz="2800" i="1" dirty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ℤ</m:t>
                    </m:r>
                    <m:r>
                      <a:rPr lang="en-US" sz="2800" dirty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sz="2800" dirty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and</m:t>
                    </m:r>
                    <m:r>
                      <a:rPr lang="en-US" sz="2800" dirty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sz="2800" dirty="0" err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x</m:t>
                    </m:r>
                    <m:r>
                      <a:rPr lang="en-US" sz="2800" dirty="0" err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sz="2800" i="1" dirty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ℝ</m:t>
                    </m:r>
                    <m:r>
                      <a:rPr lang="en-US" sz="2800" dirty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 }</m:t>
                    </m:r>
                  </m:oMath>
                </a14:m>
                <a:endParaRPr lang="en-US" sz="2800" dirty="0">
                  <a:solidFill>
                    <a:srgbClr val="002060"/>
                  </a:solidFill>
                  <a:latin typeface="Cambria Math" panose="02040503050406030204" pitchFamily="18" charset="0"/>
                  <a:ea typeface="Calibri" panose="020F0502020204030204" pitchFamily="34" charset="0"/>
                  <a:cs typeface="Shruti" panose="020B0502040204020203" pitchFamily="34" charset="0"/>
                </a:endParaRPr>
              </a:p>
            </p:txBody>
          </p:sp>
        </mc:Choice>
        <mc:Fallback xmlns="">
          <p:sp>
            <p:nvSpPr>
              <p:cNvPr id="16" name="Content Placeholder 4">
                <a:extLst>
                  <a:ext uri="{FF2B5EF4-FFF2-40B4-BE49-F238E27FC236}">
                    <a16:creationId xmlns:a16="http://schemas.microsoft.com/office/drawing/2014/main" id="{00294356-7D18-0DB2-449E-F8B3F48A182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1504354" y="2120163"/>
                <a:ext cx="10687646" cy="544460"/>
              </a:xfrm>
              <a:prstGeom prst="rect">
                <a:avLst/>
              </a:prstGeom>
              <a:blipFill>
                <a:blip r:embed="rId4"/>
                <a:stretch>
                  <a:fillRect l="-114" t="-6742" b="-32584"/>
                </a:stretch>
              </a:blipFill>
              <a:ln w="12700" cap="flat" cmpd="sng" algn="ctr">
                <a:noFill/>
                <a:prstDash val="solid"/>
                <a:miter lim="800000"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Content Placeholder 4">
                <a:extLst>
                  <a:ext uri="{FF2B5EF4-FFF2-40B4-BE49-F238E27FC236}">
                    <a16:creationId xmlns:a16="http://schemas.microsoft.com/office/drawing/2014/main" id="{A5F3DFD5-C6B8-3192-D7EE-CF497B81A809}"/>
                  </a:ext>
                </a:extLst>
              </p:cNvPr>
              <p:cNvSpPr txBox="1">
                <a:spLocks/>
              </p:cNvSpPr>
              <p:nvPr/>
            </p:nvSpPr>
            <p:spPr>
              <a:xfrm flipH="1">
                <a:off x="0" y="5126479"/>
                <a:ext cx="12192000" cy="540000"/>
              </a:xfrm>
              <a:prstGeom prst="rect">
                <a:avLst/>
              </a:prstGeom>
              <a:noFill/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vert="horz" lIns="91440" tIns="45720" rIns="91440" bIns="45720" rtlCol="0" anchor="ctr">
                <a:noAutofit/>
              </a:bodyPr>
              <a:lstStyle>
                <a:lvl1pPr marL="265113" indent="-265113" algn="just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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809625" indent="-352425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118745" indent="0">
                  <a:lnSpc>
                    <a:spcPct val="115000"/>
                  </a:lnSpc>
                  <a:spcAft>
                    <a:spcPts val="800"/>
                  </a:spcAft>
                  <a:buNone/>
                </a:pPr>
                <a:r>
                  <a:rPr lang="en-US" sz="2800" dirty="0">
                    <a:solidFill>
                      <a:srgbClr val="002060"/>
                    </a:solidFill>
                    <a:latin typeface="+mj-lt"/>
                  </a:rPr>
                  <a:t>Let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u</m:t>
                    </m:r>
                    <m:r>
                      <a:rPr lang="en-US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2800" i="1" dirty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2800" dirty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a</m:t>
                        </m:r>
                      </m:e>
                      <m:sub>
                        <m:r>
                          <a:rPr lang="en-US" sz="2800" dirty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sz="2800" dirty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sz="2800" i="1" dirty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2800" dirty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a</m:t>
                        </m:r>
                      </m:e>
                      <m:sub>
                        <m:r>
                          <a:rPr lang="en-US" sz="2800" dirty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US" sz="2800" dirty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x</m:t>
                    </m:r>
                    <m:r>
                      <a:rPr lang="en-US" sz="2800" dirty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sz="2800" i="1" dirty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2800" dirty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a</m:t>
                        </m:r>
                      </m:e>
                      <m:sub>
                        <m:r>
                          <a:rPr lang="en-US" sz="2800" dirty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sSup>
                      <m:sSupPr>
                        <m:ctrlPr>
                          <a:rPr lang="en-US" sz="2800" i="1" dirty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sz="2800" dirty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x</m:t>
                        </m:r>
                      </m:e>
                      <m:sup>
                        <m:r>
                          <a:rPr lang="en-US" sz="2800" dirty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2800" dirty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sz="2800" i="1" dirty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2800" dirty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a</m:t>
                        </m:r>
                      </m:e>
                      <m:sub>
                        <m:r>
                          <a:rPr lang="en-US" sz="2800" dirty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sSup>
                      <m:sSupPr>
                        <m:ctrlPr>
                          <a:rPr lang="en-US" sz="2800" i="1" dirty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sz="2800" dirty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x</m:t>
                        </m:r>
                      </m:e>
                      <m:sup>
                        <m:r>
                          <a:rPr lang="en-US" sz="2800" dirty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en-US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US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v</m:t>
                    </m:r>
                    <m:r>
                      <a:rPr lang="en-US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b</m:t>
                        </m:r>
                      </m:e>
                      <m:sub>
                        <m:r>
                          <a:rPr lang="en-US" sz="2800" b="0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sz="2800" b="0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b</m:t>
                        </m:r>
                      </m:e>
                      <m:sub>
                        <m:r>
                          <a:rPr lang="en-US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US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x</m:t>
                    </m:r>
                    <m:r>
                      <a:rPr lang="en-US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b</m:t>
                        </m:r>
                      </m:e>
                      <m:sub>
                        <m:r>
                          <a:rPr lang="en-US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sSup>
                      <m:sSupPr>
                        <m:ctrlPr>
                          <a:rPr lang="en-US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x</m:t>
                        </m:r>
                      </m:e>
                      <m:sup>
                        <m:r>
                          <a:rPr lang="en-US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b</m:t>
                        </m:r>
                      </m:e>
                      <m:sub>
                        <m:r>
                          <a:rPr lang="en-US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sSup>
                      <m:sSupPr>
                        <m:ctrlPr>
                          <a:rPr lang="en-IN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x</m:t>
                        </m:r>
                      </m:e>
                      <m:sup>
                        <m:r>
                          <a:rPr lang="en-US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lang="en-US" sz="2800" dirty="0">
                    <a:solidFill>
                      <a:srgbClr val="002060"/>
                    </a:solidFill>
                    <a:latin typeface="+mj-lt"/>
                  </a:rPr>
                  <a:t> ∈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800" b="0" i="0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W</m:t>
                    </m:r>
                  </m:oMath>
                </a14:m>
                <a:r>
                  <a:rPr lang="en-US" sz="2800" dirty="0">
                    <a:solidFill>
                      <a:srgbClr val="002060"/>
                    </a:solidFill>
                    <a:latin typeface="+mj-lt"/>
                  </a:rPr>
                  <a:t>    and  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k</m:t>
                    </m:r>
                    <m:r>
                      <a:rPr lang="en-US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ℝ</m:t>
                    </m:r>
                  </m:oMath>
                </a14:m>
                <a:endParaRPr lang="en-US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14" name="Content Placeholder 4">
                <a:extLst>
                  <a:ext uri="{FF2B5EF4-FFF2-40B4-BE49-F238E27FC236}">
                    <a16:creationId xmlns:a16="http://schemas.microsoft.com/office/drawing/2014/main" id="{A5F3DFD5-C6B8-3192-D7EE-CF497B81A80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0" y="5126479"/>
                <a:ext cx="12192000" cy="540000"/>
              </a:xfrm>
              <a:prstGeom prst="rect">
                <a:avLst/>
              </a:prstGeom>
              <a:blipFill>
                <a:blip r:embed="rId5"/>
                <a:stretch>
                  <a:fillRect l="-50" t="-12360" b="-28090"/>
                </a:stretch>
              </a:blipFill>
              <a:ln w="12700" cap="flat" cmpd="sng" algn="ctr">
                <a:noFill/>
                <a:prstDash val="solid"/>
                <a:miter lim="800000"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Content Placeholder 4">
                <a:extLst>
                  <a:ext uri="{FF2B5EF4-FFF2-40B4-BE49-F238E27FC236}">
                    <a16:creationId xmlns:a16="http://schemas.microsoft.com/office/drawing/2014/main" id="{89BC98C2-0C25-83A7-7317-0AE96E151400}"/>
                  </a:ext>
                </a:extLst>
              </p:cNvPr>
              <p:cNvSpPr txBox="1">
                <a:spLocks/>
              </p:cNvSpPr>
              <p:nvPr/>
            </p:nvSpPr>
            <p:spPr>
              <a:xfrm flipH="1">
                <a:off x="0" y="5917188"/>
                <a:ext cx="5130800" cy="540000"/>
              </a:xfrm>
              <a:prstGeom prst="rect">
                <a:avLst/>
              </a:prstGeom>
              <a:noFill/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vert="horz" lIns="91440" tIns="45720" rIns="91440" bIns="45720" rtlCol="0" anchor="ctr">
                <a:noAutofit/>
              </a:bodyPr>
              <a:lstStyle>
                <a:lvl1pPr marL="265113" indent="-265113" algn="just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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809625" indent="-352425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118745" indent="0" algn="l">
                  <a:lnSpc>
                    <a:spcPct val="115000"/>
                  </a:lnSpc>
                  <a:spcAft>
                    <a:spcPts val="8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dirty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⇒</m:t>
                      </m:r>
                      <m:sSub>
                        <m:sSubPr>
                          <m:ctrlPr>
                            <a:rPr lang="en-US" sz="2800" i="1" dirty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800" dirty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a</m:t>
                          </m:r>
                        </m:e>
                        <m:sub>
                          <m:r>
                            <a:rPr lang="en-US" sz="2800" dirty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sz="2800" dirty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sz="2800" i="1" dirty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800" dirty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a</m:t>
                          </m:r>
                        </m:e>
                        <m:sub>
                          <m:r>
                            <a:rPr lang="en-US" sz="2800" dirty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2800" dirty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sz="2800" i="1" dirty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800" dirty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a</m:t>
                          </m:r>
                        </m:e>
                        <m:sub>
                          <m:r>
                            <a:rPr lang="en-US" sz="2800" dirty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2800" dirty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sz="2800" i="1" dirty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800" dirty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a</m:t>
                          </m:r>
                        </m:e>
                        <m:sub>
                          <m:r>
                            <a:rPr lang="en-US" sz="2800" dirty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sz="2800" b="0" i="1" dirty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sz="2800" b="0" i="1" dirty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800" b="0" i="0" dirty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b</m:t>
                          </m:r>
                        </m:e>
                        <m:sub>
                          <m:r>
                            <a:rPr lang="en-US" sz="2800" dirty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sz="2800" dirty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sz="2800" b="0" i="1" dirty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800" b="0" i="0" dirty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b</m:t>
                          </m:r>
                        </m:e>
                        <m:sub>
                          <m:r>
                            <a:rPr lang="en-US" sz="2800" dirty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2800" dirty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sz="2800" b="0" i="1" dirty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800" b="0" i="0" dirty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b</m:t>
                          </m:r>
                        </m:e>
                        <m:sub>
                          <m:r>
                            <a:rPr lang="en-US" sz="2800" dirty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2800" dirty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sz="2800" b="0" i="1" dirty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800" b="0" i="0" dirty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b</m:t>
                          </m:r>
                        </m:e>
                        <m:sub>
                          <m:r>
                            <a:rPr lang="en-US" sz="2800" dirty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sz="2800" dirty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∈</m:t>
                      </m:r>
                      <m:r>
                        <a:rPr lang="en-US" sz="2800" i="1" dirty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ℤ</m:t>
                      </m:r>
                    </m:oMath>
                  </m:oMathPara>
                </a14:m>
                <a:endParaRPr lang="en-US" sz="2800" dirty="0">
                  <a:solidFill>
                    <a:srgbClr val="002060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7" name="Content Placeholder 4">
                <a:extLst>
                  <a:ext uri="{FF2B5EF4-FFF2-40B4-BE49-F238E27FC236}">
                    <a16:creationId xmlns:a16="http://schemas.microsoft.com/office/drawing/2014/main" id="{89BC98C2-0C25-83A7-7317-0AE96E15140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0" y="5917188"/>
                <a:ext cx="5130800" cy="54000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ln w="12700" cap="flat" cmpd="sng" algn="ctr">
                <a:noFill/>
                <a:prstDash val="solid"/>
                <a:miter lim="800000"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Content Placeholder 4">
                <a:extLst>
                  <a:ext uri="{FF2B5EF4-FFF2-40B4-BE49-F238E27FC236}">
                    <a16:creationId xmlns:a16="http://schemas.microsoft.com/office/drawing/2014/main" id="{C2E3A768-B2DD-49B5-A909-9453EEB041E3}"/>
                  </a:ext>
                </a:extLst>
              </p:cNvPr>
              <p:cNvSpPr txBox="1">
                <a:spLocks/>
              </p:cNvSpPr>
              <p:nvPr/>
            </p:nvSpPr>
            <p:spPr>
              <a:xfrm flipH="1">
                <a:off x="0" y="2752024"/>
                <a:ext cx="12192000" cy="2112076"/>
              </a:xfrm>
              <a:prstGeom prst="rect">
                <a:avLst/>
              </a:prstGeom>
              <a:noFill/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vert="horz" lIns="91440" tIns="45720" rIns="91440" bIns="45720" rtlCol="0" anchor="ctr">
                <a:noAutofit/>
              </a:bodyPr>
              <a:lstStyle>
                <a:defPPr>
                  <a:defRPr lang="en-US"/>
                </a:defPPr>
                <a:lvl1pPr marL="118745" algn="just">
                  <a:lnSpc>
                    <a:spcPct val="115000"/>
                  </a:lnSpc>
                  <a:spcBef>
                    <a:spcPts val="1000"/>
                  </a:spcBef>
                  <a:spcAft>
                    <a:spcPts val="800"/>
                  </a:spcAft>
                  <a:buClr>
                    <a:schemeClr val="accent6"/>
                  </a:buClr>
                  <a:buFont typeface="Wingdings 3" panose="05040102010807070707" pitchFamily="18" charset="2"/>
                  <a:buNone/>
                  <a:defRPr sz="2800">
                    <a:solidFill>
                      <a:srgbClr val="3A4A6A"/>
                    </a:solidFill>
                  </a:defRPr>
                </a:lvl1pPr>
              </a:lstStyle>
              <a:p>
                <a:pPr>
                  <a:lnSpc>
                    <a:spcPct val="90000"/>
                  </a:lnSpc>
                </a:pPr>
                <a:r>
                  <a:rPr lang="en-US" dirty="0">
                    <a:solidFill>
                      <a:srgbClr val="002060"/>
                    </a:solidFill>
                    <a:latin typeface="+mj-lt"/>
                  </a:rPr>
                  <a:t>Binary Operations are defined as</a:t>
                </a:r>
              </a:p>
              <a:p>
                <a:pPr marL="628650" indent="-457200">
                  <a:lnSpc>
                    <a:spcPct val="90000"/>
                  </a:lnSpc>
                  <a:buFont typeface="Wingdings" panose="05000000000000000000" pitchFamily="2" charset="2"/>
                  <a:buChar char="§"/>
                </a:pPr>
                <a:r>
                  <a:rPr lang="en-US" sz="2400" dirty="0">
                    <a:solidFill>
                      <a:srgbClr val="002060"/>
                    </a:solidFill>
                    <a:latin typeface="+mj-lt"/>
                  </a:rPr>
                  <a:t>Vector Addition	        :     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24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400" b="0" i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sz="2400" b="0" i="0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a</m:t>
                            </m:r>
                          </m:e>
                          <m:sub>
                            <m:r>
                              <a:rPr lang="en-US" sz="2400" b="0" i="0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lang="en-US" sz="24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sz="240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sz="240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a</m:t>
                            </m:r>
                          </m:e>
                          <m:sub>
                            <m:r>
                              <a:rPr lang="en-US" sz="240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US" sz="24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x</m:t>
                        </m:r>
                        <m:r>
                          <a:rPr lang="en-US" sz="24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sz="240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sz="240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a</m:t>
                            </m:r>
                          </m:e>
                          <m:sub>
                            <m:r>
                              <a:rPr lang="en-US" sz="240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sSup>
                          <m:sSupPr>
                            <m:ctrlPr>
                              <a:rPr lang="en-US" sz="240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lang="en-US" sz="240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x</m:t>
                            </m:r>
                          </m:e>
                          <m:sup>
                            <m:r>
                              <a:rPr lang="en-US" sz="240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sz="24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IN" sz="240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a</m:t>
                            </m:r>
                          </m:e>
                          <m:sub>
                            <m:r>
                              <a:rPr lang="en-US" sz="240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  <m:sSup>
                          <m:sSupPr>
                            <m:ctrlPr>
                              <a:rPr lang="en-IN" sz="240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x</m:t>
                            </m:r>
                          </m:e>
                          <m:sup>
                            <m:r>
                              <a:rPr lang="en-US" sz="240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e>
                    </m:d>
                    <m:r>
                      <a:rPr lang="en-US" sz="24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+</m:t>
                    </m:r>
                    <m:d>
                      <m:dPr>
                        <m:ctrlPr>
                          <a:rPr lang="en-US" sz="24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400" b="0" i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sz="2400" b="0" i="0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b</m:t>
                            </m:r>
                          </m:e>
                          <m:sub>
                            <m:r>
                              <a:rPr lang="en-US" sz="240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lang="en-US" sz="24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sz="240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sz="240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b</m:t>
                            </m:r>
                          </m:e>
                          <m:sub>
                            <m:r>
                              <a:rPr lang="en-US" sz="240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US" sz="24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x</m:t>
                        </m:r>
                        <m:r>
                          <a:rPr lang="en-US" sz="24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sz="240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sz="240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b</m:t>
                            </m:r>
                          </m:e>
                          <m:sub>
                            <m:r>
                              <a:rPr lang="en-US" sz="240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sSup>
                          <m:sSupPr>
                            <m:ctrlPr>
                              <a:rPr lang="en-US" sz="240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lang="en-US" sz="240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x</m:t>
                            </m:r>
                          </m:e>
                          <m:sup>
                            <m:r>
                              <a:rPr lang="en-US" sz="240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sz="24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sz="2400" b="0" i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sz="2400" b="0" i="0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b</m:t>
                            </m:r>
                          </m:e>
                          <m:sub>
                            <m:r>
                              <a:rPr lang="en-US" sz="240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  <m:sSup>
                          <m:sSupPr>
                            <m:ctrlPr>
                              <a:rPr lang="en-IN" sz="240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x</m:t>
                            </m:r>
                          </m:e>
                          <m:sup>
                            <m:r>
                              <a:rPr lang="en-US" sz="240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e>
                    </m:d>
                  </m:oMath>
                </a14:m>
                <a:endParaRPr lang="en-US" sz="2400" i="1" dirty="0">
                  <a:solidFill>
                    <a:srgbClr val="002060"/>
                  </a:solidFill>
                  <a:latin typeface="Cambria Math" panose="02040503050406030204" pitchFamily="18" charset="0"/>
                </a:endParaRPr>
              </a:p>
              <a:p>
                <a:pPr marL="3860800" indent="-901700">
                  <a:lnSpc>
                    <a:spcPct val="9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sz="24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4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24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a</m:t>
                              </m:r>
                            </m:e>
                            <m:sub>
                              <m:r>
                                <a:rPr lang="en-US" sz="2400" b="0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en-US" sz="24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sz="24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24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b</m:t>
                              </m:r>
                            </m:e>
                            <m:sub>
                              <m:r>
                                <a:rPr lang="en-US" sz="2400" b="0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e>
                      </m:d>
                      <m:r>
                        <a:rPr lang="en-US" sz="24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d>
                        <m:dPr>
                          <m:ctrlPr>
                            <a:rPr lang="en-US" sz="24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4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24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a</m:t>
                              </m:r>
                            </m:e>
                            <m:sub>
                              <m:r>
                                <a:rPr lang="en-US" sz="2400" b="0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24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sz="24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24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b</m:t>
                              </m:r>
                            </m:e>
                            <m:sub>
                              <m:r>
                                <a:rPr lang="en-US" sz="2400" b="0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r>
                        <m:rPr>
                          <m:sty m:val="p"/>
                        </m:rPr>
                        <a:rPr lang="en-US" sz="24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x</m:t>
                      </m:r>
                      <m:r>
                        <a:rPr lang="en-US" sz="24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d>
                        <m:dPr>
                          <m:ctrlPr>
                            <a:rPr lang="en-US" sz="24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4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24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a</m:t>
                              </m:r>
                            </m:e>
                            <m:sub>
                              <m:r>
                                <a:rPr lang="en-US" sz="2400" b="0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sz="24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sz="24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24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b</m:t>
                              </m:r>
                            </m:e>
                            <m:sub>
                              <m:r>
                                <a:rPr lang="en-US" sz="2400" b="0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  <m:sSup>
                        <m:sSupPr>
                          <m:ctrlPr>
                            <a:rPr lang="en-US" sz="24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en-US" sz="24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x</m:t>
                          </m:r>
                        </m:e>
                        <m:sup>
                          <m:r>
                            <a:rPr lang="en-US" sz="24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4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24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m:rPr>
                              <m:sty m:val="p"/>
                            </m:rPr>
                            <a:rPr lang="en-US" sz="24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a</m:t>
                          </m:r>
                        </m:e>
                        <m:sub>
                          <m:r>
                            <a:rPr lang="en-US" sz="24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sz="24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24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4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b</m:t>
                          </m:r>
                        </m:e>
                        <m:sub>
                          <m:r>
                            <a:rPr lang="en-US" sz="24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sz="24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) </m:t>
                      </m:r>
                      <m:sSup>
                        <m:sSupPr>
                          <m:ctrlPr>
                            <a:rPr lang="en-US" sz="24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en-US" sz="24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x</m:t>
                          </m:r>
                        </m:e>
                        <m:sup>
                          <m:r>
                            <a:rPr lang="en-US" sz="24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</m:sSup>
                    </m:oMath>
                  </m:oMathPara>
                </a14:m>
                <a:endParaRPr lang="en-US" sz="2400" dirty="0">
                  <a:solidFill>
                    <a:srgbClr val="002060"/>
                  </a:solidFill>
                  <a:latin typeface="+mj-lt"/>
                </a:endParaRPr>
              </a:p>
              <a:p>
                <a:pPr marL="628650" indent="-457200">
                  <a:lnSpc>
                    <a:spcPct val="90000"/>
                  </a:lnSpc>
                  <a:buFont typeface="Wingdings" panose="05000000000000000000" pitchFamily="2" charset="2"/>
                  <a:buChar char="§"/>
                </a:pPr>
                <a:r>
                  <a:rPr lang="en-US" sz="2400" dirty="0">
                    <a:solidFill>
                      <a:srgbClr val="002060"/>
                    </a:solidFill>
                    <a:latin typeface="+mj-lt"/>
                  </a:rPr>
                  <a:t>Scalar Multiplication   :	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400">
                        <a:latin typeface="Cambria Math" panose="02040503050406030204" pitchFamily="18" charset="0"/>
                      </a:rPr>
                      <m:t>k</m:t>
                    </m:r>
                    <m:d>
                      <m:dPr>
                        <m:ctrlPr>
                          <a:rPr lang="en-US" sz="24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40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sz="240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a</m:t>
                            </m:r>
                          </m:e>
                          <m:sub>
                            <m:r>
                              <a:rPr lang="en-US" sz="240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lang="en-US" sz="24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sz="240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sz="240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a</m:t>
                            </m:r>
                          </m:e>
                          <m:sub>
                            <m:r>
                              <a:rPr lang="en-US" sz="240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US" sz="24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x</m:t>
                        </m:r>
                        <m:r>
                          <a:rPr lang="en-US" sz="24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sz="240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sz="240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a</m:t>
                            </m:r>
                          </m:e>
                          <m:sub>
                            <m:r>
                              <a:rPr lang="en-US" sz="240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sSup>
                          <m:sSupPr>
                            <m:ctrlPr>
                              <a:rPr lang="en-US" sz="240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lang="en-US" sz="240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x</m:t>
                            </m:r>
                          </m:e>
                          <m:sup>
                            <m:r>
                              <a:rPr lang="en-US" sz="240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sz="24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IN" sz="240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a</m:t>
                            </m:r>
                          </m:e>
                          <m:sub>
                            <m:r>
                              <a:rPr lang="en-US" sz="240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  <m:sSup>
                          <m:sSupPr>
                            <m:ctrlPr>
                              <a:rPr lang="en-IN" sz="240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x</m:t>
                            </m:r>
                          </m:e>
                          <m:sup>
                            <m:r>
                              <a:rPr lang="en-US" sz="240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e>
                    </m:d>
                    <m:r>
                      <a:rPr lang="en-US" sz="240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sz="2400" dirty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k</m:t>
                    </m:r>
                    <m:sSub>
                      <m:sSubPr>
                        <m:ctrlPr>
                          <a:rPr lang="en-US" sz="24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24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a</m:t>
                        </m:r>
                      </m:e>
                      <m:sub>
                        <m:r>
                          <a:rPr lang="en-US" sz="24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sz="24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+</m:t>
                    </m:r>
                    <m:d>
                      <m:dPr>
                        <m:ctrlPr>
                          <a:rPr lang="en-US" sz="2400" i="1" dirty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sz="2400" dirty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k</m:t>
                        </m:r>
                        <m:sSub>
                          <m:sSubPr>
                            <m:ctrlPr>
                              <a:rPr lang="en-US" sz="240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sz="240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a</m:t>
                            </m:r>
                          </m:e>
                          <m:sub>
                            <m:r>
                              <a:rPr lang="en-US" sz="240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  <m:r>
                      <m:rPr>
                        <m:sty m:val="p"/>
                      </m:rPr>
                      <a:rPr lang="en-US" sz="24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x</m:t>
                    </m:r>
                    <m:r>
                      <a:rPr lang="en-US" sz="24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+</m:t>
                    </m:r>
                    <m:d>
                      <m:dPr>
                        <m:ctrlPr>
                          <a:rPr lang="en-US" sz="2400" i="1" dirty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sz="2400" dirty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k</m:t>
                        </m:r>
                        <m:sSub>
                          <m:sSubPr>
                            <m:ctrlPr>
                              <a:rPr lang="en-US" sz="240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sz="240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a</m:t>
                            </m:r>
                          </m:e>
                          <m:sub>
                            <m:r>
                              <a:rPr lang="en-US" sz="240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  <m:sSup>
                      <m:sSupPr>
                        <m:ctrlPr>
                          <a:rPr lang="en-US" sz="24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sz="24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x</m:t>
                        </m:r>
                      </m:e>
                      <m:sup>
                        <m:r>
                          <a:rPr lang="en-US" sz="24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24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+</m:t>
                    </m:r>
                    <m:d>
                      <m:dPr>
                        <m:ctrlPr>
                          <a:rPr lang="en-US" sz="2400" i="1" dirty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sz="2400" dirty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k</m:t>
                        </m:r>
                        <m:sSub>
                          <m:sSubPr>
                            <m:ctrlPr>
                              <a:rPr lang="en-US" sz="240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sz="240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a</m:t>
                            </m:r>
                          </m:e>
                          <m:sub>
                            <m:r>
                              <a:rPr lang="en-US" sz="2400" b="0" i="0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e>
                    </m:d>
                    <m:sSup>
                      <m:sSupPr>
                        <m:ctrlPr>
                          <a:rPr lang="en-US" sz="24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sz="24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x</m:t>
                        </m:r>
                      </m:e>
                      <m:sup>
                        <m:r>
                          <a:rPr lang="en-US" sz="2400" b="0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endParaRPr lang="en-US" sz="2400" dirty="0"/>
              </a:p>
            </p:txBody>
          </p:sp>
        </mc:Choice>
        <mc:Fallback xmlns="">
          <p:sp>
            <p:nvSpPr>
              <p:cNvPr id="19" name="Content Placeholder 4">
                <a:extLst>
                  <a:ext uri="{FF2B5EF4-FFF2-40B4-BE49-F238E27FC236}">
                    <a16:creationId xmlns:a16="http://schemas.microsoft.com/office/drawing/2014/main" id="{C2E3A768-B2DD-49B5-A909-9453EEB041E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0" y="2752024"/>
                <a:ext cx="12192000" cy="2112076"/>
              </a:xfrm>
              <a:prstGeom prst="rect">
                <a:avLst/>
              </a:prstGeom>
              <a:blipFill>
                <a:blip r:embed="rId7"/>
                <a:stretch>
                  <a:fillRect l="-50" t="-2882" b="-4611"/>
                </a:stretch>
              </a:blipFill>
              <a:ln w="12700" cap="flat" cmpd="sng" algn="ctr">
                <a:noFill/>
                <a:prstDash val="solid"/>
                <a:miter lim="800000"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675549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4" grpId="0"/>
      <p:bldP spid="17" grpId="0"/>
      <p:bldP spid="19" grpId="0" animBg="1"/>
    </p:bldLst>
  </p:timing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DA9C9A-DB85-C609-DBFB-F4AC082206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7" name="Content Placeholder 4">
                <a:extLst>
                  <a:ext uri="{FF2B5EF4-FFF2-40B4-BE49-F238E27FC236}">
                    <a16:creationId xmlns:a16="http://schemas.microsoft.com/office/drawing/2014/main" id="{E4C665BA-57CF-5451-648D-7C9C1890836A}"/>
                  </a:ext>
                </a:extLst>
              </p:cNvPr>
              <p:cNvSpPr txBox="1">
                <a:spLocks/>
              </p:cNvSpPr>
              <p:nvPr/>
            </p:nvSpPr>
            <p:spPr>
              <a:xfrm flipH="1">
                <a:off x="-2" y="1559211"/>
                <a:ext cx="2362201" cy="540000"/>
              </a:xfrm>
              <a:prstGeom prst="rect">
                <a:avLst/>
              </a:prstGeom>
              <a:noFill/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vert="horz" lIns="91440" tIns="45720" rIns="91440" bIns="45720" rtlCol="0" anchor="ctr">
                <a:noAutofit/>
              </a:bodyPr>
              <a:lstStyle>
                <a:lvl1pPr marL="265113" indent="-265113" algn="just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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809625" indent="-352425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118745" indent="0" algn="l">
                  <a:lnSpc>
                    <a:spcPct val="115000"/>
                  </a:lnSpc>
                  <a:spcAft>
                    <a:spcPts val="800"/>
                  </a:spcAft>
                  <a:buNone/>
                </a:pPr>
                <a:r>
                  <a:rPr lang="en-US" sz="2800" dirty="0">
                    <a:solidFill>
                      <a:srgbClr val="002060"/>
                    </a:solidFill>
                  </a:rPr>
                  <a:t>Now,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k</m:t>
                    </m:r>
                    <m:r>
                      <a:rPr lang="en-US" sz="2800" dirty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m:rPr>
                        <m:sty m:val="p"/>
                      </m:rPr>
                      <a:rPr lang="en-US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u</m:t>
                    </m:r>
                    <m:r>
                      <a:rPr lang="en-US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US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v</m:t>
                    </m:r>
                  </m:oMath>
                </a14:m>
                <a:endParaRPr lang="en-US" sz="2800" dirty="0">
                  <a:solidFill>
                    <a:srgbClr val="002060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7" name="Content Placeholder 4">
                <a:extLst>
                  <a:ext uri="{FF2B5EF4-FFF2-40B4-BE49-F238E27FC236}">
                    <a16:creationId xmlns:a16="http://schemas.microsoft.com/office/drawing/2014/main" id="{E4C665BA-57CF-5451-648D-7C9C1890836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-2" y="1559211"/>
                <a:ext cx="2362201" cy="540000"/>
              </a:xfrm>
              <a:prstGeom prst="rect">
                <a:avLst/>
              </a:prstGeom>
              <a:blipFill>
                <a:blip r:embed="rId2"/>
                <a:stretch>
                  <a:fillRect l="-258" t="-6818" b="-32955"/>
                </a:stretch>
              </a:blipFill>
              <a:ln w="12700" cap="flat" cmpd="sng" algn="ctr">
                <a:noFill/>
                <a:prstDash val="solid"/>
                <a:miter lim="800000"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D32E79DB-A6B0-384A-EC1C-D960DC85A1C6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IN" dirty="0"/>
                  <a:t>Method:2 </a:t>
                </a:r>
                <a14:m>
                  <m:oMath xmlns:m="http://schemas.openxmlformats.org/officeDocument/2006/math">
                    <m:r>
                      <a:rPr lang="en-IN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⇝</m:t>
                    </m:r>
                  </m:oMath>
                </a14:m>
                <a:r>
                  <a:rPr lang="en-IN" dirty="0"/>
                  <a:t> Example:19(continue)</a:t>
                </a:r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D32E79DB-A6B0-384A-EC1C-D960DC85A1C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4"/>
                <a:stretch>
                  <a:fillRect l="-400" t="-8547" b="-1965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Content Placeholder 4">
                <a:extLst>
                  <a:ext uri="{FF2B5EF4-FFF2-40B4-BE49-F238E27FC236}">
                    <a16:creationId xmlns:a16="http://schemas.microsoft.com/office/drawing/2014/main" id="{C82FBEED-B847-C89F-1D60-94FBE288B6FC}"/>
                  </a:ext>
                </a:extLst>
              </p:cNvPr>
              <p:cNvSpPr txBox="1">
                <a:spLocks/>
              </p:cNvSpPr>
              <p:nvPr/>
            </p:nvSpPr>
            <p:spPr>
              <a:xfrm flipH="1">
                <a:off x="2092180" y="1613124"/>
                <a:ext cx="9553719" cy="544460"/>
              </a:xfrm>
              <a:prstGeom prst="rect">
                <a:avLst/>
              </a:prstGeom>
              <a:noFill/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vert="horz" lIns="91440" tIns="45720" rIns="91440" bIns="45720" rtlCol="0" anchor="ctr">
                <a:noAutofit/>
              </a:bodyPr>
              <a:lstStyle>
                <a:lvl1pPr marL="265113" indent="-265113" algn="just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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809625" indent="-352425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118745" indent="0">
                  <a:lnSpc>
                    <a:spcPct val="115000"/>
                  </a:lnSpc>
                  <a:spcAft>
                    <a:spcPts val="8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k</m:t>
                      </m:r>
                      <m:r>
                        <a:rPr lang="en-US" sz="2800" dirty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⋅</m:t>
                      </m:r>
                      <m:d>
                        <m:dPr>
                          <m:ctrlPr>
                            <a:rPr lang="en-US" sz="2800" i="1" dirty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800" i="1" dirty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2800" dirty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a</m:t>
                              </m:r>
                            </m:e>
                            <m:sub>
                              <m:r>
                                <a:rPr lang="en-US" sz="2800" dirty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en-US" sz="2800" dirty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sz="2800" i="1" dirty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2800" dirty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a</m:t>
                              </m:r>
                            </m:e>
                            <m:sub>
                              <m:r>
                                <a:rPr lang="en-US" sz="2800" dirty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m:rPr>
                              <m:sty m:val="p"/>
                            </m:rPr>
                            <a:rPr lang="en-US" sz="2800" dirty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x</m:t>
                          </m:r>
                          <m:r>
                            <a:rPr lang="en-US" sz="2800" dirty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sz="2800" i="1" dirty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2800" dirty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a</m:t>
                              </m:r>
                            </m:e>
                            <m:sub>
                              <m:r>
                                <a:rPr lang="en-US" sz="2800" dirty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sSup>
                            <m:sSupPr>
                              <m:ctrlPr>
                                <a:rPr lang="en-US" sz="2800" i="1" dirty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n-US" sz="2800" dirty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x</m:t>
                              </m:r>
                            </m:e>
                            <m:sup>
                              <m:r>
                                <a:rPr lang="en-US" sz="2800" dirty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sz="2800" dirty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sz="2800" i="1" dirty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2800" dirty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a</m:t>
                              </m:r>
                            </m:e>
                            <m:sub>
                              <m:r>
                                <a:rPr lang="en-US" sz="2800" dirty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sSup>
                            <m:sSupPr>
                              <m:ctrlPr>
                                <a:rPr lang="en-US" sz="2800" i="1" dirty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n-US" sz="2800" dirty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x</m:t>
                              </m:r>
                            </m:e>
                            <m:sup>
                              <m:r>
                                <a:rPr lang="en-US" sz="2800" dirty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p>
                          </m:sSup>
                        </m:e>
                      </m:d>
                      <m:r>
                        <a:rPr lang="en-US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d>
                        <m:dPr>
                          <m:ctrlP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b</m:t>
                              </m:r>
                            </m:e>
                            <m:sub>
                              <m: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b</m:t>
                              </m:r>
                            </m:e>
                            <m:sub>
                              <m: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m:rPr>
                              <m:sty m:val="p"/>
                            </m:rP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x</m:t>
                          </m:r>
                          <m: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b</m:t>
                              </m:r>
                            </m:e>
                            <m:sub>
                              <m: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sSup>
                            <m:sSupPr>
                              <m:ctrlPr>
                                <a:rPr lang="en-US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x</m:t>
                              </m:r>
                            </m:e>
                            <m:sup>
                              <m: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b</m:t>
                              </m:r>
                            </m:e>
                            <m:sub>
                              <m: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sSup>
                            <m:sSupPr>
                              <m:ctrlPr>
                                <a:rPr lang="en-IN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n-IN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x</m:t>
                              </m:r>
                            </m:e>
                            <m:sup>
                              <m: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en-US" sz="2800" dirty="0">
                  <a:solidFill>
                    <a:srgbClr val="002060"/>
                  </a:solidFill>
                  <a:latin typeface="Cambria Math" panose="02040503050406030204" pitchFamily="18" charset="0"/>
                  <a:ea typeface="Calibri" panose="020F0502020204030204" pitchFamily="34" charset="0"/>
                  <a:cs typeface="Shruti" panose="020B0502040204020203" pitchFamily="34" charset="0"/>
                </a:endParaRPr>
              </a:p>
            </p:txBody>
          </p:sp>
        </mc:Choice>
        <mc:Fallback xmlns="">
          <p:sp>
            <p:nvSpPr>
              <p:cNvPr id="16" name="Content Placeholder 4">
                <a:extLst>
                  <a:ext uri="{FF2B5EF4-FFF2-40B4-BE49-F238E27FC236}">
                    <a16:creationId xmlns:a16="http://schemas.microsoft.com/office/drawing/2014/main" id="{C82FBEED-B847-C89F-1D60-94FBE288B6F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2092180" y="1613124"/>
                <a:ext cx="9553719" cy="54446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 w="12700" cap="flat" cmpd="sng" algn="ctr">
                <a:noFill/>
                <a:prstDash val="solid"/>
                <a:miter lim="800000"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Content Placeholder 4">
                <a:extLst>
                  <a:ext uri="{FF2B5EF4-FFF2-40B4-BE49-F238E27FC236}">
                    <a16:creationId xmlns:a16="http://schemas.microsoft.com/office/drawing/2014/main" id="{8F70D48A-BABB-4984-0E18-1BC7F972FD91}"/>
                  </a:ext>
                </a:extLst>
              </p:cNvPr>
              <p:cNvSpPr txBox="1">
                <a:spLocks/>
              </p:cNvSpPr>
              <p:nvPr/>
            </p:nvSpPr>
            <p:spPr>
              <a:xfrm flipH="1">
                <a:off x="3539" y="3745337"/>
                <a:ext cx="7864110" cy="540000"/>
              </a:xfrm>
              <a:prstGeom prst="rect">
                <a:avLst/>
              </a:prstGeom>
              <a:noFill/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vert="horz" lIns="91440" tIns="45720" rIns="91440" bIns="45720" rtlCol="0" anchor="ctr">
                <a:noAutofit/>
              </a:bodyPr>
              <a:lstStyle>
                <a:lvl1pPr marL="265113" indent="-265113" algn="just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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809625" indent="-352425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118745" indent="0" algn="l">
                  <a:lnSpc>
                    <a:spcPct val="115000"/>
                  </a:lnSpc>
                  <a:spcAft>
                    <a:spcPts val="800"/>
                  </a:spcAft>
                  <a:buNone/>
                </a:pPr>
                <a:r>
                  <a:rPr lang="en-US" sz="2800" dirty="0">
                    <a:solidFill>
                      <a:srgbClr val="002060"/>
                    </a:solidFill>
                  </a:rPr>
                  <a:t>Now,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i="1" dirty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2800" dirty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a</m:t>
                        </m:r>
                      </m:e>
                      <m:sub>
                        <m:r>
                          <a:rPr lang="en-US" sz="2800" dirty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sz="2800" dirty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sz="2800" i="1" dirty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2800" dirty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a</m:t>
                        </m:r>
                      </m:e>
                      <m:sub>
                        <m:r>
                          <a:rPr lang="en-US" sz="2800" dirty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800" dirty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sz="2800" i="1" dirty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2800" dirty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a</m:t>
                        </m:r>
                      </m:e>
                      <m:sub>
                        <m:r>
                          <a:rPr lang="en-US" sz="2800" dirty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2800" dirty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sz="2800" i="1" dirty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2800" dirty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a</m:t>
                        </m:r>
                      </m:e>
                      <m:sub>
                        <m:r>
                          <a:rPr lang="en-US" sz="2800" dirty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US" sz="2800" i="1" dirty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sz="2800" i="1" dirty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2800" dirty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b</m:t>
                        </m:r>
                      </m:e>
                      <m:sub>
                        <m:r>
                          <a:rPr lang="en-US" sz="2800" dirty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sz="2800" dirty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sz="2800" i="1" dirty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2800" dirty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b</m:t>
                        </m:r>
                      </m:e>
                      <m:sub>
                        <m:r>
                          <a:rPr lang="en-US" sz="2800" dirty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800" dirty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sz="2800" i="1" dirty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2800" dirty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b</m:t>
                        </m:r>
                      </m:e>
                      <m:sub>
                        <m:r>
                          <a:rPr lang="en-US" sz="2800" dirty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2800" dirty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sz="2800" i="1" dirty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2800" dirty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b</m:t>
                        </m:r>
                      </m:e>
                      <m:sub>
                        <m:r>
                          <a:rPr lang="en-US" sz="2800" dirty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US" sz="2800" dirty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sz="2800" i="1" dirty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ℤ</m:t>
                    </m:r>
                  </m:oMath>
                </a14:m>
                <a:r>
                  <a:rPr lang="en-US" sz="2800" dirty="0">
                    <a:solidFill>
                      <a:srgbClr val="002060"/>
                    </a:solidFill>
                    <a:latin typeface="Cambria Math" panose="02040503050406030204" pitchFamily="18" charset="0"/>
                  </a:rPr>
                  <a:t>    </a:t>
                </a:r>
                <a:r>
                  <a:rPr lang="en-US" sz="2800" i="0" dirty="0">
                    <a:solidFill>
                      <a:srgbClr val="002060"/>
                    </a:solidFill>
                    <a:latin typeface="+mj-lt"/>
                  </a:rPr>
                  <a:t>and   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k</m:t>
                    </m:r>
                    <m:r>
                      <a:rPr lang="en-US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ℝ</m:t>
                    </m:r>
                  </m:oMath>
                </a14:m>
                <a:r>
                  <a:rPr lang="en-US" sz="2800" dirty="0">
                    <a:solidFill>
                      <a:srgbClr val="002060"/>
                    </a:solidFill>
                    <a:latin typeface="Cambria Math" panose="02040503050406030204" pitchFamily="18" charset="0"/>
                  </a:rPr>
                  <a:t>  </a:t>
                </a:r>
              </a:p>
            </p:txBody>
          </p:sp>
        </mc:Choice>
        <mc:Fallback xmlns="">
          <p:sp>
            <p:nvSpPr>
              <p:cNvPr id="14" name="Content Placeholder 4">
                <a:extLst>
                  <a:ext uri="{FF2B5EF4-FFF2-40B4-BE49-F238E27FC236}">
                    <a16:creationId xmlns:a16="http://schemas.microsoft.com/office/drawing/2014/main" id="{8F70D48A-BABB-4984-0E18-1BC7F972FD9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3539" y="3745337"/>
                <a:ext cx="7864110" cy="540000"/>
              </a:xfrm>
              <a:prstGeom prst="rect">
                <a:avLst/>
              </a:prstGeom>
              <a:blipFill>
                <a:blip r:embed="rId6"/>
                <a:stretch>
                  <a:fillRect l="-155" t="-10112" b="-29213"/>
                </a:stretch>
              </a:blipFill>
              <a:ln w="12700" cap="flat" cmpd="sng" algn="ctr">
                <a:noFill/>
                <a:prstDash val="solid"/>
                <a:miter lim="800000"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Content Placeholder 4">
                <a:extLst>
                  <a:ext uri="{FF2B5EF4-FFF2-40B4-BE49-F238E27FC236}">
                    <a16:creationId xmlns:a16="http://schemas.microsoft.com/office/drawing/2014/main" id="{ED931027-FFC8-B682-272D-5B98F55AF66C}"/>
                  </a:ext>
                </a:extLst>
              </p:cNvPr>
              <p:cNvSpPr txBox="1">
                <a:spLocks/>
              </p:cNvSpPr>
              <p:nvPr/>
            </p:nvSpPr>
            <p:spPr>
              <a:xfrm flipH="1">
                <a:off x="2104880" y="2361787"/>
                <a:ext cx="9288430" cy="544460"/>
              </a:xfrm>
              <a:prstGeom prst="rect">
                <a:avLst/>
              </a:prstGeom>
              <a:noFill/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vert="horz" lIns="91440" tIns="45720" rIns="91440" bIns="45720" rtlCol="0" anchor="ctr">
                <a:noAutofit/>
              </a:bodyPr>
              <a:lstStyle>
                <a:lvl1pPr marL="265113" indent="-265113" algn="just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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809625" indent="-352425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118745" indent="0">
                  <a:lnSpc>
                    <a:spcPct val="115000"/>
                  </a:lnSpc>
                  <a:spcAft>
                    <a:spcPts val="8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k</m:t>
                          </m:r>
                          <m:sSub>
                            <m:sSubPr>
                              <m:ctrlPr>
                                <a:rPr lang="en-US" sz="2800" i="1" dirty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2800" i="0" dirty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a</m:t>
                              </m:r>
                            </m:e>
                            <m:sub>
                              <m:r>
                                <a:rPr lang="en-US" sz="2800" i="0" dirty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en-US" sz="2800" b="0" i="0" dirty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b</m:t>
                              </m:r>
                            </m:e>
                            <m:sub>
                              <m: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e>
                      </m:d>
                      <m:r>
                        <a:rPr lang="en-US" sz="2800" i="0" dirty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d>
                        <m:dPr>
                          <m:ctrlPr>
                            <a:rPr lang="en-US" sz="2800" b="0" i="1" dirty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sz="2800" b="0" i="0" dirty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k</m:t>
                          </m:r>
                          <m:sSub>
                            <m:sSubPr>
                              <m:ctrlPr>
                                <a:rPr lang="en-US" sz="2800" i="1" dirty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2800" i="0" dirty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a</m:t>
                              </m:r>
                            </m:e>
                            <m:sub>
                              <m:r>
                                <a:rPr lang="en-US" sz="2800" i="0" dirty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b</m:t>
                              </m:r>
                            </m:e>
                            <m:sub>
                              <m: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r>
                        <m:rPr>
                          <m:sty m:val="p"/>
                        </m:rPr>
                        <a:rPr lang="en-US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x</m:t>
                      </m:r>
                      <m:r>
                        <a:rPr lang="en-US" sz="2800" i="0" dirty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d>
                        <m:dPr>
                          <m:ctrlPr>
                            <a:rPr lang="en-US" sz="2800" b="0" i="1" dirty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sz="2800" b="0" i="0" dirty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k</m:t>
                          </m:r>
                          <m:sSub>
                            <m:sSubPr>
                              <m:ctrlPr>
                                <a:rPr lang="en-US" sz="2800" i="1" dirty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2800" i="0" dirty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a</m:t>
                              </m:r>
                            </m:e>
                            <m:sub>
                              <m:r>
                                <a:rPr lang="en-US" sz="2800" i="0" dirty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b</m:t>
                              </m:r>
                            </m:e>
                            <m:sub>
                              <m: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  <m:sSup>
                        <m:sSupPr>
                          <m:ctrlP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x</m:t>
                          </m:r>
                        </m:e>
                        <m:sup>
                          <m: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800" i="0" dirty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d>
                        <m:dPr>
                          <m:ctrlPr>
                            <a:rPr lang="en-US" sz="2800" b="0" i="1" dirty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sz="2800" b="0" i="0" dirty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k</m:t>
                          </m:r>
                          <m:sSub>
                            <m:sSubPr>
                              <m:ctrlPr>
                                <a:rPr lang="en-US" sz="2800" i="1" dirty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2800" i="0" dirty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a</m:t>
                              </m:r>
                            </m:e>
                            <m:sub>
                              <m:r>
                                <a:rPr lang="en-US" sz="2800" i="0" dirty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b</m:t>
                              </m:r>
                            </m:e>
                            <m:sub>
                              <m: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e>
                      </m:d>
                      <m:sSup>
                        <m:sSup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en-IN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x</m:t>
                          </m:r>
                        </m:e>
                        <m:sup>
                          <m: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</m:sSup>
                    </m:oMath>
                  </m:oMathPara>
                </a14:m>
                <a:endParaRPr lang="en-US" sz="2800" dirty="0">
                  <a:solidFill>
                    <a:srgbClr val="002060"/>
                  </a:solidFill>
                  <a:latin typeface="Cambria Math" panose="02040503050406030204" pitchFamily="18" charset="0"/>
                  <a:ea typeface="Calibri" panose="020F0502020204030204" pitchFamily="34" charset="0"/>
                  <a:cs typeface="Shruti" panose="020B0502040204020203" pitchFamily="34" charset="0"/>
                </a:endParaRPr>
              </a:p>
            </p:txBody>
          </p:sp>
        </mc:Choice>
        <mc:Fallback xmlns="">
          <p:sp>
            <p:nvSpPr>
              <p:cNvPr id="15" name="Content Placeholder 4">
                <a:extLst>
                  <a:ext uri="{FF2B5EF4-FFF2-40B4-BE49-F238E27FC236}">
                    <a16:creationId xmlns:a16="http://schemas.microsoft.com/office/drawing/2014/main" id="{ED931027-FFC8-B682-272D-5B98F55AF66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2104880" y="2361787"/>
                <a:ext cx="9288430" cy="54446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  <a:ln w="12700" cap="flat" cmpd="sng" algn="ctr">
                <a:noFill/>
                <a:prstDash val="solid"/>
                <a:miter lim="800000"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Content Placeholder 4">
                <a:extLst>
                  <a:ext uri="{FF2B5EF4-FFF2-40B4-BE49-F238E27FC236}">
                    <a16:creationId xmlns:a16="http://schemas.microsoft.com/office/drawing/2014/main" id="{AF84CE8F-E527-AAF2-3148-D9A81E9BA074}"/>
                  </a:ext>
                </a:extLst>
              </p:cNvPr>
              <p:cNvSpPr txBox="1">
                <a:spLocks/>
              </p:cNvSpPr>
              <p:nvPr/>
            </p:nvSpPr>
            <p:spPr>
              <a:xfrm flipH="1">
                <a:off x="-5" y="3055792"/>
                <a:ext cx="10859915" cy="540000"/>
              </a:xfrm>
              <a:prstGeom prst="rect">
                <a:avLst/>
              </a:prstGeom>
              <a:noFill/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vert="horz" lIns="91440" tIns="45720" rIns="91440" bIns="45720" rtlCol="0" anchor="ctr">
                <a:noAutofit/>
              </a:bodyPr>
              <a:lstStyle>
                <a:lvl1pPr marL="265113" indent="-265113" algn="just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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809625" indent="-352425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118745" indent="0" algn="l">
                  <a:lnSpc>
                    <a:spcPct val="115000"/>
                  </a:lnSpc>
                  <a:spcAft>
                    <a:spcPts val="800"/>
                  </a:spcAft>
                  <a:buNone/>
                </a:pPr>
                <a:r>
                  <a:rPr lang="en-US" sz="2800" b="1" dirty="0">
                    <a:solidFill>
                      <a:srgbClr val="FF0000"/>
                    </a:solidFill>
                    <a:latin typeface="+mj-lt"/>
                  </a:rPr>
                  <a:t>To show :   </a:t>
                </a:r>
                <a14:m>
                  <m:oMath xmlns:m="http://schemas.openxmlformats.org/officeDocument/2006/math">
                    <m:r>
                      <a:rPr lang="en-US" sz="2800" b="1" i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𝐤</m:t>
                    </m:r>
                    <m:sSub>
                      <m:sSubPr>
                        <m:ctrlPr>
                          <a:rPr lang="en-US" sz="28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b="1" i="0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𝐚</m:t>
                        </m:r>
                      </m:e>
                      <m:sub>
                        <m:r>
                          <a:rPr lang="en-US" sz="2800" b="1" i="0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𝟎</m:t>
                        </m:r>
                      </m:sub>
                    </m:sSub>
                    <m:r>
                      <a:rPr lang="en-US" sz="2800" b="1" i="0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sz="28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b="1" i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𝐛</m:t>
                        </m:r>
                      </m:e>
                      <m:sub>
                        <m:r>
                          <a:rPr lang="en-US" sz="2800" b="1" i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𝟎</m:t>
                        </m:r>
                      </m:sub>
                    </m:sSub>
                  </m:oMath>
                </a14:m>
                <a:r>
                  <a:rPr lang="en-US" sz="2800" b="1" dirty="0">
                    <a:solidFill>
                      <a:srgbClr val="FF0000"/>
                    </a:solidFill>
                  </a:rPr>
                  <a:t>,   </a:t>
                </a:r>
                <a14:m>
                  <m:oMath xmlns:m="http://schemas.openxmlformats.org/officeDocument/2006/math">
                    <m:r>
                      <a:rPr lang="en-US" sz="2800" b="1" i="0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𝐤</m:t>
                    </m:r>
                    <m:sSub>
                      <m:sSubPr>
                        <m:ctrlPr>
                          <a:rPr lang="en-US" sz="28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b="1" i="0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𝐚</m:t>
                        </m:r>
                      </m:e>
                      <m:sub>
                        <m:r>
                          <a:rPr lang="en-US" sz="2800" b="1" i="0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  <m:r>
                      <a:rPr lang="en-US" sz="2800" b="1" i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sz="28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b="1" i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𝐛</m:t>
                        </m:r>
                      </m:e>
                      <m:sub>
                        <m:r>
                          <a:rPr lang="en-US" sz="2800" b="1" i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</m:oMath>
                </a14:m>
                <a:r>
                  <a:rPr lang="en-US" sz="2800" b="1" dirty="0">
                    <a:solidFill>
                      <a:srgbClr val="FF0000"/>
                    </a:solidFill>
                  </a:rPr>
                  <a:t>,   </a:t>
                </a:r>
                <a14:m>
                  <m:oMath xmlns:m="http://schemas.openxmlformats.org/officeDocument/2006/math">
                    <m:r>
                      <a:rPr lang="en-US" sz="2800" b="1" i="0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𝐤</m:t>
                    </m:r>
                    <m:sSub>
                      <m:sSubPr>
                        <m:ctrlPr>
                          <a:rPr lang="en-US" sz="28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b="1" i="0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𝐚</m:t>
                        </m:r>
                      </m:e>
                      <m:sub>
                        <m:r>
                          <a:rPr lang="en-US" sz="2800" b="1" i="0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sub>
                    </m:sSub>
                    <m:r>
                      <a:rPr lang="en-US" sz="2800" b="1" i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sz="28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b="1" i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𝐛</m:t>
                        </m:r>
                      </m:e>
                      <m:sub>
                        <m:r>
                          <a:rPr lang="en-US" sz="2800" b="1" i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sub>
                    </m:sSub>
                  </m:oMath>
                </a14:m>
                <a:r>
                  <a:rPr lang="en-US" sz="2800" b="1" dirty="0">
                    <a:solidFill>
                      <a:srgbClr val="FF0000"/>
                    </a:solidFill>
                  </a:rPr>
                  <a:t>,   </a:t>
                </a:r>
                <a14:m>
                  <m:oMath xmlns:m="http://schemas.openxmlformats.org/officeDocument/2006/math">
                    <m:r>
                      <a:rPr lang="en-US" sz="2800" b="1" i="0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𝐤</m:t>
                    </m:r>
                    <m:sSub>
                      <m:sSubPr>
                        <m:ctrlPr>
                          <a:rPr lang="en-US" sz="28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b="1" i="0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𝐚</m:t>
                        </m:r>
                      </m:e>
                      <m:sub>
                        <m:r>
                          <a:rPr lang="en-US" sz="2800" b="1" i="0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𝟑</m:t>
                        </m:r>
                      </m:sub>
                    </m:sSub>
                    <m:r>
                      <a:rPr lang="en-US" sz="2800" b="1" i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sz="28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b="1" i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𝐛</m:t>
                        </m:r>
                      </m:e>
                      <m:sub>
                        <m:r>
                          <a:rPr lang="en-US" sz="2800" b="1" i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𝟑</m:t>
                        </m:r>
                      </m:sub>
                    </m:sSub>
                    <m:r>
                      <a:rPr lang="en-US" sz="2800" b="1" i="0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sz="2800" b="1" i="0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ℤ</m:t>
                    </m:r>
                  </m:oMath>
                </a14:m>
                <a:endParaRPr lang="en-US" sz="28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8" name="Content Placeholder 4">
                <a:extLst>
                  <a:ext uri="{FF2B5EF4-FFF2-40B4-BE49-F238E27FC236}">
                    <a16:creationId xmlns:a16="http://schemas.microsoft.com/office/drawing/2014/main" id="{AF84CE8F-E527-AAF2-3148-D9A81E9BA07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-5" y="3055792"/>
                <a:ext cx="10859915" cy="540000"/>
              </a:xfrm>
              <a:prstGeom prst="rect">
                <a:avLst/>
              </a:prstGeom>
              <a:blipFill>
                <a:blip r:embed="rId8"/>
                <a:stretch>
                  <a:fillRect l="-56" t="-10112" b="-29213"/>
                </a:stretch>
              </a:blipFill>
              <a:ln w="12700" cap="flat" cmpd="sng" algn="ctr">
                <a:noFill/>
                <a:prstDash val="solid"/>
                <a:miter lim="800000"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Content Placeholder 4">
                <a:extLst>
                  <a:ext uri="{FF2B5EF4-FFF2-40B4-BE49-F238E27FC236}">
                    <a16:creationId xmlns:a16="http://schemas.microsoft.com/office/drawing/2014/main" id="{A01E423D-AE9F-3F28-6697-8D85DD12835C}"/>
                  </a:ext>
                </a:extLst>
              </p:cNvPr>
              <p:cNvSpPr txBox="1">
                <a:spLocks/>
              </p:cNvSpPr>
              <p:nvPr/>
            </p:nvSpPr>
            <p:spPr>
              <a:xfrm flipH="1">
                <a:off x="-1" y="865206"/>
                <a:ext cx="5615190" cy="540000"/>
              </a:xfrm>
              <a:prstGeom prst="rect">
                <a:avLst/>
              </a:prstGeom>
              <a:gradFill>
                <a:gsLst>
                  <a:gs pos="10000">
                    <a:srgbClr val="0E47A1"/>
                  </a:gs>
                  <a:gs pos="100000">
                    <a:srgbClr val="03A9F5"/>
                  </a:gs>
                </a:gsLst>
                <a:lin ang="10800000" scaled="1"/>
              </a:gradFill>
              <a:ln>
                <a:noFill/>
              </a:ln>
            </p:spPr>
            <p:txBody>
              <a:bodyPr vert="horz" wrap="square" lIns="91440" tIns="45720" rIns="91440" bIns="45720" numCol="1" anchor="ctr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algn="ctr">
                  <a:defRPr sz="2800">
                    <a:solidFill>
                      <a:schemeClr val="bg1"/>
                    </a:solidFill>
                  </a:defRPr>
                </a:lvl1pPr>
                <a:lvl2pPr>
                  <a:defRPr>
                    <a:solidFill>
                      <a:schemeClr val="tx1"/>
                    </a:solidFill>
                  </a:defRPr>
                </a:lvl2pPr>
                <a:lvl3pPr>
                  <a:defRPr>
                    <a:solidFill>
                      <a:schemeClr val="tx1"/>
                    </a:solidFill>
                  </a:defRPr>
                </a:lvl3pPr>
                <a:lvl4pPr>
                  <a:defRPr>
                    <a:solidFill>
                      <a:schemeClr val="tx1"/>
                    </a:solidFill>
                  </a:defRPr>
                </a:lvl4pPr>
                <a:lvl5pPr>
                  <a:defRPr>
                    <a:solidFill>
                      <a:schemeClr val="tx1"/>
                    </a:solidFill>
                  </a:defRPr>
                </a:lvl5pPr>
                <a:lvl6pPr>
                  <a:defRPr>
                    <a:solidFill>
                      <a:schemeClr val="tx1"/>
                    </a:solidFill>
                  </a:defRPr>
                </a:lvl6pPr>
                <a:lvl7pPr>
                  <a:defRPr>
                    <a:solidFill>
                      <a:schemeClr val="tx1"/>
                    </a:solidFill>
                  </a:defRPr>
                </a:lvl7pPr>
                <a:lvl8pPr>
                  <a:defRPr>
                    <a:solidFill>
                      <a:schemeClr val="tx1"/>
                    </a:solidFill>
                  </a:defRPr>
                </a:lvl8pPr>
                <a:lvl9pPr>
                  <a:defRPr>
                    <a:solidFill>
                      <a:schemeClr val="tx1"/>
                    </a:solidFill>
                  </a:defRPr>
                </a:lvl9pPr>
              </a:lstStyle>
              <a:p>
                <a:pPr marL="118745" lvl="0" algn="l">
                  <a:lnSpc>
                    <a:spcPct val="115000"/>
                  </a:lnSpc>
                  <a:spcAft>
                    <a:spcPts val="800"/>
                  </a:spcAft>
                </a:pPr>
                <a:r>
                  <a:rPr lang="en-US" b="1" dirty="0"/>
                  <a:t>Axiom : </a:t>
                </a:r>
                <a14:m>
                  <m:oMath xmlns:m="http://schemas.openxmlformats.org/officeDocument/2006/math">
                    <m:r>
                      <a:rPr lang="en-US" b="1" i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𝐤</m:t>
                    </m:r>
                    <m:r>
                      <a:rPr lang="en-US" b="1" i="1" dirty="0">
                        <a:latin typeface="Cambria Math" panose="02040503050406030204" pitchFamily="18" charset="0"/>
                      </a:rPr>
                      <m:t>⋅</m:t>
                    </m:r>
                    <m:r>
                      <a:rPr lang="en-US" b="1" i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𝐮</m:t>
                    </m:r>
                    <m:r>
                      <a:rPr lang="en-US" b="1" i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1" i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𝐯</m:t>
                    </m:r>
                    <m:r>
                      <a:rPr lang="en-US" b="1" i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b="1" i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𝐕</m:t>
                    </m:r>
                    <m:r>
                      <a:rPr lang="en-US" b="1" i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en-US" b="1" dirty="0">
                  <a:solidFill>
                    <a:srgbClr val="002060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9" name="Content Placeholder 4">
                <a:extLst>
                  <a:ext uri="{FF2B5EF4-FFF2-40B4-BE49-F238E27FC236}">
                    <a16:creationId xmlns:a16="http://schemas.microsoft.com/office/drawing/2014/main" id="{A01E423D-AE9F-3F28-6697-8D85DD12835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-1" y="865206"/>
                <a:ext cx="5615190" cy="540000"/>
              </a:xfrm>
              <a:prstGeom prst="rect">
                <a:avLst/>
              </a:prstGeom>
              <a:blipFill>
                <a:blip r:embed="rId9"/>
                <a:stretch>
                  <a:fillRect l="-109" t="-6742" b="-31461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Content Placeholder 4">
                <a:extLst>
                  <a:ext uri="{FF2B5EF4-FFF2-40B4-BE49-F238E27FC236}">
                    <a16:creationId xmlns:a16="http://schemas.microsoft.com/office/drawing/2014/main" id="{6C0705E2-CC93-FA7F-DA27-D66E0C395D62}"/>
                  </a:ext>
                </a:extLst>
              </p:cNvPr>
              <p:cNvSpPr txBox="1">
                <a:spLocks/>
              </p:cNvSpPr>
              <p:nvPr/>
            </p:nvSpPr>
            <p:spPr>
              <a:xfrm flipH="1">
                <a:off x="583192" y="4443802"/>
                <a:ext cx="1900041" cy="540000"/>
              </a:xfrm>
              <a:prstGeom prst="rect">
                <a:avLst/>
              </a:prstGeom>
              <a:noFill/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vert="horz" lIns="91440" tIns="45720" rIns="91440" bIns="45720" rtlCol="0" anchor="ctr">
                <a:noAutofit/>
              </a:bodyPr>
              <a:lstStyle>
                <a:lvl1pPr marL="265113" indent="-265113" algn="just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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809625" indent="-352425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118745" indent="0" algn="l">
                  <a:lnSpc>
                    <a:spcPct val="115000"/>
                  </a:lnSpc>
                  <a:spcAft>
                    <a:spcPts val="8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dirty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⇒</m:t>
                      </m:r>
                      <m:r>
                        <m:rPr>
                          <m:sty m:val="p"/>
                        </m:rPr>
                        <a:rPr lang="en-US" sz="2800" b="0" i="0" dirty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k</m:t>
                      </m:r>
                      <m:sSub>
                        <m:sSubPr>
                          <m:ctrlPr>
                            <a:rPr lang="en-US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a</m:t>
                          </m:r>
                        </m:e>
                        <m:sub>
                          <m:r>
                            <a:rPr lang="en-US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sz="280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∉</m:t>
                      </m:r>
                      <m:r>
                        <a:rPr lang="en-US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ℤ</m:t>
                      </m:r>
                    </m:oMath>
                  </m:oMathPara>
                </a14:m>
                <a:endParaRPr lang="en-US" sz="2800" dirty="0">
                  <a:solidFill>
                    <a:srgbClr val="002060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20" name="Content Placeholder 4">
                <a:extLst>
                  <a:ext uri="{FF2B5EF4-FFF2-40B4-BE49-F238E27FC236}">
                    <a16:creationId xmlns:a16="http://schemas.microsoft.com/office/drawing/2014/main" id="{6C0705E2-CC93-FA7F-DA27-D66E0C395D6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583192" y="4443802"/>
                <a:ext cx="1900041" cy="540000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  <a:ln w="12700" cap="flat" cmpd="sng" algn="ctr">
                <a:noFill/>
                <a:prstDash val="solid"/>
                <a:miter lim="800000"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Content Placeholder 4">
                <a:extLst>
                  <a:ext uri="{FF2B5EF4-FFF2-40B4-BE49-F238E27FC236}">
                    <a16:creationId xmlns:a16="http://schemas.microsoft.com/office/drawing/2014/main" id="{36808058-3EC5-3579-9AAA-82B4418ED0D9}"/>
                  </a:ext>
                </a:extLst>
              </p:cNvPr>
              <p:cNvSpPr txBox="1">
                <a:spLocks/>
              </p:cNvSpPr>
              <p:nvPr/>
            </p:nvSpPr>
            <p:spPr>
              <a:xfrm flipH="1">
                <a:off x="574684" y="5114310"/>
                <a:ext cx="2701916" cy="540000"/>
              </a:xfrm>
              <a:prstGeom prst="rect">
                <a:avLst/>
              </a:prstGeom>
              <a:noFill/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vert="horz" lIns="91440" tIns="45720" rIns="91440" bIns="45720" rtlCol="0" anchor="ctr">
                <a:noAutofit/>
              </a:bodyPr>
              <a:lstStyle>
                <a:lvl1pPr marL="265113" indent="-265113" algn="just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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809625" indent="-352425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118745" indent="0" algn="l">
                  <a:lnSpc>
                    <a:spcPct val="115000"/>
                  </a:lnSpc>
                  <a:spcAft>
                    <a:spcPts val="8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dirty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⇒</m:t>
                      </m:r>
                      <m:r>
                        <m:rPr>
                          <m:sty m:val="p"/>
                        </m:rPr>
                        <a:rPr lang="en-US" sz="2800" dirty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k</m:t>
                      </m:r>
                      <m:sSub>
                        <m:sSubPr>
                          <m:ctrlP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a</m:t>
                          </m:r>
                        </m:e>
                        <m:sub>
                          <m: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sz="2800" dirty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b</m:t>
                          </m:r>
                        </m:e>
                        <m:sub>
                          <m: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sz="2800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∉</m:t>
                      </m:r>
                      <m:r>
                        <a:rPr lang="en-US" sz="2800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ℤ</m:t>
                      </m:r>
                    </m:oMath>
                  </m:oMathPara>
                </a14:m>
                <a:endParaRPr lang="en-US" sz="2800" dirty="0">
                  <a:solidFill>
                    <a:srgbClr val="002060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21" name="Content Placeholder 4">
                <a:extLst>
                  <a:ext uri="{FF2B5EF4-FFF2-40B4-BE49-F238E27FC236}">
                    <a16:creationId xmlns:a16="http://schemas.microsoft.com/office/drawing/2014/main" id="{36808058-3EC5-3579-9AAA-82B4418ED0D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574684" y="5114310"/>
                <a:ext cx="2701916" cy="540000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  <a:ln w="12700" cap="flat" cmpd="sng" algn="ctr">
                <a:noFill/>
                <a:prstDash val="solid"/>
                <a:miter lim="800000"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Content Placeholder 4">
                <a:extLst>
                  <a:ext uri="{FF2B5EF4-FFF2-40B4-BE49-F238E27FC236}">
                    <a16:creationId xmlns:a16="http://schemas.microsoft.com/office/drawing/2014/main" id="{3D4FA6A2-4536-95D8-ED58-8F435F82D6B8}"/>
                  </a:ext>
                </a:extLst>
              </p:cNvPr>
              <p:cNvSpPr txBox="1">
                <a:spLocks/>
              </p:cNvSpPr>
              <p:nvPr/>
            </p:nvSpPr>
            <p:spPr>
              <a:xfrm flipH="1">
                <a:off x="-1" y="5802574"/>
                <a:ext cx="3124200" cy="540000"/>
              </a:xfrm>
              <a:prstGeom prst="rect">
                <a:avLst/>
              </a:prstGeom>
              <a:noFill/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vert="horz" lIns="91440" tIns="45720" rIns="91440" bIns="45720" rtlCol="0" anchor="ctr">
                <a:noAutofit/>
              </a:bodyPr>
              <a:lstStyle>
                <a:lvl1pPr marL="265113" indent="-265113" algn="just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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809625" indent="-352425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118745" indent="0" algn="l">
                  <a:lnSpc>
                    <a:spcPct val="115000"/>
                  </a:lnSpc>
                  <a:spcAft>
                    <a:spcPts val="800"/>
                  </a:spcAft>
                  <a:buNone/>
                </a:pPr>
                <a:r>
                  <a:rPr lang="en-US" sz="2800" dirty="0">
                    <a:solidFill>
                      <a:srgbClr val="002060"/>
                    </a:solidFill>
                  </a:rPr>
                  <a:t>So, 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k</m:t>
                    </m:r>
                    <m:r>
                      <a:rPr lang="en-US" sz="2800" dirty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m:rPr>
                        <m:sty m:val="p"/>
                      </m:rPr>
                      <a:rPr lang="en-US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u</m:t>
                    </m:r>
                    <m:r>
                      <a:rPr lang="en-US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US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v</m:t>
                    </m:r>
                    <m:r>
                      <a:rPr lang="en-US" sz="2800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∉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W</m:t>
                    </m:r>
                  </m:oMath>
                </a14:m>
                <a:r>
                  <a:rPr lang="en-US" sz="2800" dirty="0">
                    <a:solidFill>
                      <a:srgbClr val="002060"/>
                    </a:solidFill>
                    <a:latin typeface="Cambria Math" panose="02040503050406030204" pitchFamily="18" charset="0"/>
                  </a:rPr>
                  <a:t>.</a:t>
                </a:r>
              </a:p>
            </p:txBody>
          </p:sp>
        </mc:Choice>
        <mc:Fallback xmlns="">
          <p:sp>
            <p:nvSpPr>
              <p:cNvPr id="22" name="Content Placeholder 4">
                <a:extLst>
                  <a:ext uri="{FF2B5EF4-FFF2-40B4-BE49-F238E27FC236}">
                    <a16:creationId xmlns:a16="http://schemas.microsoft.com/office/drawing/2014/main" id="{3D4FA6A2-4536-95D8-ED58-8F435F82D6B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-1" y="5802574"/>
                <a:ext cx="3124200" cy="540000"/>
              </a:xfrm>
              <a:prstGeom prst="rect">
                <a:avLst/>
              </a:prstGeom>
              <a:blipFill>
                <a:blip r:embed="rId12"/>
                <a:stretch>
                  <a:fillRect l="-195" t="-9091" b="-32955"/>
                </a:stretch>
              </a:blipFill>
              <a:ln w="12700" cap="flat" cmpd="sng" algn="ctr">
                <a:noFill/>
                <a:prstDash val="solid"/>
                <a:miter lim="800000"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Content Placeholder 4">
                <a:extLst>
                  <a:ext uri="{FF2B5EF4-FFF2-40B4-BE49-F238E27FC236}">
                    <a16:creationId xmlns:a16="http://schemas.microsoft.com/office/drawing/2014/main" id="{7E7936FE-EC87-27C6-1C46-F4060965A27E}"/>
                  </a:ext>
                </a:extLst>
              </p:cNvPr>
              <p:cNvSpPr txBox="1">
                <a:spLocks/>
              </p:cNvSpPr>
              <p:nvPr/>
            </p:nvSpPr>
            <p:spPr>
              <a:xfrm flipH="1">
                <a:off x="2737232" y="5798388"/>
                <a:ext cx="5949567" cy="540000"/>
              </a:xfrm>
              <a:prstGeom prst="rect">
                <a:avLst/>
              </a:prstGeom>
              <a:noFill/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vert="horz" lIns="91440" tIns="45720" rIns="91440" bIns="45720" rtlCol="0" anchor="ctr">
                <a:noAutofit/>
              </a:bodyPr>
              <a:lstStyle>
                <a:lvl1pPr marL="265113" indent="-265113" algn="just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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809625" indent="-352425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118745" indent="0" algn="l">
                  <a:lnSpc>
                    <a:spcPct val="115000"/>
                  </a:lnSpc>
                  <a:spcAft>
                    <a:spcPts val="800"/>
                  </a:spcAft>
                  <a:buNone/>
                </a:pPr>
                <a:r>
                  <a:rPr lang="en-US" sz="2800" dirty="0">
                    <a:solidFill>
                      <a:srgbClr val="002060"/>
                    </a:solidFill>
                  </a:rPr>
                  <a:t>Hence,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W</m:t>
                    </m:r>
                  </m:oMath>
                </a14:m>
                <a:r>
                  <a:rPr lang="en-US" sz="2800" dirty="0">
                    <a:solidFill>
                      <a:srgbClr val="002060"/>
                    </a:solidFill>
                    <a:latin typeface="Cambria Math" panose="02040503050406030204" pitchFamily="18" charset="0"/>
                  </a:rPr>
                  <a:t> </a:t>
                </a:r>
                <a:r>
                  <a:rPr lang="en-US" sz="2800" i="0" dirty="0">
                    <a:solidFill>
                      <a:srgbClr val="002060"/>
                    </a:solidFill>
                    <a:latin typeface="+mj-lt"/>
                  </a:rPr>
                  <a:t>is </a:t>
                </a:r>
                <a:r>
                  <a:rPr lang="en-US" sz="2800" b="1" i="0" dirty="0">
                    <a:solidFill>
                      <a:srgbClr val="FF0000"/>
                    </a:solidFill>
                    <a:latin typeface="+mj-lt"/>
                  </a:rPr>
                  <a:t>not</a:t>
                </a:r>
                <a:r>
                  <a:rPr lang="en-US" sz="2800" i="0" dirty="0">
                    <a:solidFill>
                      <a:srgbClr val="002060"/>
                    </a:solidFill>
                    <a:latin typeface="+mj-lt"/>
                  </a:rPr>
                  <a:t> a subspace </a:t>
                </a:r>
                <a:r>
                  <a:rPr lang="en-US" sz="2800" dirty="0">
                    <a:solidFill>
                      <a:srgbClr val="002060"/>
                    </a:solidFill>
                  </a:rPr>
                  <a:t>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i="1" dirty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i="1" dirty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ℙ</m:t>
                        </m:r>
                      </m:e>
                      <m:sub>
                        <m:r>
                          <a:rPr lang="en-US" sz="2800" dirty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lang="en-US" sz="2800" i="0" dirty="0">
                    <a:solidFill>
                      <a:srgbClr val="002060"/>
                    </a:solidFill>
                    <a:latin typeface="+mj-lt"/>
                  </a:rPr>
                  <a:t>.</a:t>
                </a:r>
                <a:endParaRPr lang="en-US" sz="2800" dirty="0">
                  <a:solidFill>
                    <a:srgbClr val="002060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30" name="Content Placeholder 4">
                <a:extLst>
                  <a:ext uri="{FF2B5EF4-FFF2-40B4-BE49-F238E27FC236}">
                    <a16:creationId xmlns:a16="http://schemas.microsoft.com/office/drawing/2014/main" id="{7E7936FE-EC87-27C6-1C46-F4060965A27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2737232" y="5798388"/>
                <a:ext cx="5949567" cy="540000"/>
              </a:xfrm>
              <a:prstGeom prst="rect">
                <a:avLst/>
              </a:prstGeom>
              <a:blipFill>
                <a:blip r:embed="rId14"/>
                <a:stretch>
                  <a:fillRect l="-102" t="-6742" b="-32584"/>
                </a:stretch>
              </a:blipFill>
              <a:ln w="12700" cap="flat" cmpd="sng" algn="ctr">
                <a:noFill/>
                <a:prstDash val="solid"/>
                <a:miter lim="800000"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Picture 2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9238630" y="5237019"/>
            <a:ext cx="2853175" cy="1243692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5" name="Content Placeholder 4">
                <a:extLst>
                  <a:ext uri="{FF2B5EF4-FFF2-40B4-BE49-F238E27FC236}">
                    <a16:creationId xmlns:a16="http://schemas.microsoft.com/office/drawing/2014/main" id="{BFA25C2A-C960-3FB4-3F0D-F2D435CA6437}"/>
                  </a:ext>
                </a:extLst>
              </p:cNvPr>
              <p:cNvSpPr txBox="1">
                <a:spLocks/>
              </p:cNvSpPr>
              <p:nvPr/>
            </p:nvSpPr>
            <p:spPr>
              <a:xfrm flipH="1">
                <a:off x="3390900" y="4364366"/>
                <a:ext cx="5435599" cy="540001"/>
              </a:xfrm>
              <a:prstGeom prst="rect">
                <a:avLst/>
              </a:prstGeom>
              <a:noFill/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vert="horz" lIns="91440" tIns="45720" rIns="91440" bIns="45720" rtlCol="0" anchor="ctr">
                <a:noAutofit/>
              </a:bodyPr>
              <a:lstStyle>
                <a:lvl1pPr marL="265113" indent="-265113" algn="just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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809625" indent="-352425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118745" indent="0" algn="l">
                  <a:lnSpc>
                    <a:spcPct val="100000"/>
                  </a:lnSpc>
                  <a:spcAft>
                    <a:spcPts val="800"/>
                  </a:spcAft>
                  <a:buNone/>
                </a:pPr>
                <a:r>
                  <a:rPr lang="en-IN" sz="2800" b="1" dirty="0">
                    <a:solidFill>
                      <a:srgbClr val="FF0000"/>
                    </a:solidFill>
                    <a:latin typeface="+mj-lt"/>
                  </a:rPr>
                  <a:t>[ </a:t>
                </a:r>
                <a14:m>
                  <m:oMath xmlns:m="http://schemas.openxmlformats.org/officeDocument/2006/math">
                    <m:r>
                      <a:rPr lang="en-US" sz="28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∵</m:t>
                    </m:r>
                    <m:r>
                      <a:rPr lang="en-US" sz="2800" b="1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𝟐</m:t>
                    </m:r>
                    <m:r>
                      <a:rPr lang="en-US" sz="2800" b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sz="2800" b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ℤ</m:t>
                    </m:r>
                    <m:r>
                      <a:rPr lang="en-US" sz="28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,   </m:t>
                    </m:r>
                    <m:rad>
                      <m:radPr>
                        <m:degHide m:val="on"/>
                        <m:ctrlPr>
                          <a:rPr lang="en-US" sz="28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US" sz="28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28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𝟑</m:t>
                        </m:r>
                        <m:r>
                          <a:rPr lang="en-US" sz="28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</m:e>
                    </m:rad>
                    <m:r>
                      <a:rPr lang="en-US" sz="2800" b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sz="28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ℝ</m:t>
                    </m:r>
                    <m:r>
                      <a:rPr lang="en-US" sz="2800" b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US" sz="2800" b="1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𝟐</m:t>
                    </m:r>
                    <m:rad>
                      <m:radPr>
                        <m:degHide m:val="on"/>
                        <m:ctrlPr>
                          <a:rPr lang="en-US" sz="28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US" sz="28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28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𝟑</m:t>
                        </m:r>
                        <m:r>
                          <a:rPr lang="en-US" sz="28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</m:e>
                    </m:rad>
                    <m:r>
                      <a:rPr lang="en-US" sz="2800" b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∉</m:t>
                    </m:r>
                    <m:r>
                      <a:rPr lang="en-US" sz="28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ℤ</m:t>
                    </m:r>
                    <m:r>
                      <a:rPr lang="en-US" sz="2800" b="1" i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N" sz="2800" b="1" dirty="0">
                    <a:solidFill>
                      <a:srgbClr val="FF0000"/>
                    </a:solidFill>
                    <a:latin typeface="+mj-lt"/>
                  </a:rPr>
                  <a:t>]</a:t>
                </a:r>
                <a:endParaRPr lang="en-US" sz="2800" b="1" dirty="0">
                  <a:solidFill>
                    <a:srgbClr val="FF0000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25" name="Content Placeholder 4">
                <a:extLst>
                  <a:ext uri="{FF2B5EF4-FFF2-40B4-BE49-F238E27FC236}">
                    <a16:creationId xmlns:a16="http://schemas.microsoft.com/office/drawing/2014/main" id="{BFA25C2A-C960-3FB4-3F0D-F2D435CA643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3390900" y="4364366"/>
                <a:ext cx="5435599" cy="540001"/>
              </a:xfrm>
              <a:prstGeom prst="rect">
                <a:avLst/>
              </a:prstGeom>
              <a:blipFill>
                <a:blip r:embed="rId16"/>
                <a:stretch>
                  <a:fillRect l="-112" t="-5618" r="-1121" b="-32584"/>
                </a:stretch>
              </a:blipFill>
              <a:ln w="12700" cap="flat" cmpd="sng" algn="ctr">
                <a:noFill/>
                <a:prstDash val="solid"/>
                <a:miter lim="800000"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Content Placeholder 4">
                <a:extLst>
                  <a:ext uri="{FF2B5EF4-FFF2-40B4-BE49-F238E27FC236}">
                    <a16:creationId xmlns:a16="http://schemas.microsoft.com/office/drawing/2014/main" id="{BFA25C2A-C960-3FB4-3F0D-F2D435CA6437}"/>
                  </a:ext>
                </a:extLst>
              </p:cNvPr>
              <p:cNvSpPr txBox="1">
                <a:spLocks/>
              </p:cNvSpPr>
              <p:nvPr/>
            </p:nvSpPr>
            <p:spPr>
              <a:xfrm flipH="1">
                <a:off x="3390900" y="5048445"/>
                <a:ext cx="5435599" cy="540001"/>
              </a:xfrm>
              <a:prstGeom prst="rect">
                <a:avLst/>
              </a:prstGeom>
              <a:noFill/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vert="horz" lIns="91440" tIns="45720" rIns="91440" bIns="45720" rtlCol="0" anchor="ctr">
                <a:noAutofit/>
              </a:bodyPr>
              <a:lstStyle>
                <a:lvl1pPr marL="265113" indent="-265113" algn="just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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809625" indent="-352425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118745" indent="0" algn="l">
                  <a:lnSpc>
                    <a:spcPct val="100000"/>
                  </a:lnSpc>
                  <a:spcAft>
                    <a:spcPts val="800"/>
                  </a:spcAft>
                  <a:buNone/>
                </a:pPr>
                <a:r>
                  <a:rPr lang="en-IN" sz="2800" b="1" dirty="0">
                    <a:solidFill>
                      <a:srgbClr val="FF0000"/>
                    </a:solidFill>
                    <a:latin typeface="+mj-lt"/>
                  </a:rPr>
                  <a:t>[ </a:t>
                </a:r>
                <a14:m>
                  <m:oMath xmlns:m="http://schemas.openxmlformats.org/officeDocument/2006/math">
                    <m:r>
                      <a:rPr lang="en-US" sz="28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∵</m:t>
                    </m:r>
                    <m:r>
                      <a:rPr lang="en-US" sz="2800" b="1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𝟐</m:t>
                    </m:r>
                    <m:rad>
                      <m:radPr>
                        <m:degHide m:val="on"/>
                        <m:ctrlPr>
                          <a:rPr lang="en-US" sz="28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US" sz="28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28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𝟑</m:t>
                        </m:r>
                        <m:r>
                          <a:rPr lang="en-US" sz="28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</m:e>
                    </m:rad>
                    <m:r>
                      <a:rPr lang="en-US" sz="2800" b="1" i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2800" b="1" i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𝟑</m:t>
                    </m:r>
                    <m:r>
                      <a:rPr lang="en-US" sz="2800" b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∉</m:t>
                    </m:r>
                    <m:r>
                      <a:rPr lang="en-US" sz="28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ℤ</m:t>
                    </m:r>
                    <m:r>
                      <a:rPr lang="en-US" sz="2800" b="1" i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N" sz="2800" b="1" dirty="0">
                    <a:solidFill>
                      <a:srgbClr val="FF0000"/>
                    </a:solidFill>
                    <a:latin typeface="+mj-lt"/>
                  </a:rPr>
                  <a:t>]</a:t>
                </a:r>
                <a:endParaRPr lang="en-US" sz="2800" b="1" dirty="0">
                  <a:solidFill>
                    <a:srgbClr val="FF0000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26" name="Content Placeholder 4">
                <a:extLst>
                  <a:ext uri="{FF2B5EF4-FFF2-40B4-BE49-F238E27FC236}">
                    <a16:creationId xmlns:a16="http://schemas.microsoft.com/office/drawing/2014/main" id="{BFA25C2A-C960-3FB4-3F0D-F2D435CA643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3390900" y="5048445"/>
                <a:ext cx="5435599" cy="540001"/>
              </a:xfrm>
              <a:prstGeom prst="rect">
                <a:avLst/>
              </a:prstGeom>
              <a:blipFill>
                <a:blip r:embed="rId17"/>
                <a:stretch>
                  <a:fillRect l="-112" t="-5618" b="-33708"/>
                </a:stretch>
              </a:blipFill>
              <a:ln w="12700" cap="flat" cmpd="sng" algn="ctr">
                <a:noFill/>
                <a:prstDash val="solid"/>
                <a:miter lim="800000"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151345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6" grpId="0"/>
      <p:bldP spid="14" grpId="0"/>
      <p:bldP spid="15" grpId="0"/>
      <p:bldP spid="18" grpId="0"/>
      <p:bldP spid="20" grpId="0"/>
      <p:bldP spid="21" grpId="0"/>
      <p:bldP spid="22" grpId="0"/>
      <p:bldP spid="30" grpId="0"/>
      <p:bldP spid="25" grpId="0"/>
      <p:bldP spid="26" grpId="0"/>
    </p:bldLst>
  </p:timing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728A30-9F9C-CCB2-2562-56A11DFEDC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87F65214-8FF1-7C84-B79D-5B5772FA806D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IN" dirty="0"/>
                  <a:t>Method:2 </a:t>
                </a:r>
                <a14:m>
                  <m:oMath xmlns:m="http://schemas.openxmlformats.org/officeDocument/2006/math">
                    <m:r>
                      <a:rPr lang="en-IN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⇝</m:t>
                    </m:r>
                  </m:oMath>
                </a14:m>
                <a:r>
                  <a:rPr lang="en-IN" dirty="0"/>
                  <a:t> Example:19(continue)</a:t>
                </a:r>
                <a:r>
                  <a:rPr lang="en-IN" dirty="0">
                    <a:solidFill>
                      <a:srgbClr val="FF0000"/>
                    </a:solidFill>
                  </a:rPr>
                  <a:t> [ Alternate Method ]</a:t>
                </a:r>
                <a:endParaRPr lang="en-IN" dirty="0"/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87F65214-8FF1-7C84-B79D-5B5772FA806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400" t="-8547" b="-1965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5" name="Rectangle: Rounded Corners 34">
            <a:extLst>
              <a:ext uri="{FF2B5EF4-FFF2-40B4-BE49-F238E27FC236}">
                <a16:creationId xmlns:a16="http://schemas.microsoft.com/office/drawing/2014/main" id="{C2BAEB38-1604-6D67-83DE-97158C5606B3}"/>
              </a:ext>
            </a:extLst>
          </p:cNvPr>
          <p:cNvSpPr/>
          <p:nvPr/>
        </p:nvSpPr>
        <p:spPr>
          <a:xfrm>
            <a:off x="122279" y="854244"/>
            <a:ext cx="1450657" cy="468000"/>
          </a:xfrm>
          <a:prstGeom prst="roundRect">
            <a:avLst/>
          </a:prstGeom>
          <a:gradFill>
            <a:gsLst>
              <a:gs pos="10000">
                <a:srgbClr val="0E47A1"/>
              </a:gs>
              <a:gs pos="100000">
                <a:srgbClr val="03A9F5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en-IN" sz="2800" dirty="0">
                <a:solidFill>
                  <a:schemeClr val="bg1"/>
                </a:solidFill>
              </a:rPr>
              <a:t>Solution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Content Placeholder 4">
                <a:extLst>
                  <a:ext uri="{FF2B5EF4-FFF2-40B4-BE49-F238E27FC236}">
                    <a16:creationId xmlns:a16="http://schemas.microsoft.com/office/drawing/2014/main" id="{00294356-7D18-0DB2-449E-F8B3F48A1824}"/>
                  </a:ext>
                </a:extLst>
              </p:cNvPr>
              <p:cNvSpPr txBox="1">
                <a:spLocks/>
              </p:cNvSpPr>
              <p:nvPr/>
            </p:nvSpPr>
            <p:spPr>
              <a:xfrm flipH="1">
                <a:off x="1504354" y="842910"/>
                <a:ext cx="10687646" cy="544460"/>
              </a:xfrm>
              <a:prstGeom prst="rect">
                <a:avLst/>
              </a:prstGeom>
              <a:noFill/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vert="horz" lIns="91440" tIns="45720" rIns="91440" bIns="45720" rtlCol="0" anchor="ctr">
                <a:noAutofit/>
              </a:bodyPr>
              <a:lstStyle>
                <a:lvl1pPr marL="265113" indent="-265113" algn="just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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809625" indent="-352425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118745" indent="0">
                  <a:lnSpc>
                    <a:spcPct val="115000"/>
                  </a:lnSpc>
                  <a:spcAft>
                    <a:spcPts val="800"/>
                  </a:spcAft>
                  <a:buNone/>
                </a:pPr>
                <a:r>
                  <a:rPr lang="en-US" sz="2800" dirty="0">
                    <a:solidFill>
                      <a:srgbClr val="002060"/>
                    </a:solidFill>
                    <a:latin typeface="+mj-lt"/>
                  </a:rPr>
                  <a:t>Here,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800" dirty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W</m:t>
                    </m:r>
                    <m:r>
                      <a:rPr lang="en-US" sz="2800" dirty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|"/>
                        <m:ctrlPr>
                          <a:rPr lang="en-US" sz="2800" i="1" dirty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dirty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sSub>
                          <m:sSubPr>
                            <m:ctrlPr>
                              <a:rPr lang="en-US" sz="2800" i="1" dirty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sz="2800" dirty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a</m:t>
                            </m:r>
                          </m:e>
                          <m:sub>
                            <m:r>
                              <a:rPr lang="en-US" sz="2800" dirty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lang="en-US" sz="2800" dirty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sz="2800" i="1" dirty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sz="2800" dirty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a</m:t>
                            </m:r>
                          </m:e>
                          <m:sub>
                            <m:r>
                              <a:rPr lang="en-US" sz="2800" dirty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US" sz="2800" dirty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x</m:t>
                        </m:r>
                        <m:r>
                          <a:rPr lang="en-US" sz="2800" dirty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sz="2800" i="1" dirty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sz="2800" dirty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a</m:t>
                            </m:r>
                          </m:e>
                          <m:sub>
                            <m:r>
                              <a:rPr lang="en-US" sz="2800" dirty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sSup>
                          <m:sSupPr>
                            <m:ctrlPr>
                              <a:rPr lang="en-US" sz="2800" i="1" dirty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lang="en-US" sz="2800" dirty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x</m:t>
                            </m:r>
                          </m:e>
                          <m:sup>
                            <m:r>
                              <a:rPr lang="en-US" sz="2800" dirty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sz="2800" dirty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sz="2800" i="1" dirty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sz="2800" dirty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a</m:t>
                            </m:r>
                          </m:e>
                          <m:sub>
                            <m:r>
                              <a:rPr lang="en-US" sz="2800" dirty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  <m:sSup>
                          <m:sSupPr>
                            <m:ctrlPr>
                              <a:rPr lang="en-US" sz="2800" i="1" dirty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lang="en-US" sz="2800" dirty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x</m:t>
                            </m:r>
                          </m:e>
                          <m:sup>
                            <m:r>
                              <a:rPr lang="en-US" sz="2800" dirty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  <m:r>
                          <a:rPr lang="en-US" sz="2800" dirty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  </m:t>
                        </m:r>
                      </m:e>
                    </m:d>
                    <m:r>
                      <a:rPr lang="en-US" sz="2800" dirty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  </m:t>
                    </m:r>
                    <m:sSub>
                      <m:sSubPr>
                        <m:ctrlPr>
                          <a:rPr lang="en-US" sz="2800" i="1" dirty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2800" dirty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a</m:t>
                        </m:r>
                      </m:e>
                      <m:sub>
                        <m:r>
                          <a:rPr lang="en-US" sz="2800" dirty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sz="2800" dirty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sz="2800" i="1" dirty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2800" dirty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a</m:t>
                        </m:r>
                      </m:e>
                      <m:sub>
                        <m:r>
                          <a:rPr lang="en-US" sz="2800" dirty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800" dirty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sz="2800" i="1" dirty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2800" dirty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a</m:t>
                        </m:r>
                      </m:e>
                      <m:sub>
                        <m:r>
                          <a:rPr lang="en-US" sz="2800" dirty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2800" dirty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sz="2800" i="1" dirty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2800" dirty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a</m:t>
                        </m:r>
                      </m:e>
                      <m:sub>
                        <m:r>
                          <a:rPr lang="en-US" sz="2800" dirty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US" sz="2800" dirty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sz="2800" i="1" dirty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ℤ</m:t>
                    </m:r>
                    <m:r>
                      <a:rPr lang="en-US" sz="2800" dirty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sz="2800" dirty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and</m:t>
                    </m:r>
                    <m:r>
                      <a:rPr lang="en-US" sz="2800" dirty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sz="2800" dirty="0" err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x</m:t>
                    </m:r>
                    <m:r>
                      <a:rPr lang="en-US" sz="2800" dirty="0" err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sz="2800" i="1" dirty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ℝ</m:t>
                    </m:r>
                    <m:r>
                      <a:rPr lang="en-US" sz="2800" dirty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  }</m:t>
                    </m:r>
                  </m:oMath>
                </a14:m>
                <a:endParaRPr lang="en-US" sz="2800" dirty="0">
                  <a:solidFill>
                    <a:srgbClr val="002060"/>
                  </a:solidFill>
                  <a:latin typeface="Cambria Math" panose="02040503050406030204" pitchFamily="18" charset="0"/>
                  <a:ea typeface="Calibri" panose="020F0502020204030204" pitchFamily="34" charset="0"/>
                  <a:cs typeface="Shruti" panose="020B0502040204020203" pitchFamily="34" charset="0"/>
                </a:endParaRPr>
              </a:p>
            </p:txBody>
          </p:sp>
        </mc:Choice>
        <mc:Fallback xmlns="">
          <p:sp>
            <p:nvSpPr>
              <p:cNvPr id="16" name="Content Placeholder 4">
                <a:extLst>
                  <a:ext uri="{FF2B5EF4-FFF2-40B4-BE49-F238E27FC236}">
                    <a16:creationId xmlns:a16="http://schemas.microsoft.com/office/drawing/2014/main" id="{00294356-7D18-0DB2-449E-F8B3F48A182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1504354" y="842910"/>
                <a:ext cx="10687646" cy="544460"/>
              </a:xfrm>
              <a:prstGeom prst="rect">
                <a:avLst/>
              </a:prstGeom>
              <a:blipFill>
                <a:blip r:embed="rId3"/>
                <a:stretch>
                  <a:fillRect l="-114" t="-8889" b="-27778"/>
                </a:stretch>
              </a:blipFill>
              <a:ln w="12700" cap="flat" cmpd="sng" algn="ctr">
                <a:noFill/>
                <a:prstDash val="solid"/>
                <a:miter lim="800000"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Content Placeholder 4">
                <a:extLst>
                  <a:ext uri="{FF2B5EF4-FFF2-40B4-BE49-F238E27FC236}">
                    <a16:creationId xmlns:a16="http://schemas.microsoft.com/office/drawing/2014/main" id="{A5F3DFD5-C6B8-3192-D7EE-CF497B81A809}"/>
                  </a:ext>
                </a:extLst>
              </p:cNvPr>
              <p:cNvSpPr txBox="1">
                <a:spLocks/>
              </p:cNvSpPr>
              <p:nvPr/>
            </p:nvSpPr>
            <p:spPr>
              <a:xfrm flipH="1">
                <a:off x="0" y="3849226"/>
                <a:ext cx="12192000" cy="540000"/>
              </a:xfrm>
              <a:prstGeom prst="rect">
                <a:avLst/>
              </a:prstGeom>
              <a:noFill/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vert="horz" lIns="91440" tIns="45720" rIns="91440" bIns="45720" rtlCol="0" anchor="ctr">
                <a:noAutofit/>
              </a:bodyPr>
              <a:lstStyle>
                <a:lvl1pPr marL="265113" indent="-265113" algn="just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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809625" indent="-352425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118745" indent="0">
                  <a:lnSpc>
                    <a:spcPct val="115000"/>
                  </a:lnSpc>
                  <a:spcAft>
                    <a:spcPts val="800"/>
                  </a:spcAft>
                  <a:buNone/>
                </a:pPr>
                <a:r>
                  <a:rPr lang="en-US" sz="2800" dirty="0">
                    <a:solidFill>
                      <a:srgbClr val="002060"/>
                    </a:solidFill>
                    <a:latin typeface="+mj-lt"/>
                  </a:rPr>
                  <a:t>Let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u</m:t>
                    </m:r>
                    <m:r>
                      <a:rPr lang="en-US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=2+3</m:t>
                    </m:r>
                    <m:r>
                      <m:rPr>
                        <m:sty m:val="p"/>
                      </m:rPr>
                      <a:rPr lang="en-US" sz="2800" dirty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x</m:t>
                    </m:r>
                    <m:r>
                      <a:rPr lang="en-US" sz="2800" dirty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+4</m:t>
                    </m:r>
                    <m:sSup>
                      <m:sSupPr>
                        <m:ctrlPr>
                          <a:rPr lang="en-US" sz="2800" i="1" dirty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sz="2800" dirty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x</m:t>
                        </m:r>
                      </m:e>
                      <m:sup>
                        <m:r>
                          <a:rPr lang="en-US" sz="2800" dirty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2800" dirty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2800" b="0" i="1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5</m:t>
                    </m:r>
                    <m:sSup>
                      <m:sSupPr>
                        <m:ctrlPr>
                          <a:rPr lang="en-US" sz="2800" i="1" dirty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sz="2800" dirty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x</m:t>
                        </m:r>
                      </m:e>
                      <m:sup>
                        <m:r>
                          <a:rPr lang="en-US" sz="2800" dirty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lang="en-US" sz="2800" dirty="0">
                    <a:solidFill>
                      <a:srgbClr val="002060"/>
                    </a:solidFill>
                    <a:latin typeface="+mj-lt"/>
                  </a:rPr>
                  <a:t> ∈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800" b="0" i="0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W</m:t>
                    </m:r>
                  </m:oMath>
                </a14:m>
                <a:r>
                  <a:rPr lang="en-US" sz="2800" dirty="0">
                    <a:solidFill>
                      <a:srgbClr val="002060"/>
                    </a:solidFill>
                    <a:latin typeface="+mj-lt"/>
                  </a:rPr>
                  <a:t>    and  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US" sz="28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US" sz="28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 3 </m:t>
                        </m:r>
                      </m:e>
                    </m:rad>
                    <m:r>
                      <a:rPr lang="en-US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ℝ</m:t>
                    </m:r>
                  </m:oMath>
                </a14:m>
                <a:endParaRPr lang="en-US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14" name="Content Placeholder 4">
                <a:extLst>
                  <a:ext uri="{FF2B5EF4-FFF2-40B4-BE49-F238E27FC236}">
                    <a16:creationId xmlns:a16="http://schemas.microsoft.com/office/drawing/2014/main" id="{A5F3DFD5-C6B8-3192-D7EE-CF497B81A80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0" y="3849226"/>
                <a:ext cx="12192000" cy="540000"/>
              </a:xfrm>
              <a:prstGeom prst="rect">
                <a:avLst/>
              </a:prstGeom>
              <a:blipFill>
                <a:blip r:embed="rId4"/>
                <a:stretch>
                  <a:fillRect l="-50" t="-8989" b="-31461"/>
                </a:stretch>
              </a:blipFill>
              <a:ln w="12700" cap="flat" cmpd="sng" algn="ctr">
                <a:noFill/>
                <a:prstDash val="solid"/>
                <a:miter lim="800000"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Content Placeholder 4">
                <a:extLst>
                  <a:ext uri="{FF2B5EF4-FFF2-40B4-BE49-F238E27FC236}">
                    <a16:creationId xmlns:a16="http://schemas.microsoft.com/office/drawing/2014/main" id="{89BC98C2-0C25-83A7-7317-0AE96E151400}"/>
                  </a:ext>
                </a:extLst>
              </p:cNvPr>
              <p:cNvSpPr txBox="1">
                <a:spLocks/>
              </p:cNvSpPr>
              <p:nvPr/>
            </p:nvSpPr>
            <p:spPr>
              <a:xfrm flipH="1">
                <a:off x="0" y="4639935"/>
                <a:ext cx="1765300" cy="540000"/>
              </a:xfrm>
              <a:prstGeom prst="rect">
                <a:avLst/>
              </a:prstGeom>
              <a:noFill/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vert="horz" lIns="91440" tIns="45720" rIns="91440" bIns="45720" rtlCol="0" anchor="ctr">
                <a:noAutofit/>
              </a:bodyPr>
              <a:lstStyle>
                <a:lvl1pPr marL="265113" indent="-265113" algn="just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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809625" indent="-352425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118745" indent="0" algn="l">
                  <a:lnSpc>
                    <a:spcPct val="115000"/>
                  </a:lnSpc>
                  <a:spcAft>
                    <a:spcPts val="8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sz="2800" i="0" dirty="0" smtClean="0">
                          <a:solidFill>
                            <a:srgbClr val="002060"/>
                          </a:solidFill>
                        </a:rPr>
                        <m:t>Now</m:t>
                      </m:r>
                      <m:r>
                        <m:rPr>
                          <m:nor/>
                        </m:rPr>
                        <a:rPr lang="en-US" sz="2800" i="0" dirty="0" smtClean="0">
                          <a:solidFill>
                            <a:srgbClr val="002060"/>
                          </a:solidFill>
                        </a:rPr>
                        <m:t>, </m:t>
                      </m:r>
                      <m:r>
                        <m:rPr>
                          <m:sty m:val="p"/>
                        </m:rPr>
                        <a:rPr lang="en-US" sz="2800" b="0" i="0" dirty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k</m:t>
                      </m:r>
                      <m:r>
                        <a:rPr lang="en-US" sz="2800" dirty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⋅</m:t>
                      </m:r>
                      <m:r>
                        <m:rPr>
                          <m:sty m:val="p"/>
                        </m:rPr>
                        <a:rPr lang="en-US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Shruti" panose="020B0502040204020203" pitchFamily="34" charset="0"/>
                        </a:rPr>
                        <m:t>u</m:t>
                      </m:r>
                    </m:oMath>
                  </m:oMathPara>
                </a14:m>
                <a:endParaRPr lang="en-US" sz="2800" dirty="0">
                  <a:solidFill>
                    <a:srgbClr val="002060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7" name="Content Placeholder 4">
                <a:extLst>
                  <a:ext uri="{FF2B5EF4-FFF2-40B4-BE49-F238E27FC236}">
                    <a16:creationId xmlns:a16="http://schemas.microsoft.com/office/drawing/2014/main" id="{89BC98C2-0C25-83A7-7317-0AE96E15140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0" y="4639935"/>
                <a:ext cx="1765300" cy="54000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 w="12700" cap="flat" cmpd="sng" algn="ctr">
                <a:noFill/>
                <a:prstDash val="solid"/>
                <a:miter lim="800000"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Content Placeholder 4">
                <a:extLst>
                  <a:ext uri="{FF2B5EF4-FFF2-40B4-BE49-F238E27FC236}">
                    <a16:creationId xmlns:a16="http://schemas.microsoft.com/office/drawing/2014/main" id="{C2E3A768-B2DD-49B5-A909-9453EEB041E3}"/>
                  </a:ext>
                </a:extLst>
              </p:cNvPr>
              <p:cNvSpPr txBox="1">
                <a:spLocks/>
              </p:cNvSpPr>
              <p:nvPr/>
            </p:nvSpPr>
            <p:spPr>
              <a:xfrm flipH="1">
                <a:off x="0" y="1474771"/>
                <a:ext cx="12192000" cy="2112076"/>
              </a:xfrm>
              <a:prstGeom prst="rect">
                <a:avLst/>
              </a:prstGeom>
              <a:noFill/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vert="horz" lIns="91440" tIns="45720" rIns="91440" bIns="45720" rtlCol="0" anchor="ctr">
                <a:noAutofit/>
              </a:bodyPr>
              <a:lstStyle>
                <a:defPPr>
                  <a:defRPr lang="en-US"/>
                </a:defPPr>
                <a:lvl1pPr marL="118745" algn="just">
                  <a:lnSpc>
                    <a:spcPct val="115000"/>
                  </a:lnSpc>
                  <a:spcBef>
                    <a:spcPts val="1000"/>
                  </a:spcBef>
                  <a:spcAft>
                    <a:spcPts val="800"/>
                  </a:spcAft>
                  <a:buClr>
                    <a:schemeClr val="accent6"/>
                  </a:buClr>
                  <a:buFont typeface="Wingdings 3" panose="05040102010807070707" pitchFamily="18" charset="2"/>
                  <a:buNone/>
                  <a:defRPr sz="2800">
                    <a:solidFill>
                      <a:srgbClr val="3A4A6A"/>
                    </a:solidFill>
                  </a:defRPr>
                </a:lvl1pPr>
              </a:lstStyle>
              <a:p>
                <a:pPr>
                  <a:lnSpc>
                    <a:spcPct val="90000"/>
                  </a:lnSpc>
                </a:pPr>
                <a:r>
                  <a:rPr lang="en-US" dirty="0">
                    <a:solidFill>
                      <a:srgbClr val="002060"/>
                    </a:solidFill>
                    <a:latin typeface="+mj-lt"/>
                  </a:rPr>
                  <a:t>Binary Operations are defined as</a:t>
                </a:r>
              </a:p>
              <a:p>
                <a:pPr marL="628650" indent="-457200">
                  <a:lnSpc>
                    <a:spcPct val="90000"/>
                  </a:lnSpc>
                  <a:buFont typeface="Wingdings" panose="05000000000000000000" pitchFamily="2" charset="2"/>
                  <a:buChar char="§"/>
                </a:pPr>
                <a:r>
                  <a:rPr lang="en-US" sz="2400" dirty="0">
                    <a:solidFill>
                      <a:srgbClr val="002060"/>
                    </a:solidFill>
                    <a:latin typeface="+mj-lt"/>
                  </a:rPr>
                  <a:t>Vector Addition	        :     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24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400" b="0" i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sz="2400" b="0" i="0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a</m:t>
                            </m:r>
                          </m:e>
                          <m:sub>
                            <m:r>
                              <a:rPr lang="en-US" sz="2400" b="0" i="0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lang="en-US" sz="24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sz="240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sz="240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a</m:t>
                            </m:r>
                          </m:e>
                          <m:sub>
                            <m:r>
                              <a:rPr lang="en-US" sz="240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US" sz="24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x</m:t>
                        </m:r>
                        <m:r>
                          <a:rPr lang="en-US" sz="24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sz="240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sz="240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a</m:t>
                            </m:r>
                          </m:e>
                          <m:sub>
                            <m:r>
                              <a:rPr lang="en-US" sz="240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sSup>
                          <m:sSupPr>
                            <m:ctrlPr>
                              <a:rPr lang="en-US" sz="240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lang="en-US" sz="240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x</m:t>
                            </m:r>
                          </m:e>
                          <m:sup>
                            <m:r>
                              <a:rPr lang="en-US" sz="240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sz="24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IN" sz="240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a</m:t>
                            </m:r>
                          </m:e>
                          <m:sub>
                            <m:r>
                              <a:rPr lang="en-US" sz="240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  <m:sSup>
                          <m:sSupPr>
                            <m:ctrlPr>
                              <a:rPr lang="en-IN" sz="240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x</m:t>
                            </m:r>
                          </m:e>
                          <m:sup>
                            <m:r>
                              <a:rPr lang="en-US" sz="240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e>
                    </m:d>
                    <m:r>
                      <a:rPr lang="en-US" sz="24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+</m:t>
                    </m:r>
                    <m:d>
                      <m:dPr>
                        <m:ctrlPr>
                          <a:rPr lang="en-US" sz="24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400" b="0" i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sz="2400" b="0" i="0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b</m:t>
                            </m:r>
                          </m:e>
                          <m:sub>
                            <m:r>
                              <a:rPr lang="en-US" sz="240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lang="en-US" sz="24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sz="240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sz="240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b</m:t>
                            </m:r>
                          </m:e>
                          <m:sub>
                            <m:r>
                              <a:rPr lang="en-US" sz="240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US" sz="24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x</m:t>
                        </m:r>
                        <m:r>
                          <a:rPr lang="en-US" sz="24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sz="240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sz="240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b</m:t>
                            </m:r>
                          </m:e>
                          <m:sub>
                            <m:r>
                              <a:rPr lang="en-US" sz="240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sSup>
                          <m:sSupPr>
                            <m:ctrlPr>
                              <a:rPr lang="en-US" sz="240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lang="en-US" sz="240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x</m:t>
                            </m:r>
                          </m:e>
                          <m:sup>
                            <m:r>
                              <a:rPr lang="en-US" sz="240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sz="24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sz="2400" b="0" i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sz="2400" b="0" i="0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b</m:t>
                            </m:r>
                          </m:e>
                          <m:sub>
                            <m:r>
                              <a:rPr lang="en-US" sz="240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  <m:sSup>
                          <m:sSupPr>
                            <m:ctrlPr>
                              <a:rPr lang="en-IN" sz="240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x</m:t>
                            </m:r>
                          </m:e>
                          <m:sup>
                            <m:r>
                              <a:rPr lang="en-US" sz="240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e>
                    </m:d>
                  </m:oMath>
                </a14:m>
                <a:endParaRPr lang="en-US" sz="2400" i="1" dirty="0">
                  <a:solidFill>
                    <a:srgbClr val="002060"/>
                  </a:solidFill>
                  <a:latin typeface="Cambria Math" panose="02040503050406030204" pitchFamily="18" charset="0"/>
                </a:endParaRPr>
              </a:p>
              <a:p>
                <a:pPr marL="3860800" indent="-901700">
                  <a:lnSpc>
                    <a:spcPct val="9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sz="24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4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24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a</m:t>
                              </m:r>
                            </m:e>
                            <m:sub>
                              <m:r>
                                <a:rPr lang="en-US" sz="2400" b="0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en-US" sz="24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sz="24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24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b</m:t>
                              </m:r>
                            </m:e>
                            <m:sub>
                              <m:r>
                                <a:rPr lang="en-US" sz="2400" b="0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e>
                      </m:d>
                      <m:r>
                        <a:rPr lang="en-US" sz="24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d>
                        <m:dPr>
                          <m:ctrlPr>
                            <a:rPr lang="en-US" sz="24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4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24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a</m:t>
                              </m:r>
                            </m:e>
                            <m:sub>
                              <m:r>
                                <a:rPr lang="en-US" sz="2400" b="0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24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sz="24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24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b</m:t>
                              </m:r>
                            </m:e>
                            <m:sub>
                              <m:r>
                                <a:rPr lang="en-US" sz="2400" b="0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r>
                        <m:rPr>
                          <m:sty m:val="p"/>
                        </m:rPr>
                        <a:rPr lang="en-US" sz="24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x</m:t>
                      </m:r>
                      <m:r>
                        <a:rPr lang="en-US" sz="24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d>
                        <m:dPr>
                          <m:ctrlPr>
                            <a:rPr lang="en-US" sz="24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4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24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a</m:t>
                              </m:r>
                            </m:e>
                            <m:sub>
                              <m:r>
                                <a:rPr lang="en-US" sz="2400" b="0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sz="24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sz="24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24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b</m:t>
                              </m:r>
                            </m:e>
                            <m:sub>
                              <m:r>
                                <a:rPr lang="en-US" sz="2400" b="0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  <m:sSup>
                        <m:sSupPr>
                          <m:ctrlPr>
                            <a:rPr lang="en-US" sz="24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en-US" sz="24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x</m:t>
                          </m:r>
                        </m:e>
                        <m:sup>
                          <m:r>
                            <a:rPr lang="en-US" sz="24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4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24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m:rPr>
                              <m:sty m:val="p"/>
                            </m:rPr>
                            <a:rPr lang="en-US" sz="24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a</m:t>
                          </m:r>
                        </m:e>
                        <m:sub>
                          <m:r>
                            <a:rPr lang="en-US" sz="24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sz="24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24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4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b</m:t>
                          </m:r>
                        </m:e>
                        <m:sub>
                          <m:r>
                            <a:rPr lang="en-US" sz="24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sz="24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) </m:t>
                      </m:r>
                      <m:sSup>
                        <m:sSupPr>
                          <m:ctrlPr>
                            <a:rPr lang="en-US" sz="24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en-US" sz="24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x</m:t>
                          </m:r>
                        </m:e>
                        <m:sup>
                          <m:r>
                            <a:rPr lang="en-US" sz="24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</m:sSup>
                    </m:oMath>
                  </m:oMathPara>
                </a14:m>
                <a:endParaRPr lang="en-US" sz="2400" dirty="0">
                  <a:solidFill>
                    <a:srgbClr val="002060"/>
                  </a:solidFill>
                  <a:latin typeface="+mj-lt"/>
                </a:endParaRPr>
              </a:p>
              <a:p>
                <a:pPr marL="628650" indent="-457200">
                  <a:lnSpc>
                    <a:spcPct val="90000"/>
                  </a:lnSpc>
                  <a:buFont typeface="Wingdings" panose="05000000000000000000" pitchFamily="2" charset="2"/>
                  <a:buChar char="§"/>
                </a:pPr>
                <a:r>
                  <a:rPr lang="en-US" sz="2400" dirty="0">
                    <a:solidFill>
                      <a:srgbClr val="002060"/>
                    </a:solidFill>
                    <a:latin typeface="+mj-lt"/>
                  </a:rPr>
                  <a:t>Scalar Multiplication   :	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400">
                        <a:latin typeface="Cambria Math" panose="02040503050406030204" pitchFamily="18" charset="0"/>
                      </a:rPr>
                      <m:t>k</m:t>
                    </m:r>
                    <m:d>
                      <m:dPr>
                        <m:ctrlPr>
                          <a:rPr lang="en-US" sz="24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40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sz="240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a</m:t>
                            </m:r>
                          </m:e>
                          <m:sub>
                            <m:r>
                              <a:rPr lang="en-US" sz="240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lang="en-US" sz="24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sz="240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sz="240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a</m:t>
                            </m:r>
                          </m:e>
                          <m:sub>
                            <m:r>
                              <a:rPr lang="en-US" sz="240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US" sz="24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x</m:t>
                        </m:r>
                        <m:r>
                          <a:rPr lang="en-US" sz="24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sz="240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sz="240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a</m:t>
                            </m:r>
                          </m:e>
                          <m:sub>
                            <m:r>
                              <a:rPr lang="en-US" sz="240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sSup>
                          <m:sSupPr>
                            <m:ctrlPr>
                              <a:rPr lang="en-US" sz="240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lang="en-US" sz="240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x</m:t>
                            </m:r>
                          </m:e>
                          <m:sup>
                            <m:r>
                              <a:rPr lang="en-US" sz="240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sz="24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IN" sz="240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a</m:t>
                            </m:r>
                          </m:e>
                          <m:sub>
                            <m:r>
                              <a:rPr lang="en-US" sz="240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  <m:sSup>
                          <m:sSupPr>
                            <m:ctrlPr>
                              <a:rPr lang="en-IN" sz="240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x</m:t>
                            </m:r>
                          </m:e>
                          <m:sup>
                            <m:r>
                              <a:rPr lang="en-US" sz="240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e>
                    </m:d>
                    <m:r>
                      <a:rPr lang="en-US" sz="240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sz="2400" dirty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k</m:t>
                    </m:r>
                    <m:sSub>
                      <m:sSubPr>
                        <m:ctrlPr>
                          <a:rPr lang="en-US" sz="24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24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a</m:t>
                        </m:r>
                      </m:e>
                      <m:sub>
                        <m:r>
                          <a:rPr lang="en-US" sz="24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sz="24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+</m:t>
                    </m:r>
                    <m:d>
                      <m:dPr>
                        <m:ctrlPr>
                          <a:rPr lang="en-US" sz="2400" i="1" dirty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sz="2400" dirty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k</m:t>
                        </m:r>
                        <m:sSub>
                          <m:sSubPr>
                            <m:ctrlPr>
                              <a:rPr lang="en-US" sz="240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sz="240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a</m:t>
                            </m:r>
                          </m:e>
                          <m:sub>
                            <m:r>
                              <a:rPr lang="en-US" sz="240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  <m:r>
                      <m:rPr>
                        <m:sty m:val="p"/>
                      </m:rPr>
                      <a:rPr lang="en-US" sz="24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x</m:t>
                    </m:r>
                    <m:r>
                      <a:rPr lang="en-US" sz="24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+</m:t>
                    </m:r>
                    <m:d>
                      <m:dPr>
                        <m:ctrlPr>
                          <a:rPr lang="en-US" sz="2400" i="1" dirty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sz="2400" dirty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k</m:t>
                        </m:r>
                        <m:sSub>
                          <m:sSubPr>
                            <m:ctrlPr>
                              <a:rPr lang="en-US" sz="240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sz="240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a</m:t>
                            </m:r>
                          </m:e>
                          <m:sub>
                            <m:r>
                              <a:rPr lang="en-US" sz="240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  <m:sSup>
                      <m:sSupPr>
                        <m:ctrlPr>
                          <a:rPr lang="en-US" sz="24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sz="24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x</m:t>
                        </m:r>
                      </m:e>
                      <m:sup>
                        <m:r>
                          <a:rPr lang="en-US" sz="24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24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+</m:t>
                    </m:r>
                    <m:d>
                      <m:dPr>
                        <m:ctrlPr>
                          <a:rPr lang="en-US" sz="2400" i="1" dirty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sz="2400" dirty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k</m:t>
                        </m:r>
                        <m:sSub>
                          <m:sSubPr>
                            <m:ctrlPr>
                              <a:rPr lang="en-US" sz="240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sz="240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a</m:t>
                            </m:r>
                          </m:e>
                          <m:sub>
                            <m:r>
                              <a:rPr lang="en-US" sz="2400" b="0" i="0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e>
                    </m:d>
                    <m:sSup>
                      <m:sSupPr>
                        <m:ctrlPr>
                          <a:rPr lang="en-US" sz="24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sz="24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x</m:t>
                        </m:r>
                      </m:e>
                      <m:sup>
                        <m:r>
                          <a:rPr lang="en-US" sz="2400" b="0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endParaRPr lang="en-US" sz="2400" dirty="0"/>
              </a:p>
            </p:txBody>
          </p:sp>
        </mc:Choice>
        <mc:Fallback xmlns="">
          <p:sp>
            <p:nvSpPr>
              <p:cNvPr id="19" name="Content Placeholder 4">
                <a:extLst>
                  <a:ext uri="{FF2B5EF4-FFF2-40B4-BE49-F238E27FC236}">
                    <a16:creationId xmlns:a16="http://schemas.microsoft.com/office/drawing/2014/main" id="{C2E3A768-B2DD-49B5-A909-9453EEB041E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0" y="1474771"/>
                <a:ext cx="12192000" cy="2112076"/>
              </a:xfrm>
              <a:prstGeom prst="rect">
                <a:avLst/>
              </a:prstGeom>
              <a:blipFill>
                <a:blip r:embed="rId6"/>
                <a:stretch>
                  <a:fillRect l="-50" t="-2890" b="-4624"/>
                </a:stretch>
              </a:blipFill>
              <a:ln w="12700" cap="flat" cmpd="sng" algn="ctr">
                <a:noFill/>
                <a:prstDash val="solid"/>
                <a:miter lim="800000"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Content Placeholder 4">
                <a:extLst>
                  <a:ext uri="{FF2B5EF4-FFF2-40B4-BE49-F238E27FC236}">
                    <a16:creationId xmlns:a16="http://schemas.microsoft.com/office/drawing/2014/main" id="{89BC98C2-0C25-83A7-7317-0AE96E151400}"/>
                  </a:ext>
                </a:extLst>
              </p:cNvPr>
              <p:cNvSpPr txBox="1">
                <a:spLocks/>
              </p:cNvSpPr>
              <p:nvPr/>
            </p:nvSpPr>
            <p:spPr>
              <a:xfrm flipH="1">
                <a:off x="1509488" y="4651605"/>
                <a:ext cx="4666344" cy="540000"/>
              </a:xfrm>
              <a:prstGeom prst="rect">
                <a:avLst/>
              </a:prstGeom>
              <a:noFill/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vert="horz" lIns="91440" tIns="45720" rIns="91440" bIns="45720" rtlCol="0" anchor="ctr">
                <a:noAutofit/>
              </a:bodyPr>
              <a:lstStyle>
                <a:lvl1pPr marL="265113" indent="-265113" algn="just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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809625" indent="-352425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118745" indent="0" algn="l">
                  <a:lnSpc>
                    <a:spcPct val="115000"/>
                  </a:lnSpc>
                  <a:spcAft>
                    <a:spcPts val="8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0" dirty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3 </m:t>
                          </m:r>
                        </m:e>
                      </m:rad>
                      <m:d>
                        <m:dPr>
                          <m:ctrlPr>
                            <a:rPr lang="en-US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2800" i="1" dirty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sz="2800" dirty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sz="2800" i="1" dirty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  <m:r>
                            <m:rPr>
                              <m:sty m:val="p"/>
                            </m:rPr>
                            <a:rPr lang="en-US" sz="2800" dirty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x</m:t>
                          </m:r>
                          <m:r>
                            <a:rPr lang="en-US" sz="2800" dirty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+4</m:t>
                          </m:r>
                          <m:sSup>
                            <m:sSupPr>
                              <m:ctrlPr>
                                <a:rPr lang="en-US" sz="2800" i="1" dirty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n-US" sz="2800" dirty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x</m:t>
                              </m:r>
                            </m:e>
                            <m:sup>
                              <m:r>
                                <a:rPr lang="en-US" sz="2800" dirty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sz="2800" dirty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sz="2800" i="1" dirty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5</m:t>
                          </m:r>
                          <m:sSup>
                            <m:sSupPr>
                              <m:ctrlPr>
                                <a:rPr lang="en-US" sz="2800" i="1" dirty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n-US" sz="2800" dirty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x</m:t>
                              </m:r>
                            </m:e>
                            <m:sup>
                              <m:r>
                                <a:rPr lang="en-US" sz="2800" dirty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p>
                          </m:sSup>
                          <m:r>
                            <a:rPr lang="en-US" sz="2800" b="0" i="1" dirty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d>
                    </m:oMath>
                  </m:oMathPara>
                </a14:m>
                <a:endParaRPr lang="en-US" sz="2800" dirty="0">
                  <a:solidFill>
                    <a:srgbClr val="002060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0" name="Content Placeholder 4">
                <a:extLst>
                  <a:ext uri="{FF2B5EF4-FFF2-40B4-BE49-F238E27FC236}">
                    <a16:creationId xmlns:a16="http://schemas.microsoft.com/office/drawing/2014/main" id="{89BC98C2-0C25-83A7-7317-0AE96E15140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1509488" y="4651605"/>
                <a:ext cx="4666344" cy="54000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  <a:ln w="12700" cap="flat" cmpd="sng" algn="ctr">
                <a:noFill/>
                <a:prstDash val="solid"/>
                <a:miter lim="800000"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Content Placeholder 4">
                <a:extLst>
                  <a:ext uri="{FF2B5EF4-FFF2-40B4-BE49-F238E27FC236}">
                    <a16:creationId xmlns:a16="http://schemas.microsoft.com/office/drawing/2014/main" id="{89BC98C2-0C25-83A7-7317-0AE96E151400}"/>
                  </a:ext>
                </a:extLst>
              </p:cNvPr>
              <p:cNvSpPr txBox="1">
                <a:spLocks/>
              </p:cNvSpPr>
              <p:nvPr/>
            </p:nvSpPr>
            <p:spPr>
              <a:xfrm flipH="1">
                <a:off x="1509487" y="5326519"/>
                <a:ext cx="6037941" cy="540000"/>
              </a:xfrm>
              <a:prstGeom prst="rect">
                <a:avLst/>
              </a:prstGeom>
              <a:noFill/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vert="horz" lIns="91440" tIns="45720" rIns="91440" bIns="45720" rtlCol="0" anchor="ctr">
                <a:noAutofit/>
              </a:bodyPr>
              <a:lstStyle>
                <a:lvl1pPr marL="265113" indent="-265113" algn="just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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809625" indent="-352425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118745" indent="0" algn="l">
                  <a:lnSpc>
                    <a:spcPct val="115000"/>
                  </a:lnSpc>
                  <a:spcAft>
                    <a:spcPts val="8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0" dirty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800" i="1" dirty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  <m:rad>
                        <m:radPr>
                          <m:degHide m:val="on"/>
                          <m:ctrlP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3 </m:t>
                          </m:r>
                        </m:e>
                      </m:rad>
                      <m:r>
                        <a:rPr lang="en-US" sz="2800" dirty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800" i="1" dirty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3</m:t>
                      </m:r>
                      <m:rad>
                        <m:radPr>
                          <m:degHide m:val="on"/>
                          <m:ctrlP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3 </m:t>
                          </m:r>
                        </m:e>
                      </m:rad>
                      <m:r>
                        <m:rPr>
                          <m:sty m:val="p"/>
                        </m:rPr>
                        <a:rPr lang="en-US" sz="2800" dirty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x</m:t>
                      </m:r>
                      <m:r>
                        <a:rPr lang="en-US" sz="2800" dirty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+4</m:t>
                      </m:r>
                      <m:rad>
                        <m:radPr>
                          <m:degHide m:val="on"/>
                          <m:ctrlP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3 </m:t>
                          </m:r>
                        </m:e>
                      </m:rad>
                      <m:sSup>
                        <m:sSupPr>
                          <m:ctrlPr>
                            <a:rPr lang="en-US" sz="2800" i="1" dirty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en-US" sz="2800" dirty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x</m:t>
                          </m:r>
                        </m:e>
                        <m:sup>
                          <m:r>
                            <a:rPr lang="en-US" sz="2800" dirty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800" dirty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800" i="1" dirty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5</m:t>
                      </m:r>
                      <m:rad>
                        <m:radPr>
                          <m:degHide m:val="on"/>
                          <m:ctrlP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3 </m:t>
                          </m:r>
                        </m:e>
                      </m:rad>
                      <m:sSup>
                        <m:sSupPr>
                          <m:ctrlPr>
                            <a:rPr lang="en-US" sz="2800" i="1" dirty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en-US" sz="2800" dirty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x</m:t>
                          </m:r>
                        </m:e>
                        <m:sup>
                          <m:r>
                            <a:rPr lang="en-US" sz="2800" dirty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</m:sSup>
                    </m:oMath>
                  </m:oMathPara>
                </a14:m>
                <a:endParaRPr lang="en-US" sz="2800" dirty="0">
                  <a:solidFill>
                    <a:srgbClr val="002060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1" name="Content Placeholder 4">
                <a:extLst>
                  <a:ext uri="{FF2B5EF4-FFF2-40B4-BE49-F238E27FC236}">
                    <a16:creationId xmlns:a16="http://schemas.microsoft.com/office/drawing/2014/main" id="{89BC98C2-0C25-83A7-7317-0AE96E15140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1509487" y="5326519"/>
                <a:ext cx="6037941" cy="54000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  <a:ln w="12700" cap="flat" cmpd="sng" algn="ctr">
                <a:noFill/>
                <a:prstDash val="solid"/>
                <a:miter lim="800000"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Content Placeholder 4">
                <a:extLst>
                  <a:ext uri="{FF2B5EF4-FFF2-40B4-BE49-F238E27FC236}">
                    <a16:creationId xmlns:a16="http://schemas.microsoft.com/office/drawing/2014/main" id="{2DF1F421-367C-EFD0-E37F-2AEA8B5C43B7}"/>
                  </a:ext>
                </a:extLst>
              </p:cNvPr>
              <p:cNvSpPr txBox="1">
                <a:spLocks/>
              </p:cNvSpPr>
              <p:nvPr/>
            </p:nvSpPr>
            <p:spPr>
              <a:xfrm flipH="1">
                <a:off x="7254258" y="5332928"/>
                <a:ext cx="844133" cy="540000"/>
              </a:xfrm>
              <a:prstGeom prst="rect">
                <a:avLst/>
              </a:prstGeom>
              <a:noFill/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vert="horz" lIns="91440" tIns="45720" rIns="91440" bIns="45720" rtlCol="0" anchor="ctr">
                <a:noAutofit/>
              </a:bodyPr>
              <a:lstStyle>
                <a:lvl1pPr marL="265113" indent="-265113" algn="just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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809625" indent="-352425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118745" indent="0" algn="l">
                  <a:lnSpc>
                    <a:spcPct val="115000"/>
                  </a:lnSpc>
                  <a:spcAft>
                    <a:spcPts val="8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∉</m:t>
                      </m:r>
                      <m:r>
                        <m:rPr>
                          <m:sty m:val="p"/>
                        </m:rPr>
                        <a:rPr lang="en-US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W</m:t>
                      </m:r>
                    </m:oMath>
                  </m:oMathPara>
                </a14:m>
                <a:endParaRPr lang="en-US" sz="2800" dirty="0">
                  <a:solidFill>
                    <a:srgbClr val="002060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20" name="Content Placeholder 4">
                <a:extLst>
                  <a:ext uri="{FF2B5EF4-FFF2-40B4-BE49-F238E27FC236}">
                    <a16:creationId xmlns:a16="http://schemas.microsoft.com/office/drawing/2014/main" id="{2DF1F421-367C-EFD0-E37F-2AEA8B5C43B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7254258" y="5332928"/>
                <a:ext cx="844133" cy="540000"/>
              </a:xfrm>
              <a:prstGeom prst="rect">
                <a:avLst/>
              </a:prstGeom>
              <a:blipFill>
                <a:blip r:embed="rId9"/>
                <a:stretch>
                  <a:fillRect r="-2899"/>
                </a:stretch>
              </a:blipFill>
              <a:ln w="12700" cap="flat" cmpd="sng" algn="ctr">
                <a:noFill/>
                <a:prstDash val="solid"/>
                <a:miter lim="800000"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Content Placeholder 4">
                <a:extLst>
                  <a:ext uri="{FF2B5EF4-FFF2-40B4-BE49-F238E27FC236}">
                    <a16:creationId xmlns:a16="http://schemas.microsoft.com/office/drawing/2014/main" id="{BFA25C2A-C960-3FB4-3F0D-F2D435CA6437}"/>
                  </a:ext>
                </a:extLst>
              </p:cNvPr>
              <p:cNvSpPr txBox="1">
                <a:spLocks/>
              </p:cNvSpPr>
              <p:nvPr/>
            </p:nvSpPr>
            <p:spPr>
              <a:xfrm flipH="1">
                <a:off x="8911584" y="5257448"/>
                <a:ext cx="2699390" cy="540001"/>
              </a:xfrm>
              <a:prstGeom prst="rect">
                <a:avLst/>
              </a:prstGeom>
              <a:noFill/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vert="horz" lIns="91440" tIns="45720" rIns="91440" bIns="45720" rtlCol="0" anchor="ctr">
                <a:noAutofit/>
              </a:bodyPr>
              <a:lstStyle>
                <a:lvl1pPr marL="265113" indent="-265113" algn="just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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809625" indent="-352425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118745" indent="0" algn="l">
                  <a:lnSpc>
                    <a:spcPct val="100000"/>
                  </a:lnSpc>
                  <a:spcAft>
                    <a:spcPts val="800"/>
                  </a:spcAft>
                  <a:buNone/>
                </a:pPr>
                <a:r>
                  <a:rPr lang="en-IN" sz="2800" b="1" dirty="0">
                    <a:solidFill>
                      <a:srgbClr val="FF0000"/>
                    </a:solidFill>
                    <a:latin typeface="+mj-lt"/>
                  </a:rPr>
                  <a:t>[ </a:t>
                </a:r>
                <a14:m>
                  <m:oMath xmlns:m="http://schemas.openxmlformats.org/officeDocument/2006/math">
                    <m:r>
                      <a:rPr lang="en-US" sz="28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∵</m:t>
                    </m:r>
                    <m:r>
                      <a:rPr lang="en-US" sz="2800" b="1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𝟐</m:t>
                    </m:r>
                    <m:rad>
                      <m:radPr>
                        <m:degHide m:val="on"/>
                        <m:ctrlPr>
                          <a:rPr lang="en-US" sz="28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US" sz="28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28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𝟑</m:t>
                        </m:r>
                        <m:r>
                          <a:rPr lang="en-US" sz="28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</m:e>
                    </m:rad>
                    <m:r>
                      <a:rPr lang="en-US" sz="2800" b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∉</m:t>
                    </m:r>
                    <m:r>
                      <a:rPr lang="en-US" sz="28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ℤ</m:t>
                    </m:r>
                    <m:r>
                      <a:rPr lang="en-US" sz="2800" b="1" i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N" sz="2800" b="1" dirty="0">
                    <a:solidFill>
                      <a:srgbClr val="FF0000"/>
                    </a:solidFill>
                    <a:latin typeface="+mj-lt"/>
                  </a:rPr>
                  <a:t>]</a:t>
                </a:r>
                <a:endParaRPr lang="en-US" sz="2800" b="1" dirty="0">
                  <a:solidFill>
                    <a:srgbClr val="FF0000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21" name="Content Placeholder 4">
                <a:extLst>
                  <a:ext uri="{FF2B5EF4-FFF2-40B4-BE49-F238E27FC236}">
                    <a16:creationId xmlns:a16="http://schemas.microsoft.com/office/drawing/2014/main" id="{BFA25C2A-C960-3FB4-3F0D-F2D435CA643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8911584" y="5257448"/>
                <a:ext cx="2699390" cy="540001"/>
              </a:xfrm>
              <a:prstGeom prst="rect">
                <a:avLst/>
              </a:prstGeom>
              <a:blipFill>
                <a:blip r:embed="rId10"/>
                <a:stretch>
                  <a:fillRect l="-451" t="-5618" b="-33708"/>
                </a:stretch>
              </a:blipFill>
              <a:ln w="12700" cap="flat" cmpd="sng" algn="ctr">
                <a:noFill/>
                <a:prstDash val="solid"/>
                <a:miter lim="800000"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Content Placeholder 4">
                <a:extLst>
                  <a:ext uri="{FF2B5EF4-FFF2-40B4-BE49-F238E27FC236}">
                    <a16:creationId xmlns:a16="http://schemas.microsoft.com/office/drawing/2014/main" id="{3D4FA6A2-4536-95D8-ED58-8F435F82D6B8}"/>
                  </a:ext>
                </a:extLst>
              </p:cNvPr>
              <p:cNvSpPr txBox="1">
                <a:spLocks/>
              </p:cNvSpPr>
              <p:nvPr/>
            </p:nvSpPr>
            <p:spPr>
              <a:xfrm flipH="1">
                <a:off x="-1" y="5929574"/>
                <a:ext cx="3022600" cy="540000"/>
              </a:xfrm>
              <a:prstGeom prst="rect">
                <a:avLst/>
              </a:prstGeom>
              <a:noFill/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vert="horz" lIns="91440" tIns="45720" rIns="91440" bIns="45720" rtlCol="0" anchor="ctr">
                <a:noAutofit/>
              </a:bodyPr>
              <a:lstStyle>
                <a:lvl1pPr marL="265113" indent="-265113" algn="just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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809625" indent="-352425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118745" indent="0" algn="l">
                  <a:lnSpc>
                    <a:spcPct val="115000"/>
                  </a:lnSpc>
                  <a:spcAft>
                    <a:spcPts val="800"/>
                  </a:spcAft>
                  <a:buNone/>
                </a:pPr>
                <a:r>
                  <a:rPr lang="en-US" sz="2800" dirty="0">
                    <a:solidFill>
                      <a:srgbClr val="002060"/>
                    </a:solidFill>
                  </a:rPr>
                  <a:t>So, 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k</m:t>
                    </m:r>
                    <m:r>
                      <a:rPr lang="en-US" sz="2800" dirty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m:rPr>
                        <m:sty m:val="p"/>
                      </m:rPr>
                      <a:rPr lang="en-US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u</m:t>
                    </m:r>
                    <m:r>
                      <a:rPr lang="en-US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US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v</m:t>
                    </m:r>
                    <m:r>
                      <a:rPr lang="en-US" sz="2800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∉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W</m:t>
                    </m:r>
                  </m:oMath>
                </a14:m>
                <a:r>
                  <a:rPr lang="en-US" sz="2800" dirty="0">
                    <a:solidFill>
                      <a:srgbClr val="002060"/>
                    </a:solidFill>
                    <a:latin typeface="Cambria Math" panose="02040503050406030204" pitchFamily="18" charset="0"/>
                  </a:rPr>
                  <a:t>.</a:t>
                </a:r>
              </a:p>
            </p:txBody>
          </p:sp>
        </mc:Choice>
        <mc:Fallback xmlns="">
          <p:sp>
            <p:nvSpPr>
              <p:cNvPr id="23" name="Content Placeholder 4">
                <a:extLst>
                  <a:ext uri="{FF2B5EF4-FFF2-40B4-BE49-F238E27FC236}">
                    <a16:creationId xmlns:a16="http://schemas.microsoft.com/office/drawing/2014/main" id="{3D4FA6A2-4536-95D8-ED58-8F435F82D6B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-1" y="5929574"/>
                <a:ext cx="3022600" cy="540000"/>
              </a:xfrm>
              <a:prstGeom prst="rect">
                <a:avLst/>
              </a:prstGeom>
              <a:blipFill>
                <a:blip r:embed="rId11"/>
                <a:stretch>
                  <a:fillRect l="-202" t="-9091" r="-1815" b="-32955"/>
                </a:stretch>
              </a:blipFill>
              <a:ln w="12700" cap="flat" cmpd="sng" algn="ctr">
                <a:noFill/>
                <a:prstDash val="solid"/>
                <a:miter lim="800000"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Content Placeholder 4">
                <a:extLst>
                  <a:ext uri="{FF2B5EF4-FFF2-40B4-BE49-F238E27FC236}">
                    <a16:creationId xmlns:a16="http://schemas.microsoft.com/office/drawing/2014/main" id="{7E7936FE-EC87-27C6-1C46-F4060965A27E}"/>
                  </a:ext>
                </a:extLst>
              </p:cNvPr>
              <p:cNvSpPr txBox="1">
                <a:spLocks/>
              </p:cNvSpPr>
              <p:nvPr/>
            </p:nvSpPr>
            <p:spPr>
              <a:xfrm flipH="1">
                <a:off x="2818958" y="5950691"/>
                <a:ext cx="5804342" cy="540000"/>
              </a:xfrm>
              <a:prstGeom prst="rect">
                <a:avLst/>
              </a:prstGeom>
              <a:noFill/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vert="horz" lIns="91440" tIns="45720" rIns="91440" bIns="45720" rtlCol="0" anchor="ctr">
                <a:noAutofit/>
              </a:bodyPr>
              <a:lstStyle>
                <a:lvl1pPr marL="265113" indent="-265113" algn="just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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809625" indent="-352425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118745" indent="0" algn="l">
                  <a:lnSpc>
                    <a:spcPct val="115000"/>
                  </a:lnSpc>
                  <a:spcAft>
                    <a:spcPts val="800"/>
                  </a:spcAft>
                  <a:buNone/>
                </a:pPr>
                <a:r>
                  <a:rPr lang="en-US" sz="2800" dirty="0">
                    <a:solidFill>
                      <a:srgbClr val="002060"/>
                    </a:solidFill>
                  </a:rPr>
                  <a:t>Hence,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W</m:t>
                    </m:r>
                  </m:oMath>
                </a14:m>
                <a:r>
                  <a:rPr lang="en-US" sz="2800" dirty="0">
                    <a:solidFill>
                      <a:srgbClr val="002060"/>
                    </a:solidFill>
                    <a:latin typeface="Cambria Math" panose="02040503050406030204" pitchFamily="18" charset="0"/>
                  </a:rPr>
                  <a:t> </a:t>
                </a:r>
                <a:r>
                  <a:rPr lang="en-US" sz="2800" dirty="0">
                    <a:solidFill>
                      <a:srgbClr val="002060"/>
                    </a:solidFill>
                  </a:rPr>
                  <a:t>is </a:t>
                </a:r>
                <a:r>
                  <a:rPr lang="en-US" sz="2800" b="1" dirty="0">
                    <a:solidFill>
                      <a:srgbClr val="FF0000"/>
                    </a:solidFill>
                  </a:rPr>
                  <a:t>not</a:t>
                </a:r>
                <a:r>
                  <a:rPr lang="en-US" sz="2800" dirty="0">
                    <a:solidFill>
                      <a:srgbClr val="002060"/>
                    </a:solidFill>
                  </a:rPr>
                  <a:t> a subspace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i="1" dirty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i="1" dirty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ℙ</m:t>
                        </m:r>
                      </m:e>
                      <m:sub>
                        <m:r>
                          <a:rPr lang="en-US" sz="2800" dirty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lang="en-US" sz="2800" dirty="0">
                    <a:solidFill>
                      <a:srgbClr val="002060"/>
                    </a:solidFill>
                  </a:rPr>
                  <a:t>.</a:t>
                </a:r>
                <a:endParaRPr lang="en-US" sz="2800" dirty="0">
                  <a:solidFill>
                    <a:srgbClr val="002060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24" name="Content Placeholder 4">
                <a:extLst>
                  <a:ext uri="{FF2B5EF4-FFF2-40B4-BE49-F238E27FC236}">
                    <a16:creationId xmlns:a16="http://schemas.microsoft.com/office/drawing/2014/main" id="{7E7936FE-EC87-27C6-1C46-F4060965A27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2818958" y="5950691"/>
                <a:ext cx="5804342" cy="540000"/>
              </a:xfrm>
              <a:prstGeom prst="rect">
                <a:avLst/>
              </a:prstGeom>
              <a:blipFill>
                <a:blip r:embed="rId12"/>
                <a:stretch>
                  <a:fillRect l="-105" t="-6742" b="-32584"/>
                </a:stretch>
              </a:blipFill>
              <a:ln w="12700" cap="flat" cmpd="sng" algn="ctr">
                <a:noFill/>
                <a:prstDash val="solid"/>
                <a:miter lim="800000"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28992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4" grpId="0"/>
      <p:bldP spid="17" grpId="0"/>
      <p:bldP spid="19" grpId="0" animBg="1"/>
      <p:bldP spid="10" grpId="0"/>
      <p:bldP spid="11" grpId="0"/>
      <p:bldP spid="20" grpId="0"/>
      <p:bldP spid="21" grpId="0"/>
      <p:bldP spid="23" grpId="0"/>
      <p:bldP spid="24" grpId="0"/>
    </p:bldLst>
  </p:timing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Method-3</a:t>
            </a:r>
            <a:br>
              <a:rPr lang="en-US" dirty="0"/>
            </a:br>
            <a:r>
              <a:rPr lang="en-US" dirty="0"/>
              <a:t>Linear Combination and Span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DD1B15B0-DB21-4AD4-8A0D-08E74D04D8C7}"/>
              </a:ext>
            </a:extLst>
          </p:cNvPr>
          <p:cNvSpPr txBox="1">
            <a:spLocks/>
          </p:cNvSpPr>
          <p:nvPr/>
        </p:nvSpPr>
        <p:spPr>
          <a:xfrm>
            <a:off x="838200" y="2002632"/>
            <a:ext cx="10515600" cy="285273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6000" b="1" kern="1200" dirty="0">
                <a:gradFill flip="none" rotWithShape="1">
                  <a:gsLst>
                    <a:gs pos="0">
                      <a:srgbClr val="1D3064"/>
                    </a:gs>
                    <a:gs pos="100000">
                      <a:schemeClr val="tx2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endParaRPr lang="en-IN" dirty="0">
              <a:gradFill flip="none" rotWithShape="1">
                <a:gsLst>
                  <a:gs pos="10000">
                    <a:schemeClr val="accent6">
                      <a:lumMod val="50000"/>
                    </a:schemeClr>
                  </a:gs>
                  <a:gs pos="100000">
                    <a:schemeClr val="accent6"/>
                  </a:gs>
                </a:gsLst>
                <a:lin ang="0" scaled="1"/>
                <a:tileRect/>
              </a:gradFill>
            </a:endParaRPr>
          </a:p>
          <a:p>
            <a:endParaRPr lang="en-IN" dirty="0">
              <a:gradFill flip="none" rotWithShape="1">
                <a:gsLst>
                  <a:gs pos="10000">
                    <a:schemeClr val="accent6">
                      <a:lumMod val="50000"/>
                    </a:schemeClr>
                  </a:gs>
                  <a:gs pos="100000">
                    <a:schemeClr val="accent6"/>
                  </a:gs>
                </a:gsLst>
                <a:lin ang="0" scaled="1"/>
                <a:tileRect/>
              </a:gradFill>
            </a:endParaRPr>
          </a:p>
        </p:txBody>
      </p:sp>
    </p:spTree>
    <p:extLst>
      <p:ext uri="{BB962C8B-B14F-4D97-AF65-F5344CB8AC3E}">
        <p14:creationId xmlns:p14="http://schemas.microsoft.com/office/powerpoint/2010/main" val="211816326"/>
      </p:ext>
    </p:extLst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Linear Combination</a:t>
            </a:r>
            <a:endParaRPr lang="en-I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/>
                <a:r>
                  <a:rPr lang="en-US" dirty="0">
                    <a:latin typeface="+mj-lt"/>
                  </a:rPr>
                  <a:t>Let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S</m:t>
                    </m:r>
                    <m:r>
                      <a:rPr lang="en-US">
                        <a:latin typeface="Cambria Math" panose="02040503050406030204" pitchFamily="18" charset="0"/>
                      </a:rPr>
                      <m:t>= </m:t>
                    </m:r>
                    <m:d>
                      <m:dPr>
                        <m:begChr m:val="{"/>
                        <m:endChr m:val="}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>
                            <a:latin typeface="Cambria Math" panose="02040503050406030204" pitchFamily="18" charset="0"/>
                          </a:rPr>
                          <m:t> 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>
                                <a:latin typeface="Cambria Math" panose="02040503050406030204" pitchFamily="18" charset="0"/>
                              </a:rPr>
                              <m:t>u</m:t>
                            </m:r>
                          </m:e>
                          <m:sub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>
                                <a:latin typeface="Cambria Math" panose="02040503050406030204" pitchFamily="18" charset="0"/>
                              </a:rPr>
                              <m:t>u</m:t>
                            </m:r>
                          </m:e>
                          <m:sub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>
                                <a:latin typeface="Cambria Math" panose="02040503050406030204" pitchFamily="18" charset="0"/>
                              </a:rPr>
                              <m:t>u</m:t>
                            </m:r>
                          </m:e>
                          <m:sub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  <m:r>
                          <a:rPr lang="en-US">
                            <a:latin typeface="Cambria Math" panose="02040503050406030204" pitchFamily="18" charset="0"/>
                          </a:rPr>
                          <m:t>, …,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>
                                <a:latin typeface="Cambria Math" panose="02040503050406030204" pitchFamily="18" charset="0"/>
                              </a:rPr>
                              <m:t>u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>
                                <a:latin typeface="Cambria Math" panose="02040503050406030204" pitchFamily="18" charset="0"/>
                              </a:rPr>
                              <m:t>n</m:t>
                            </m:r>
                          </m:sub>
                        </m:sSub>
                        <m:r>
                          <a:rPr lang="en-US">
                            <a:latin typeface="Cambria Math" panose="02040503050406030204" pitchFamily="18" charset="0"/>
                          </a:rPr>
                          <m:t> </m:t>
                        </m:r>
                      </m:e>
                    </m:d>
                    <m:r>
                      <a:rPr lang="en-US">
                        <a:latin typeface="Cambria Math" panose="02040503050406030204" pitchFamily="18" charset="0"/>
                      </a:rPr>
                      <m:t>⊆</m:t>
                    </m:r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V</m:t>
                    </m:r>
                  </m:oMath>
                </a14:m>
                <a:r>
                  <a:rPr lang="en-US" dirty="0">
                    <a:latin typeface="+mj-lt"/>
                  </a:rPr>
                  <a:t>,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c</m:t>
                        </m:r>
                      </m:e>
                      <m:sub>
                        <m:r>
                          <a:rPr lang="en-US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c</m:t>
                        </m:r>
                      </m:e>
                      <m:sub>
                        <m:r>
                          <a:rPr lang="en-US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c</m:t>
                        </m:r>
                      </m:e>
                      <m:sub>
                        <m:r>
                          <a:rPr lang="en-US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US">
                        <a:latin typeface="Cambria Math" panose="02040503050406030204" pitchFamily="18" charset="0"/>
                      </a:rPr>
                      <m:t>,…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c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n</m:t>
                        </m:r>
                      </m:sub>
                    </m:sSub>
                    <m:r>
                      <a:rPr lang="en-US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>
                        <a:latin typeface="Cambria Math" panose="02040503050406030204" pitchFamily="18" charset="0"/>
                      </a:rPr>
                      <m:t>ℝ</m:t>
                    </m:r>
                  </m:oMath>
                </a14:m>
                <a:r>
                  <a:rPr lang="en-US" dirty="0">
                    <a:latin typeface="+mj-lt"/>
                  </a:rPr>
                  <a:t> be scalars. The expression of the form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𝐜</m:t>
                        </m:r>
                      </m:e>
                      <m:sub>
                        <m:r>
                          <a:rPr lang="en-US" b="1" i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  <m:sSub>
                      <m:sSubPr>
                        <m:ctrlPr>
                          <a:rPr lang="en-US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𝐮</m:t>
                        </m:r>
                      </m:e>
                      <m:sub>
                        <m:r>
                          <a:rPr lang="en-US" b="1" i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  <m:r>
                      <a:rPr lang="en-US" b="1" i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𝐜</m:t>
                        </m:r>
                      </m:e>
                      <m:sub>
                        <m:r>
                          <a:rPr lang="en-US" b="1" i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sub>
                    </m:sSub>
                    <m:sSub>
                      <m:sSubPr>
                        <m:ctrlPr>
                          <a:rPr lang="en-US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𝐮</m:t>
                        </m:r>
                      </m:e>
                      <m:sub>
                        <m:r>
                          <a:rPr lang="en-US" b="1" i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sub>
                    </m:sSub>
                    <m:r>
                      <a:rPr lang="en-US" b="1" i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𝐜</m:t>
                        </m:r>
                      </m:e>
                      <m:sub>
                        <m:r>
                          <a:rPr lang="en-US" b="1" i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𝟑</m:t>
                        </m:r>
                      </m:sub>
                    </m:sSub>
                    <m:sSub>
                      <m:sSubPr>
                        <m:ctrlPr>
                          <a:rPr lang="en-US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𝐮</m:t>
                        </m:r>
                      </m:e>
                      <m:sub>
                        <m:r>
                          <a:rPr lang="en-US" b="1" i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𝟑</m:t>
                        </m:r>
                      </m:sub>
                    </m:sSub>
                    <m:r>
                      <a:rPr lang="en-US" b="1" i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+…+</m:t>
                    </m:r>
                    <m:sSub>
                      <m:sSubPr>
                        <m:ctrlPr>
                          <a:rPr lang="en-US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𝐜</m:t>
                        </m:r>
                      </m:e>
                      <m:sub>
                        <m:r>
                          <a:rPr lang="en-US" b="1" i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𝐧</m:t>
                        </m:r>
                      </m:sub>
                    </m:sSub>
                    <m:sSub>
                      <m:sSubPr>
                        <m:ctrlPr>
                          <a:rPr lang="en-US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𝐮</m:t>
                        </m:r>
                      </m:e>
                      <m:sub>
                        <m:r>
                          <a:rPr lang="en-US" b="1" i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𝐧</m:t>
                        </m:r>
                      </m:sub>
                    </m:sSub>
                  </m:oMath>
                </a14:m>
                <a:r>
                  <a:rPr lang="en-US" dirty="0">
                    <a:latin typeface="+mj-lt"/>
                  </a:rPr>
                  <a:t> is called a </a:t>
                </a:r>
                <a:r>
                  <a:rPr lang="en-US" b="1" dirty="0">
                    <a:solidFill>
                      <a:srgbClr val="FF0000"/>
                    </a:solidFill>
                    <a:latin typeface="+mj-lt"/>
                  </a:rPr>
                  <a:t>linear combination</a:t>
                </a:r>
                <a:r>
                  <a:rPr lang="en-US" dirty="0">
                    <a:latin typeface="+mj-lt"/>
                  </a:rPr>
                  <a:t> of the vectors of</a:t>
                </a:r>
                <a14:m>
                  <m:oMath xmlns:m="http://schemas.openxmlformats.org/officeDocument/2006/math">
                    <m:r>
                      <a:rPr lang="en-US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b="0" i="1">
                        <a:latin typeface="Cambria Math" panose="02040503050406030204" pitchFamily="18" charset="0"/>
                      </a:rPr>
                      <m:t>S</m:t>
                    </m:r>
                    <m:r>
                      <a:rPr lang="en-US" b="0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en-IN" dirty="0">
                  <a:latin typeface="+mj-lt"/>
                </a:endParaRPr>
              </a:p>
              <a:p>
                <a:r>
                  <a:rPr lang="en-US" dirty="0">
                    <a:latin typeface="+mj-lt"/>
                  </a:rPr>
                  <a:t>A vector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v</m:t>
                    </m:r>
                  </m:oMath>
                </a14:m>
                <a:r>
                  <a:rPr lang="en-US" dirty="0">
                    <a:latin typeface="+mj-lt"/>
                  </a:rPr>
                  <a:t> can be written as linear combination of the vectors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u</m:t>
                        </m:r>
                      </m:e>
                      <m:sub>
                        <m:r>
                          <a:rPr lang="en-US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u</m:t>
                        </m:r>
                      </m:e>
                      <m:sub>
                        <m:r>
                          <a:rPr lang="en-US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u</m:t>
                        </m:r>
                      </m:e>
                      <m:sub>
                        <m:r>
                          <a:rPr lang="en-US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US">
                        <a:latin typeface="Cambria Math" panose="02040503050406030204" pitchFamily="18" charset="0"/>
                      </a:rPr>
                      <m:t>, …,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u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n</m:t>
                        </m:r>
                      </m:sub>
                    </m:sSub>
                    <m:r>
                      <a:rPr lang="en-US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>
                    <a:latin typeface="+mj-lt"/>
                  </a:rPr>
                  <a:t>if</a:t>
                </a:r>
                <a:br>
                  <a:rPr lang="en-US" dirty="0">
                    <a:latin typeface="+mj-lt"/>
                  </a:rPr>
                </a:br>
                <a:r>
                  <a:rPr lang="en-US" dirty="0">
                    <a:latin typeface="+mj-lt"/>
                  </a:rPr>
                  <a:t>there exist scalars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c</m:t>
                        </m:r>
                      </m:e>
                      <m:sub>
                        <m:r>
                          <a:rPr lang="en-US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c</m:t>
                        </m:r>
                      </m:e>
                      <m:sub>
                        <m:r>
                          <a:rPr lang="en-US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c</m:t>
                        </m:r>
                      </m:e>
                      <m:sub>
                        <m:r>
                          <a:rPr lang="en-US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US">
                        <a:latin typeface="Cambria Math" panose="02040503050406030204" pitchFamily="18" charset="0"/>
                      </a:rPr>
                      <m:t>,…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c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n</m:t>
                        </m:r>
                      </m:sub>
                    </m:sSub>
                    <m:r>
                      <a:rPr lang="en-US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>
                        <a:latin typeface="Cambria Math" panose="02040503050406030204" pitchFamily="18" charset="0"/>
                      </a:rPr>
                      <m:t>ℝ</m:t>
                    </m:r>
                  </m:oMath>
                </a14:m>
                <a:r>
                  <a:rPr lang="en-US" dirty="0">
                    <a:latin typeface="+mj-lt"/>
                  </a:rPr>
                  <a:t> such that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𝐯</m:t>
                      </m:r>
                      <m:r>
                        <a:rPr lang="en-US" b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𝐜</m:t>
                          </m:r>
                        </m:e>
                        <m:sub>
                          <m:r>
                            <a:rPr lang="en-US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sSub>
                        <m:sSubPr>
                          <m:ctrlPr>
                            <a:rPr lang="en-US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𝐮</m:t>
                          </m:r>
                        </m:e>
                        <m:sub>
                          <m:r>
                            <a:rPr lang="en-US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US" b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𝐜</m:t>
                          </m:r>
                        </m:e>
                        <m:sub>
                          <m:r>
                            <a:rPr lang="en-US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  <m:sSub>
                        <m:sSubPr>
                          <m:ctrlPr>
                            <a:rPr lang="en-US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𝐮</m:t>
                          </m:r>
                        </m:e>
                        <m:sub>
                          <m:r>
                            <a:rPr lang="en-US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  <m:r>
                        <a:rPr lang="en-US" b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𝐜</m:t>
                          </m:r>
                        </m:e>
                        <m:sub>
                          <m:r>
                            <a:rPr lang="en-US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𝟑</m:t>
                          </m:r>
                        </m:sub>
                      </m:sSub>
                      <m:sSub>
                        <m:sSubPr>
                          <m:ctrlPr>
                            <a:rPr lang="en-US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𝐮</m:t>
                          </m:r>
                        </m:e>
                        <m:sub>
                          <m:r>
                            <a:rPr lang="en-US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𝟑</m:t>
                          </m:r>
                        </m:sub>
                      </m:sSub>
                      <m:r>
                        <a:rPr lang="en-US" b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+…+</m:t>
                      </m:r>
                      <m:sSub>
                        <m:sSubPr>
                          <m:ctrlPr>
                            <a:rPr lang="en-US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𝐜</m:t>
                          </m:r>
                        </m:e>
                        <m:sub>
                          <m:r>
                            <a:rPr lang="en-US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𝐧</m:t>
                          </m:r>
                        </m:sub>
                      </m:sSub>
                      <m:sSub>
                        <m:sSubPr>
                          <m:ctrlPr>
                            <a:rPr lang="en-US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𝐮</m:t>
                          </m:r>
                        </m:e>
                        <m:sub>
                          <m:r>
                            <a:rPr lang="en-US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𝐧</m:t>
                          </m:r>
                        </m:sub>
                      </m:sSub>
                    </m:oMath>
                  </m:oMathPara>
                </a14:m>
                <a:endParaRPr lang="en-IN" b="1" dirty="0">
                  <a:latin typeface="+mj-lt"/>
                </a:endParaRP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71" r="-107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604956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/>
              <p:cNvSpPr>
                <a:spLocks noGrp="1"/>
              </p:cNvSpPr>
              <p:nvPr>
                <p:ph type="title"/>
              </p:nvPr>
            </p:nvSpPr>
            <p:spPr/>
            <p:txBody>
              <a:bodyPr>
                <a:noAutofit/>
              </a:bodyPr>
              <a:lstStyle/>
              <a:p>
                <a:r>
                  <a:rPr lang="en-US" sz="2700" dirty="0"/>
                  <a:t>Procedure to check a vector </a:t>
                </a:r>
                <a14:m>
                  <m:oMath xmlns:m="http://schemas.openxmlformats.org/officeDocument/2006/math">
                    <m:r>
                      <a:rPr lang="en-US" sz="2700" b="1" i="1" dirty="0">
                        <a:latin typeface="Cambria Math" panose="02040503050406030204" pitchFamily="18" charset="0"/>
                      </a:rPr>
                      <m:t>𝐯</m:t>
                    </m:r>
                  </m:oMath>
                </a14:m>
                <a:r>
                  <a:rPr lang="en-US" sz="2700" dirty="0"/>
                  <a:t> can be written as linear combination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700" b="1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700" b="1" i="0" dirty="0">
                            <a:latin typeface="Cambria Math" panose="02040503050406030204" pitchFamily="18" charset="0"/>
                          </a:rPr>
                          <m:t>𝐮</m:t>
                        </m:r>
                      </m:e>
                      <m:sub>
                        <m:r>
                          <a:rPr lang="en-US" sz="2700" b="1" i="0" dirty="0"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  <m:r>
                      <a:rPr lang="en-US" sz="2700" b="1" i="0" dirty="0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sz="2700" b="1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700" b="1" i="0" dirty="0">
                            <a:latin typeface="Cambria Math" panose="02040503050406030204" pitchFamily="18" charset="0"/>
                          </a:rPr>
                          <m:t>𝐮</m:t>
                        </m:r>
                      </m:e>
                      <m:sub>
                        <m:r>
                          <a:rPr lang="en-US" sz="2700" b="1" i="0" dirty="0">
                            <a:latin typeface="Cambria Math" panose="02040503050406030204" pitchFamily="18" charset="0"/>
                          </a:rPr>
                          <m:t>𝟐</m:t>
                        </m:r>
                      </m:sub>
                    </m:sSub>
                    <m:r>
                      <a:rPr lang="en-US" sz="2700" b="1" i="0" dirty="0">
                        <a:latin typeface="Cambria Math" panose="02040503050406030204" pitchFamily="18" charset="0"/>
                      </a:rPr>
                      <m:t>, …,</m:t>
                    </m:r>
                    <m:sSub>
                      <m:sSubPr>
                        <m:ctrlPr>
                          <a:rPr lang="en-US" sz="2700" b="1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700" b="1" i="0" dirty="0">
                            <a:latin typeface="Cambria Math" panose="02040503050406030204" pitchFamily="18" charset="0"/>
                          </a:rPr>
                          <m:t>𝐮</m:t>
                        </m:r>
                      </m:e>
                      <m:sub>
                        <m:r>
                          <a:rPr lang="en-US" sz="2700" b="1" i="0" dirty="0">
                            <a:latin typeface="Cambria Math" panose="02040503050406030204" pitchFamily="18" charset="0"/>
                          </a:rPr>
                          <m:t>𝐧</m:t>
                        </m:r>
                      </m:sub>
                    </m:sSub>
                  </m:oMath>
                </a14:m>
                <a:endParaRPr lang="en-IN" sz="2700" dirty="0"/>
              </a:p>
            </p:txBody>
          </p:sp>
        </mc:Choice>
        <mc:Fallback xmlns="">
          <p:sp>
            <p:nvSpPr>
              <p:cNvPr id="2" name="Title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b="-512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131180" y="863445"/>
                <a:ext cx="11929641" cy="2070256"/>
              </a:xfrm>
            </p:spPr>
            <p:txBody>
              <a:bodyPr/>
              <a:lstStyle/>
              <a:p>
                <a:pPr marL="514350" lvl="0" indent="-514350">
                  <a:buFont typeface="+mj-lt"/>
                  <a:buAutoNum type="arabicPeriod"/>
                </a:pPr>
                <a:r>
                  <a:rPr lang="en-US" dirty="0"/>
                  <a:t>Express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v</m:t>
                    </m:r>
                  </m:oMath>
                </a14:m>
                <a:r>
                  <a:rPr lang="en-US" dirty="0"/>
                  <a:t>  as a linear combination of the given vectors.</a:t>
                </a:r>
              </a:p>
              <a:p>
                <a:pPr marL="0" lvl="0" indent="0">
                  <a:buNone/>
                </a:pPr>
                <a:r>
                  <a:rPr lang="en-US" dirty="0"/>
                  <a:t>       i.e.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𝐜</m:t>
                        </m:r>
                      </m:e>
                      <m:sub>
                        <m:r>
                          <a:rPr lang="en-US" b="1" i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  <m:sSub>
                      <m:sSubPr>
                        <m:ctrlPr>
                          <a:rPr lang="en-US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𝐮</m:t>
                        </m:r>
                      </m:e>
                      <m:sub>
                        <m:r>
                          <a:rPr lang="en-US" b="1" i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  <m:r>
                      <a:rPr lang="en-US" b="1" i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𝐜</m:t>
                        </m:r>
                      </m:e>
                      <m:sub>
                        <m:r>
                          <a:rPr lang="en-US" b="1" i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sub>
                    </m:sSub>
                    <m:sSub>
                      <m:sSubPr>
                        <m:ctrlPr>
                          <a:rPr lang="en-US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𝐮</m:t>
                        </m:r>
                      </m:e>
                      <m:sub>
                        <m:r>
                          <a:rPr lang="en-US" b="1" i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sub>
                    </m:sSub>
                    <m:r>
                      <a:rPr lang="en-US" b="1" i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𝐜</m:t>
                        </m:r>
                      </m:e>
                      <m:sub>
                        <m:r>
                          <a:rPr lang="en-US" b="1" i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𝟑</m:t>
                        </m:r>
                      </m:sub>
                    </m:sSub>
                    <m:sSub>
                      <m:sSubPr>
                        <m:ctrlPr>
                          <a:rPr lang="en-US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𝐮</m:t>
                        </m:r>
                      </m:e>
                      <m:sub>
                        <m:r>
                          <a:rPr lang="en-US" b="1" i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𝟑</m:t>
                        </m:r>
                      </m:sub>
                    </m:sSub>
                    <m:r>
                      <a:rPr lang="en-US" b="1" i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+…+</m:t>
                    </m:r>
                    <m:sSub>
                      <m:sSubPr>
                        <m:ctrlPr>
                          <a:rPr lang="en-US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𝐜</m:t>
                        </m:r>
                      </m:e>
                      <m:sub>
                        <m:r>
                          <a:rPr lang="en-US" b="1" i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𝐧</m:t>
                        </m:r>
                      </m:sub>
                    </m:sSub>
                    <m:sSub>
                      <m:sSubPr>
                        <m:ctrlPr>
                          <a:rPr lang="en-US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𝐮</m:t>
                        </m:r>
                      </m:e>
                      <m:sub>
                        <m:r>
                          <a:rPr lang="en-US" b="1" i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𝐧</m:t>
                        </m:r>
                      </m:sub>
                    </m:sSub>
                    <m:r>
                      <a:rPr lang="en-US" b="1" i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1" i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𝐯</m:t>
                    </m:r>
                  </m:oMath>
                </a14:m>
                <a:endParaRPr lang="en-IN" b="1" dirty="0">
                  <a:solidFill>
                    <a:srgbClr val="FF0000"/>
                  </a:solidFill>
                  <a:latin typeface="+mj-lt"/>
                </a:endParaRPr>
              </a:p>
              <a:p>
                <a:pPr marL="514350" indent="-514350">
                  <a:buFont typeface="+mj-lt"/>
                  <a:buAutoNum type="arabicPeriod" startAt="2"/>
                </a:pPr>
                <a:r>
                  <a:rPr lang="en-US" dirty="0"/>
                  <a:t>Form the corresponding system of linear equations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AX</m:t>
                    </m:r>
                    <m:r>
                      <a:rPr lang="en-US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B</m:t>
                    </m:r>
                  </m:oMath>
                </a14:m>
                <a:r>
                  <a:rPr lang="en-US" dirty="0"/>
                  <a:t>.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31180" y="863445"/>
                <a:ext cx="11929641" cy="2070256"/>
              </a:xfrm>
              <a:blipFill>
                <a:blip r:embed="rId3"/>
                <a:stretch>
                  <a:fillRect l="-1074" b="-324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2"/>
              <p:cNvSpPr txBox="1">
                <a:spLocks/>
              </p:cNvSpPr>
              <p:nvPr/>
            </p:nvSpPr>
            <p:spPr>
              <a:xfrm>
                <a:off x="-333279" y="2898011"/>
                <a:ext cx="7517849" cy="2943989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Autofit/>
              </a:bodyPr>
              <a:lstStyle>
                <a:lvl1pPr marL="265113" indent="-265113" algn="just" defTabSz="914400" rtl="0" eaLnBrk="1" latinLnBrk="0" hangingPunct="1">
                  <a:lnSpc>
                    <a:spcPct val="130000"/>
                  </a:lnSpc>
                  <a:spcBef>
                    <a:spcPts val="10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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1pPr>
                <a:lvl2pPr marL="809625" indent="-352425" algn="just" defTabSz="914400" rtl="0" eaLnBrk="1" latinLnBrk="0" hangingPunct="1">
                  <a:lnSpc>
                    <a:spcPct val="13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just" defTabSz="914400" rtl="0" eaLnBrk="1" latinLnBrk="0" hangingPunct="1">
                  <a:lnSpc>
                    <a:spcPct val="13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just" defTabSz="914400" rtl="0" eaLnBrk="1" latinLnBrk="0" hangingPunct="1">
                  <a:lnSpc>
                    <a:spcPct val="13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just" defTabSz="914400" rtl="0" eaLnBrk="1" latinLnBrk="0" hangingPunct="1">
                  <a:lnSpc>
                    <a:spcPct val="13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 algn="l">
                  <a:buNone/>
                </a:pPr>
                <a:r>
                  <a:rPr lang="en-US" dirty="0"/>
                  <a:t>	Where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400">
                        <a:latin typeface="Cambria Math" panose="02040503050406030204" pitchFamily="18" charset="0"/>
                      </a:rPr>
                      <m:t>A</m:t>
                    </m:r>
                    <m:r>
                      <a:rPr lang="en-US" sz="240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IN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d>
                          <m:dPr>
                            <m:begChr m:val="["/>
                            <m:endChr m:val="]"/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400">
                                <a:latin typeface="Cambria Math" panose="02040503050406030204" pitchFamily="18" charset="0"/>
                              </a:rPr>
                              <m:t> </m:t>
                            </m:r>
                            <m:m>
                              <m:mPr>
                                <m:mcs>
                                  <m:mc>
                                    <m:mcPr>
                                      <m:count m:val="5"/>
                                      <m:mcJc m:val="center"/>
                                    </m:mcPr>
                                  </m:mc>
                                </m:mcs>
                                <m:ctrlPr>
                                  <a:rPr lang="en-IN" sz="2400" i="1">
                                    <a:latin typeface="Cambria Math" panose="02040503050406030204" pitchFamily="18" charset="0"/>
                                  </a:rPr>
                                </m:ctrlPr>
                              </m:mPr>
                              <m:mr>
                                <m:e>
                                  <m:sSub>
                                    <m:sSubPr>
                                      <m:ctrlP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n-US" sz="2400">
                                          <a:latin typeface="Cambria Math" panose="02040503050406030204" pitchFamily="18" charset="0"/>
                                        </a:rPr>
                                        <m:t>a</m:t>
                                      </m:r>
                                    </m:e>
                                    <m:sub>
                                      <m:r>
                                        <a:rPr lang="en-US" sz="2400">
                                          <a:latin typeface="Cambria Math" panose="02040503050406030204" pitchFamily="18" charset="0"/>
                                        </a:rPr>
                                        <m:t>11</m:t>
                                      </m:r>
                                    </m:sub>
                                  </m:sSub>
                                </m:e>
                                <m:e>
                                  <m:sSub>
                                    <m:sSubPr>
                                      <m:ctrlP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n-US" sz="2400">
                                          <a:latin typeface="Cambria Math" panose="02040503050406030204" pitchFamily="18" charset="0"/>
                                        </a:rPr>
                                        <m:t>a</m:t>
                                      </m:r>
                                    </m:e>
                                    <m:sub>
                                      <m:r>
                                        <a:rPr lang="en-US" sz="2400">
                                          <a:latin typeface="Cambria Math" panose="02040503050406030204" pitchFamily="18" charset="0"/>
                                        </a:rPr>
                                        <m:t>12</m:t>
                                      </m:r>
                                    </m:sub>
                                  </m:sSub>
                                </m:e>
                                <m:e>
                                  <m:sSub>
                                    <m:sSubPr>
                                      <m:ctrlP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n-US" sz="2400">
                                          <a:latin typeface="Cambria Math" panose="02040503050406030204" pitchFamily="18" charset="0"/>
                                        </a:rPr>
                                        <m:t>a</m:t>
                                      </m:r>
                                    </m:e>
                                    <m:sub>
                                      <m:r>
                                        <a:rPr lang="en-US" sz="2400">
                                          <a:latin typeface="Cambria Math" panose="02040503050406030204" pitchFamily="18" charset="0"/>
                                        </a:rPr>
                                        <m:t>13</m:t>
                                      </m:r>
                                    </m:sub>
                                  </m:sSub>
                                </m:e>
                                <m:e>
                                  <m:r>
                                    <a:rPr lang="en-US" sz="2400">
                                      <a:latin typeface="Cambria Math" panose="02040503050406030204" pitchFamily="18" charset="0"/>
                                    </a:rPr>
                                    <m:t>…</m:t>
                                  </m:r>
                                </m:e>
                                <m:e>
                                  <m:sSub>
                                    <m:sSubPr>
                                      <m:ctrlP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n-US" sz="2400">
                                          <a:latin typeface="Cambria Math" panose="02040503050406030204" pitchFamily="18" charset="0"/>
                                        </a:rPr>
                                        <m:t>a</m:t>
                                      </m:r>
                                    </m:e>
                                    <m:sub>
                                      <m:r>
                                        <a:rPr lang="en-US" sz="240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  <m:r>
                                        <m:rPr>
                                          <m:sty m:val="p"/>
                                        </m:rPr>
                                        <a:rPr lang="en-US" sz="2400">
                                          <a:latin typeface="Cambria Math" panose="02040503050406030204" pitchFamily="18" charset="0"/>
                                        </a:rPr>
                                        <m:t>n</m:t>
                                      </m:r>
                                    </m:sub>
                                  </m:sSub>
                                </m:e>
                              </m:mr>
                              <m:mr>
                                <m:e>
                                  <m:sSub>
                                    <m:sSubPr>
                                      <m:ctrlP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n-US" sz="2400">
                                          <a:latin typeface="Cambria Math" panose="02040503050406030204" pitchFamily="18" charset="0"/>
                                        </a:rPr>
                                        <m:t>a</m:t>
                                      </m:r>
                                    </m:e>
                                    <m:sub>
                                      <m:r>
                                        <a:rPr lang="en-US" sz="2400">
                                          <a:latin typeface="Cambria Math" panose="02040503050406030204" pitchFamily="18" charset="0"/>
                                        </a:rPr>
                                        <m:t>21</m:t>
                                      </m:r>
                                    </m:sub>
                                  </m:sSub>
                                </m:e>
                                <m:e>
                                  <m:sSub>
                                    <m:sSubPr>
                                      <m:ctrlP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n-US" sz="2400">
                                          <a:latin typeface="Cambria Math" panose="02040503050406030204" pitchFamily="18" charset="0"/>
                                        </a:rPr>
                                        <m:t>a</m:t>
                                      </m:r>
                                    </m:e>
                                    <m:sub>
                                      <m:r>
                                        <a:rPr lang="en-US" sz="2400">
                                          <a:latin typeface="Cambria Math" panose="02040503050406030204" pitchFamily="18" charset="0"/>
                                        </a:rPr>
                                        <m:t>22</m:t>
                                      </m:r>
                                    </m:sub>
                                  </m:sSub>
                                </m:e>
                                <m:e>
                                  <m:sSub>
                                    <m:sSubPr>
                                      <m:ctrlP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n-US" sz="2400">
                                          <a:latin typeface="Cambria Math" panose="02040503050406030204" pitchFamily="18" charset="0"/>
                                        </a:rPr>
                                        <m:t>a</m:t>
                                      </m:r>
                                    </m:e>
                                    <m:sub>
                                      <m:r>
                                        <a:rPr lang="en-US" sz="2400">
                                          <a:latin typeface="Cambria Math" panose="02040503050406030204" pitchFamily="18" charset="0"/>
                                        </a:rPr>
                                        <m:t>23</m:t>
                                      </m:r>
                                    </m:sub>
                                  </m:sSub>
                                </m:e>
                                <m:e>
                                  <m:r>
                                    <a:rPr lang="en-US" sz="2400">
                                      <a:latin typeface="Cambria Math" panose="02040503050406030204" pitchFamily="18" charset="0"/>
                                    </a:rPr>
                                    <m:t>…</m:t>
                                  </m:r>
                                </m:e>
                                <m:e>
                                  <m:sSub>
                                    <m:sSubPr>
                                      <m:ctrlP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n-US" sz="2400">
                                          <a:latin typeface="Cambria Math" panose="02040503050406030204" pitchFamily="18" charset="0"/>
                                        </a:rPr>
                                        <m:t>a</m:t>
                                      </m:r>
                                    </m:e>
                                    <m:sub>
                                      <m:r>
                                        <a:rPr lang="en-US" sz="240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  <m:r>
                                        <m:rPr>
                                          <m:sty m:val="p"/>
                                        </m:rPr>
                                        <a:rPr lang="en-US" sz="2400">
                                          <a:latin typeface="Cambria Math" panose="02040503050406030204" pitchFamily="18" charset="0"/>
                                        </a:rPr>
                                        <m:t>n</m:t>
                                      </m:r>
                                    </m:sub>
                                  </m:sSub>
                                </m:e>
                              </m:mr>
                              <m:mr>
                                <m:e>
                                  <m:sSub>
                                    <m:sSubPr>
                                      <m:ctrlP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n-US" sz="2400">
                                          <a:latin typeface="Cambria Math" panose="02040503050406030204" pitchFamily="18" charset="0"/>
                                        </a:rPr>
                                        <m:t>a</m:t>
                                      </m:r>
                                    </m:e>
                                    <m:sub>
                                      <m:r>
                                        <a:rPr lang="en-US" sz="2400">
                                          <a:latin typeface="Cambria Math" panose="02040503050406030204" pitchFamily="18" charset="0"/>
                                        </a:rPr>
                                        <m:t>31</m:t>
                                      </m:r>
                                    </m:sub>
                                  </m:sSub>
                                </m:e>
                                <m:e>
                                  <m:sSub>
                                    <m:sSubPr>
                                      <m:ctrlP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n-US" sz="2400">
                                          <a:latin typeface="Cambria Math" panose="02040503050406030204" pitchFamily="18" charset="0"/>
                                        </a:rPr>
                                        <m:t>a</m:t>
                                      </m:r>
                                    </m:e>
                                    <m:sub>
                                      <m:r>
                                        <a:rPr lang="en-US" sz="2400">
                                          <a:latin typeface="Cambria Math" panose="02040503050406030204" pitchFamily="18" charset="0"/>
                                        </a:rPr>
                                        <m:t>32</m:t>
                                      </m:r>
                                    </m:sub>
                                  </m:sSub>
                                </m:e>
                                <m:e>
                                  <m:sSub>
                                    <m:sSubPr>
                                      <m:ctrlP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n-US" sz="2400">
                                          <a:latin typeface="Cambria Math" panose="02040503050406030204" pitchFamily="18" charset="0"/>
                                        </a:rPr>
                                        <m:t>a</m:t>
                                      </m:r>
                                    </m:e>
                                    <m:sub>
                                      <m:r>
                                        <a:rPr lang="en-US" sz="2400">
                                          <a:latin typeface="Cambria Math" panose="02040503050406030204" pitchFamily="18" charset="0"/>
                                        </a:rPr>
                                        <m:t>33</m:t>
                                      </m:r>
                                    </m:sub>
                                  </m:sSub>
                                </m:e>
                                <m:e>
                                  <m:r>
                                    <a:rPr lang="en-US" sz="2400">
                                      <a:latin typeface="Cambria Math" panose="02040503050406030204" pitchFamily="18" charset="0"/>
                                    </a:rPr>
                                    <m:t>…</m:t>
                                  </m:r>
                                </m:e>
                                <m:e>
                                  <m:sSub>
                                    <m:sSubPr>
                                      <m:ctrlP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n-US" sz="2400">
                                          <a:latin typeface="Cambria Math" panose="02040503050406030204" pitchFamily="18" charset="0"/>
                                        </a:rPr>
                                        <m:t>a</m:t>
                                      </m:r>
                                    </m:e>
                                    <m:sub>
                                      <m:r>
                                        <a:rPr lang="en-US" sz="2400">
                                          <a:latin typeface="Cambria Math" panose="02040503050406030204" pitchFamily="18" charset="0"/>
                                        </a:rPr>
                                        <m:t>3</m:t>
                                      </m:r>
                                      <m:r>
                                        <m:rPr>
                                          <m:sty m:val="p"/>
                                        </m:rPr>
                                        <a:rPr lang="en-US" sz="2400">
                                          <a:latin typeface="Cambria Math" panose="02040503050406030204" pitchFamily="18" charset="0"/>
                                        </a:rPr>
                                        <m:t>n</m:t>
                                      </m:r>
                                    </m:sub>
                                  </m:sSub>
                                </m:e>
                              </m:mr>
                              <m:mr>
                                <m:e>
                                  <m:r>
                                    <a:rPr lang="en-US" sz="2400">
                                      <a:latin typeface="Cambria Math" panose="02040503050406030204" pitchFamily="18" charset="0"/>
                                    </a:rPr>
                                    <m:t>⋮</m:t>
                                  </m:r>
                                </m:e>
                                <m:e>
                                  <m:r>
                                    <a:rPr lang="en-US" sz="2400">
                                      <a:latin typeface="Cambria Math" panose="02040503050406030204" pitchFamily="18" charset="0"/>
                                    </a:rPr>
                                    <m:t>⋮</m:t>
                                  </m:r>
                                </m:e>
                                <m:e>
                                  <m:r>
                                    <a:rPr lang="en-US" sz="2400">
                                      <a:latin typeface="Cambria Math" panose="02040503050406030204" pitchFamily="18" charset="0"/>
                                    </a:rPr>
                                    <m:t>⋮</m:t>
                                  </m:r>
                                </m:e>
                                <m:e>
                                  <m:r>
                                    <a:rPr lang="en-US" sz="2400">
                                      <a:latin typeface="Cambria Math" panose="02040503050406030204" pitchFamily="18" charset="0"/>
                                    </a:rPr>
                                    <m:t>⋱</m:t>
                                  </m:r>
                                </m:e>
                                <m:e>
                                  <m:r>
                                    <a:rPr lang="en-US" sz="2400">
                                      <a:latin typeface="Cambria Math" panose="02040503050406030204" pitchFamily="18" charset="0"/>
                                    </a:rPr>
                                    <m:t>⋮</m:t>
                                  </m:r>
                                </m:e>
                              </m:mr>
                              <m:mr>
                                <m:e>
                                  <m:sSub>
                                    <m:sSubPr>
                                      <m:ctrlP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n-US" sz="2400">
                                          <a:latin typeface="Cambria Math" panose="02040503050406030204" pitchFamily="18" charset="0"/>
                                        </a:rPr>
                                        <m:t>a</m:t>
                                      </m:r>
                                    </m:e>
                                    <m:sub>
                                      <m:r>
                                        <m:rPr>
                                          <m:sty m:val="p"/>
                                        </m:rPr>
                                        <a:rPr lang="en-US" sz="2400">
                                          <a:latin typeface="Cambria Math" panose="02040503050406030204" pitchFamily="18" charset="0"/>
                                        </a:rPr>
                                        <m:t>m</m:t>
                                      </m:r>
                                      <m:r>
                                        <a:rPr lang="en-US" sz="240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</m:e>
                                <m:e>
                                  <m:sSub>
                                    <m:sSubPr>
                                      <m:ctrlP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n-US" sz="2400">
                                          <a:latin typeface="Cambria Math" panose="02040503050406030204" pitchFamily="18" charset="0"/>
                                        </a:rPr>
                                        <m:t>a</m:t>
                                      </m:r>
                                    </m:e>
                                    <m:sub>
                                      <m:r>
                                        <m:rPr>
                                          <m:sty m:val="p"/>
                                        </m:rPr>
                                        <a:rPr lang="en-US" sz="2400">
                                          <a:latin typeface="Cambria Math" panose="02040503050406030204" pitchFamily="18" charset="0"/>
                                        </a:rPr>
                                        <m:t>m</m:t>
                                      </m:r>
                                      <m:r>
                                        <a:rPr lang="en-US" sz="240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</m:e>
                                <m:e>
                                  <m:sSub>
                                    <m:sSubPr>
                                      <m:ctrlP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n-US" sz="2400">
                                          <a:latin typeface="Cambria Math" panose="02040503050406030204" pitchFamily="18" charset="0"/>
                                        </a:rPr>
                                        <m:t>a</m:t>
                                      </m:r>
                                    </m:e>
                                    <m:sub>
                                      <m:r>
                                        <m:rPr>
                                          <m:sty m:val="p"/>
                                        </m:rPr>
                                        <a:rPr lang="en-US" sz="2400">
                                          <a:latin typeface="Cambria Math" panose="02040503050406030204" pitchFamily="18" charset="0"/>
                                        </a:rPr>
                                        <m:t>m</m:t>
                                      </m:r>
                                      <m:r>
                                        <a:rPr lang="en-US" sz="2400">
                                          <a:latin typeface="Cambria Math" panose="02040503050406030204" pitchFamily="18" charset="0"/>
                                        </a:rPr>
                                        <m:t>3</m:t>
                                      </m:r>
                                    </m:sub>
                                  </m:sSub>
                                </m:e>
                                <m:e>
                                  <m:r>
                                    <a:rPr lang="en-US" sz="2400">
                                      <a:latin typeface="Cambria Math" panose="02040503050406030204" pitchFamily="18" charset="0"/>
                                    </a:rPr>
                                    <m:t>…</m:t>
                                  </m:r>
                                </m:e>
                                <m:e>
                                  <m:sSub>
                                    <m:sSubPr>
                                      <m:ctrlP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n-US" sz="2400">
                                          <a:latin typeface="Cambria Math" panose="02040503050406030204" pitchFamily="18" charset="0"/>
                                        </a:rPr>
                                        <m:t>a</m:t>
                                      </m:r>
                                    </m:e>
                                    <m:sub>
                                      <m:r>
                                        <m:rPr>
                                          <m:sty m:val="p"/>
                                        </m:rPr>
                                        <a:rPr lang="en-US" sz="2400">
                                          <a:latin typeface="Cambria Math" panose="02040503050406030204" pitchFamily="18" charset="0"/>
                                        </a:rPr>
                                        <m:t>mn</m:t>
                                      </m:r>
                                    </m:sub>
                                  </m:sSub>
                                </m:e>
                              </m:mr>
                            </m:m>
                            <m:r>
                              <a:rPr lang="en-US" sz="2400">
                                <a:latin typeface="Cambria Math" panose="02040503050406030204" pitchFamily="18" charset="0"/>
                              </a:rPr>
                              <m:t> </m:t>
                            </m:r>
                          </m:e>
                        </m:d>
                      </m:e>
                      <m:sub>
                        <m:r>
                          <m:rPr>
                            <m:sty m:val="p"/>
                          </m:rPr>
                          <a:rPr lang="en-US" sz="2400">
                            <a:latin typeface="Cambria Math" panose="02040503050406030204" pitchFamily="18" charset="0"/>
                          </a:rPr>
                          <m:t>m</m:t>
                        </m:r>
                        <m:r>
                          <a:rPr lang="en-US" sz="2400">
                            <a:latin typeface="Cambria Math" panose="02040503050406030204" pitchFamily="18" charset="0"/>
                          </a:rPr>
                          <m:t>×</m:t>
                        </m:r>
                        <m:r>
                          <m:rPr>
                            <m:sty m:val="p"/>
                          </m:rPr>
                          <a:rPr lang="en-US" sz="2400">
                            <a:latin typeface="Cambria Math" panose="02040503050406030204" pitchFamily="18" charset="0"/>
                          </a:rPr>
                          <m:t>n</m:t>
                        </m:r>
                      </m:sub>
                    </m:sSub>
                  </m:oMath>
                </a14:m>
                <a:endParaRPr lang="en-US" sz="2400" dirty="0"/>
              </a:p>
              <a:p>
                <a:pPr marL="0" indent="0">
                  <a:buFont typeface="Wingdings 3" panose="05040102010807070707" pitchFamily="18" charset="2"/>
                  <a:buNone/>
                </a:pPr>
                <a:r>
                  <a:rPr lang="en-US" sz="2400" dirty="0"/>
                  <a:t>	        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1" i="0">
                            <a:latin typeface="Cambria Math" panose="02040503050406030204" pitchFamily="18" charset="0"/>
                          </a:rPr>
                          <m:t>𝐮</m:t>
                        </m:r>
                      </m:e>
                      <m:sub>
                        <m:r>
                          <a:rPr lang="en-US" sz="2400" b="1" i="0">
                            <a:latin typeface="Cambria Math" panose="02040503050406030204" pitchFamily="18" charset="0"/>
                          </a:rPr>
                          <m:t>𝐢</m:t>
                        </m:r>
                      </m:sub>
                    </m:sSub>
                    <m:r>
                      <a:rPr lang="en-US" sz="2400" b="1" i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sz="2400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1" i="0">
                            <a:latin typeface="Cambria Math" panose="02040503050406030204" pitchFamily="18" charset="0"/>
                          </a:rPr>
                          <m:t> </m:t>
                        </m:r>
                        <m:sSub>
                          <m:sSubPr>
                            <m:ctrlPr>
                              <a:rPr lang="en-US" sz="2400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1" i="0">
                                <a:latin typeface="Cambria Math" panose="02040503050406030204" pitchFamily="18" charset="0"/>
                              </a:rPr>
                              <m:t>𝐚</m:t>
                            </m:r>
                          </m:e>
                          <m:sub>
                            <m:r>
                              <a:rPr lang="en-US" sz="2400" b="1" i="0">
                                <a:latin typeface="Cambria Math" panose="02040503050406030204" pitchFamily="18" charset="0"/>
                              </a:rPr>
                              <m:t>𝐢𝟏</m:t>
                            </m:r>
                          </m:sub>
                        </m:sSub>
                        <m:r>
                          <a:rPr lang="en-US" sz="2400" b="1" i="0">
                            <a:latin typeface="Cambria Math" panose="02040503050406030204" pitchFamily="18" charset="0"/>
                          </a:rPr>
                          <m:t>, </m:t>
                        </m:r>
                        <m:sSub>
                          <m:sSubPr>
                            <m:ctrlPr>
                              <a:rPr lang="en-US" sz="2400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1" i="0">
                                <a:latin typeface="Cambria Math" panose="02040503050406030204" pitchFamily="18" charset="0"/>
                              </a:rPr>
                              <m:t>𝐚</m:t>
                            </m:r>
                          </m:e>
                          <m:sub>
                            <m:r>
                              <a:rPr lang="en-US" sz="2400" b="1" i="0">
                                <a:latin typeface="Cambria Math" panose="02040503050406030204" pitchFamily="18" charset="0"/>
                              </a:rPr>
                              <m:t>𝐢𝟐</m:t>
                            </m:r>
                          </m:sub>
                        </m:sSub>
                        <m:r>
                          <a:rPr lang="en-US" sz="2400" b="1" i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sz="2400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1" i="0">
                                <a:latin typeface="Cambria Math" panose="02040503050406030204" pitchFamily="18" charset="0"/>
                              </a:rPr>
                              <m:t>𝐚</m:t>
                            </m:r>
                          </m:e>
                          <m:sub>
                            <m:r>
                              <a:rPr lang="en-US" sz="2400" b="1" i="0">
                                <a:latin typeface="Cambria Math" panose="02040503050406030204" pitchFamily="18" charset="0"/>
                              </a:rPr>
                              <m:t>𝐢𝟑</m:t>
                            </m:r>
                          </m:sub>
                        </m:sSub>
                        <m:r>
                          <a:rPr lang="en-US" sz="2400" b="1" i="0">
                            <a:latin typeface="Cambria Math" panose="02040503050406030204" pitchFamily="18" charset="0"/>
                          </a:rPr>
                          <m:t>,…,</m:t>
                        </m:r>
                        <m:sSub>
                          <m:sSubPr>
                            <m:ctrlPr>
                              <a:rPr lang="en-US" sz="2400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1" i="0">
                                <a:latin typeface="Cambria Math" panose="02040503050406030204" pitchFamily="18" charset="0"/>
                              </a:rPr>
                              <m:t>𝐚</m:t>
                            </m:r>
                          </m:e>
                          <m:sub>
                            <m:r>
                              <a:rPr lang="en-US" sz="2400" b="1" i="0">
                                <a:latin typeface="Cambria Math" panose="02040503050406030204" pitchFamily="18" charset="0"/>
                              </a:rPr>
                              <m:t>𝐢𝐧</m:t>
                            </m:r>
                          </m:sub>
                        </m:sSub>
                        <m:r>
                          <a:rPr lang="en-US" sz="2400" b="1" i="0">
                            <a:latin typeface="Cambria Math" panose="02040503050406030204" pitchFamily="18" charset="0"/>
                          </a:rPr>
                          <m:t> </m:t>
                        </m:r>
                      </m:e>
                    </m:d>
                  </m:oMath>
                </a14:m>
                <a:endParaRPr lang="en-IN" sz="2400" b="1" dirty="0">
                  <a:solidFill>
                    <a:srgbClr val="FF0000"/>
                  </a:solidFill>
                  <a:latin typeface="+mj-lt"/>
                </a:endParaRPr>
              </a:p>
            </p:txBody>
          </p:sp>
        </mc:Choice>
        <mc:Fallback xmlns="">
          <p:sp>
            <p:nvSpPr>
              <p:cNvPr id="4" name="Content Placeholder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333279" y="2898011"/>
                <a:ext cx="7517849" cy="294398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2"/>
              <p:cNvSpPr txBox="1">
                <a:spLocks/>
              </p:cNvSpPr>
              <p:nvPr/>
            </p:nvSpPr>
            <p:spPr>
              <a:xfrm>
                <a:off x="6316634" y="2898011"/>
                <a:ext cx="2236611" cy="2733733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Autofit/>
              </a:bodyPr>
              <a:lstStyle>
                <a:lvl1pPr marL="265113" indent="-265113" algn="just" defTabSz="914400" rtl="0" eaLnBrk="1" latinLnBrk="0" hangingPunct="1">
                  <a:lnSpc>
                    <a:spcPct val="130000"/>
                  </a:lnSpc>
                  <a:spcBef>
                    <a:spcPts val="10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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1pPr>
                <a:lvl2pPr marL="809625" indent="-352425" algn="just" defTabSz="914400" rtl="0" eaLnBrk="1" latinLnBrk="0" hangingPunct="1">
                  <a:lnSpc>
                    <a:spcPct val="13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just" defTabSz="914400" rtl="0" eaLnBrk="1" latinLnBrk="0" hangingPunct="1">
                  <a:lnSpc>
                    <a:spcPct val="13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just" defTabSz="914400" rtl="0" eaLnBrk="1" latinLnBrk="0" hangingPunct="1">
                  <a:lnSpc>
                    <a:spcPct val="13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just" defTabSz="914400" rtl="0" eaLnBrk="1" latinLnBrk="0" hangingPunct="1">
                  <a:lnSpc>
                    <a:spcPct val="13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0" smtClean="0">
                          <a:latin typeface="Cambria Math" panose="02040503050406030204" pitchFamily="18" charset="0"/>
                        </a:rPr>
                        <m:t>; </m:t>
                      </m:r>
                      <m:r>
                        <m:rPr>
                          <m:sty m:val="p"/>
                        </m:rPr>
                        <a:rPr lang="en-US" sz="2400">
                          <a:latin typeface="Cambria Math" panose="02040503050406030204" pitchFamily="18" charset="0"/>
                        </a:rPr>
                        <m:t>X</m:t>
                      </m:r>
                      <m:r>
                        <a:rPr lang="en-US" sz="240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>
                              <a:latin typeface="Cambria Math" panose="02040503050406030204" pitchFamily="18" charset="0"/>
                            </a:rPr>
                            <m:t> </m:t>
                          </m:r>
                          <m:eqArr>
                            <m:eqArrPr>
                              <m:ctrlPr>
                                <a:rPr lang="en-IN" sz="2400" i="1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sSub>
                                <m:sSub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sz="2400">
                                      <a:latin typeface="Cambria Math" panose="02040503050406030204" pitchFamily="18" charset="0"/>
                                    </a:rPr>
                                    <m:t>c</m:t>
                                  </m:r>
                                </m:e>
                                <m:sub>
                                  <m:r>
                                    <a:rPr lang="en-US" sz="240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  <m:e>
                              <m:r>
                                <a:rPr lang="en-US" sz="240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sSub>
                                <m:sSub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sz="2400">
                                      <a:latin typeface="Cambria Math" panose="02040503050406030204" pitchFamily="18" charset="0"/>
                                    </a:rPr>
                                    <m:t>c</m:t>
                                  </m:r>
                                </m:e>
                                <m:sub>
                                  <m:r>
                                    <a:rPr lang="en-US" sz="240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  <m:e>
                              <m:r>
                                <a:rPr lang="en-US" sz="240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sSub>
                                <m:sSub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sz="2400">
                                      <a:latin typeface="Cambria Math" panose="02040503050406030204" pitchFamily="18" charset="0"/>
                                    </a:rPr>
                                    <m:t>c</m:t>
                                  </m:r>
                                </m:e>
                                <m:sub>
                                  <m:r>
                                    <a:rPr lang="en-US" sz="2400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</m:sSub>
                            </m:e>
                            <m:e>
                              <m:r>
                                <a:rPr lang="en-US" sz="2400">
                                  <a:latin typeface="Cambria Math" panose="02040503050406030204" pitchFamily="18" charset="0"/>
                                </a:rPr>
                                <m:t>:</m:t>
                              </m:r>
                            </m:e>
                            <m:e>
                              <m:r>
                                <a:rPr lang="en-US" sz="240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sSub>
                                <m:sSub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sz="2400">
                                      <a:latin typeface="Cambria Math" panose="02040503050406030204" pitchFamily="18" charset="0"/>
                                    </a:rPr>
                                    <m:t>c</m:t>
                                  </m:r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lang="en-US" sz="2400">
                                      <a:latin typeface="Cambria Math" panose="02040503050406030204" pitchFamily="18" charset="0"/>
                                    </a:rPr>
                                    <m:t>n</m:t>
                                  </m:r>
                                </m:sub>
                              </m:sSub>
                            </m:e>
                          </m:eqArr>
                          <m:r>
                            <a:rPr lang="en-US" sz="2400">
                              <a:latin typeface="Cambria Math" panose="02040503050406030204" pitchFamily="18" charset="0"/>
                            </a:rPr>
                            <m:t>  </m:t>
                          </m:r>
                        </m:e>
                      </m:d>
                    </m:oMath>
                  </m:oMathPara>
                </a14:m>
                <a:endParaRPr lang="en-IN" sz="2400" b="1" dirty="0">
                  <a:solidFill>
                    <a:srgbClr val="FF0000"/>
                  </a:solidFill>
                  <a:latin typeface="+mj-lt"/>
                </a:endParaRPr>
              </a:p>
            </p:txBody>
          </p:sp>
        </mc:Choice>
        <mc:Fallback xmlns="">
          <p:sp>
            <p:nvSpPr>
              <p:cNvPr id="5" name="Content Placeholder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16634" y="2898011"/>
                <a:ext cx="2236611" cy="2733733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Content Placeholder 2"/>
              <p:cNvSpPr txBox="1">
                <a:spLocks/>
              </p:cNvSpPr>
              <p:nvPr/>
            </p:nvSpPr>
            <p:spPr>
              <a:xfrm>
                <a:off x="8760073" y="2898010"/>
                <a:ext cx="3555297" cy="2733733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Autofit/>
              </a:bodyPr>
              <a:lstStyle>
                <a:lvl1pPr marL="265113" indent="-265113" algn="just" defTabSz="914400" rtl="0" eaLnBrk="1" latinLnBrk="0" hangingPunct="1">
                  <a:lnSpc>
                    <a:spcPct val="130000"/>
                  </a:lnSpc>
                  <a:spcBef>
                    <a:spcPts val="10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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1pPr>
                <a:lvl2pPr marL="809625" indent="-352425" algn="just" defTabSz="914400" rtl="0" eaLnBrk="1" latinLnBrk="0" hangingPunct="1">
                  <a:lnSpc>
                    <a:spcPct val="13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just" defTabSz="914400" rtl="0" eaLnBrk="1" latinLnBrk="0" hangingPunct="1">
                  <a:lnSpc>
                    <a:spcPct val="13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just" defTabSz="914400" rtl="0" eaLnBrk="1" latinLnBrk="0" hangingPunct="1">
                  <a:lnSpc>
                    <a:spcPct val="13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just" defTabSz="914400" rtl="0" eaLnBrk="1" latinLnBrk="0" hangingPunct="1">
                  <a:lnSpc>
                    <a:spcPct val="13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400" b="0" i="0" smtClean="0">
                          <a:latin typeface="Cambria Math" panose="02040503050406030204" pitchFamily="18" charset="0"/>
                        </a:rPr>
                        <m:t>;</m:t>
                      </m:r>
                      <m:r>
                        <m:rPr>
                          <m:sty m:val="p"/>
                        </m:rPr>
                        <a:rPr lang="en-US" sz="2400">
                          <a:latin typeface="Cambria Math" panose="02040503050406030204" pitchFamily="18" charset="0"/>
                        </a:rPr>
                        <m:t>B</m:t>
                      </m:r>
                      <m:r>
                        <a:rPr lang="en-US" sz="240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>
                              <a:latin typeface="Cambria Math" panose="02040503050406030204" pitchFamily="18" charset="0"/>
                            </a:rPr>
                            <m:t> </m:t>
                          </m:r>
                          <m:eqArr>
                            <m:eqArrPr>
                              <m:ctrlPr>
                                <a:rPr lang="en-IN" sz="2400" i="1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sSub>
                                <m:sSub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sz="2400">
                                      <a:latin typeface="Cambria Math" panose="02040503050406030204" pitchFamily="18" charset="0"/>
                                    </a:rPr>
                                    <m:t>v</m:t>
                                  </m:r>
                                </m:e>
                                <m:sub>
                                  <m:r>
                                    <a:rPr lang="en-US" sz="240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  <m:e>
                              <m:r>
                                <a:rPr lang="en-US" sz="240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sSub>
                                <m:sSub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sz="2400">
                                      <a:latin typeface="Cambria Math" panose="02040503050406030204" pitchFamily="18" charset="0"/>
                                    </a:rPr>
                                    <m:t>v</m:t>
                                  </m:r>
                                </m:e>
                                <m:sub>
                                  <m:r>
                                    <a:rPr lang="en-US" sz="240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  <m:e>
                              <m:r>
                                <a:rPr lang="en-US" sz="240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sSub>
                                <m:sSub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sz="2400">
                                      <a:latin typeface="Cambria Math" panose="02040503050406030204" pitchFamily="18" charset="0"/>
                                    </a:rPr>
                                    <m:t>v</m:t>
                                  </m:r>
                                </m:e>
                                <m:sub>
                                  <m:r>
                                    <a:rPr lang="en-US" sz="2400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</m:sSub>
                            </m:e>
                            <m:e>
                              <m:r>
                                <a:rPr lang="en-US" sz="2400">
                                  <a:latin typeface="Cambria Math" panose="02040503050406030204" pitchFamily="18" charset="0"/>
                                </a:rPr>
                                <m:t>:</m:t>
                              </m:r>
                            </m:e>
                            <m:e>
                              <m:r>
                                <a:rPr lang="en-US" sz="240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sSub>
                                <m:sSub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sz="2400">
                                      <a:latin typeface="Cambria Math" panose="02040503050406030204" pitchFamily="18" charset="0"/>
                                    </a:rPr>
                                    <m:t>v</m:t>
                                  </m:r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lang="en-US" sz="2400">
                                      <a:latin typeface="Cambria Math" panose="02040503050406030204" pitchFamily="18" charset="0"/>
                                    </a:rPr>
                                    <m:t>n</m:t>
                                  </m:r>
                                </m:sub>
                              </m:sSub>
                            </m:e>
                          </m:eqArr>
                          <m:r>
                            <a:rPr lang="en-US" sz="2400">
                              <a:latin typeface="Cambria Math" panose="02040503050406030204" pitchFamily="18" charset="0"/>
                            </a:rPr>
                            <m:t>  </m:t>
                          </m:r>
                        </m:e>
                      </m:d>
                    </m:oMath>
                  </m:oMathPara>
                </a14:m>
                <a:endParaRPr lang="en-IN" sz="2400" b="1" dirty="0">
                  <a:solidFill>
                    <a:srgbClr val="FF0000"/>
                  </a:solidFill>
                  <a:latin typeface="+mj-lt"/>
                </a:endParaRPr>
              </a:p>
              <a:p>
                <a:pPr marL="0" indent="0">
                  <a:buNone/>
                </a:pPr>
                <a:endParaRPr lang="en-US" sz="400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1" i="0">
                          <a:latin typeface="Cambria Math" panose="02040503050406030204" pitchFamily="18" charset="0"/>
                        </a:rPr>
                        <m:t>𝐯</m:t>
                      </m:r>
                      <m:r>
                        <a:rPr lang="en-US" sz="2400" b="1" i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sz="2400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1" i="0">
                              <a:latin typeface="Cambria Math" panose="02040503050406030204" pitchFamily="18" charset="0"/>
                            </a:rPr>
                            <m:t> </m:t>
                          </m:r>
                          <m:sSub>
                            <m:sSubPr>
                              <m:ctrlPr>
                                <a:rPr lang="en-US" sz="2400" b="1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1" i="0">
                                  <a:latin typeface="Cambria Math" panose="02040503050406030204" pitchFamily="18" charset="0"/>
                                </a:rPr>
                                <m:t>𝐯</m:t>
                              </m:r>
                            </m:e>
                            <m:sub>
                              <m:r>
                                <a:rPr lang="en-US" sz="2400" b="1" i="0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b>
                          </m:sSub>
                          <m:r>
                            <a:rPr lang="en-US" sz="2400" b="1" i="0">
                              <a:latin typeface="Cambria Math" panose="02040503050406030204" pitchFamily="18" charset="0"/>
                            </a:rPr>
                            <m:t>, </m:t>
                          </m:r>
                          <m:sSub>
                            <m:sSubPr>
                              <m:ctrlPr>
                                <a:rPr lang="en-US" sz="2400" b="1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1" i="0">
                                  <a:latin typeface="Cambria Math" panose="02040503050406030204" pitchFamily="18" charset="0"/>
                                </a:rPr>
                                <m:t>𝐯</m:t>
                              </m:r>
                            </m:e>
                            <m:sub>
                              <m:r>
                                <a:rPr lang="en-US" sz="2400" b="1" i="0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b>
                          </m:sSub>
                          <m:r>
                            <a:rPr lang="en-US" sz="2400" b="1" i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2400" b="1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1" i="0">
                                  <a:latin typeface="Cambria Math" panose="02040503050406030204" pitchFamily="18" charset="0"/>
                                </a:rPr>
                                <m:t>𝐯</m:t>
                              </m:r>
                            </m:e>
                            <m:sub>
                              <m:r>
                                <a:rPr lang="en-US" sz="2400" b="1" i="0">
                                  <a:latin typeface="Cambria Math" panose="02040503050406030204" pitchFamily="18" charset="0"/>
                                </a:rPr>
                                <m:t>𝟑</m:t>
                              </m:r>
                            </m:sub>
                          </m:sSub>
                          <m:r>
                            <a:rPr lang="en-US" sz="2400" b="1" i="0">
                              <a:latin typeface="Cambria Math" panose="02040503050406030204" pitchFamily="18" charset="0"/>
                            </a:rPr>
                            <m:t>,…,</m:t>
                          </m:r>
                          <m:sSub>
                            <m:sSubPr>
                              <m:ctrlPr>
                                <a:rPr lang="en-US" sz="2400" b="1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1" i="0">
                                  <a:latin typeface="Cambria Math" panose="02040503050406030204" pitchFamily="18" charset="0"/>
                                </a:rPr>
                                <m:t>𝐯</m:t>
                              </m:r>
                            </m:e>
                            <m:sub>
                              <m:r>
                                <a:rPr lang="en-US" sz="2400" b="1" i="0">
                                  <a:latin typeface="Cambria Math" panose="02040503050406030204" pitchFamily="18" charset="0"/>
                                </a:rPr>
                                <m:t>𝐧</m:t>
                              </m:r>
                            </m:sub>
                          </m:sSub>
                          <m:r>
                            <a:rPr lang="en-US" sz="2400" b="1" i="0"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d>
                    </m:oMath>
                  </m:oMathPara>
                </a14:m>
                <a:endParaRPr lang="en-IN" sz="2400" b="1" dirty="0">
                  <a:solidFill>
                    <a:srgbClr val="FF0000"/>
                  </a:solidFill>
                  <a:latin typeface="+mj-lt"/>
                </a:endParaRPr>
              </a:p>
            </p:txBody>
          </p:sp>
        </mc:Choice>
        <mc:Fallback xmlns="">
          <p:sp>
            <p:nvSpPr>
              <p:cNvPr id="6" name="Content Placeholder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60073" y="2898010"/>
                <a:ext cx="3555297" cy="2733733"/>
              </a:xfrm>
              <a:prstGeom prst="rect">
                <a:avLst/>
              </a:prstGeom>
              <a:blipFill>
                <a:blip r:embed="rId6"/>
                <a:stretch>
                  <a:fillRect b="-4454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912956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4" grpId="0" uiExpand="1" build="p"/>
      <p:bldP spid="5" grpId="0" uiExpand="1" build="p"/>
      <p:bldP spid="6" grpId="0" uiExpand="1" build="p"/>
    </p:bldLst>
  </p:timing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/>
              <p:cNvSpPr>
                <a:spLocks noGrp="1"/>
              </p:cNvSpPr>
              <p:nvPr>
                <p:ph type="title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sz="2700" dirty="0"/>
                  <a:t>Procedure to check a vector </a:t>
                </a:r>
                <a14:m>
                  <m:oMath xmlns:m="http://schemas.openxmlformats.org/officeDocument/2006/math">
                    <m:r>
                      <a:rPr lang="en-US" sz="2700" i="1" dirty="0">
                        <a:latin typeface="Cambria Math" panose="02040503050406030204" pitchFamily="18" charset="0"/>
                      </a:rPr>
                      <m:t>𝐯</m:t>
                    </m:r>
                  </m:oMath>
                </a14:m>
                <a:r>
                  <a:rPr lang="en-US" sz="2700" dirty="0"/>
                  <a:t> can be written as linear combination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7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700" dirty="0">
                            <a:latin typeface="Cambria Math" panose="02040503050406030204" pitchFamily="18" charset="0"/>
                          </a:rPr>
                          <m:t>𝐮</m:t>
                        </m:r>
                      </m:e>
                      <m:sub>
                        <m:r>
                          <a:rPr lang="en-US" sz="2700" dirty="0"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  <m:r>
                      <a:rPr lang="en-US" sz="2700" dirty="0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sz="27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700" dirty="0">
                            <a:latin typeface="Cambria Math" panose="02040503050406030204" pitchFamily="18" charset="0"/>
                          </a:rPr>
                          <m:t>𝐮</m:t>
                        </m:r>
                      </m:e>
                      <m:sub>
                        <m:r>
                          <a:rPr lang="en-US" sz="2700" dirty="0">
                            <a:latin typeface="Cambria Math" panose="02040503050406030204" pitchFamily="18" charset="0"/>
                          </a:rPr>
                          <m:t>𝟐</m:t>
                        </m:r>
                      </m:sub>
                    </m:sSub>
                    <m:r>
                      <a:rPr lang="en-US" sz="2700" dirty="0">
                        <a:latin typeface="Cambria Math" panose="02040503050406030204" pitchFamily="18" charset="0"/>
                      </a:rPr>
                      <m:t>, …,</m:t>
                    </m:r>
                    <m:sSub>
                      <m:sSubPr>
                        <m:ctrlPr>
                          <a:rPr lang="en-US" sz="27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700" dirty="0">
                            <a:latin typeface="Cambria Math" panose="02040503050406030204" pitchFamily="18" charset="0"/>
                          </a:rPr>
                          <m:t>𝐮</m:t>
                        </m:r>
                      </m:e>
                      <m:sub>
                        <m:r>
                          <a:rPr lang="en-US" sz="2700" dirty="0">
                            <a:latin typeface="Cambria Math" panose="02040503050406030204" pitchFamily="18" charset="0"/>
                          </a:rPr>
                          <m:t>𝐧</m:t>
                        </m:r>
                      </m:sub>
                    </m:sSub>
                  </m:oMath>
                </a14:m>
                <a:endParaRPr lang="en-IN" sz="2700" dirty="0"/>
              </a:p>
            </p:txBody>
          </p:sp>
        </mc:Choice>
        <mc:Fallback xmlns="">
          <p:sp>
            <p:nvSpPr>
              <p:cNvPr id="2" name="Title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b="-512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131180" y="863444"/>
                <a:ext cx="11929641" cy="3213255"/>
              </a:xfrm>
            </p:spPr>
            <p:txBody>
              <a:bodyPr/>
              <a:lstStyle/>
              <a:p>
                <a:pPr marL="514350" lvl="0" indent="-514350">
                  <a:buFont typeface="+mj-lt"/>
                  <a:buAutoNum type="arabicPeriod" startAt="3"/>
                </a:pPr>
                <a:r>
                  <a:rPr lang="en-US" dirty="0"/>
                  <a:t>Solve the system and analyze the consistency of the system:</a:t>
                </a:r>
                <a:endParaRPr lang="en-IN" dirty="0"/>
              </a:p>
              <a:p>
                <a:pPr lvl="1"/>
                <a:r>
                  <a:rPr lang="en-US" dirty="0"/>
                  <a:t>If the system is consistent </a:t>
                </a:r>
                <a:r>
                  <a:rPr lang="en-US" b="1" dirty="0">
                    <a:solidFill>
                      <a:srgbClr val="FF0000"/>
                    </a:solidFill>
                  </a:rPr>
                  <a:t>(i.e., at least one solution exists)</a:t>
                </a:r>
                <a:r>
                  <a:rPr lang="en-US" dirty="0"/>
                  <a:t>, then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v</m:t>
                    </m:r>
                  </m:oMath>
                </a14:m>
                <a:r>
                  <a:rPr lang="en-US" dirty="0"/>
                  <a:t> is a linear combination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u</m:t>
                        </m:r>
                      </m:e>
                      <m:sub>
                        <m:r>
                          <a:rPr lang="en-US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u</m:t>
                        </m:r>
                      </m:e>
                      <m:sub>
                        <m:r>
                          <a:rPr lang="en-US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u</m:t>
                        </m:r>
                      </m:e>
                      <m:sub>
                        <m:r>
                          <a:rPr lang="en-US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US">
                        <a:latin typeface="Cambria Math" panose="02040503050406030204" pitchFamily="18" charset="0"/>
                      </a:rPr>
                      <m:t>, …,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u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n</m:t>
                        </m:r>
                      </m:sub>
                    </m:sSub>
                  </m:oMath>
                </a14:m>
                <a:r>
                  <a:rPr lang="en-US" dirty="0"/>
                  <a:t>.</a:t>
                </a:r>
              </a:p>
              <a:p>
                <a:pPr lvl="1"/>
                <a:r>
                  <a:rPr lang="en-US" dirty="0"/>
                  <a:t>If the system is inconsistent </a:t>
                </a:r>
                <a:r>
                  <a:rPr lang="en-US" b="1" dirty="0">
                    <a:solidFill>
                      <a:srgbClr val="FF0000"/>
                    </a:solidFill>
                  </a:rPr>
                  <a:t>(i.e., no solution exists)</a:t>
                </a:r>
                <a:r>
                  <a:rPr lang="en-US" dirty="0"/>
                  <a:t>, then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v</m:t>
                    </m:r>
                  </m:oMath>
                </a14:m>
                <a:r>
                  <a:rPr lang="en-US" dirty="0"/>
                  <a:t> is not a linear combination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u</m:t>
                        </m:r>
                      </m:e>
                      <m:sub>
                        <m:r>
                          <a:rPr lang="en-US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u</m:t>
                        </m:r>
                      </m:e>
                      <m:sub>
                        <m:r>
                          <a:rPr lang="en-US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u</m:t>
                        </m:r>
                      </m:e>
                      <m:sub>
                        <m:r>
                          <a:rPr lang="en-US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US">
                        <a:latin typeface="Cambria Math" panose="02040503050406030204" pitchFamily="18" charset="0"/>
                      </a:rPr>
                      <m:t>, …,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u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n</m:t>
                        </m:r>
                      </m:sub>
                    </m:sSub>
                  </m:oMath>
                </a14:m>
                <a:r>
                  <a:rPr lang="en-US" dirty="0"/>
                  <a:t>.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31180" y="863444"/>
                <a:ext cx="11929641" cy="3213255"/>
              </a:xfrm>
              <a:blipFill>
                <a:blip r:embed="rId3"/>
                <a:stretch>
                  <a:fillRect l="-1074" r="-1074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449938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Remarks</a:t>
            </a:r>
            <a:endParaRPr lang="en-I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131180" y="863444"/>
                <a:ext cx="11929641" cy="3213255"/>
              </a:xfrm>
            </p:spPr>
            <p:txBody>
              <a:bodyPr/>
              <a:lstStyle/>
              <a:p>
                <a:pPr lvl="0"/>
                <a:r>
                  <a:rPr lang="en-US" dirty="0"/>
                  <a:t>To analyze the consistency of the system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AX</m:t>
                    </m:r>
                    <m:r>
                      <a:rPr lang="en-US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B</m:t>
                    </m:r>
                  </m:oMath>
                </a14:m>
                <a:r>
                  <a:rPr lang="en-US" dirty="0"/>
                  <a:t> </a:t>
                </a:r>
                <a:r>
                  <a:rPr lang="en-US" b="1" dirty="0">
                    <a:solidFill>
                      <a:srgbClr val="FF0000"/>
                    </a:solidFill>
                  </a:rPr>
                  <a:t>(For Square Matrix only)</a:t>
                </a:r>
                <a:endParaRPr lang="en-IN" dirty="0">
                  <a:solidFill>
                    <a:srgbClr val="FF0000"/>
                  </a:solidFill>
                </a:endParaRPr>
              </a:p>
              <a:p>
                <a:pPr lvl="1"/>
                <a:r>
                  <a:rPr lang="en-US" dirty="0"/>
                  <a:t>If </a:t>
                </a:r>
                <a14:m>
                  <m:oMath xmlns:m="http://schemas.openxmlformats.org/officeDocument/2006/math">
                    <m:r>
                      <a:rPr lang="en-US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𝐝𝐞𝐭</m:t>
                    </m:r>
                    <m:r>
                      <a:rPr lang="en-US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𝐀</m:t>
                    </m:r>
                    <m:r>
                      <a:rPr lang="en-US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)≠</m:t>
                    </m:r>
                    <m:r>
                      <a:rPr lang="en-US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𝟎</m:t>
                    </m:r>
                  </m:oMath>
                </a14:m>
                <a:r>
                  <a:rPr lang="en-US" dirty="0"/>
                  <a:t>, then the system has a unique solution. Hence, </a:t>
                </a:r>
                <a14:m>
                  <m:oMath xmlns:m="http://schemas.openxmlformats.org/officeDocument/2006/math">
                    <m:r>
                      <a:rPr lang="en-US">
                        <a:latin typeface="Cambria Math" panose="02040503050406030204" pitchFamily="18" charset="0"/>
                      </a:rPr>
                      <m:t>𝐯</m:t>
                    </m:r>
                  </m:oMath>
                </a14:m>
                <a:r>
                  <a:rPr lang="en-US" dirty="0"/>
                  <a:t> is a linear combination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𝐮</m:t>
                        </m:r>
                      </m:e>
                      <m:sub>
                        <m:r>
                          <a:rPr lang="en-US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  <m:r>
                      <a:rPr lang="en-US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𝐮</m:t>
                        </m:r>
                      </m:e>
                      <m:sub>
                        <m:r>
                          <a:rPr lang="en-US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sub>
                    </m:sSub>
                    <m:r>
                      <a:rPr lang="en-US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𝐮</m:t>
                        </m:r>
                      </m:e>
                      <m:sub>
                        <m:r>
                          <a:rPr lang="en-US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𝟑</m:t>
                        </m:r>
                      </m:sub>
                    </m:sSub>
                    <m:r>
                      <a:rPr lang="en-US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, …,</m:t>
                    </m:r>
                    <m:sSub>
                      <m:sSubPr>
                        <m:ctrlPr>
                          <a:rPr 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𝐮</m:t>
                        </m:r>
                      </m:e>
                      <m:sub>
                        <m:r>
                          <a:rPr lang="en-US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𝐧</m:t>
                        </m:r>
                      </m:sub>
                    </m:sSub>
                  </m:oMath>
                </a14:m>
                <a:r>
                  <a:rPr lang="en-US" dirty="0"/>
                  <a:t>.</a:t>
                </a:r>
                <a:endParaRPr lang="en-IN" dirty="0"/>
              </a:p>
              <a:p>
                <a:pPr lvl="1"/>
                <a:r>
                  <a:rPr lang="en-US" dirty="0"/>
                  <a:t>If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a:rPr lang="en-US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𝐝𝐞𝐭</m:t>
                        </m:r>
                      </m:fName>
                      <m:e>
                        <m:d>
                          <m:dPr>
                            <m:ctrlPr>
                              <a:rPr lang="en-US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𝐀</m:t>
                            </m:r>
                          </m:e>
                        </m:d>
                      </m:e>
                    </m:func>
                    <m:r>
                      <a:rPr lang="en-US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𝟎</m:t>
                    </m:r>
                  </m:oMath>
                </a14:m>
                <a:r>
                  <a:rPr lang="en-US" dirty="0"/>
                  <a:t>, then the system have infinitely many solutions or no solution. So, </a:t>
                </a:r>
                <a:r>
                  <a:rPr lang="en-US" b="1" dirty="0">
                    <a:solidFill>
                      <a:srgbClr val="FF0000"/>
                    </a:solidFill>
                  </a:rPr>
                  <a:t>There is no conclusion</a:t>
                </a:r>
                <a:r>
                  <a:rPr lang="en-US" dirty="0"/>
                  <a:t>.</a:t>
                </a:r>
                <a:endParaRPr lang="en-IN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31180" y="863444"/>
                <a:ext cx="11929641" cy="3213255"/>
              </a:xfrm>
              <a:blipFill>
                <a:blip r:embed="rId2"/>
                <a:stretch>
                  <a:fillRect l="-971" r="-1074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285652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728A30-9F9C-CCB2-2562-56A11DFEDC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87F65214-8FF1-7C84-B79D-5B5772FA806D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IN" dirty="0"/>
                  <a:t>Method:3 </a:t>
                </a:r>
                <a14:m>
                  <m:oMath xmlns:m="http://schemas.openxmlformats.org/officeDocument/2006/math">
                    <m:r>
                      <a:rPr lang="en-IN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⇝</m:t>
                    </m:r>
                  </m:oMath>
                </a14:m>
                <a:r>
                  <a:rPr lang="en-IN" dirty="0"/>
                  <a:t> Example:1</a:t>
                </a:r>
                <a:endParaRPr lang="en-IN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87F65214-8FF1-7C84-B79D-5B5772FA806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400" t="-8547" b="-1965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A0BE686F-F0FA-AFFB-8B43-31E8EF4A8C8C}"/>
              </a:ext>
            </a:extLst>
          </p:cNvPr>
          <p:cNvSpPr/>
          <p:nvPr/>
        </p:nvSpPr>
        <p:spPr>
          <a:xfrm>
            <a:off x="122278" y="2153039"/>
            <a:ext cx="1450657" cy="468000"/>
          </a:xfrm>
          <a:prstGeom prst="roundRect">
            <a:avLst/>
          </a:prstGeom>
          <a:gradFill>
            <a:gsLst>
              <a:gs pos="10000">
                <a:srgbClr val="0E47A1"/>
              </a:gs>
              <a:gs pos="100000">
                <a:srgbClr val="03A9F5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en-IN" sz="2800" dirty="0">
                <a:solidFill>
                  <a:schemeClr val="bg1"/>
                </a:solidFill>
              </a:rPr>
              <a:t>Solution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4" name="Content Placeholder 4">
                <a:extLst>
                  <a:ext uri="{FF2B5EF4-FFF2-40B4-BE49-F238E27FC236}">
                    <a16:creationId xmlns:a16="http://schemas.microsoft.com/office/drawing/2014/main" id="{A5AEA378-7336-7681-D0DA-1B236F69716A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604480" y="798602"/>
                <a:ext cx="10587520" cy="1125690"/>
              </a:xfrm>
              <a:prstGeom prst="rect">
                <a:avLst/>
              </a:prstGeom>
              <a:noFill/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vert="horz" lIns="91440" tIns="45720" rIns="91440" bIns="45720" rtlCol="0" anchor="ctr">
                <a:noAutofit/>
              </a:bodyPr>
              <a:lstStyle>
                <a:lvl1pPr marL="265113" indent="-265113" algn="just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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809625" indent="-352425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 algn="l">
                  <a:lnSpc>
                    <a:spcPct val="150000"/>
                  </a:lnSpc>
                  <a:buNone/>
                </a:pPr>
                <a:r>
                  <a:rPr lang="en-US" sz="2800" b="1" dirty="0">
                    <a:solidFill>
                      <a:srgbClr val="FF0000"/>
                    </a:solidFill>
                  </a:rPr>
                  <a:t>Express</a:t>
                </a:r>
                <a:r>
                  <a:rPr lang="en-US" sz="2800" dirty="0">
                    <a:solidFill>
                      <a:srgbClr val="002060"/>
                    </a:solidFill>
                    <a:latin typeface="+mj-lt"/>
                  </a:rPr>
                  <a:t> the vector 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u</m:t>
                    </m:r>
                    <m:r>
                      <a:rPr lang="en-US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−1, 1,10</m:t>
                        </m:r>
                      </m:e>
                    </m:d>
                  </m:oMath>
                </a14:m>
                <a:r>
                  <a:rPr lang="en-US" sz="2800" dirty="0">
                    <a:solidFill>
                      <a:srgbClr val="002060"/>
                    </a:solidFill>
                    <a:latin typeface="+mj-lt"/>
                  </a:rPr>
                  <a:t> as a linear combination of the vectors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a</m:t>
                    </m:r>
                    <m:r>
                      <a:rPr lang="en-US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1, 0, 1</m:t>
                        </m:r>
                      </m:e>
                    </m:d>
                    <m:r>
                      <a:rPr lang="en-US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, </m:t>
                    </m:r>
                    <m:r>
                      <m:rPr>
                        <m:sty m:val="p"/>
                      </m:rPr>
                      <a:rPr lang="en-US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b</m:t>
                    </m:r>
                    <m:r>
                      <a:rPr lang="en-US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−2, 3, −2</m:t>
                        </m:r>
                      </m:e>
                    </m:d>
                    <m:r>
                      <a:rPr lang="en-US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&amp;</m:t>
                    </m:r>
                    <m:r>
                      <a:rPr lang="en-US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c</m:t>
                    </m:r>
                    <m:r>
                      <a:rPr lang="en-US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−6, 7, 5</m:t>
                        </m:r>
                      </m:e>
                    </m:d>
                    <m:r>
                      <a:rPr lang="en-US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en-IN" sz="2800" dirty="0">
                  <a:solidFill>
                    <a:srgbClr val="002060"/>
                  </a:solidFill>
                  <a:latin typeface="+mj-lt"/>
                </a:endParaRPr>
              </a:p>
            </p:txBody>
          </p:sp>
        </mc:Choice>
        <mc:Fallback xmlns="">
          <p:sp>
            <p:nvSpPr>
              <p:cNvPr id="34" name="Content Placeholder 4">
                <a:extLst>
                  <a:ext uri="{FF2B5EF4-FFF2-40B4-BE49-F238E27FC236}">
                    <a16:creationId xmlns:a16="http://schemas.microsoft.com/office/drawing/2014/main" id="{A5AEA378-7336-7681-D0DA-1B236F69716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04480" y="798602"/>
                <a:ext cx="10587520" cy="1125690"/>
              </a:xfrm>
              <a:prstGeom prst="rect">
                <a:avLst/>
              </a:prstGeom>
              <a:blipFill>
                <a:blip r:embed="rId3"/>
                <a:stretch>
                  <a:fillRect l="-1151" t="-541" r="-1324" b="-1081"/>
                </a:stretch>
              </a:blipFill>
              <a:ln w="12700" cap="flat" cmpd="sng" algn="ctr">
                <a:noFill/>
                <a:prstDash val="solid"/>
                <a:miter lim="800000"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5" name="Rectangle: Rounded Corners 34">
            <a:extLst>
              <a:ext uri="{FF2B5EF4-FFF2-40B4-BE49-F238E27FC236}">
                <a16:creationId xmlns:a16="http://schemas.microsoft.com/office/drawing/2014/main" id="{C2BAEB38-1604-6D67-83DE-97158C5606B3}"/>
              </a:ext>
            </a:extLst>
          </p:cNvPr>
          <p:cNvSpPr/>
          <p:nvPr/>
        </p:nvSpPr>
        <p:spPr>
          <a:xfrm>
            <a:off x="122279" y="854244"/>
            <a:ext cx="1450657" cy="468000"/>
          </a:xfrm>
          <a:prstGeom prst="roundRect">
            <a:avLst/>
          </a:prstGeom>
          <a:gradFill>
            <a:gsLst>
              <a:gs pos="10000">
                <a:srgbClr val="0E47A1"/>
              </a:gs>
              <a:gs pos="100000">
                <a:srgbClr val="03A9F5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r>
              <a:rPr lang="en-IN" sz="2800" dirty="0">
                <a:solidFill>
                  <a:schemeClr val="bg1"/>
                </a:solidFill>
              </a:rPr>
              <a:t>Example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Content Placeholder 4">
                <a:extLst>
                  <a:ext uri="{FF2B5EF4-FFF2-40B4-BE49-F238E27FC236}">
                    <a16:creationId xmlns:a16="http://schemas.microsoft.com/office/drawing/2014/main" id="{00294356-7D18-0DB2-449E-F8B3F48A1824}"/>
                  </a:ext>
                </a:extLst>
              </p:cNvPr>
              <p:cNvSpPr txBox="1">
                <a:spLocks/>
              </p:cNvSpPr>
              <p:nvPr/>
            </p:nvSpPr>
            <p:spPr>
              <a:xfrm flipH="1">
                <a:off x="1504354" y="2120163"/>
                <a:ext cx="4591646" cy="544460"/>
              </a:xfrm>
              <a:prstGeom prst="rect">
                <a:avLst/>
              </a:prstGeom>
              <a:noFill/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vert="horz" lIns="91440" tIns="45720" rIns="91440" bIns="45720" rtlCol="0" anchor="ctr">
                <a:noAutofit/>
              </a:bodyPr>
              <a:lstStyle>
                <a:lvl1pPr marL="265113" indent="-265113" algn="just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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809625" indent="-352425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118745" indent="0">
                  <a:lnSpc>
                    <a:spcPct val="115000"/>
                  </a:lnSpc>
                  <a:spcAft>
                    <a:spcPts val="800"/>
                  </a:spcAft>
                  <a:buNone/>
                </a:pPr>
                <a:r>
                  <a:rPr lang="en-US" sz="2800" dirty="0">
                    <a:solidFill>
                      <a:srgbClr val="002060"/>
                    </a:solidFill>
                    <a:latin typeface="+mj-lt"/>
                  </a:rPr>
                  <a:t>Let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u</m:t>
                    </m:r>
                    <m:r>
                      <a:rPr lang="en-US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k</m:t>
                        </m:r>
                      </m:e>
                      <m:sub>
                        <m:r>
                          <a:rPr lang="en-US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US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a</m:t>
                    </m:r>
                    <m:r>
                      <a:rPr lang="en-US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k</m:t>
                        </m:r>
                      </m:e>
                      <m:sub>
                        <m:r>
                          <a:rPr lang="en-US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US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b</m:t>
                    </m:r>
                    <m:r>
                      <a:rPr lang="en-US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k</m:t>
                        </m:r>
                      </m:e>
                      <m:sub>
                        <m:r>
                          <a:rPr lang="en-US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m:rPr>
                        <m:sty m:val="p"/>
                      </m:rPr>
                      <a:rPr lang="en-US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c</m:t>
                    </m:r>
                  </m:oMath>
                </a14:m>
                <a:endParaRPr lang="en-US" sz="2800" dirty="0">
                  <a:solidFill>
                    <a:srgbClr val="002060"/>
                  </a:solidFill>
                  <a:latin typeface="+mj-lt"/>
                </a:endParaRPr>
              </a:p>
            </p:txBody>
          </p:sp>
        </mc:Choice>
        <mc:Fallback xmlns="">
          <p:sp>
            <p:nvSpPr>
              <p:cNvPr id="21" name="Content Placeholder 4">
                <a:extLst>
                  <a:ext uri="{FF2B5EF4-FFF2-40B4-BE49-F238E27FC236}">
                    <a16:creationId xmlns:a16="http://schemas.microsoft.com/office/drawing/2014/main" id="{00294356-7D18-0DB2-449E-F8B3F48A182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1504354" y="2120163"/>
                <a:ext cx="4591646" cy="544460"/>
              </a:xfrm>
              <a:prstGeom prst="rect">
                <a:avLst/>
              </a:prstGeom>
              <a:blipFill>
                <a:blip r:embed="rId4"/>
                <a:stretch>
                  <a:fillRect l="-266" t="-6742" b="-31461"/>
                </a:stretch>
              </a:blipFill>
              <a:ln w="12700" cap="flat" cmpd="sng" algn="ctr">
                <a:noFill/>
                <a:prstDash val="solid"/>
                <a:miter lim="800000"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Content Placeholder 4">
                <a:extLst>
                  <a:ext uri="{FF2B5EF4-FFF2-40B4-BE49-F238E27FC236}">
                    <a16:creationId xmlns:a16="http://schemas.microsoft.com/office/drawing/2014/main" id="{C2E3A768-B2DD-49B5-A909-9453EEB041E3}"/>
                  </a:ext>
                </a:extLst>
              </p:cNvPr>
              <p:cNvSpPr txBox="1">
                <a:spLocks/>
              </p:cNvSpPr>
              <p:nvPr/>
            </p:nvSpPr>
            <p:spPr>
              <a:xfrm flipH="1">
                <a:off x="252808" y="2789654"/>
                <a:ext cx="8954692" cy="543600"/>
              </a:xfrm>
              <a:prstGeom prst="rect">
                <a:avLst/>
              </a:prstGeom>
              <a:noFill/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vert="horz" lIns="91440" tIns="45720" rIns="91440" bIns="45720" rtlCol="0" anchor="ctr">
                <a:noAutofit/>
              </a:bodyPr>
              <a:lstStyle>
                <a:defPPr>
                  <a:defRPr lang="en-US"/>
                </a:defPPr>
                <a:lvl1pPr marL="118745" algn="just">
                  <a:lnSpc>
                    <a:spcPct val="115000"/>
                  </a:lnSpc>
                  <a:spcBef>
                    <a:spcPts val="1000"/>
                  </a:spcBef>
                  <a:spcAft>
                    <a:spcPts val="800"/>
                  </a:spcAft>
                  <a:buClr>
                    <a:schemeClr val="accent6"/>
                  </a:buClr>
                  <a:buFont typeface="Wingdings 3" panose="05040102010807070707" pitchFamily="18" charset="2"/>
                  <a:buNone/>
                  <a:defRPr sz="2800">
                    <a:solidFill>
                      <a:srgbClr val="3A4A6A"/>
                    </a:solidFill>
                  </a:defRPr>
                </a:lvl1pPr>
              </a:lstStyle>
              <a:p>
                <a:pPr>
                  <a:lnSpc>
                    <a:spcPct val="9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⇒</m:t>
                      </m:r>
                      <m:d>
                        <m:dPr>
                          <m:ctrlPr>
                            <a:rPr lang="en-US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−1, 1,10</m:t>
                          </m:r>
                        </m:e>
                      </m:d>
                      <m:r>
                        <a:rPr lang="en-US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k</m:t>
                          </m:r>
                        </m:e>
                        <m:sub>
                          <m:r>
                            <a:rPr lang="en-US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d>
                        <m:dPr>
                          <m:ctrlPr>
                            <a:rPr lang="en-US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1, 0, 1</m:t>
                          </m:r>
                        </m:e>
                      </m:d>
                      <m:r>
                        <a:rPr lang="en-US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k</m:t>
                          </m:r>
                        </m:e>
                        <m:sub>
                          <m:r>
                            <a:rPr lang="en-US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d>
                        <m:dPr>
                          <m:ctrlPr>
                            <a:rPr lang="en-US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−2, 3, −2</m:t>
                          </m:r>
                        </m:e>
                      </m:d>
                      <m:r>
                        <a:rPr lang="en-US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k</m:t>
                          </m:r>
                        </m:e>
                        <m:sub>
                          <m:r>
                            <a:rPr lang="en-US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d>
                        <m:dPr>
                          <m:ctrlPr>
                            <a:rPr lang="en-US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−6, 7, 5</m:t>
                          </m:r>
                        </m:e>
                      </m:d>
                    </m:oMath>
                  </m:oMathPara>
                </a14:m>
                <a:endParaRPr lang="en-US" i="1" dirty="0">
                  <a:solidFill>
                    <a:srgbClr val="002060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23" name="Content Placeholder 4">
                <a:extLst>
                  <a:ext uri="{FF2B5EF4-FFF2-40B4-BE49-F238E27FC236}">
                    <a16:creationId xmlns:a16="http://schemas.microsoft.com/office/drawing/2014/main" id="{C2E3A768-B2DD-49B5-A909-9453EEB041E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252808" y="2789654"/>
                <a:ext cx="8954692" cy="54360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 w="12700" cap="flat" cmpd="sng" algn="ctr">
                <a:noFill/>
                <a:prstDash val="solid"/>
                <a:miter lim="800000"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Content Placeholder 4">
                <a:extLst>
                  <a:ext uri="{FF2B5EF4-FFF2-40B4-BE49-F238E27FC236}">
                    <a16:creationId xmlns:a16="http://schemas.microsoft.com/office/drawing/2014/main" id="{C2E3A768-B2DD-49B5-A909-9453EEB041E3}"/>
                  </a:ext>
                </a:extLst>
              </p:cNvPr>
              <p:cNvSpPr txBox="1">
                <a:spLocks/>
              </p:cNvSpPr>
              <p:nvPr/>
            </p:nvSpPr>
            <p:spPr>
              <a:xfrm flipH="1">
                <a:off x="252808" y="3447291"/>
                <a:ext cx="10910492" cy="543600"/>
              </a:xfrm>
              <a:prstGeom prst="rect">
                <a:avLst/>
              </a:prstGeom>
              <a:noFill/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vert="horz" lIns="91440" tIns="45720" rIns="91440" bIns="45720" rtlCol="0" anchor="ctr">
                <a:noAutofit/>
              </a:bodyPr>
              <a:lstStyle>
                <a:defPPr>
                  <a:defRPr lang="en-US"/>
                </a:defPPr>
                <a:lvl1pPr marL="118745" algn="just">
                  <a:lnSpc>
                    <a:spcPct val="115000"/>
                  </a:lnSpc>
                  <a:spcBef>
                    <a:spcPts val="1000"/>
                  </a:spcBef>
                  <a:spcAft>
                    <a:spcPts val="800"/>
                  </a:spcAft>
                  <a:buClr>
                    <a:schemeClr val="accent6"/>
                  </a:buClr>
                  <a:buFont typeface="Wingdings 3" panose="05040102010807070707" pitchFamily="18" charset="2"/>
                  <a:buNone/>
                  <a:defRPr sz="2800">
                    <a:solidFill>
                      <a:srgbClr val="3A4A6A"/>
                    </a:solidFill>
                  </a:defRPr>
                </a:lvl1pPr>
              </a:lstStyle>
              <a:p>
                <a:pPr>
                  <a:lnSpc>
                    <a:spcPct val="9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⇒</m:t>
                      </m:r>
                      <m:d>
                        <m:dPr>
                          <m:ctrlPr>
                            <a:rPr lang="en-US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−1, 1,10</m:t>
                          </m:r>
                        </m:e>
                      </m:d>
                      <m:r>
                        <a:rPr lang="en-US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  <m:sSub>
                            <m:sSubPr>
                              <m:ctrlPr>
                                <a:rPr lang="en-US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k</m:t>
                              </m:r>
                            </m:e>
                            <m:sub>
                              <m:r>
                                <a:rPr lang="en-US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−2</m:t>
                          </m:r>
                          <m:sSub>
                            <m:sSubPr>
                              <m:ctrlPr>
                                <a:rPr lang="en-US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k</m:t>
                              </m:r>
                            </m:e>
                            <m:sub>
                              <m:r>
                                <a:rPr lang="en-US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−6</m:t>
                          </m:r>
                          <m:sSub>
                            <m:sSubPr>
                              <m:ctrlPr>
                                <a:rPr lang="en-US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k</m:t>
                              </m:r>
                            </m:e>
                            <m:sub>
                              <m:r>
                                <a:rPr lang="en-US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r>
                            <a:rPr lang="en-US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  <m:sSub>
                            <m:sSubPr>
                              <m:ctrlPr>
                                <a:rPr lang="en-US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k</m:t>
                              </m:r>
                            </m:e>
                            <m:sub>
                              <m:r>
                                <a:rPr lang="en-US" b="0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  <m:sSub>
                            <m:sSubPr>
                              <m:ctrlPr>
                                <a:rPr lang="en-US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k</m:t>
                              </m:r>
                            </m:e>
                            <m:sub>
                              <m:r>
                                <a:rPr lang="en-US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7</m:t>
                          </m:r>
                          <m:sSub>
                            <m:sSubPr>
                              <m:ctrlPr>
                                <a:rPr lang="en-US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k</m:t>
                              </m:r>
                            </m:e>
                            <m:sub>
                              <m:r>
                                <a:rPr lang="en-US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r>
                            <a:rPr lang="en-US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  <m:sSub>
                            <m:sSubPr>
                              <m:ctrlPr>
                                <a:rPr lang="en-US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k</m:t>
                              </m:r>
                            </m:e>
                            <m:sub>
                              <m:r>
                                <a:rPr lang="en-US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−2</m:t>
                          </m:r>
                          <m:sSub>
                            <m:sSubPr>
                              <m:ctrlPr>
                                <a:rPr lang="en-US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k</m:t>
                              </m:r>
                            </m:e>
                            <m:sub>
                              <m:r>
                                <a:rPr lang="en-US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5</m:t>
                          </m:r>
                          <m:sSub>
                            <m:sSubPr>
                              <m:ctrlPr>
                                <a:rPr lang="en-US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k</m:t>
                              </m:r>
                            </m:e>
                            <m:sub>
                              <m:r>
                                <a:rPr lang="en-US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i="1" dirty="0">
                  <a:solidFill>
                    <a:srgbClr val="002060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27" name="Content Placeholder 4">
                <a:extLst>
                  <a:ext uri="{FF2B5EF4-FFF2-40B4-BE49-F238E27FC236}">
                    <a16:creationId xmlns:a16="http://schemas.microsoft.com/office/drawing/2014/main" id="{C2E3A768-B2DD-49B5-A909-9453EEB041E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252808" y="3447291"/>
                <a:ext cx="10910492" cy="54360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ln w="12700" cap="flat" cmpd="sng" algn="ctr">
                <a:noFill/>
                <a:prstDash val="solid"/>
                <a:miter lim="800000"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8" name="Content Placeholder 4">
            <a:extLst>
              <a:ext uri="{FF2B5EF4-FFF2-40B4-BE49-F238E27FC236}">
                <a16:creationId xmlns:a16="http://schemas.microsoft.com/office/drawing/2014/main" id="{C2E3A768-B2DD-49B5-A909-9453EEB041E3}"/>
              </a:ext>
            </a:extLst>
          </p:cNvPr>
          <p:cNvSpPr txBox="1">
            <a:spLocks/>
          </p:cNvSpPr>
          <p:nvPr/>
        </p:nvSpPr>
        <p:spPr>
          <a:xfrm flipH="1">
            <a:off x="122278" y="4084644"/>
            <a:ext cx="6138822" cy="5436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defPPr>
              <a:defRPr lang="en-US"/>
            </a:defPPr>
            <a:lvl1pPr marL="118745" algn="just">
              <a:lnSpc>
                <a:spcPct val="115000"/>
              </a:lnSpc>
              <a:spcBef>
                <a:spcPts val="1000"/>
              </a:spcBef>
              <a:spcAft>
                <a:spcPts val="800"/>
              </a:spcAft>
              <a:buClr>
                <a:schemeClr val="accent6"/>
              </a:buClr>
              <a:buFont typeface="Wingdings 3" panose="05040102010807070707" pitchFamily="18" charset="2"/>
              <a:buNone/>
              <a:defRPr sz="2800">
                <a:solidFill>
                  <a:srgbClr val="3A4A6A"/>
                </a:solidFill>
              </a:defRPr>
            </a:lvl1pPr>
          </a:lstStyle>
          <a:p>
            <a:pPr>
              <a:lnSpc>
                <a:spcPct val="90000"/>
              </a:lnSpc>
            </a:pPr>
            <a:r>
              <a:rPr lang="en-US" i="0" dirty="0">
                <a:solidFill>
                  <a:srgbClr val="002060"/>
                </a:solidFill>
                <a:latin typeface="+mj-lt"/>
              </a:rPr>
              <a:t>Comparing both the sides, we have </a:t>
            </a:r>
            <a:endParaRPr lang="en-US" dirty="0">
              <a:solidFill>
                <a:srgbClr val="002060"/>
              </a:solidFill>
              <a:latin typeface="Cambria Math" panose="020405030504060302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9" name="Content Placeholder 4">
                <a:extLst>
                  <a:ext uri="{FF2B5EF4-FFF2-40B4-BE49-F238E27FC236}">
                    <a16:creationId xmlns:a16="http://schemas.microsoft.com/office/drawing/2014/main" id="{C2E3A768-B2DD-49B5-A909-9453EEB041E3}"/>
                  </a:ext>
                </a:extLst>
              </p:cNvPr>
              <p:cNvSpPr txBox="1">
                <a:spLocks/>
              </p:cNvSpPr>
              <p:nvPr/>
            </p:nvSpPr>
            <p:spPr>
              <a:xfrm flipH="1">
                <a:off x="252808" y="4721997"/>
                <a:ext cx="4027765" cy="1813787"/>
              </a:xfrm>
              <a:prstGeom prst="rect">
                <a:avLst/>
              </a:prstGeom>
              <a:noFill/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vert="horz" lIns="91440" tIns="45720" rIns="91440" bIns="45720" rtlCol="0" anchor="ctr">
                <a:noAutofit/>
              </a:bodyPr>
              <a:lstStyle>
                <a:defPPr>
                  <a:defRPr lang="en-US"/>
                </a:defPPr>
                <a:lvl1pPr marL="118745" algn="just">
                  <a:lnSpc>
                    <a:spcPct val="115000"/>
                  </a:lnSpc>
                  <a:spcBef>
                    <a:spcPts val="1000"/>
                  </a:spcBef>
                  <a:spcAft>
                    <a:spcPts val="800"/>
                  </a:spcAft>
                  <a:buClr>
                    <a:schemeClr val="accent6"/>
                  </a:buClr>
                  <a:buFont typeface="Wingdings 3" panose="05040102010807070707" pitchFamily="18" charset="2"/>
                  <a:buNone/>
                  <a:defRPr sz="2800">
                    <a:solidFill>
                      <a:srgbClr val="3A4A6A"/>
                    </a:solidFill>
                  </a:defRPr>
                </a:lvl1pPr>
              </a:lstStyle>
              <a:p>
                <a:pPr algn="l">
                  <a:lnSpc>
                    <a:spcPct val="90000"/>
                  </a:lnSpc>
                </a:pP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b>
                      <m:sSubPr>
                        <m:ctrlPr>
                          <a:rPr lang="en-US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k</m:t>
                        </m:r>
                      </m:e>
                      <m:sub>
                        <m:r>
                          <a:rPr lang="en-US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−2</m:t>
                    </m:r>
                    <m:sSub>
                      <m:sSubPr>
                        <m:ctrlPr>
                          <a:rPr lang="en-US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k</m:t>
                        </m:r>
                      </m:e>
                      <m:sub>
                        <m:r>
                          <a:rPr lang="en-US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−6</m:t>
                    </m:r>
                    <m:sSub>
                      <m:sSubPr>
                        <m:ctrlPr>
                          <a:rPr lang="en-US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k</m:t>
                        </m:r>
                      </m:e>
                      <m:sub>
                        <m:r>
                          <a:rPr lang="en-US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US" b="0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=−1</m:t>
                    </m:r>
                  </m:oMath>
                </a14:m>
                <a:r>
                  <a:rPr lang="en-US" b="0" i="1" dirty="0">
                    <a:solidFill>
                      <a:srgbClr val="002060"/>
                    </a:solidFill>
                    <a:latin typeface="Cambria Math" panose="02040503050406030204" pitchFamily="18" charset="0"/>
                  </a:rPr>
                  <a:t> </a:t>
                </a:r>
              </a:p>
              <a:p>
                <a:pPr algn="l">
                  <a:lnSpc>
                    <a:spcPct val="90000"/>
                  </a:lnSpc>
                </a:pPr>
                <a14:m>
                  <m:oMath xmlns:m="http://schemas.openxmlformats.org/officeDocument/2006/math">
                    <m:r>
                      <a:rPr lang="en-US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0</m:t>
                    </m:r>
                    <m:sSub>
                      <m:sSubPr>
                        <m:ctrlPr>
                          <a:rPr lang="en-US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b="0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k</m:t>
                        </m:r>
                      </m:e>
                      <m:sub>
                        <m:r>
                          <a:rPr lang="en-US" b="0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b>
                      <m:sSubPr>
                        <m:ctrlPr>
                          <a:rPr lang="en-US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k</m:t>
                        </m:r>
                      </m:e>
                      <m:sub>
                        <m:r>
                          <a:rPr lang="en-US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+7</m:t>
                    </m:r>
                    <m:sSub>
                      <m:sSubPr>
                        <m:ctrlPr>
                          <a:rPr lang="en-US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k</m:t>
                        </m:r>
                      </m:e>
                      <m:sub>
                        <m:r>
                          <a:rPr lang="en-US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US" b="0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en-US" b="0" i="1" dirty="0">
                    <a:solidFill>
                      <a:srgbClr val="002060"/>
                    </a:solidFill>
                    <a:latin typeface="Cambria Math" panose="02040503050406030204" pitchFamily="18" charset="0"/>
                  </a:rPr>
                  <a:t> </a:t>
                </a:r>
              </a:p>
              <a:p>
                <a:pPr algn="l">
                  <a:lnSpc>
                    <a:spcPct val="90000"/>
                  </a:lnSpc>
                </a:pP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b>
                      <m:sSubPr>
                        <m:ctrlPr>
                          <a:rPr lang="en-US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k</m:t>
                        </m:r>
                      </m:e>
                      <m:sub>
                        <m:r>
                          <a:rPr lang="en-US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−2</m:t>
                    </m:r>
                    <m:sSub>
                      <m:sSubPr>
                        <m:ctrlPr>
                          <a:rPr lang="en-US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k</m:t>
                        </m:r>
                      </m:e>
                      <m:sub>
                        <m:r>
                          <a:rPr lang="en-US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+5</m:t>
                    </m:r>
                    <m:sSub>
                      <m:sSubPr>
                        <m:ctrlPr>
                          <a:rPr lang="en-US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k</m:t>
                        </m:r>
                      </m:e>
                      <m:sub>
                        <m:r>
                          <a:rPr lang="en-US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US" b="0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=10</m:t>
                    </m:r>
                  </m:oMath>
                </a14:m>
                <a:r>
                  <a:rPr lang="en-US" i="1" dirty="0">
                    <a:solidFill>
                      <a:srgbClr val="002060"/>
                    </a:solidFill>
                    <a:latin typeface="Cambria Math" panose="02040503050406030204" pitchFamily="18" charset="0"/>
                  </a:rPr>
                  <a:t> </a:t>
                </a:r>
              </a:p>
            </p:txBody>
          </p:sp>
        </mc:Choice>
        <mc:Fallback xmlns="">
          <p:sp>
            <p:nvSpPr>
              <p:cNvPr id="29" name="Content Placeholder 4">
                <a:extLst>
                  <a:ext uri="{FF2B5EF4-FFF2-40B4-BE49-F238E27FC236}">
                    <a16:creationId xmlns:a16="http://schemas.microsoft.com/office/drawing/2014/main" id="{C2E3A768-B2DD-49B5-A909-9453EEB041E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252808" y="4721997"/>
                <a:ext cx="4027765" cy="1813787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  <a:ln w="12700" cap="flat" cmpd="sng" algn="ctr">
                <a:noFill/>
                <a:prstDash val="solid"/>
                <a:miter lim="800000"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Right Brace 3"/>
          <p:cNvSpPr/>
          <p:nvPr/>
        </p:nvSpPr>
        <p:spPr>
          <a:xfrm>
            <a:off x="3895725" y="4721997"/>
            <a:ext cx="571500" cy="1734456"/>
          </a:xfrm>
          <a:prstGeom prst="rightBrace">
            <a:avLst>
              <a:gd name="adj1" fmla="val 23039"/>
              <a:gd name="adj2" fmla="val 50000"/>
            </a:avLst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1" name="Content Placeholder 4">
            <a:extLst>
              <a:ext uri="{FF2B5EF4-FFF2-40B4-BE49-F238E27FC236}">
                <a16:creationId xmlns:a16="http://schemas.microsoft.com/office/drawing/2014/main" id="{C2E3A768-B2DD-49B5-A909-9453EEB041E3}"/>
              </a:ext>
            </a:extLst>
          </p:cNvPr>
          <p:cNvSpPr txBox="1">
            <a:spLocks/>
          </p:cNvSpPr>
          <p:nvPr/>
        </p:nvSpPr>
        <p:spPr>
          <a:xfrm flipH="1">
            <a:off x="4657725" y="5317425"/>
            <a:ext cx="6707147" cy="543600"/>
          </a:xfrm>
          <a:prstGeom prst="rect">
            <a:avLst/>
          </a:prstGeom>
          <a:noFill/>
          <a:ln w="28575" cap="flat" cmpd="sng" algn="ctr">
            <a:solidFill>
              <a:srgbClr val="FF0000"/>
            </a:solidFill>
            <a:prstDash val="sysDash"/>
            <a:miter lim="800000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defPPr>
              <a:defRPr lang="en-US"/>
            </a:defPPr>
            <a:lvl1pPr marL="118745" algn="just">
              <a:lnSpc>
                <a:spcPct val="115000"/>
              </a:lnSpc>
              <a:spcBef>
                <a:spcPts val="1000"/>
              </a:spcBef>
              <a:spcAft>
                <a:spcPts val="800"/>
              </a:spcAft>
              <a:buClr>
                <a:schemeClr val="accent6"/>
              </a:buClr>
              <a:buFont typeface="Wingdings 3" panose="05040102010807070707" pitchFamily="18" charset="2"/>
              <a:buNone/>
              <a:defRPr sz="2800">
                <a:solidFill>
                  <a:srgbClr val="3A4A6A"/>
                </a:solidFill>
              </a:defRPr>
            </a:lvl1pPr>
          </a:lstStyle>
          <a:p>
            <a:pPr>
              <a:lnSpc>
                <a:spcPct val="90000"/>
              </a:lnSpc>
            </a:pPr>
            <a:r>
              <a:rPr lang="en-US" i="0" dirty="0">
                <a:solidFill>
                  <a:srgbClr val="002060"/>
                </a:solidFill>
                <a:latin typeface="+mj-lt"/>
              </a:rPr>
              <a:t>Let us solve using Gauss Elimination Method.</a:t>
            </a:r>
            <a:endParaRPr lang="en-US" dirty="0">
              <a:solidFill>
                <a:srgbClr val="002060"/>
              </a:solidFill>
              <a:latin typeface="Cambria Math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81835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00"/>
                            </p:stCondLst>
                            <p:childTnLst>
                              <p:par>
                                <p:cTn id="2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/>
      <p:bldP spid="23" grpId="0"/>
      <p:bldP spid="27" grpId="0"/>
      <p:bldP spid="28" grpId="0"/>
      <p:bldP spid="29" grpId="0"/>
      <p:bldP spid="4" grpId="0" animBg="1"/>
      <p:bldP spid="31" grpId="0" animBg="1"/>
    </p:bldLst>
  </p:timing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728A30-9F9C-CCB2-2562-56A11DFEDC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87F65214-8FF1-7C84-B79D-5B5772FA806D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IN" dirty="0"/>
                  <a:t>Method:3 </a:t>
                </a:r>
                <a14:m>
                  <m:oMath xmlns:m="http://schemas.openxmlformats.org/officeDocument/2006/math">
                    <m:r>
                      <a:rPr lang="en-IN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⇝</m:t>
                    </m:r>
                  </m:oMath>
                </a14:m>
                <a:r>
                  <a:rPr lang="en-IN" dirty="0"/>
                  <a:t> Example:1(continue)</a:t>
                </a:r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87F65214-8FF1-7C84-B79D-5B5772FA806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4"/>
                <a:stretch>
                  <a:fillRect l="-400" t="-8547" b="-1965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Content Placeholder 4">
                <a:extLst>
                  <a:ext uri="{FF2B5EF4-FFF2-40B4-BE49-F238E27FC236}">
                    <a16:creationId xmlns:a16="http://schemas.microsoft.com/office/drawing/2014/main" id="{C2E3A768-B2DD-49B5-A909-9453EEB041E3}"/>
                  </a:ext>
                </a:extLst>
              </p:cNvPr>
              <p:cNvSpPr txBox="1">
                <a:spLocks/>
              </p:cNvSpPr>
              <p:nvPr/>
            </p:nvSpPr>
            <p:spPr>
              <a:xfrm flipH="1">
                <a:off x="252808" y="848497"/>
                <a:ext cx="4027765" cy="1813787"/>
              </a:xfrm>
              <a:prstGeom prst="rect">
                <a:avLst/>
              </a:prstGeom>
              <a:noFill/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vert="horz" lIns="91440" tIns="45720" rIns="91440" bIns="45720" rtlCol="0" anchor="ctr">
                <a:noAutofit/>
              </a:bodyPr>
              <a:lstStyle>
                <a:defPPr>
                  <a:defRPr lang="en-US"/>
                </a:defPPr>
                <a:lvl1pPr marL="118745" algn="just">
                  <a:lnSpc>
                    <a:spcPct val="115000"/>
                  </a:lnSpc>
                  <a:spcBef>
                    <a:spcPts val="1000"/>
                  </a:spcBef>
                  <a:spcAft>
                    <a:spcPts val="800"/>
                  </a:spcAft>
                  <a:buClr>
                    <a:schemeClr val="accent6"/>
                  </a:buClr>
                  <a:buFont typeface="Wingdings 3" panose="05040102010807070707" pitchFamily="18" charset="2"/>
                  <a:buNone/>
                  <a:defRPr sz="2800">
                    <a:solidFill>
                      <a:srgbClr val="3A4A6A"/>
                    </a:solidFill>
                  </a:defRPr>
                </a:lvl1pPr>
              </a:lstStyle>
              <a:p>
                <a:pPr algn="l">
                  <a:lnSpc>
                    <a:spcPct val="90000"/>
                  </a:lnSpc>
                </a:pP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b>
                      <m:sSubPr>
                        <m:ctrlPr>
                          <a:rPr lang="en-US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k</m:t>
                        </m:r>
                      </m:e>
                      <m:sub>
                        <m:r>
                          <a:rPr lang="en-US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−2</m:t>
                    </m:r>
                    <m:sSub>
                      <m:sSubPr>
                        <m:ctrlPr>
                          <a:rPr lang="en-US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k</m:t>
                        </m:r>
                      </m:e>
                      <m:sub>
                        <m:r>
                          <a:rPr lang="en-US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−6</m:t>
                    </m:r>
                    <m:sSub>
                      <m:sSubPr>
                        <m:ctrlPr>
                          <a:rPr lang="en-US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k</m:t>
                        </m:r>
                      </m:e>
                      <m:sub>
                        <m:r>
                          <a:rPr lang="en-US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US" b="0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=−1</m:t>
                    </m:r>
                  </m:oMath>
                </a14:m>
                <a:r>
                  <a:rPr lang="en-US" b="0" i="1" dirty="0">
                    <a:solidFill>
                      <a:srgbClr val="002060"/>
                    </a:solidFill>
                    <a:latin typeface="Cambria Math" panose="02040503050406030204" pitchFamily="18" charset="0"/>
                  </a:rPr>
                  <a:t> </a:t>
                </a:r>
              </a:p>
              <a:p>
                <a:pPr algn="l">
                  <a:lnSpc>
                    <a:spcPct val="90000"/>
                  </a:lnSpc>
                </a:pPr>
                <a14:m>
                  <m:oMath xmlns:m="http://schemas.openxmlformats.org/officeDocument/2006/math">
                    <m:r>
                      <a:rPr lang="en-US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0</m:t>
                    </m:r>
                    <m:sSub>
                      <m:sSubPr>
                        <m:ctrlPr>
                          <a:rPr lang="en-US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b="0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k</m:t>
                        </m:r>
                      </m:e>
                      <m:sub>
                        <m:r>
                          <a:rPr lang="en-US" b="0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b>
                      <m:sSubPr>
                        <m:ctrlPr>
                          <a:rPr lang="en-US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k</m:t>
                        </m:r>
                      </m:e>
                      <m:sub>
                        <m:r>
                          <a:rPr lang="en-US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+7</m:t>
                    </m:r>
                    <m:sSub>
                      <m:sSubPr>
                        <m:ctrlPr>
                          <a:rPr lang="en-US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k</m:t>
                        </m:r>
                      </m:e>
                      <m:sub>
                        <m:r>
                          <a:rPr lang="en-US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US" b="0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en-US" b="0" i="1" dirty="0">
                    <a:solidFill>
                      <a:srgbClr val="002060"/>
                    </a:solidFill>
                    <a:latin typeface="Cambria Math" panose="02040503050406030204" pitchFamily="18" charset="0"/>
                  </a:rPr>
                  <a:t> </a:t>
                </a:r>
              </a:p>
              <a:p>
                <a:pPr algn="l">
                  <a:lnSpc>
                    <a:spcPct val="90000"/>
                  </a:lnSpc>
                </a:pP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b>
                      <m:sSubPr>
                        <m:ctrlPr>
                          <a:rPr lang="en-US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k</m:t>
                        </m:r>
                      </m:e>
                      <m:sub>
                        <m:r>
                          <a:rPr lang="en-US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−2</m:t>
                    </m:r>
                    <m:sSub>
                      <m:sSubPr>
                        <m:ctrlPr>
                          <a:rPr lang="en-US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k</m:t>
                        </m:r>
                      </m:e>
                      <m:sub>
                        <m:r>
                          <a:rPr lang="en-US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+5</m:t>
                    </m:r>
                    <m:sSub>
                      <m:sSubPr>
                        <m:ctrlPr>
                          <a:rPr lang="en-US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k</m:t>
                        </m:r>
                      </m:e>
                      <m:sub>
                        <m:r>
                          <a:rPr lang="en-US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US" b="0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=10</m:t>
                    </m:r>
                  </m:oMath>
                </a14:m>
                <a:r>
                  <a:rPr lang="en-US" i="1" dirty="0">
                    <a:solidFill>
                      <a:srgbClr val="002060"/>
                    </a:solidFill>
                    <a:latin typeface="Cambria Math" panose="02040503050406030204" pitchFamily="18" charset="0"/>
                  </a:rPr>
                  <a:t> </a:t>
                </a:r>
              </a:p>
            </p:txBody>
          </p:sp>
        </mc:Choice>
        <mc:Fallback xmlns="">
          <p:sp>
            <p:nvSpPr>
              <p:cNvPr id="29" name="Content Placeholder 4">
                <a:extLst>
                  <a:ext uri="{FF2B5EF4-FFF2-40B4-BE49-F238E27FC236}">
                    <a16:creationId xmlns:a16="http://schemas.microsoft.com/office/drawing/2014/main" id="{C2E3A768-B2DD-49B5-A909-9453EEB041E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252808" y="848497"/>
                <a:ext cx="4027765" cy="1813787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 w="12700" cap="flat" cmpd="sng" algn="ctr">
                <a:noFill/>
                <a:prstDash val="solid"/>
                <a:miter lim="800000"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Rectangle 13">
            <a:extLst>
              <a:ext uri="{FF2B5EF4-FFF2-40B4-BE49-F238E27FC236}">
                <a16:creationId xmlns:a16="http://schemas.microsoft.com/office/drawing/2014/main" id="{D6BB27F5-314D-4AAC-8F53-48AA88AF0786}"/>
              </a:ext>
            </a:extLst>
          </p:cNvPr>
          <p:cNvSpPr/>
          <p:nvPr/>
        </p:nvSpPr>
        <p:spPr>
          <a:xfrm>
            <a:off x="252808" y="2799580"/>
            <a:ext cx="6020992" cy="54360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r>
              <a:rPr lang="en-IN" sz="2800" dirty="0">
                <a:solidFill>
                  <a:srgbClr val="002060"/>
                </a:solidFill>
              </a:rPr>
              <a:t>The Augmented matrix of the </a:t>
            </a:r>
            <a:r>
              <a:rPr lang="en-US" sz="2800" dirty="0">
                <a:solidFill>
                  <a:srgbClr val="002060"/>
                </a:solidFill>
              </a:rPr>
              <a:t>system is</a:t>
            </a:r>
            <a:endParaRPr lang="en-IN" sz="2800" b="1" dirty="0">
              <a:solidFill>
                <a:srgbClr val="00206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621C6629-897D-4685-8AB6-97C2187F442B}"/>
                  </a:ext>
                </a:extLst>
              </p:cNvPr>
              <p:cNvSpPr/>
              <p:nvPr/>
            </p:nvSpPr>
            <p:spPr>
              <a:xfrm>
                <a:off x="252808" y="3848776"/>
                <a:ext cx="1728392" cy="543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IN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d>
                            <m:dPr>
                              <m:begChr m:val=""/>
                              <m:endChr m:val="|"/>
                              <m:ctrlPr>
                                <a:rPr lang="en-IN" sz="2800" b="0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m:rPr>
                                  <m:sty m:val="p"/>
                                </m:rPr>
                                <a:rPr lang="en-IN" sz="2800" b="0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A</m:t>
                              </m:r>
                              <m:r>
                                <a:rPr lang="en-IN" sz="2800" b="0" i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e>
                          </m:d>
                          <m: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B</m:t>
                          </m:r>
                          <m: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d>
                      <m:r>
                        <a:rPr lang="en-IN" sz="2800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  <a:p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621C6629-897D-4685-8AB6-97C2187F442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2808" y="3848776"/>
                <a:ext cx="1728392" cy="54360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7" name="Group 6">
            <a:extLst>
              <a:ext uri="{FF2B5EF4-FFF2-40B4-BE49-F238E27FC236}">
                <a16:creationId xmlns:a16="http://schemas.microsoft.com/office/drawing/2014/main" id="{A25BBD92-83A9-0836-B2E2-5DF4BD05BDFC}"/>
              </a:ext>
            </a:extLst>
          </p:cNvPr>
          <p:cNvGrpSpPr/>
          <p:nvPr/>
        </p:nvGrpSpPr>
        <p:grpSpPr>
          <a:xfrm>
            <a:off x="1910158" y="3480476"/>
            <a:ext cx="3341292" cy="1370924"/>
            <a:chOff x="1910158" y="3480476"/>
            <a:chExt cx="3459402" cy="1485224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" name="Rectangle 4">
                  <a:extLst>
                    <a:ext uri="{FF2B5EF4-FFF2-40B4-BE49-F238E27FC236}">
                      <a16:creationId xmlns:a16="http://schemas.microsoft.com/office/drawing/2014/main" id="{D3F1DF14-D3C3-112A-0784-8BF11A4599C9}"/>
                    </a:ext>
                  </a:extLst>
                </p:cNvPr>
                <p:cNvSpPr/>
                <p:nvPr/>
              </p:nvSpPr>
              <p:spPr>
                <a:xfrm>
                  <a:off x="4321468" y="3480476"/>
                  <a:ext cx="813992" cy="1372061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80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GB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GB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lang="en-GB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   1</m:t>
                              </m:r>
                            </m:e>
                          </m:mr>
                          <m:mr>
                            <m:e>
                              <m:r>
                                <a:rPr lang="en-GB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10</m:t>
                              </m:r>
                            </m:e>
                          </m:mr>
                        </m:m>
                      </m:oMath>
                    </m:oMathPara>
                  </a14:m>
                  <a:endParaRPr lang="en-IN" sz="2800" dirty="0">
                    <a:solidFill>
                      <a:srgbClr val="002060"/>
                    </a:solidFill>
                  </a:endParaRPr>
                </a:p>
                <a:p>
                  <a:endParaRPr lang="en-IN" sz="2800" dirty="0">
                    <a:solidFill>
                      <a:srgbClr val="002060"/>
                    </a:solidFill>
                  </a:endParaRPr>
                </a:p>
              </p:txBody>
            </p:sp>
          </mc:Choice>
          <mc:Fallback xmlns="">
            <p:sp>
              <p:nvSpPr>
                <p:cNvPr id="5" name="Rectangle 4">
                  <a:extLst>
                    <a:ext uri="{FF2B5EF4-FFF2-40B4-BE49-F238E27FC236}">
                      <a16:creationId xmlns:a16="http://schemas.microsoft.com/office/drawing/2014/main" id="{D3F1DF14-D3C3-112A-0784-8BF11A4599C9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321468" y="3480476"/>
                  <a:ext cx="813992" cy="1372061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3" name="Group 2"/>
            <p:cNvGrpSpPr/>
            <p:nvPr/>
          </p:nvGrpSpPr>
          <p:grpSpPr>
            <a:xfrm>
              <a:off x="1910158" y="3480476"/>
              <a:ext cx="3459402" cy="1485224"/>
              <a:chOff x="1833958" y="3480476"/>
              <a:chExt cx="2858692" cy="1485224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3" name="Rectangle 32">
                    <a:extLst>
                      <a:ext uri="{FF2B5EF4-FFF2-40B4-BE49-F238E27FC236}">
                        <a16:creationId xmlns:a16="http://schemas.microsoft.com/office/drawing/2014/main" id="{621C6629-897D-4685-8AB6-97C2187F442B}"/>
                      </a:ext>
                    </a:extLst>
                  </p:cNvPr>
                  <p:cNvSpPr/>
                  <p:nvPr/>
                </p:nvSpPr>
                <p:spPr>
                  <a:xfrm>
                    <a:off x="1833958" y="3480476"/>
                    <a:ext cx="2858692" cy="1485224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d>
                            <m:dPr>
                              <m:begChr m:val="["/>
                              <m:endChr m:val="]"/>
                              <m:ctrlPr>
                                <a:rPr lang="en-US" sz="2800" b="0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800" b="0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m>
                                <m:mPr>
                                  <m:mcs>
                                    <m:mc>
                                      <m:mcPr>
                                        <m:count m:val="3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IN" sz="2800" b="0" i="1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US" sz="2800" b="0" i="1" smtClean="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e>
                                  <m:e>
                                    <m:r>
                                      <a:rPr lang="en-GB" sz="2800" b="0" i="1" smtClean="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−2</m:t>
                                    </m:r>
                                  </m:e>
                                  <m:e>
                                    <m:r>
                                      <a:rPr lang="en-GB" sz="2800" b="0" i="1" smtClean="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−6</m:t>
                                    </m:r>
                                  </m:e>
                                </m:mr>
                                <m:mr>
                                  <m:e>
                                    <m:r>
                                      <a:rPr lang="en-US" sz="2800" b="0" i="1" smtClean="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  <m:e>
                                    <m:r>
                                      <a:rPr lang="en-GB" sz="2800" b="0" i="1" smtClean="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   3</m:t>
                                    </m:r>
                                  </m:e>
                                  <m:e>
                                    <m:r>
                                      <a:rPr lang="en-GB" sz="2800" b="0" i="1" smtClean="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   7</m:t>
                                    </m:r>
                                  </m:e>
                                </m:mr>
                                <m:mr>
                                  <m:e>
                                    <m:r>
                                      <a:rPr lang="en-GB" sz="2800" b="0" i="1" smtClean="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e>
                                  <m:e>
                                    <m:r>
                                      <a:rPr lang="en-GB" sz="2800" b="0" i="1" smtClean="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−2</m:t>
                                    </m:r>
                                  </m:e>
                                  <m:e>
                                    <m:r>
                                      <a:rPr lang="en-GB" sz="2800" b="0" i="1" smtClean="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   5</m:t>
                                    </m:r>
                                  </m:e>
                                </m:mr>
                              </m:m>
                              <m:r>
                                <a:rPr lang="en-US" sz="2800" b="0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          </m:t>
                              </m:r>
                              <m:r>
                                <a:rPr lang="en-GB" sz="2800" b="0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e>
                          </m:d>
                        </m:oMath>
                      </m:oMathPara>
                    </a14:m>
                    <a:endParaRPr lang="en-IN" sz="2800" dirty="0">
                      <a:solidFill>
                        <a:srgbClr val="002060"/>
                      </a:solidFill>
                    </a:endParaRPr>
                  </a:p>
                  <a:p>
                    <a:endParaRPr lang="en-IN" sz="2800" dirty="0">
                      <a:solidFill>
                        <a:srgbClr val="002060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33" name="Rectangle 32">
                    <a:extLst>
                      <a:ext uri="{FF2B5EF4-FFF2-40B4-BE49-F238E27FC236}">
                        <a16:creationId xmlns:a16="http://schemas.microsoft.com/office/drawing/2014/main" id="{621C6629-897D-4685-8AB6-97C2187F442B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833958" y="3480476"/>
                    <a:ext cx="2858692" cy="1485224"/>
                  </a:xfrm>
                  <a:prstGeom prst="rect">
                    <a:avLst/>
                  </a:prstGeom>
                  <a:blipFill>
                    <a:blip r:embed="rId8"/>
                    <a:stretch>
                      <a:fillRect/>
                    </a:stretch>
                  </a:blipFill>
                  <a:ln>
                    <a:noFill/>
                  </a:ln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36" name="Straight Connector 35">
                <a:extLst>
                  <a:ext uri="{FF2B5EF4-FFF2-40B4-BE49-F238E27FC236}">
                    <a16:creationId xmlns:a16="http://schemas.microsoft.com/office/drawing/2014/main" id="{52E1E46E-4AFC-4631-8570-EC9C5FE8887E}"/>
                  </a:ext>
                </a:extLst>
              </p:cNvPr>
              <p:cNvCxnSpPr/>
              <p:nvPr/>
            </p:nvCxnSpPr>
            <p:spPr>
              <a:xfrm>
                <a:off x="3851658" y="3514747"/>
                <a:ext cx="0" cy="1326050"/>
              </a:xfrm>
              <a:prstGeom prst="line">
                <a:avLst/>
              </a:prstGeom>
              <a:ln w="3810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16" name="Rectangle: Rounded Corners 37">
            <a:extLst>
              <a:ext uri="{FF2B5EF4-FFF2-40B4-BE49-F238E27FC236}">
                <a16:creationId xmlns:a16="http://schemas.microsoft.com/office/drawing/2014/main" id="{66F8BC7F-F3B7-BEC7-1433-0C9A9F189E15}"/>
              </a:ext>
            </a:extLst>
          </p:cNvPr>
          <p:cNvSpPr/>
          <p:nvPr/>
        </p:nvSpPr>
        <p:spPr>
          <a:xfrm>
            <a:off x="6078000" y="861732"/>
            <a:ext cx="36000" cy="5662800"/>
          </a:xfrm>
          <a:prstGeom prst="roundRect">
            <a:avLst/>
          </a:prstGeom>
          <a:gradFill>
            <a:gsLst>
              <a:gs pos="10000">
                <a:srgbClr val="0E47A1"/>
              </a:gs>
              <a:gs pos="100000">
                <a:srgbClr val="03A9F5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algn="ctr"/>
            <a:r>
              <a:rPr lang="en-IN" sz="2800" b="1" dirty="0">
                <a:solidFill>
                  <a:schemeClr val="bg1"/>
                </a:solidFill>
              </a:rPr>
              <a:t>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EE7ECF67-D60A-18B0-6EC0-CFB8AA52EA41}"/>
                  </a:ext>
                </a:extLst>
              </p:cNvPr>
              <p:cNvSpPr/>
              <p:nvPr/>
            </p:nvSpPr>
            <p:spPr>
              <a:xfrm>
                <a:off x="1995544" y="4885518"/>
                <a:ext cx="1623409" cy="5801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28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2800" b="1" i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𝐑</m:t>
                          </m:r>
                        </m:e>
                        <m:sub>
                          <m:r>
                            <a:rPr lang="en-GB" sz="2800" b="1" i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  <m:r>
                            <a:rPr lang="en-IN" sz="2800" b="1" i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𝟑</m:t>
                          </m:r>
                        </m:sub>
                      </m:sSub>
                      <m:d>
                        <m:dPr>
                          <m:ctrlPr>
                            <a:rPr lang="en-GB" sz="28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2800" b="1" i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IN" sz="2800" b="1" i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e>
                      </m:d>
                    </m:oMath>
                  </m:oMathPara>
                </a14:m>
                <a:endParaRPr lang="en-IN" sz="28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EE7ECF67-D60A-18B0-6EC0-CFB8AA52EA4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95544" y="4885518"/>
                <a:ext cx="1623409" cy="580159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8" name="Group 27">
            <a:extLst>
              <a:ext uri="{FF2B5EF4-FFF2-40B4-BE49-F238E27FC236}">
                <a16:creationId xmlns:a16="http://schemas.microsoft.com/office/drawing/2014/main" id="{E5B97EF7-1AC3-CA96-A22B-B5E7DCC1BFEB}"/>
              </a:ext>
            </a:extLst>
          </p:cNvPr>
          <p:cNvGrpSpPr/>
          <p:nvPr/>
        </p:nvGrpSpPr>
        <p:grpSpPr>
          <a:xfrm>
            <a:off x="6451827" y="906039"/>
            <a:ext cx="3571656" cy="1370924"/>
            <a:chOff x="6686773" y="3163313"/>
            <a:chExt cx="3571656" cy="1370924"/>
          </a:xfrm>
        </p:grpSpPr>
        <p:grpSp>
          <p:nvGrpSpPr>
            <p:cNvPr id="23" name="Group 22">
              <a:extLst>
                <a:ext uri="{FF2B5EF4-FFF2-40B4-BE49-F238E27FC236}">
                  <a16:creationId xmlns:a16="http://schemas.microsoft.com/office/drawing/2014/main" id="{7223008A-01CA-A6E6-9573-0F5F98D6721A}"/>
                </a:ext>
              </a:extLst>
            </p:cNvPr>
            <p:cNvGrpSpPr/>
            <p:nvPr/>
          </p:nvGrpSpPr>
          <p:grpSpPr>
            <a:xfrm>
              <a:off x="6686773" y="3163313"/>
              <a:ext cx="3571656" cy="1370924"/>
              <a:chOff x="1833958" y="3480478"/>
              <a:chExt cx="3055783" cy="1485225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4" name="Rectangle 23">
                    <a:extLst>
                      <a:ext uri="{FF2B5EF4-FFF2-40B4-BE49-F238E27FC236}">
                        <a16:creationId xmlns:a16="http://schemas.microsoft.com/office/drawing/2014/main" id="{A640C855-EF07-981C-89C5-FEB249DF1553}"/>
                      </a:ext>
                    </a:extLst>
                  </p:cNvPr>
                  <p:cNvSpPr/>
                  <p:nvPr/>
                </p:nvSpPr>
                <p:spPr>
                  <a:xfrm>
                    <a:off x="1833958" y="3480478"/>
                    <a:ext cx="3055783" cy="1485225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r>
                      <a:rPr lang="en-IN" sz="2800" b="0" dirty="0">
                        <a:solidFill>
                          <a:srgbClr val="002060"/>
                        </a:solidFill>
                      </a:rPr>
                      <a:t>~ </a:t>
                    </a:r>
                    <a14:m>
                      <m:oMath xmlns:m="http://schemas.openxmlformats.org/officeDocument/2006/math">
                        <m:d>
                          <m:dPr>
                            <m:begChr m:val="["/>
                            <m:endChr m:val="]"/>
                            <m:ctrlPr>
                              <a:rPr lang="en-US" sz="2800" b="0" i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800" b="0" i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 </m:t>
                            </m:r>
                            <m:m>
                              <m:mPr>
                                <m:mcs>
                                  <m:mc>
                                    <m:mcPr>
                                      <m:count m:val="3"/>
                                      <m:mcJc m:val="center"/>
                                    </m:mcPr>
                                  </m:mc>
                                </m:mcs>
                                <m:ctrlPr>
                                  <a:rPr lang="en-IN" sz="2800" b="0" i="1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mPr>
                              <m:mr>
                                <m:e>
                                  <m:r>
                                    <m:rPr>
                                      <m:brk m:alnAt="7"/>
                                    </m:rPr>
                                    <a:rPr lang="en-US" sz="2800" b="0" i="1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e>
                                <m:e>
                                  <m:r>
                                    <a:rPr lang="en-GB" sz="2800" b="0" i="1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−2</m:t>
                                  </m:r>
                                </m:e>
                                <m:e>
                                  <m:r>
                                    <a:rPr lang="en-GB" sz="2800" b="0" i="1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−6</m:t>
                                  </m:r>
                                </m:e>
                              </m:mr>
                              <m:mr>
                                <m:e>
                                  <m:r>
                                    <a:rPr lang="en-IN" sz="2800" b="0" i="1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  <m:e>
                                  <m:r>
                                    <a:rPr lang="en-GB" sz="2800" b="0" i="1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   </m:t>
                                  </m:r>
                                  <m:r>
                                    <a:rPr lang="en-US" sz="2800" b="0" i="1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e>
                                <m:e>
                                  <m:r>
                                    <a:rPr lang="en-GB" sz="2800" b="0" i="1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  <m:r>
                                    <a:rPr lang="en-US" sz="2800" b="0" i="1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7</m:t>
                                  </m:r>
                                </m:e>
                              </m:mr>
                              <m:mr>
                                <m:e>
                                  <m:r>
                                    <a:rPr lang="en-IN" sz="2800" b="0" i="1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  <m:e>
                                  <m:r>
                                    <a:rPr lang="en-IN" sz="2800" b="0" i="1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   0</m:t>
                                  </m:r>
                                </m:e>
                                <m:e>
                                  <m:r>
                                    <a:rPr lang="en-IN" sz="2800" b="0" i="1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11</m:t>
                                  </m:r>
                                </m:e>
                              </m:mr>
                            </m:m>
                            <m:r>
                              <a:rPr lang="en-US" sz="2800" b="0" i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          </m:t>
                            </m:r>
                            <m:r>
                              <a:rPr lang="en-GB" sz="2800" b="0" i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 </m:t>
                            </m:r>
                          </m:e>
                        </m:d>
                      </m:oMath>
                    </a14:m>
                    <a:endParaRPr lang="en-IN" sz="2800" dirty="0">
                      <a:solidFill>
                        <a:srgbClr val="002060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24" name="Rectangle 23">
                    <a:extLst>
                      <a:ext uri="{FF2B5EF4-FFF2-40B4-BE49-F238E27FC236}">
                        <a16:creationId xmlns:a16="http://schemas.microsoft.com/office/drawing/2014/main" id="{A640C855-EF07-981C-89C5-FEB249DF1553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833958" y="3480478"/>
                    <a:ext cx="3055783" cy="1485225"/>
                  </a:xfrm>
                  <a:prstGeom prst="rect">
                    <a:avLst/>
                  </a:prstGeom>
                  <a:blipFill>
                    <a:blip r:embed="rId14"/>
                    <a:stretch>
                      <a:fillRect l="-3413"/>
                    </a:stretch>
                  </a:blipFill>
                  <a:ln>
                    <a:noFill/>
                  </a:ln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25" name="Straight Connector 24">
                <a:extLst>
                  <a:ext uri="{FF2B5EF4-FFF2-40B4-BE49-F238E27FC236}">
                    <a16:creationId xmlns:a16="http://schemas.microsoft.com/office/drawing/2014/main" id="{FABEB5BB-05B5-3776-7B0D-23A15C81742C}"/>
                  </a:ext>
                </a:extLst>
              </p:cNvPr>
              <p:cNvCxnSpPr/>
              <p:nvPr/>
            </p:nvCxnSpPr>
            <p:spPr>
              <a:xfrm>
                <a:off x="4030938" y="3514747"/>
                <a:ext cx="0" cy="1326050"/>
              </a:xfrm>
              <a:prstGeom prst="line">
                <a:avLst/>
              </a:prstGeom>
              <a:ln w="3810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7" name="Rectangle 26">
                  <a:extLst>
                    <a:ext uri="{FF2B5EF4-FFF2-40B4-BE49-F238E27FC236}">
                      <a16:creationId xmlns:a16="http://schemas.microsoft.com/office/drawing/2014/main" id="{A8FB4B99-7FB9-7C64-6B1D-42A2D4C32C28}"/>
                    </a:ext>
                  </a:extLst>
                </p:cNvPr>
                <p:cNvSpPr/>
                <p:nvPr/>
              </p:nvSpPr>
              <p:spPr>
                <a:xfrm>
                  <a:off x="9253262" y="3163314"/>
                  <a:ext cx="786201" cy="126647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800" i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GB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GB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lang="en-GB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   </m:t>
                              </m:r>
                              <m:r>
                                <a:rPr lang="en-US" sz="2800" b="0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lang="en-GB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a:rPr lang="en-IN" sz="2800" b="0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</m:m>
                      </m:oMath>
                    </m:oMathPara>
                  </a14:m>
                  <a:endParaRPr lang="en-IN" sz="2800" dirty="0">
                    <a:solidFill>
                      <a:srgbClr val="002060"/>
                    </a:solidFill>
                  </a:endParaRPr>
                </a:p>
              </p:txBody>
            </p:sp>
          </mc:Choice>
          <mc:Fallback xmlns="">
            <p:sp>
              <p:nvSpPr>
                <p:cNvPr id="27" name="Rectangle 26">
                  <a:extLst>
                    <a:ext uri="{FF2B5EF4-FFF2-40B4-BE49-F238E27FC236}">
                      <a16:creationId xmlns:a16="http://schemas.microsoft.com/office/drawing/2014/main" id="{A8FB4B99-7FB9-7C64-6B1D-42A2D4C32C28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253262" y="3163314"/>
                  <a:ext cx="786201" cy="1266470"/>
                </a:xfrm>
                <a:prstGeom prst="rect">
                  <a:avLst/>
                </a:prstGeom>
                <a:blipFill>
                  <a:blip r:embed="rId15"/>
                  <a:stretch>
                    <a:fillRect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65" name="Rectangle 64">
            <a:extLst>
              <a:ext uri="{FF2B5EF4-FFF2-40B4-BE49-F238E27FC236}">
                <a16:creationId xmlns:a16="http://schemas.microsoft.com/office/drawing/2014/main" id="{1073AFBA-D271-1643-1F5B-01DCFDB307CE}"/>
              </a:ext>
            </a:extLst>
          </p:cNvPr>
          <p:cNvSpPr/>
          <p:nvPr/>
        </p:nvSpPr>
        <p:spPr>
          <a:xfrm>
            <a:off x="6376092" y="2303784"/>
            <a:ext cx="4251412" cy="54360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r>
              <a:rPr lang="en-IN" sz="2800" dirty="0">
                <a:solidFill>
                  <a:srgbClr val="002060"/>
                </a:solidFill>
              </a:rPr>
              <a:t>Apply the Back Substitution,</a:t>
            </a:r>
            <a:endParaRPr lang="en-IN" sz="2800" b="1" dirty="0">
              <a:solidFill>
                <a:srgbClr val="002060"/>
              </a:solidFill>
            </a:endParaRPr>
          </a:p>
        </p:txBody>
      </p:sp>
      <p:sp>
        <p:nvSpPr>
          <p:cNvPr id="66" name="Right Arrow 3">
            <a:extLst>
              <a:ext uri="{FF2B5EF4-FFF2-40B4-BE49-F238E27FC236}">
                <a16:creationId xmlns:a16="http://schemas.microsoft.com/office/drawing/2014/main" id="{6ECC5895-4D4D-3E04-00ED-EB825216BF58}"/>
              </a:ext>
            </a:extLst>
          </p:cNvPr>
          <p:cNvSpPr/>
          <p:nvPr/>
        </p:nvSpPr>
        <p:spPr>
          <a:xfrm flipV="1">
            <a:off x="6218772" y="2948831"/>
            <a:ext cx="576777" cy="394349"/>
          </a:xfrm>
          <a:prstGeom prst="rightArrow">
            <a:avLst/>
          </a:prstGeom>
          <a:gradFill>
            <a:gsLst>
              <a:gs pos="10000">
                <a:srgbClr val="0E47A1"/>
              </a:gs>
              <a:gs pos="100000">
                <a:srgbClr val="03A9F5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Wingdings 3" panose="05040102010807070707" pitchFamily="18" charset="2"/>
              <a:buNone/>
            </a:pPr>
            <a:endParaRPr lang="en-IN" sz="2800" dirty="0">
              <a:solidFill>
                <a:schemeClr val="bg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7" name="Rectangle 66">
                <a:extLst>
                  <a:ext uri="{FF2B5EF4-FFF2-40B4-BE49-F238E27FC236}">
                    <a16:creationId xmlns:a16="http://schemas.microsoft.com/office/drawing/2014/main" id="{D8C5BC41-C895-415F-FC64-1752E7B9E429}"/>
                  </a:ext>
                </a:extLst>
              </p:cNvPr>
              <p:cNvSpPr/>
              <p:nvPr/>
            </p:nvSpPr>
            <p:spPr>
              <a:xfrm>
                <a:off x="6844298" y="2874205"/>
                <a:ext cx="1931946" cy="543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11</m:t>
                      </m:r>
                      <m:sSub>
                        <m:sSubPr>
                          <m:ctrlPr>
                            <a:rPr lang="en-IN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k</m:t>
                          </m:r>
                        </m:e>
                        <m:sub>
                          <m: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=11</m:t>
                      </m:r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67" name="Rectangle 66">
                <a:extLst>
                  <a:ext uri="{FF2B5EF4-FFF2-40B4-BE49-F238E27FC236}">
                    <a16:creationId xmlns:a16="http://schemas.microsoft.com/office/drawing/2014/main" id="{D8C5BC41-C895-415F-FC64-1752E7B9E42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44298" y="2874205"/>
                <a:ext cx="1931946" cy="543600"/>
              </a:xfrm>
              <a:prstGeom prst="rect">
                <a:avLst/>
              </a:prstGeom>
              <a:blipFill>
                <a:blip r:embed="rId18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8" name="Rectangle 67">
                <a:extLst>
                  <a:ext uri="{FF2B5EF4-FFF2-40B4-BE49-F238E27FC236}">
                    <a16:creationId xmlns:a16="http://schemas.microsoft.com/office/drawing/2014/main" id="{7057047F-2DF9-97D4-54CE-0868EA63C4A9}"/>
                  </a:ext>
                </a:extLst>
              </p:cNvPr>
              <p:cNvSpPr/>
              <p:nvPr/>
            </p:nvSpPr>
            <p:spPr>
              <a:xfrm>
                <a:off x="10278618" y="2881592"/>
                <a:ext cx="1692392" cy="543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i="1" dirty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⇒</m:t>
                      </m:r>
                      <m:sSub>
                        <m:sSub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IN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k</m:t>
                          </m:r>
                        </m:e>
                        <m:sub>
                          <m:r>
                            <a:rPr lang="en-IN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=1</m:t>
                      </m:r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68" name="Rectangle 67">
                <a:extLst>
                  <a:ext uri="{FF2B5EF4-FFF2-40B4-BE49-F238E27FC236}">
                    <a16:creationId xmlns:a16="http://schemas.microsoft.com/office/drawing/2014/main" id="{7057047F-2DF9-97D4-54CE-0868EA63C4A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78618" y="2881592"/>
                <a:ext cx="1692392" cy="543600"/>
              </a:xfrm>
              <a:prstGeom prst="rect">
                <a:avLst/>
              </a:prstGeom>
              <a:blipFill>
                <a:blip r:embed="rId19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9" name="Right Arrow 3">
            <a:extLst>
              <a:ext uri="{FF2B5EF4-FFF2-40B4-BE49-F238E27FC236}">
                <a16:creationId xmlns:a16="http://schemas.microsoft.com/office/drawing/2014/main" id="{7BD0210D-8886-283C-00B2-07D307354444}"/>
              </a:ext>
            </a:extLst>
          </p:cNvPr>
          <p:cNvSpPr/>
          <p:nvPr/>
        </p:nvSpPr>
        <p:spPr>
          <a:xfrm flipV="1">
            <a:off x="6218772" y="3726632"/>
            <a:ext cx="576777" cy="394349"/>
          </a:xfrm>
          <a:prstGeom prst="rightArrow">
            <a:avLst/>
          </a:prstGeom>
          <a:gradFill>
            <a:gsLst>
              <a:gs pos="10000">
                <a:srgbClr val="0E47A1"/>
              </a:gs>
              <a:gs pos="100000">
                <a:srgbClr val="03A9F5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Wingdings 3" panose="05040102010807070707" pitchFamily="18" charset="2"/>
              <a:buNone/>
            </a:pPr>
            <a:endParaRPr lang="en-IN" sz="2800" dirty="0">
              <a:solidFill>
                <a:schemeClr val="bg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0" name="Rectangle 69">
                <a:extLst>
                  <a:ext uri="{FF2B5EF4-FFF2-40B4-BE49-F238E27FC236}">
                    <a16:creationId xmlns:a16="http://schemas.microsoft.com/office/drawing/2014/main" id="{AE6EBB7E-34B9-EF20-AA0C-0FE3E24F8BF9}"/>
                  </a:ext>
                </a:extLst>
              </p:cNvPr>
              <p:cNvSpPr/>
              <p:nvPr/>
            </p:nvSpPr>
            <p:spPr>
              <a:xfrm>
                <a:off x="6844298" y="3658356"/>
                <a:ext cx="2600250" cy="543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3</m:t>
                      </m:r>
                      <m:sSub>
                        <m:sSub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IN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k</m:t>
                          </m:r>
                        </m:e>
                        <m:sub>
                          <m: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7</m:t>
                      </m:r>
                      <m:sSub>
                        <m:sSub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IN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k</m:t>
                          </m:r>
                        </m:e>
                        <m:sub>
                          <m:r>
                            <a:rPr lang="en-IN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70" name="Rectangle 69">
                <a:extLst>
                  <a:ext uri="{FF2B5EF4-FFF2-40B4-BE49-F238E27FC236}">
                    <a16:creationId xmlns:a16="http://schemas.microsoft.com/office/drawing/2014/main" id="{AE6EBB7E-34B9-EF20-AA0C-0FE3E24F8BF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44298" y="3658356"/>
                <a:ext cx="2600250" cy="543600"/>
              </a:xfrm>
              <a:prstGeom prst="rect">
                <a:avLst/>
              </a:prstGeom>
              <a:blipFill>
                <a:blip r:embed="rId20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1" name="Rectangle 70">
                <a:extLst>
                  <a:ext uri="{FF2B5EF4-FFF2-40B4-BE49-F238E27FC236}">
                    <a16:creationId xmlns:a16="http://schemas.microsoft.com/office/drawing/2014/main" id="{3C80AA27-FD6E-AEEB-7625-49AA9061A823}"/>
                  </a:ext>
                </a:extLst>
              </p:cNvPr>
              <p:cNvSpPr/>
              <p:nvPr/>
            </p:nvSpPr>
            <p:spPr>
              <a:xfrm>
                <a:off x="10286009" y="3660438"/>
                <a:ext cx="1943238" cy="543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i="1" dirty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⇒</m:t>
                      </m:r>
                      <m:sSub>
                        <m:sSub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IN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k</m:t>
                          </m:r>
                        </m:e>
                        <m:sub>
                          <m: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=−2</m:t>
                      </m:r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71" name="Rectangle 70">
                <a:extLst>
                  <a:ext uri="{FF2B5EF4-FFF2-40B4-BE49-F238E27FC236}">
                    <a16:creationId xmlns:a16="http://schemas.microsoft.com/office/drawing/2014/main" id="{3C80AA27-FD6E-AEEB-7625-49AA9061A82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86009" y="3660438"/>
                <a:ext cx="1943238" cy="543600"/>
              </a:xfrm>
              <a:prstGeom prst="rect">
                <a:avLst/>
              </a:prstGeom>
              <a:blipFill>
                <a:blip r:embed="rId21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2" name="Right Arrow 3">
            <a:extLst>
              <a:ext uri="{FF2B5EF4-FFF2-40B4-BE49-F238E27FC236}">
                <a16:creationId xmlns:a16="http://schemas.microsoft.com/office/drawing/2014/main" id="{56CEEEAE-EEAB-04C6-7857-0A1D5C5980EC}"/>
              </a:ext>
            </a:extLst>
          </p:cNvPr>
          <p:cNvSpPr/>
          <p:nvPr/>
        </p:nvSpPr>
        <p:spPr>
          <a:xfrm flipV="1">
            <a:off x="6218772" y="4532586"/>
            <a:ext cx="576777" cy="394349"/>
          </a:xfrm>
          <a:prstGeom prst="rightArrow">
            <a:avLst/>
          </a:prstGeom>
          <a:gradFill>
            <a:gsLst>
              <a:gs pos="10000">
                <a:srgbClr val="0E47A1"/>
              </a:gs>
              <a:gs pos="100000">
                <a:srgbClr val="03A9F5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Wingdings 3" panose="05040102010807070707" pitchFamily="18" charset="2"/>
              <a:buNone/>
            </a:pPr>
            <a:endParaRPr lang="en-IN" sz="2800" dirty="0">
              <a:solidFill>
                <a:schemeClr val="bg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3" name="Rectangle 72">
                <a:extLst>
                  <a:ext uri="{FF2B5EF4-FFF2-40B4-BE49-F238E27FC236}">
                    <a16:creationId xmlns:a16="http://schemas.microsoft.com/office/drawing/2014/main" id="{9703EF3D-DCB7-124C-0499-91BD43E468CC}"/>
                  </a:ext>
                </a:extLst>
              </p:cNvPr>
              <p:cNvSpPr/>
              <p:nvPr/>
            </p:nvSpPr>
            <p:spPr>
              <a:xfrm>
                <a:off x="6844298" y="4464310"/>
                <a:ext cx="3478405" cy="543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IN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k</m:t>
                          </m:r>
                        </m:e>
                        <m:sub>
                          <m: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−2</m:t>
                      </m:r>
                      <m:sSub>
                        <m:sSub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IN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k</m:t>
                          </m:r>
                        </m:e>
                        <m:sub>
                          <m: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−6</m:t>
                      </m:r>
                      <m:sSub>
                        <m:sSub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IN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k</m:t>
                          </m:r>
                        </m:e>
                        <m:sub>
                          <m:r>
                            <a:rPr lang="en-IN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=−1</m:t>
                      </m:r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73" name="Rectangle 72">
                <a:extLst>
                  <a:ext uri="{FF2B5EF4-FFF2-40B4-BE49-F238E27FC236}">
                    <a16:creationId xmlns:a16="http://schemas.microsoft.com/office/drawing/2014/main" id="{9703EF3D-DCB7-124C-0499-91BD43E468C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44298" y="4464310"/>
                <a:ext cx="3478405" cy="543600"/>
              </a:xfrm>
              <a:prstGeom prst="rect">
                <a:avLst/>
              </a:prstGeom>
              <a:blipFill>
                <a:blip r:embed="rId22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4" name="Rectangle 73">
                <a:extLst>
                  <a:ext uri="{FF2B5EF4-FFF2-40B4-BE49-F238E27FC236}">
                    <a16:creationId xmlns:a16="http://schemas.microsoft.com/office/drawing/2014/main" id="{6A95DB13-DD6D-51CB-9AD9-86AC90137EBE}"/>
                  </a:ext>
                </a:extLst>
              </p:cNvPr>
              <p:cNvSpPr/>
              <p:nvPr/>
            </p:nvSpPr>
            <p:spPr>
              <a:xfrm>
                <a:off x="10281913" y="4465708"/>
                <a:ext cx="1656392" cy="543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i="1" dirty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⇒</m:t>
                      </m:r>
                      <m:sSub>
                        <m:sSub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IN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k</m:t>
                          </m:r>
                        </m:e>
                        <m:sub>
                          <m: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=1</m:t>
                      </m:r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74" name="Rectangle 73">
                <a:extLst>
                  <a:ext uri="{FF2B5EF4-FFF2-40B4-BE49-F238E27FC236}">
                    <a16:creationId xmlns:a16="http://schemas.microsoft.com/office/drawing/2014/main" id="{6A95DB13-DD6D-51CB-9AD9-86AC90137EB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81913" y="4465708"/>
                <a:ext cx="1656392" cy="543600"/>
              </a:xfrm>
              <a:prstGeom prst="rect">
                <a:avLst/>
              </a:prstGeom>
              <a:blipFill>
                <a:blip r:embed="rId23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7" name="Content Placeholder 4">
                <a:extLst>
                  <a:ext uri="{FF2B5EF4-FFF2-40B4-BE49-F238E27FC236}">
                    <a16:creationId xmlns:a16="http://schemas.microsoft.com/office/drawing/2014/main" id="{B615FA3C-4A8C-87BF-65FC-DD7E7382A64B}"/>
                  </a:ext>
                </a:extLst>
              </p:cNvPr>
              <p:cNvSpPr txBox="1">
                <a:spLocks/>
              </p:cNvSpPr>
              <p:nvPr/>
            </p:nvSpPr>
            <p:spPr>
              <a:xfrm flipH="1">
                <a:off x="6035858" y="5193447"/>
                <a:ext cx="4591646" cy="544460"/>
              </a:xfrm>
              <a:prstGeom prst="rect">
                <a:avLst/>
              </a:prstGeom>
              <a:noFill/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vert="horz" lIns="91440" tIns="45720" rIns="91440" bIns="45720" rtlCol="0" anchor="ctr">
                <a:noAutofit/>
              </a:bodyPr>
              <a:lstStyle>
                <a:lvl1pPr marL="265113" indent="-265113" algn="just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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809625" indent="-352425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118745" indent="0">
                  <a:lnSpc>
                    <a:spcPct val="115000"/>
                  </a:lnSpc>
                  <a:spcAft>
                    <a:spcPts val="800"/>
                  </a:spcAft>
                  <a:buNone/>
                </a:pPr>
                <a:r>
                  <a:rPr lang="en-US" sz="2800" dirty="0">
                    <a:solidFill>
                      <a:srgbClr val="002060"/>
                    </a:solidFill>
                    <a:latin typeface="+mj-lt"/>
                  </a:rPr>
                  <a:t>Since,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u</m:t>
                    </m:r>
                    <m:r>
                      <a:rPr lang="en-US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IN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k</m:t>
                        </m:r>
                      </m:e>
                      <m:sub>
                        <m:r>
                          <a:rPr lang="en-IN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US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a</m:t>
                    </m:r>
                    <m:r>
                      <a:rPr lang="en-IN" sz="2800" b="0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IN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k</m:t>
                        </m:r>
                      </m:e>
                      <m:sub>
                        <m:r>
                          <a:rPr lang="en-IN" sz="2800" b="0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US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b</m:t>
                    </m:r>
                    <m:r>
                      <a:rPr lang="en-US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IN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k</m:t>
                        </m:r>
                      </m:e>
                      <m:sub>
                        <m:r>
                          <a:rPr lang="en-IN" sz="2800" b="0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m:rPr>
                        <m:sty m:val="p"/>
                      </m:rPr>
                      <a:rPr lang="en-US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c</m:t>
                    </m:r>
                  </m:oMath>
                </a14:m>
                <a:endParaRPr lang="en-US" sz="2800" dirty="0">
                  <a:solidFill>
                    <a:srgbClr val="002060"/>
                  </a:solidFill>
                  <a:latin typeface="+mj-lt"/>
                </a:endParaRPr>
              </a:p>
            </p:txBody>
          </p:sp>
        </mc:Choice>
        <mc:Fallback xmlns="">
          <p:sp>
            <p:nvSpPr>
              <p:cNvPr id="77" name="Content Placeholder 4">
                <a:extLst>
                  <a:ext uri="{FF2B5EF4-FFF2-40B4-BE49-F238E27FC236}">
                    <a16:creationId xmlns:a16="http://schemas.microsoft.com/office/drawing/2014/main" id="{B615FA3C-4A8C-87BF-65FC-DD7E7382A64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6035858" y="5193447"/>
                <a:ext cx="4591646" cy="544460"/>
              </a:xfrm>
              <a:prstGeom prst="rect">
                <a:avLst/>
              </a:prstGeom>
              <a:blipFill>
                <a:blip r:embed="rId24"/>
                <a:stretch>
                  <a:fillRect l="-133" t="-6742" b="-32584"/>
                </a:stretch>
              </a:blipFill>
              <a:ln w="12700" cap="flat" cmpd="sng" algn="ctr">
                <a:noFill/>
                <a:prstDash val="solid"/>
                <a:miter lim="800000"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8" name="Content Placeholder 4">
                <a:extLst>
                  <a:ext uri="{FF2B5EF4-FFF2-40B4-BE49-F238E27FC236}">
                    <a16:creationId xmlns:a16="http://schemas.microsoft.com/office/drawing/2014/main" id="{CE265650-D4E2-E41A-1812-4ABB21319CC2}"/>
                  </a:ext>
                </a:extLst>
              </p:cNvPr>
              <p:cNvSpPr txBox="1">
                <a:spLocks/>
              </p:cNvSpPr>
              <p:nvPr/>
            </p:nvSpPr>
            <p:spPr>
              <a:xfrm flipH="1">
                <a:off x="6540481" y="5878039"/>
                <a:ext cx="3571642" cy="544460"/>
              </a:xfrm>
              <a:prstGeom prst="rect">
                <a:avLst/>
              </a:prstGeom>
              <a:noFill/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vert="horz" lIns="91440" tIns="45720" rIns="91440" bIns="45720" rtlCol="0" anchor="ctr">
                <a:noAutofit/>
              </a:bodyPr>
              <a:lstStyle>
                <a:lvl1pPr marL="265113" indent="-265113" algn="just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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809625" indent="-352425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118745" indent="0">
                  <a:lnSpc>
                    <a:spcPct val="115000"/>
                  </a:lnSpc>
                  <a:spcAft>
                    <a:spcPts val="8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i="1" dirty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⇒</m:t>
                      </m:r>
                      <m:r>
                        <m:rPr>
                          <m:sty m:val="p"/>
                        </m:rPr>
                        <a:rPr lang="en-US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u</m:t>
                      </m:r>
                      <m:r>
                        <a:rPr lang="en-US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=1</m:t>
                      </m:r>
                      <m:r>
                        <m:rPr>
                          <m:sty m:val="p"/>
                        </m:rPr>
                        <a:rPr lang="en-US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a</m:t>
                      </m:r>
                      <m:r>
                        <a:rPr lang="en-IN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−2</m:t>
                      </m:r>
                      <m:r>
                        <m:rPr>
                          <m:sty m:val="p"/>
                        </m:rPr>
                        <a:rPr lang="en-US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b</m:t>
                      </m:r>
                      <m:r>
                        <a:rPr lang="en-US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+1</m:t>
                      </m:r>
                      <m:r>
                        <m:rPr>
                          <m:sty m:val="p"/>
                        </m:rPr>
                        <a:rPr lang="en-US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c</m:t>
                      </m:r>
                    </m:oMath>
                  </m:oMathPara>
                </a14:m>
                <a:endParaRPr lang="en-US" sz="2800" dirty="0">
                  <a:solidFill>
                    <a:srgbClr val="002060"/>
                  </a:solidFill>
                  <a:latin typeface="+mj-lt"/>
                </a:endParaRPr>
              </a:p>
            </p:txBody>
          </p:sp>
        </mc:Choice>
        <mc:Fallback xmlns="">
          <p:sp>
            <p:nvSpPr>
              <p:cNvPr id="78" name="Content Placeholder 4">
                <a:extLst>
                  <a:ext uri="{FF2B5EF4-FFF2-40B4-BE49-F238E27FC236}">
                    <a16:creationId xmlns:a16="http://schemas.microsoft.com/office/drawing/2014/main" id="{CE265650-D4E2-E41A-1812-4ABB21319CC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6540481" y="5878039"/>
                <a:ext cx="3571642" cy="544460"/>
              </a:xfrm>
              <a:prstGeom prst="rect">
                <a:avLst/>
              </a:prstGeom>
              <a:blipFill>
                <a:blip r:embed="rId25"/>
                <a:stretch>
                  <a:fillRect/>
                </a:stretch>
              </a:blipFill>
              <a:ln w="12700" cap="flat" cmpd="sng" algn="ctr">
                <a:noFill/>
                <a:prstDash val="solid"/>
                <a:miter lim="800000"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802702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5" grpId="0"/>
      <p:bldP spid="16" grpId="0" animBg="1"/>
      <p:bldP spid="17" grpId="0"/>
      <p:bldP spid="65" grpId="0"/>
      <p:bldP spid="66" grpId="0" animBg="1"/>
      <p:bldP spid="67" grpId="0"/>
      <p:bldP spid="68" grpId="0"/>
      <p:bldP spid="69" grpId="0" animBg="1"/>
      <p:bldP spid="70" grpId="0"/>
      <p:bldP spid="71" grpId="0"/>
      <p:bldP spid="72" grpId="0" animBg="1"/>
      <p:bldP spid="73" grpId="0"/>
      <p:bldP spid="74" grpId="0"/>
      <p:bldP spid="77" grpId="0"/>
      <p:bldP spid="78" grpId="0"/>
    </p:bldLst>
  </p:timing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728A30-9F9C-CCB2-2562-56A11DFEDC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87F65214-8FF1-7C84-B79D-5B5772FA806D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IN" dirty="0"/>
                  <a:t>Method:3 </a:t>
                </a:r>
                <a14:m>
                  <m:oMath xmlns:m="http://schemas.openxmlformats.org/officeDocument/2006/math">
                    <m:r>
                      <a:rPr lang="en-IN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⇝</m:t>
                    </m:r>
                  </m:oMath>
                </a14:m>
                <a:r>
                  <a:rPr lang="en-IN" dirty="0"/>
                  <a:t> Example:1*</a:t>
                </a:r>
                <a:r>
                  <a:rPr lang="en-IN" dirty="0">
                    <a:solidFill>
                      <a:srgbClr val="FF0000"/>
                    </a:solidFill>
                  </a:rPr>
                  <a:t> [ For understanding ]</a:t>
                </a:r>
                <a:endParaRPr lang="en-IN" dirty="0"/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87F65214-8FF1-7C84-B79D-5B5772FA806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400" t="-8547" b="-1965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A0BE686F-F0FA-AFFB-8B43-31E8EF4A8C8C}"/>
              </a:ext>
            </a:extLst>
          </p:cNvPr>
          <p:cNvSpPr/>
          <p:nvPr/>
        </p:nvSpPr>
        <p:spPr>
          <a:xfrm>
            <a:off x="122278" y="2153039"/>
            <a:ext cx="1450657" cy="468000"/>
          </a:xfrm>
          <a:prstGeom prst="roundRect">
            <a:avLst/>
          </a:prstGeom>
          <a:gradFill>
            <a:gsLst>
              <a:gs pos="10000">
                <a:srgbClr val="0E47A1"/>
              </a:gs>
              <a:gs pos="100000">
                <a:srgbClr val="03A9F5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en-IN" sz="2800" dirty="0">
                <a:solidFill>
                  <a:schemeClr val="bg1"/>
                </a:solidFill>
              </a:rPr>
              <a:t>Solution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4" name="Content Placeholder 4">
                <a:extLst>
                  <a:ext uri="{FF2B5EF4-FFF2-40B4-BE49-F238E27FC236}">
                    <a16:creationId xmlns:a16="http://schemas.microsoft.com/office/drawing/2014/main" id="{A5AEA378-7336-7681-D0DA-1B236F69716A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604480" y="798602"/>
                <a:ext cx="10587520" cy="1125690"/>
              </a:xfrm>
              <a:prstGeom prst="rect">
                <a:avLst/>
              </a:prstGeom>
              <a:noFill/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vert="horz" lIns="91440" tIns="45720" rIns="91440" bIns="45720" rtlCol="0" anchor="ctr">
                <a:noAutofit/>
              </a:bodyPr>
              <a:lstStyle>
                <a:lvl1pPr marL="265113" indent="-265113" algn="just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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809625" indent="-352425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 algn="l">
                  <a:lnSpc>
                    <a:spcPct val="150000"/>
                  </a:lnSpc>
                  <a:buNone/>
                </a:pPr>
                <a:r>
                  <a:rPr lang="en-US" sz="2800" b="1" dirty="0">
                    <a:solidFill>
                      <a:srgbClr val="FF0000"/>
                    </a:solidFill>
                    <a:latin typeface="+mj-lt"/>
                  </a:rPr>
                  <a:t>Determine</a:t>
                </a:r>
                <a:r>
                  <a:rPr lang="en-US" sz="2800" dirty="0">
                    <a:solidFill>
                      <a:srgbClr val="002060"/>
                    </a:solidFill>
                    <a:latin typeface="+mj-lt"/>
                  </a:rPr>
                  <a:t> whether vector 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u</m:t>
                    </m:r>
                    <m:r>
                      <a:rPr lang="en-US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−1, 1,10</m:t>
                        </m:r>
                      </m:e>
                    </m:d>
                  </m:oMath>
                </a14:m>
                <a:r>
                  <a:rPr lang="en-US" sz="2800" dirty="0">
                    <a:solidFill>
                      <a:srgbClr val="002060"/>
                    </a:solidFill>
                    <a:latin typeface="+mj-lt"/>
                  </a:rPr>
                  <a:t> is a linear combination of the vectors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a</m:t>
                    </m:r>
                    <m:r>
                      <a:rPr lang="en-US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1, 0, 1</m:t>
                        </m:r>
                      </m:e>
                    </m:d>
                    <m:r>
                      <a:rPr lang="en-US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, </m:t>
                    </m:r>
                    <m:r>
                      <m:rPr>
                        <m:sty m:val="p"/>
                      </m:rPr>
                      <a:rPr lang="en-US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b</m:t>
                    </m:r>
                    <m:r>
                      <a:rPr lang="en-US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−2, 3, −2</m:t>
                        </m:r>
                      </m:e>
                    </m:d>
                    <m:r>
                      <a:rPr lang="en-US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&amp;</m:t>
                    </m:r>
                    <m:r>
                      <a:rPr lang="en-US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c</m:t>
                    </m:r>
                    <m:r>
                      <a:rPr lang="en-US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−6, 7, 5</m:t>
                        </m:r>
                      </m:e>
                    </m:d>
                    <m:r>
                      <a:rPr lang="en-US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en-IN" sz="2800" dirty="0">
                  <a:solidFill>
                    <a:srgbClr val="002060"/>
                  </a:solidFill>
                  <a:latin typeface="+mj-lt"/>
                </a:endParaRPr>
              </a:p>
            </p:txBody>
          </p:sp>
        </mc:Choice>
        <mc:Fallback xmlns="">
          <p:sp>
            <p:nvSpPr>
              <p:cNvPr id="34" name="Content Placeholder 4">
                <a:extLst>
                  <a:ext uri="{FF2B5EF4-FFF2-40B4-BE49-F238E27FC236}">
                    <a16:creationId xmlns:a16="http://schemas.microsoft.com/office/drawing/2014/main" id="{A5AEA378-7336-7681-D0DA-1B236F69716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04480" y="798602"/>
                <a:ext cx="10587520" cy="1125690"/>
              </a:xfrm>
              <a:prstGeom prst="rect">
                <a:avLst/>
              </a:prstGeom>
              <a:blipFill>
                <a:blip r:embed="rId3"/>
                <a:stretch>
                  <a:fillRect l="-1151" t="-541" b="-23243"/>
                </a:stretch>
              </a:blipFill>
              <a:ln w="12700" cap="flat" cmpd="sng" algn="ctr">
                <a:noFill/>
                <a:prstDash val="solid"/>
                <a:miter lim="800000"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5" name="Rectangle: Rounded Corners 34">
            <a:extLst>
              <a:ext uri="{FF2B5EF4-FFF2-40B4-BE49-F238E27FC236}">
                <a16:creationId xmlns:a16="http://schemas.microsoft.com/office/drawing/2014/main" id="{C2BAEB38-1604-6D67-83DE-97158C5606B3}"/>
              </a:ext>
            </a:extLst>
          </p:cNvPr>
          <p:cNvSpPr/>
          <p:nvPr/>
        </p:nvSpPr>
        <p:spPr>
          <a:xfrm>
            <a:off x="122279" y="854244"/>
            <a:ext cx="1450657" cy="468000"/>
          </a:xfrm>
          <a:prstGeom prst="roundRect">
            <a:avLst/>
          </a:prstGeom>
          <a:gradFill>
            <a:gsLst>
              <a:gs pos="10000">
                <a:srgbClr val="0E47A1"/>
              </a:gs>
              <a:gs pos="100000">
                <a:srgbClr val="03A9F5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r>
              <a:rPr lang="en-IN" sz="2800" dirty="0">
                <a:solidFill>
                  <a:schemeClr val="bg1"/>
                </a:solidFill>
              </a:rPr>
              <a:t>Example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Content Placeholder 4">
                <a:extLst>
                  <a:ext uri="{FF2B5EF4-FFF2-40B4-BE49-F238E27FC236}">
                    <a16:creationId xmlns:a16="http://schemas.microsoft.com/office/drawing/2014/main" id="{00294356-7D18-0DB2-449E-F8B3F48A1824}"/>
                  </a:ext>
                </a:extLst>
              </p:cNvPr>
              <p:cNvSpPr txBox="1">
                <a:spLocks/>
              </p:cNvSpPr>
              <p:nvPr/>
            </p:nvSpPr>
            <p:spPr>
              <a:xfrm flipH="1">
                <a:off x="1504354" y="2120163"/>
                <a:ext cx="10522546" cy="544460"/>
              </a:xfrm>
              <a:prstGeom prst="rect">
                <a:avLst/>
              </a:prstGeom>
              <a:noFill/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vert="horz" lIns="91440" tIns="45720" rIns="91440" bIns="45720" rtlCol="0" anchor="ctr">
                <a:noAutofit/>
              </a:bodyPr>
              <a:lstStyle>
                <a:lvl1pPr marL="265113" indent="-265113" algn="just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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809625" indent="-352425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118745" indent="0">
                  <a:lnSpc>
                    <a:spcPct val="115000"/>
                  </a:lnSpc>
                  <a:spcAft>
                    <a:spcPts val="800"/>
                  </a:spcAft>
                  <a:buNone/>
                </a:pPr>
                <a:r>
                  <a:rPr lang="en-US" sz="2800" dirty="0">
                    <a:solidFill>
                      <a:srgbClr val="002060"/>
                    </a:solidFill>
                    <a:latin typeface="+mj-lt"/>
                  </a:rPr>
                  <a:t>Let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u</m:t>
                    </m:r>
                    <m:r>
                      <a:rPr lang="en-US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k</m:t>
                        </m:r>
                      </m:e>
                      <m:sub>
                        <m:r>
                          <a:rPr lang="en-US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US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a</m:t>
                    </m:r>
                    <m:r>
                      <a:rPr lang="en-US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k</m:t>
                        </m:r>
                      </m:e>
                      <m:sub>
                        <m:r>
                          <a:rPr lang="en-US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US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b</m:t>
                    </m:r>
                    <m:r>
                      <a:rPr lang="en-US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k</m:t>
                        </m:r>
                      </m:e>
                      <m:sub>
                        <m:r>
                          <a:rPr lang="en-US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m:rPr>
                        <m:sty m:val="p"/>
                      </m:rPr>
                      <a:rPr lang="en-US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c</m:t>
                    </m:r>
                  </m:oMath>
                </a14:m>
                <a:endParaRPr lang="en-US" sz="2800" dirty="0">
                  <a:solidFill>
                    <a:srgbClr val="002060"/>
                  </a:solidFill>
                  <a:latin typeface="+mj-lt"/>
                </a:endParaRPr>
              </a:p>
            </p:txBody>
          </p:sp>
        </mc:Choice>
        <mc:Fallback xmlns="">
          <p:sp>
            <p:nvSpPr>
              <p:cNvPr id="16" name="Content Placeholder 4">
                <a:extLst>
                  <a:ext uri="{FF2B5EF4-FFF2-40B4-BE49-F238E27FC236}">
                    <a16:creationId xmlns:a16="http://schemas.microsoft.com/office/drawing/2014/main" id="{00294356-7D18-0DB2-449E-F8B3F48A182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1504354" y="2120163"/>
                <a:ext cx="10522546" cy="544460"/>
              </a:xfrm>
              <a:prstGeom prst="rect">
                <a:avLst/>
              </a:prstGeom>
              <a:blipFill>
                <a:blip r:embed="rId4"/>
                <a:stretch>
                  <a:fillRect l="-116" t="-10112" b="-29213"/>
                </a:stretch>
              </a:blipFill>
              <a:ln w="12700" cap="flat" cmpd="sng" algn="ctr">
                <a:noFill/>
                <a:prstDash val="solid"/>
                <a:miter lim="800000"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Content Placeholder 4">
                <a:extLst>
                  <a:ext uri="{FF2B5EF4-FFF2-40B4-BE49-F238E27FC236}">
                    <a16:creationId xmlns:a16="http://schemas.microsoft.com/office/drawing/2014/main" id="{A5F3DFD5-C6B8-3192-D7EE-CF497B81A809}"/>
                  </a:ext>
                </a:extLst>
              </p:cNvPr>
              <p:cNvSpPr txBox="1">
                <a:spLocks/>
              </p:cNvSpPr>
              <p:nvPr/>
            </p:nvSpPr>
            <p:spPr>
              <a:xfrm flipH="1">
                <a:off x="1497405" y="3393365"/>
                <a:ext cx="7872372" cy="540000"/>
              </a:xfrm>
              <a:prstGeom prst="rect">
                <a:avLst/>
              </a:prstGeom>
              <a:noFill/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vert="horz" lIns="91440" tIns="45720" rIns="91440" bIns="45720" rtlCol="0" anchor="ctr">
                <a:noAutofit/>
              </a:bodyPr>
              <a:lstStyle>
                <a:lvl1pPr marL="265113" indent="-265113" algn="just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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809625" indent="-352425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118745" indent="0">
                  <a:lnSpc>
                    <a:spcPct val="115000"/>
                  </a:lnSpc>
                  <a:spcAft>
                    <a:spcPts val="800"/>
                  </a:spcAft>
                  <a:buNone/>
                </a:pPr>
                <a:r>
                  <a:rPr lang="en-US" sz="2800" dirty="0">
                    <a:solidFill>
                      <a:srgbClr val="002060"/>
                    </a:solidFill>
                  </a:rPr>
                  <a:t>Also, u has 3 co-ordinates       	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sz="28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b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2800" b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𝐢</m:t>
                        </m:r>
                        <m:r>
                          <a:rPr lang="en-US" sz="2800" b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a:rPr lang="en-US" sz="2800" b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𝐞</m:t>
                        </m:r>
                        <m:r>
                          <a:rPr lang="en-US" sz="2800" b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.   −</m:t>
                        </m:r>
                        <m:r>
                          <a:rPr lang="en-US" sz="2800" b="1" i="0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  <m:r>
                          <a:rPr lang="en-US" sz="2800" b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sz="2800" b="1" i="0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  <m:r>
                          <a:rPr lang="en-US" sz="2800" b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sz="2800" b="1" i="0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𝟏𝟎</m:t>
                        </m:r>
                        <m:r>
                          <a:rPr lang="en-US" sz="2800" b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</m:e>
                    </m:d>
                  </m:oMath>
                </a14:m>
                <a:r>
                  <a:rPr lang="en-US" sz="2800" dirty="0">
                    <a:solidFill>
                      <a:srgbClr val="002060"/>
                    </a:solidFill>
                  </a:rPr>
                  <a:t>. </a:t>
                </a:r>
              </a:p>
            </p:txBody>
          </p:sp>
        </mc:Choice>
        <mc:Fallback xmlns="">
          <p:sp>
            <p:nvSpPr>
              <p:cNvPr id="14" name="Content Placeholder 4">
                <a:extLst>
                  <a:ext uri="{FF2B5EF4-FFF2-40B4-BE49-F238E27FC236}">
                    <a16:creationId xmlns:a16="http://schemas.microsoft.com/office/drawing/2014/main" id="{A5F3DFD5-C6B8-3192-D7EE-CF497B81A80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1497405" y="3393365"/>
                <a:ext cx="7872372" cy="540000"/>
              </a:xfrm>
              <a:prstGeom prst="rect">
                <a:avLst/>
              </a:prstGeom>
              <a:blipFill>
                <a:blip r:embed="rId5"/>
                <a:stretch>
                  <a:fillRect l="-155" t="-10227" b="-29545"/>
                </a:stretch>
              </a:blipFill>
              <a:ln w="12700" cap="flat" cmpd="sng" algn="ctr">
                <a:noFill/>
                <a:prstDash val="solid"/>
                <a:miter lim="800000"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Content Placeholder 4">
                <a:extLst>
                  <a:ext uri="{FF2B5EF4-FFF2-40B4-BE49-F238E27FC236}">
                    <a16:creationId xmlns:a16="http://schemas.microsoft.com/office/drawing/2014/main" id="{C2E3A768-B2DD-49B5-A909-9453EEB041E3}"/>
                  </a:ext>
                </a:extLst>
              </p:cNvPr>
              <p:cNvSpPr txBox="1">
                <a:spLocks/>
              </p:cNvSpPr>
              <p:nvPr/>
            </p:nvSpPr>
            <p:spPr>
              <a:xfrm flipH="1">
                <a:off x="1497408" y="2762365"/>
                <a:ext cx="7465970" cy="543600"/>
              </a:xfrm>
              <a:prstGeom prst="rect">
                <a:avLst/>
              </a:prstGeom>
              <a:noFill/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vert="horz" lIns="91440" tIns="45720" rIns="91440" bIns="45720" rtlCol="0" anchor="ctr">
                <a:noAutofit/>
              </a:bodyPr>
              <a:lstStyle>
                <a:defPPr>
                  <a:defRPr lang="en-US"/>
                </a:defPPr>
                <a:lvl1pPr marL="118745" algn="just">
                  <a:lnSpc>
                    <a:spcPct val="115000"/>
                  </a:lnSpc>
                  <a:spcBef>
                    <a:spcPts val="1000"/>
                  </a:spcBef>
                  <a:spcAft>
                    <a:spcPts val="800"/>
                  </a:spcAft>
                  <a:buClr>
                    <a:schemeClr val="accent6"/>
                  </a:buClr>
                  <a:buFont typeface="Wingdings 3" panose="05040102010807070707" pitchFamily="18" charset="2"/>
                  <a:buNone/>
                  <a:defRPr sz="2800">
                    <a:solidFill>
                      <a:srgbClr val="3A4A6A"/>
                    </a:solidFill>
                  </a:defRPr>
                </a:lvl1pPr>
              </a:lstStyle>
              <a:p>
                <a:pPr>
                  <a:lnSpc>
                    <a:spcPct val="90000"/>
                  </a:lnSpc>
                </a:pPr>
                <a:r>
                  <a:rPr lang="en-US" dirty="0">
                    <a:solidFill>
                      <a:srgbClr val="002060"/>
                    </a:solidFill>
                    <a:latin typeface="+mj-lt"/>
                  </a:rPr>
                  <a:t>Here, There are 3 unknowns	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b="1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 i="0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b="1" i="0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𝐢</m:t>
                        </m:r>
                        <m:r>
                          <a:rPr lang="en-US" b="1" i="0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a:rPr lang="en-US" b="1" i="0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𝐞</m:t>
                        </m:r>
                        <m:r>
                          <a:rPr lang="en-US" b="1" i="0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.   </m:t>
                        </m:r>
                        <m:sSub>
                          <m:sSubPr>
                            <m:ctrlPr>
                              <a:rPr lang="en-US" b="1" i="1" dirty="0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0" dirty="0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𝐤</m:t>
                            </m:r>
                          </m:e>
                          <m:sub>
                            <m:r>
                              <a:rPr lang="en-US" b="1" i="0" dirty="0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  <m:r>
                          <a:rPr lang="en-US" b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b="1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𝐤</m:t>
                            </m:r>
                          </m:e>
                          <m:sub>
                            <m:r>
                              <a:rPr lang="en-US" b="1" i="0" dirty="0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b>
                        </m:sSub>
                        <m:r>
                          <a:rPr lang="en-US" b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b="1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𝐤</m:t>
                            </m:r>
                          </m:e>
                          <m:sub>
                            <m:r>
                              <a:rPr lang="en-US" b="1" i="0" dirty="0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𝟑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sz="2600" i="0" dirty="0">
                    <a:solidFill>
                      <a:srgbClr val="002060"/>
                    </a:solidFill>
                    <a:latin typeface="+mj-lt"/>
                  </a:rPr>
                  <a:t>.</a:t>
                </a:r>
                <a:endParaRPr lang="en-US" sz="2600" b="1" dirty="0">
                  <a:solidFill>
                    <a:srgbClr val="002060"/>
                  </a:solidFill>
                  <a:latin typeface="+mj-lt"/>
                </a:endParaRPr>
              </a:p>
            </p:txBody>
          </p:sp>
        </mc:Choice>
        <mc:Fallback xmlns="">
          <p:sp>
            <p:nvSpPr>
              <p:cNvPr id="19" name="Content Placeholder 4">
                <a:extLst>
                  <a:ext uri="{FF2B5EF4-FFF2-40B4-BE49-F238E27FC236}">
                    <a16:creationId xmlns:a16="http://schemas.microsoft.com/office/drawing/2014/main" id="{C2E3A768-B2DD-49B5-A909-9453EEB041E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1497408" y="2762365"/>
                <a:ext cx="7465970" cy="543600"/>
              </a:xfrm>
              <a:prstGeom prst="rect">
                <a:avLst/>
              </a:prstGeom>
              <a:blipFill>
                <a:blip r:embed="rId6"/>
                <a:stretch>
                  <a:fillRect l="-163" t="-13483" r="-1225" b="-25843"/>
                </a:stretch>
              </a:blipFill>
              <a:ln w="12700" cap="flat" cmpd="sng" algn="ctr">
                <a:noFill/>
                <a:prstDash val="solid"/>
                <a:miter lim="800000"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Content Placeholder 4">
                <a:extLst>
                  <a:ext uri="{FF2B5EF4-FFF2-40B4-BE49-F238E27FC236}">
                    <a16:creationId xmlns:a16="http://schemas.microsoft.com/office/drawing/2014/main" id="{A5F3DFD5-C6B8-3192-D7EE-CF497B81A809}"/>
                  </a:ext>
                </a:extLst>
              </p:cNvPr>
              <p:cNvSpPr txBox="1">
                <a:spLocks/>
              </p:cNvSpPr>
              <p:nvPr/>
            </p:nvSpPr>
            <p:spPr>
              <a:xfrm flipH="1">
                <a:off x="1497408" y="4027876"/>
                <a:ext cx="7036992" cy="540000"/>
              </a:xfrm>
              <a:prstGeom prst="rect">
                <a:avLst/>
              </a:prstGeom>
              <a:noFill/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vert="horz" lIns="91440" tIns="45720" rIns="91440" bIns="45720" rtlCol="0" anchor="ctr">
                <a:noAutofit/>
              </a:bodyPr>
              <a:lstStyle>
                <a:lvl1pPr marL="265113" indent="-265113" algn="just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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809625" indent="-352425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118745" indent="0">
                  <a:lnSpc>
                    <a:spcPct val="115000"/>
                  </a:lnSpc>
                  <a:spcAft>
                    <a:spcPts val="800"/>
                  </a:spcAft>
                  <a:buNone/>
                </a:pPr>
                <a:r>
                  <a:rPr lang="en-US" sz="2800" dirty="0">
                    <a:solidFill>
                      <a:srgbClr val="002060"/>
                    </a:solidFill>
                  </a:rPr>
                  <a:t>So in system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800" i="0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AX</m:t>
                    </m:r>
                    <m:r>
                      <a:rPr lang="en-US" sz="2800" i="0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sz="2800" i="0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B</m:t>
                    </m:r>
                  </m:oMath>
                </a14:m>
                <a:r>
                  <a:rPr lang="en-US" sz="2800" dirty="0">
                    <a:solidFill>
                      <a:srgbClr val="002060"/>
                    </a:solidFill>
                  </a:rPr>
                  <a:t>, </a:t>
                </a:r>
                <a14:m>
                  <m:oMath xmlns:m="http://schemas.openxmlformats.org/officeDocument/2006/math">
                    <m:r>
                      <a:rPr lang="en-US" sz="2800" b="1" i="0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𝐀</m:t>
                    </m:r>
                  </m:oMath>
                </a14:m>
                <a:r>
                  <a:rPr lang="en-US" sz="2800" dirty="0">
                    <a:solidFill>
                      <a:srgbClr val="002060"/>
                    </a:solidFill>
                  </a:rPr>
                  <a:t> is a square matrix.  </a:t>
                </a:r>
              </a:p>
            </p:txBody>
          </p:sp>
        </mc:Choice>
        <mc:Fallback xmlns="">
          <p:sp>
            <p:nvSpPr>
              <p:cNvPr id="10" name="Content Placeholder 4">
                <a:extLst>
                  <a:ext uri="{FF2B5EF4-FFF2-40B4-BE49-F238E27FC236}">
                    <a16:creationId xmlns:a16="http://schemas.microsoft.com/office/drawing/2014/main" id="{A5F3DFD5-C6B8-3192-D7EE-CF497B81A80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1497408" y="4027876"/>
                <a:ext cx="7036992" cy="540000"/>
              </a:xfrm>
              <a:prstGeom prst="rect">
                <a:avLst/>
              </a:prstGeom>
              <a:blipFill>
                <a:blip r:embed="rId7"/>
                <a:stretch>
                  <a:fillRect l="-173" t="-10227" b="-29545"/>
                </a:stretch>
              </a:blipFill>
              <a:ln w="12700" cap="flat" cmpd="sng" algn="ctr">
                <a:noFill/>
                <a:prstDash val="solid"/>
                <a:miter lim="800000"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Content Placeholder 4">
                <a:extLst>
                  <a:ext uri="{FF2B5EF4-FFF2-40B4-BE49-F238E27FC236}">
                    <a16:creationId xmlns:a16="http://schemas.microsoft.com/office/drawing/2014/main" id="{A5F3DFD5-C6B8-3192-D7EE-CF497B81A809}"/>
                  </a:ext>
                </a:extLst>
              </p:cNvPr>
              <p:cNvSpPr txBox="1">
                <a:spLocks/>
              </p:cNvSpPr>
              <p:nvPr/>
            </p:nvSpPr>
            <p:spPr>
              <a:xfrm flipH="1">
                <a:off x="1497408" y="4662387"/>
                <a:ext cx="9859214" cy="540000"/>
              </a:xfrm>
              <a:prstGeom prst="rect">
                <a:avLst/>
              </a:prstGeom>
              <a:noFill/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vert="horz" lIns="91440" tIns="45720" rIns="91440" bIns="45720" rtlCol="0" anchor="ctr">
                <a:noAutofit/>
              </a:bodyPr>
              <a:lstStyle>
                <a:lvl1pPr marL="265113" indent="-265113" algn="just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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809625" indent="-352425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118745" indent="0">
                  <a:lnSpc>
                    <a:spcPct val="115000"/>
                  </a:lnSpc>
                  <a:spcAft>
                    <a:spcPts val="800"/>
                  </a:spcAft>
                  <a:buNone/>
                </a:pPr>
                <a:r>
                  <a:rPr lang="en-US" sz="2800" dirty="0">
                    <a:solidFill>
                      <a:srgbClr val="002060"/>
                    </a:solidFill>
                  </a:rPr>
                  <a:t>So, we can check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u</m:t>
                    </m:r>
                    <m:r>
                      <a:rPr lang="en-US" sz="2800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800" dirty="0">
                    <a:solidFill>
                      <a:srgbClr val="002060"/>
                    </a:solidFill>
                  </a:rPr>
                  <a:t>is linear combination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a</m:t>
                    </m:r>
                    <m:r>
                      <a:rPr lang="en-US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, </m:t>
                    </m:r>
                    <m:r>
                      <m:rPr>
                        <m:sty m:val="p"/>
                      </m:rPr>
                      <a:rPr lang="en-US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b</m:t>
                    </m:r>
                    <m:r>
                      <a:rPr lang="en-US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, </m:t>
                    </m:r>
                  </m:oMath>
                </a14:m>
                <a:r>
                  <a:rPr lang="en-US" sz="2800" dirty="0">
                    <a:solidFill>
                      <a:srgbClr val="002060"/>
                    </a:solidFill>
                  </a:rPr>
                  <a:t>and</a:t>
                </a:r>
                <a14:m>
                  <m:oMath xmlns:m="http://schemas.openxmlformats.org/officeDocument/2006/math">
                    <m:r>
                      <a:rPr lang="en-US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c</m:t>
                    </m:r>
                  </m:oMath>
                </a14:m>
                <a:r>
                  <a:rPr lang="en-US" sz="2800" dirty="0">
                    <a:solidFill>
                      <a:srgbClr val="002060"/>
                    </a:solidFill>
                  </a:rPr>
                  <a:t> using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sz="28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b="1" i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2800" b="1" i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𝐀</m:t>
                        </m:r>
                        <m:r>
                          <a:rPr lang="en-US" sz="2800" b="1" i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</m:e>
                    </m:d>
                  </m:oMath>
                </a14:m>
                <a:r>
                  <a:rPr lang="en-US" sz="2800" dirty="0">
                    <a:solidFill>
                      <a:srgbClr val="002060"/>
                    </a:solidFill>
                  </a:rPr>
                  <a:t>.</a:t>
                </a:r>
                <a:endParaRPr lang="en-US" sz="2800" b="1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11" name="Content Placeholder 4">
                <a:extLst>
                  <a:ext uri="{FF2B5EF4-FFF2-40B4-BE49-F238E27FC236}">
                    <a16:creationId xmlns:a16="http://schemas.microsoft.com/office/drawing/2014/main" id="{A5F3DFD5-C6B8-3192-D7EE-CF497B81A80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1497408" y="4662387"/>
                <a:ext cx="9859214" cy="540000"/>
              </a:xfrm>
              <a:prstGeom prst="rect">
                <a:avLst/>
              </a:prstGeom>
              <a:blipFill>
                <a:blip r:embed="rId8"/>
                <a:stretch>
                  <a:fillRect l="-124" t="-10227" b="-29545"/>
                </a:stretch>
              </a:blipFill>
              <a:ln w="12700" cap="flat" cmpd="sng" algn="ctr">
                <a:noFill/>
                <a:prstDash val="solid"/>
                <a:miter lim="800000"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Content Placeholder 4">
                <a:extLst>
                  <a:ext uri="{FF2B5EF4-FFF2-40B4-BE49-F238E27FC236}">
                    <a16:creationId xmlns:a16="http://schemas.microsoft.com/office/drawing/2014/main" id="{A5F3DFD5-C6B8-3192-D7EE-CF497B81A809}"/>
                  </a:ext>
                </a:extLst>
              </p:cNvPr>
              <p:cNvSpPr txBox="1">
                <a:spLocks/>
              </p:cNvSpPr>
              <p:nvPr/>
            </p:nvSpPr>
            <p:spPr>
              <a:xfrm flipH="1">
                <a:off x="1504354" y="5296898"/>
                <a:ext cx="8604846" cy="540000"/>
              </a:xfrm>
              <a:prstGeom prst="rect">
                <a:avLst/>
              </a:prstGeom>
              <a:noFill/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vert="horz" lIns="91440" tIns="45720" rIns="91440" bIns="45720" rtlCol="0" anchor="ctr">
                <a:noAutofit/>
              </a:bodyPr>
              <a:lstStyle>
                <a:lvl1pPr marL="265113" indent="-265113" algn="just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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809625" indent="-352425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118745" indent="0">
                  <a:lnSpc>
                    <a:spcPct val="115000"/>
                  </a:lnSpc>
                  <a:spcAft>
                    <a:spcPts val="800"/>
                  </a:spcAft>
                  <a:buNone/>
                </a:pPr>
                <a:r>
                  <a:rPr lang="en-US" sz="2800" dirty="0">
                    <a:solidFill>
                      <a:srgbClr val="002060"/>
                    </a:solidFill>
                  </a:rPr>
                  <a:t>Where, rows of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sz="28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b="1" i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2800" b="1" i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𝐀</m:t>
                        </m:r>
                        <m:r>
                          <a:rPr lang="en-US" sz="2800" b="1" i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</m:e>
                    </m:d>
                  </m:oMath>
                </a14:m>
                <a:r>
                  <a:rPr lang="en-US" sz="2800" dirty="0">
                    <a:solidFill>
                      <a:srgbClr val="002060"/>
                    </a:solidFill>
                  </a:rPr>
                  <a:t> are vectors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a</m:t>
                    </m:r>
                    <m:r>
                      <a:rPr lang="en-US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, </m:t>
                    </m:r>
                    <m:r>
                      <m:rPr>
                        <m:sty m:val="p"/>
                      </m:rPr>
                      <a:rPr lang="en-US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b</m:t>
                    </m:r>
                    <m:r>
                      <a:rPr lang="en-US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800" dirty="0">
                    <a:solidFill>
                      <a:srgbClr val="002060"/>
                    </a:solidFill>
                  </a:rPr>
                  <a:t>and</a:t>
                </a:r>
                <a14:m>
                  <m:oMath xmlns:m="http://schemas.openxmlformats.org/officeDocument/2006/math">
                    <m:r>
                      <a:rPr lang="en-US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c</m:t>
                    </m:r>
                  </m:oMath>
                </a14:m>
                <a:r>
                  <a:rPr lang="en-US" sz="2800" dirty="0">
                    <a:solidFill>
                      <a:srgbClr val="002060"/>
                    </a:solidFill>
                  </a:rPr>
                  <a:t>.</a:t>
                </a:r>
                <a:endParaRPr lang="en-US" sz="2800" b="1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12" name="Content Placeholder 4">
                <a:extLst>
                  <a:ext uri="{FF2B5EF4-FFF2-40B4-BE49-F238E27FC236}">
                    <a16:creationId xmlns:a16="http://schemas.microsoft.com/office/drawing/2014/main" id="{A5F3DFD5-C6B8-3192-D7EE-CF497B81A80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1504354" y="5296898"/>
                <a:ext cx="8604846" cy="540000"/>
              </a:xfrm>
              <a:prstGeom prst="rect">
                <a:avLst/>
              </a:prstGeom>
              <a:blipFill>
                <a:blip r:embed="rId9"/>
                <a:stretch>
                  <a:fillRect l="-142" t="-10227" b="-29545"/>
                </a:stretch>
              </a:blipFill>
              <a:ln w="12700" cap="flat" cmpd="sng" algn="ctr">
                <a:noFill/>
                <a:prstDash val="solid"/>
                <a:miter lim="800000"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456056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4" grpId="0"/>
      <p:bldP spid="19" grpId="0"/>
      <p:bldP spid="10" grpId="0"/>
      <p:bldP spid="11" grpId="0"/>
      <p:bldP spid="12" grpId="0"/>
    </p:bldLst>
  </p:timing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728A30-9F9C-CCB2-2562-56A11DFEDC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87F65214-8FF1-7C84-B79D-5B5772FA806D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IN" dirty="0"/>
                  <a:t>Method:3 </a:t>
                </a:r>
                <a14:m>
                  <m:oMath xmlns:m="http://schemas.openxmlformats.org/officeDocument/2006/math">
                    <m:r>
                      <a:rPr lang="en-IN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⇝</m:t>
                    </m:r>
                  </m:oMath>
                </a14:m>
                <a:r>
                  <a:rPr lang="en-IN" dirty="0"/>
                  <a:t> Example:1</a:t>
                </a:r>
                <a:r>
                  <a:rPr lang="en-IN" dirty="0">
                    <a:solidFill>
                      <a:srgbClr val="FF0000"/>
                    </a:solidFill>
                  </a:rPr>
                  <a:t> [ only for determine ]</a:t>
                </a:r>
                <a:endParaRPr lang="en-IN" dirty="0"/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87F65214-8FF1-7C84-B79D-5B5772FA806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400" t="-8547" b="-1965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A0BE686F-F0FA-AFFB-8B43-31E8EF4A8C8C}"/>
              </a:ext>
            </a:extLst>
          </p:cNvPr>
          <p:cNvSpPr/>
          <p:nvPr/>
        </p:nvSpPr>
        <p:spPr>
          <a:xfrm>
            <a:off x="122278" y="2153039"/>
            <a:ext cx="1450657" cy="468000"/>
          </a:xfrm>
          <a:prstGeom prst="roundRect">
            <a:avLst/>
          </a:prstGeom>
          <a:gradFill>
            <a:gsLst>
              <a:gs pos="10000">
                <a:srgbClr val="0E47A1"/>
              </a:gs>
              <a:gs pos="100000">
                <a:srgbClr val="03A9F5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en-IN" sz="2800" dirty="0">
                <a:solidFill>
                  <a:schemeClr val="bg1"/>
                </a:solidFill>
              </a:rPr>
              <a:t>Solution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4" name="Content Placeholder 4">
                <a:extLst>
                  <a:ext uri="{FF2B5EF4-FFF2-40B4-BE49-F238E27FC236}">
                    <a16:creationId xmlns:a16="http://schemas.microsoft.com/office/drawing/2014/main" id="{A5AEA378-7336-7681-D0DA-1B236F69716A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604480" y="798602"/>
                <a:ext cx="10587520" cy="1125690"/>
              </a:xfrm>
              <a:prstGeom prst="rect">
                <a:avLst/>
              </a:prstGeom>
              <a:noFill/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vert="horz" lIns="91440" tIns="45720" rIns="91440" bIns="45720" rtlCol="0" anchor="ctr">
                <a:noAutofit/>
              </a:bodyPr>
              <a:lstStyle>
                <a:lvl1pPr marL="265113" indent="-265113" algn="just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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809625" indent="-352425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 algn="l">
                  <a:lnSpc>
                    <a:spcPct val="150000"/>
                  </a:lnSpc>
                  <a:buNone/>
                </a:pPr>
                <a:r>
                  <a:rPr lang="en-US" sz="2800" b="1" dirty="0">
                    <a:solidFill>
                      <a:srgbClr val="FF0000"/>
                    </a:solidFill>
                  </a:rPr>
                  <a:t>Determine</a:t>
                </a:r>
                <a:r>
                  <a:rPr lang="en-US" sz="2800" b="1" dirty="0">
                    <a:solidFill>
                      <a:srgbClr val="002060"/>
                    </a:solidFill>
                  </a:rPr>
                  <a:t> </a:t>
                </a:r>
                <a:r>
                  <a:rPr lang="en-US" sz="2800" dirty="0">
                    <a:solidFill>
                      <a:srgbClr val="002060"/>
                    </a:solidFill>
                  </a:rPr>
                  <a:t>whether vector 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u</m:t>
                    </m:r>
                    <m:r>
                      <a:rPr lang="en-US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−1, 1,10</m:t>
                        </m:r>
                      </m:e>
                    </m:d>
                  </m:oMath>
                </a14:m>
                <a:r>
                  <a:rPr lang="en-US" sz="2800" dirty="0">
                    <a:solidFill>
                      <a:srgbClr val="002060"/>
                    </a:solidFill>
                  </a:rPr>
                  <a:t> is linear combination of the vectors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a</m:t>
                    </m:r>
                    <m:r>
                      <a:rPr lang="en-US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1, 0, 1</m:t>
                        </m:r>
                      </m:e>
                    </m:d>
                    <m:r>
                      <a:rPr lang="en-US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, </m:t>
                    </m:r>
                    <m:r>
                      <m:rPr>
                        <m:sty m:val="p"/>
                      </m:rPr>
                      <a:rPr lang="en-US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b</m:t>
                    </m:r>
                    <m:r>
                      <a:rPr lang="en-US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−2, 3, −2</m:t>
                        </m:r>
                      </m:e>
                    </m:d>
                    <m:r>
                      <a:rPr lang="en-US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  &amp;  </m:t>
                    </m:r>
                    <m:r>
                      <m:rPr>
                        <m:sty m:val="p"/>
                      </m:rPr>
                      <a:rPr lang="en-US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c</m:t>
                    </m:r>
                    <m:r>
                      <a:rPr lang="en-US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−6, 7, 5</m:t>
                        </m:r>
                      </m:e>
                    </m:d>
                    <m:r>
                      <a:rPr lang="en-US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34" name="Content Placeholder 4">
                <a:extLst>
                  <a:ext uri="{FF2B5EF4-FFF2-40B4-BE49-F238E27FC236}">
                    <a16:creationId xmlns:a16="http://schemas.microsoft.com/office/drawing/2014/main" id="{A5AEA378-7336-7681-D0DA-1B236F69716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04480" y="798602"/>
                <a:ext cx="10587520" cy="1125690"/>
              </a:xfrm>
              <a:prstGeom prst="rect">
                <a:avLst/>
              </a:prstGeom>
              <a:blipFill>
                <a:blip r:embed="rId3"/>
                <a:stretch>
                  <a:fillRect l="-1151" t="-541" b="-23243"/>
                </a:stretch>
              </a:blipFill>
              <a:ln w="12700" cap="flat" cmpd="sng" algn="ctr">
                <a:noFill/>
                <a:prstDash val="solid"/>
                <a:miter lim="800000"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5" name="Rectangle: Rounded Corners 34">
            <a:extLst>
              <a:ext uri="{FF2B5EF4-FFF2-40B4-BE49-F238E27FC236}">
                <a16:creationId xmlns:a16="http://schemas.microsoft.com/office/drawing/2014/main" id="{C2BAEB38-1604-6D67-83DE-97158C5606B3}"/>
              </a:ext>
            </a:extLst>
          </p:cNvPr>
          <p:cNvSpPr/>
          <p:nvPr/>
        </p:nvSpPr>
        <p:spPr>
          <a:xfrm>
            <a:off x="122279" y="854244"/>
            <a:ext cx="1450657" cy="468000"/>
          </a:xfrm>
          <a:prstGeom prst="roundRect">
            <a:avLst/>
          </a:prstGeom>
          <a:gradFill>
            <a:gsLst>
              <a:gs pos="10000">
                <a:srgbClr val="0E47A1"/>
              </a:gs>
              <a:gs pos="100000">
                <a:srgbClr val="03A9F5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r>
              <a:rPr lang="en-IN" sz="2800" dirty="0">
                <a:solidFill>
                  <a:schemeClr val="bg1"/>
                </a:solidFill>
              </a:rPr>
              <a:t>Example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Content Placeholder 4">
                <a:extLst>
                  <a:ext uri="{FF2B5EF4-FFF2-40B4-BE49-F238E27FC236}">
                    <a16:creationId xmlns:a16="http://schemas.microsoft.com/office/drawing/2014/main" id="{C2E3A768-B2DD-49B5-A909-9453EEB041E3}"/>
                  </a:ext>
                </a:extLst>
              </p:cNvPr>
              <p:cNvSpPr txBox="1">
                <a:spLocks/>
              </p:cNvSpPr>
              <p:nvPr/>
            </p:nvSpPr>
            <p:spPr>
              <a:xfrm flipH="1">
                <a:off x="0" y="2954630"/>
                <a:ext cx="1739900" cy="543600"/>
              </a:xfrm>
              <a:prstGeom prst="rect">
                <a:avLst/>
              </a:prstGeom>
              <a:noFill/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vert="horz" lIns="91440" tIns="45720" rIns="91440" bIns="45720" rtlCol="0" anchor="ctr">
                <a:noAutofit/>
              </a:bodyPr>
              <a:lstStyle>
                <a:defPPr>
                  <a:defRPr lang="en-US"/>
                </a:defPPr>
                <a:lvl1pPr marL="118745" algn="just">
                  <a:lnSpc>
                    <a:spcPct val="115000"/>
                  </a:lnSpc>
                  <a:spcBef>
                    <a:spcPts val="1000"/>
                  </a:spcBef>
                  <a:spcAft>
                    <a:spcPts val="800"/>
                  </a:spcAft>
                  <a:buClr>
                    <a:schemeClr val="accent6"/>
                  </a:buClr>
                  <a:buFont typeface="Wingdings 3" panose="05040102010807070707" pitchFamily="18" charset="2"/>
                  <a:buNone/>
                  <a:defRPr sz="2800">
                    <a:solidFill>
                      <a:srgbClr val="3A4A6A"/>
                    </a:solidFill>
                  </a:defRPr>
                </a:lvl1pPr>
              </a:lstStyle>
              <a:p>
                <a:pPr>
                  <a:lnSpc>
                    <a:spcPct val="90000"/>
                  </a:lnSpc>
                </a:pPr>
                <a:r>
                  <a:rPr lang="en-US" dirty="0">
                    <a:solidFill>
                      <a:srgbClr val="002060"/>
                    </a:solidFill>
                    <a:latin typeface="+mj-lt"/>
                  </a:rPr>
                  <a:t>Now,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en-US" b="0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A</m:t>
                        </m:r>
                        <m:r>
                          <a:rPr lang="en-US" b="0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</m:e>
                    </m:d>
                  </m:oMath>
                </a14:m>
                <a:endParaRPr lang="en-US" sz="2600" b="1" dirty="0">
                  <a:solidFill>
                    <a:srgbClr val="002060"/>
                  </a:solidFill>
                  <a:latin typeface="+mj-lt"/>
                </a:endParaRPr>
              </a:p>
            </p:txBody>
          </p:sp>
        </mc:Choice>
        <mc:Fallback xmlns="">
          <p:sp>
            <p:nvSpPr>
              <p:cNvPr id="19" name="Content Placeholder 4">
                <a:extLst>
                  <a:ext uri="{FF2B5EF4-FFF2-40B4-BE49-F238E27FC236}">
                    <a16:creationId xmlns:a16="http://schemas.microsoft.com/office/drawing/2014/main" id="{C2E3A768-B2DD-49B5-A909-9453EEB041E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0" y="2954630"/>
                <a:ext cx="1739900" cy="543600"/>
              </a:xfrm>
              <a:prstGeom prst="rect">
                <a:avLst/>
              </a:prstGeom>
              <a:blipFill>
                <a:blip r:embed="rId4"/>
                <a:stretch>
                  <a:fillRect l="-351" t="-13483" b="-24719"/>
                </a:stretch>
              </a:blipFill>
              <a:ln w="12700" cap="flat" cmpd="sng" algn="ctr">
                <a:noFill/>
                <a:prstDash val="solid"/>
                <a:miter lim="800000"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Content Placeholder 4">
                <a:extLst>
                  <a:ext uri="{FF2B5EF4-FFF2-40B4-BE49-F238E27FC236}">
                    <a16:creationId xmlns:a16="http://schemas.microsoft.com/office/drawing/2014/main" id="{C2E3A768-B2DD-49B5-A909-9453EEB041E3}"/>
                  </a:ext>
                </a:extLst>
              </p:cNvPr>
              <p:cNvSpPr txBox="1">
                <a:spLocks/>
              </p:cNvSpPr>
              <p:nvPr/>
            </p:nvSpPr>
            <p:spPr>
              <a:xfrm flipH="1">
                <a:off x="1477480" y="2624382"/>
                <a:ext cx="2971800" cy="1356728"/>
              </a:xfrm>
              <a:prstGeom prst="rect">
                <a:avLst/>
              </a:prstGeom>
              <a:noFill/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vert="horz" lIns="91440" tIns="45720" rIns="91440" bIns="45720" rtlCol="0" anchor="ctr">
                <a:noAutofit/>
              </a:bodyPr>
              <a:lstStyle>
                <a:defPPr>
                  <a:defRPr lang="en-US"/>
                </a:defPPr>
                <a:lvl1pPr marL="118745" algn="just">
                  <a:lnSpc>
                    <a:spcPct val="115000"/>
                  </a:lnSpc>
                  <a:spcBef>
                    <a:spcPts val="1000"/>
                  </a:spcBef>
                  <a:spcAft>
                    <a:spcPts val="800"/>
                  </a:spcAft>
                  <a:buClr>
                    <a:schemeClr val="accent6"/>
                  </a:buClr>
                  <a:buFont typeface="Wingdings 3" panose="05040102010807070707" pitchFamily="18" charset="2"/>
                  <a:buNone/>
                  <a:defRPr sz="2800">
                    <a:solidFill>
                      <a:srgbClr val="3A4A6A"/>
                    </a:solidFill>
                  </a:defRPr>
                </a:lvl1pPr>
              </a:lstStyle>
              <a:p>
                <a:pPr>
                  <a:lnSpc>
                    <a:spcPct val="9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|"/>
                          <m:endChr m:val="|"/>
                          <m:ctrlPr>
                            <a:rPr lang="en-US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b="0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b="0" i="1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en-US" b="0" i="1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   1</m:t>
                                </m:r>
                              </m:e>
                              <m:e>
                                <m:r>
                                  <a:rPr lang="en-US" b="0" i="1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b="0" i="1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   1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b="0" i="1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−2</m:t>
                                </m:r>
                              </m:e>
                              <m:e>
                                <m:r>
                                  <a:rPr lang="en-US" b="0" i="1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  <m:e>
                                <m:r>
                                  <a:rPr lang="en-US" b="0" i="1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−2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b="0" i="1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−6</m:t>
                                </m:r>
                              </m:e>
                              <m:e>
                                <m:r>
                                  <a:rPr lang="en-US" b="0" i="1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7</m:t>
                                </m:r>
                              </m:e>
                              <m:e>
                                <m:r>
                                  <a:rPr lang="en-US" b="0" i="1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   5</m:t>
                                </m:r>
                              </m:e>
                            </m:mr>
                          </m:m>
                          <m:r>
                            <a:rPr lang="en-US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d>
                    </m:oMath>
                  </m:oMathPara>
                </a14:m>
                <a:endParaRPr lang="en-US" sz="2600" b="1" dirty="0">
                  <a:solidFill>
                    <a:srgbClr val="002060"/>
                  </a:solidFill>
                  <a:latin typeface="+mj-lt"/>
                </a:endParaRPr>
              </a:p>
            </p:txBody>
          </p:sp>
        </mc:Choice>
        <mc:Fallback xmlns="">
          <p:sp>
            <p:nvSpPr>
              <p:cNvPr id="12" name="Content Placeholder 4">
                <a:extLst>
                  <a:ext uri="{FF2B5EF4-FFF2-40B4-BE49-F238E27FC236}">
                    <a16:creationId xmlns:a16="http://schemas.microsoft.com/office/drawing/2014/main" id="{C2E3A768-B2DD-49B5-A909-9453EEB041E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1477480" y="2624382"/>
                <a:ext cx="2971800" cy="1356728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 w="12700" cap="flat" cmpd="sng" algn="ctr">
                <a:noFill/>
                <a:prstDash val="solid"/>
                <a:miter lim="800000"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Content Placeholder 4">
                <a:extLst>
                  <a:ext uri="{FF2B5EF4-FFF2-40B4-BE49-F238E27FC236}">
                    <a16:creationId xmlns:a16="http://schemas.microsoft.com/office/drawing/2014/main" id="{C2E3A768-B2DD-49B5-A909-9453EEB041E3}"/>
                  </a:ext>
                </a:extLst>
              </p:cNvPr>
              <p:cNvSpPr txBox="1">
                <a:spLocks/>
              </p:cNvSpPr>
              <p:nvPr/>
            </p:nvSpPr>
            <p:spPr>
              <a:xfrm flipH="1">
                <a:off x="1502880" y="4088325"/>
                <a:ext cx="5475565" cy="543600"/>
              </a:xfrm>
              <a:prstGeom prst="rect">
                <a:avLst/>
              </a:prstGeom>
              <a:noFill/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vert="horz" lIns="91440" tIns="45720" rIns="91440" bIns="45720" rtlCol="0" anchor="ctr">
                <a:noAutofit/>
              </a:bodyPr>
              <a:lstStyle>
                <a:defPPr>
                  <a:defRPr lang="en-US"/>
                </a:defPPr>
                <a:lvl1pPr marL="118745" algn="just">
                  <a:lnSpc>
                    <a:spcPct val="115000"/>
                  </a:lnSpc>
                  <a:spcBef>
                    <a:spcPts val="1000"/>
                  </a:spcBef>
                  <a:spcAft>
                    <a:spcPts val="800"/>
                  </a:spcAft>
                  <a:buClr>
                    <a:schemeClr val="accent6"/>
                  </a:buClr>
                  <a:buFont typeface="Wingdings 3" panose="05040102010807070707" pitchFamily="18" charset="2"/>
                  <a:buNone/>
                  <a:defRPr sz="2800">
                    <a:solidFill>
                      <a:srgbClr val="3A4A6A"/>
                    </a:solidFill>
                  </a:defRPr>
                </a:lvl1pPr>
              </a:lstStyle>
              <a:p>
                <a:pPr marL="0">
                  <a:lnSpc>
                    <a:spcPct val="9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  <m:d>
                        <m:dPr>
                          <m:ctrlPr>
                            <a:rPr lang="en-US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15+14</m:t>
                          </m:r>
                        </m:e>
                      </m:d>
                      <m:r>
                        <a:rPr lang="en-US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+0+1</m:t>
                      </m:r>
                      <m:d>
                        <m:dPr>
                          <m:ctrlPr>
                            <a:rPr lang="en-US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−14+18</m:t>
                          </m:r>
                        </m:e>
                      </m:d>
                      <m:r>
                        <a:rPr lang="en-US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sz="2600" b="1" dirty="0">
                  <a:solidFill>
                    <a:srgbClr val="002060"/>
                  </a:solidFill>
                  <a:latin typeface="+mj-lt"/>
                </a:endParaRPr>
              </a:p>
            </p:txBody>
          </p:sp>
        </mc:Choice>
        <mc:Fallback xmlns="">
          <p:sp>
            <p:nvSpPr>
              <p:cNvPr id="15" name="Content Placeholder 4">
                <a:extLst>
                  <a:ext uri="{FF2B5EF4-FFF2-40B4-BE49-F238E27FC236}">
                    <a16:creationId xmlns:a16="http://schemas.microsoft.com/office/drawing/2014/main" id="{C2E3A768-B2DD-49B5-A909-9453EEB041E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1502880" y="4088325"/>
                <a:ext cx="5475565" cy="54360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ln w="12700" cap="flat" cmpd="sng" algn="ctr">
                <a:noFill/>
                <a:prstDash val="solid"/>
                <a:miter lim="800000"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Content Placeholder 4">
                <a:extLst>
                  <a:ext uri="{FF2B5EF4-FFF2-40B4-BE49-F238E27FC236}">
                    <a16:creationId xmlns:a16="http://schemas.microsoft.com/office/drawing/2014/main" id="{C2E3A768-B2DD-49B5-A909-9453EEB041E3}"/>
                  </a:ext>
                </a:extLst>
              </p:cNvPr>
              <p:cNvSpPr txBox="1">
                <a:spLocks/>
              </p:cNvSpPr>
              <p:nvPr/>
            </p:nvSpPr>
            <p:spPr>
              <a:xfrm flipH="1">
                <a:off x="1502880" y="4739140"/>
                <a:ext cx="1672120" cy="543600"/>
              </a:xfrm>
              <a:prstGeom prst="rect">
                <a:avLst/>
              </a:prstGeom>
              <a:noFill/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vert="horz" lIns="91440" tIns="45720" rIns="91440" bIns="45720" rtlCol="0" anchor="ctr">
                <a:noAutofit/>
              </a:bodyPr>
              <a:lstStyle>
                <a:defPPr>
                  <a:defRPr lang="en-US"/>
                </a:defPPr>
                <a:lvl1pPr marL="118745" algn="just">
                  <a:lnSpc>
                    <a:spcPct val="115000"/>
                  </a:lnSpc>
                  <a:spcBef>
                    <a:spcPts val="1000"/>
                  </a:spcBef>
                  <a:spcAft>
                    <a:spcPts val="800"/>
                  </a:spcAft>
                  <a:buClr>
                    <a:schemeClr val="accent6"/>
                  </a:buClr>
                  <a:buFont typeface="Wingdings 3" panose="05040102010807070707" pitchFamily="18" charset="2"/>
                  <a:buNone/>
                  <a:defRPr sz="2800">
                    <a:solidFill>
                      <a:srgbClr val="3A4A6A"/>
                    </a:solidFill>
                  </a:defRPr>
                </a:lvl1pPr>
              </a:lstStyle>
              <a:p>
                <a:pPr marL="0">
                  <a:lnSpc>
                    <a:spcPct val="9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29+4</m:t>
                      </m:r>
                    </m:oMath>
                  </m:oMathPara>
                </a14:m>
                <a:endParaRPr lang="en-US" sz="2600" b="1" dirty="0">
                  <a:solidFill>
                    <a:srgbClr val="002060"/>
                  </a:solidFill>
                  <a:latin typeface="+mj-lt"/>
                </a:endParaRPr>
              </a:p>
            </p:txBody>
          </p:sp>
        </mc:Choice>
        <mc:Fallback xmlns="">
          <p:sp>
            <p:nvSpPr>
              <p:cNvPr id="17" name="Content Placeholder 4">
                <a:extLst>
                  <a:ext uri="{FF2B5EF4-FFF2-40B4-BE49-F238E27FC236}">
                    <a16:creationId xmlns:a16="http://schemas.microsoft.com/office/drawing/2014/main" id="{C2E3A768-B2DD-49B5-A909-9453EEB041E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1502880" y="4739140"/>
                <a:ext cx="1672120" cy="54360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  <a:ln w="12700" cap="flat" cmpd="sng" algn="ctr">
                <a:noFill/>
                <a:prstDash val="solid"/>
                <a:miter lim="800000"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Content Placeholder 4">
                <a:extLst>
                  <a:ext uri="{FF2B5EF4-FFF2-40B4-BE49-F238E27FC236}">
                    <a16:creationId xmlns:a16="http://schemas.microsoft.com/office/drawing/2014/main" id="{C2E3A768-B2DD-49B5-A909-9453EEB041E3}"/>
                  </a:ext>
                </a:extLst>
              </p:cNvPr>
              <p:cNvSpPr txBox="1">
                <a:spLocks/>
              </p:cNvSpPr>
              <p:nvPr/>
            </p:nvSpPr>
            <p:spPr>
              <a:xfrm flipH="1">
                <a:off x="1502880" y="5389955"/>
                <a:ext cx="1748320" cy="543600"/>
              </a:xfrm>
              <a:prstGeom prst="rect">
                <a:avLst/>
              </a:prstGeom>
              <a:noFill/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vert="horz" lIns="91440" tIns="45720" rIns="91440" bIns="45720" rtlCol="0" anchor="ctr">
                <a:noAutofit/>
              </a:bodyPr>
              <a:lstStyle>
                <a:defPPr>
                  <a:defRPr lang="en-US"/>
                </a:defPPr>
                <a:lvl1pPr marL="118745" algn="just">
                  <a:lnSpc>
                    <a:spcPct val="115000"/>
                  </a:lnSpc>
                  <a:spcBef>
                    <a:spcPts val="1000"/>
                  </a:spcBef>
                  <a:spcAft>
                    <a:spcPts val="800"/>
                  </a:spcAft>
                  <a:buClr>
                    <a:schemeClr val="accent6"/>
                  </a:buClr>
                  <a:buFont typeface="Wingdings 3" panose="05040102010807070707" pitchFamily="18" charset="2"/>
                  <a:buNone/>
                  <a:defRPr sz="2800">
                    <a:solidFill>
                      <a:srgbClr val="3A4A6A"/>
                    </a:solidFill>
                  </a:defRPr>
                </a:lvl1pPr>
              </a:lstStyle>
              <a:p>
                <a:pPr marL="0">
                  <a:lnSpc>
                    <a:spcPct val="9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33≠0 </m:t>
                      </m:r>
                    </m:oMath>
                  </m:oMathPara>
                </a14:m>
                <a:endParaRPr lang="en-US" sz="2600" b="1" dirty="0">
                  <a:solidFill>
                    <a:srgbClr val="002060"/>
                  </a:solidFill>
                  <a:latin typeface="+mj-lt"/>
                </a:endParaRPr>
              </a:p>
            </p:txBody>
          </p:sp>
        </mc:Choice>
        <mc:Fallback xmlns="">
          <p:sp>
            <p:nvSpPr>
              <p:cNvPr id="18" name="Content Placeholder 4">
                <a:extLst>
                  <a:ext uri="{FF2B5EF4-FFF2-40B4-BE49-F238E27FC236}">
                    <a16:creationId xmlns:a16="http://schemas.microsoft.com/office/drawing/2014/main" id="{C2E3A768-B2DD-49B5-A909-9453EEB041E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1502880" y="5389955"/>
                <a:ext cx="1748320" cy="54360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  <a:ln w="12700" cap="flat" cmpd="sng" algn="ctr">
                <a:noFill/>
                <a:prstDash val="solid"/>
                <a:miter lim="800000"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Content Placeholder 4">
                <a:extLst>
                  <a:ext uri="{FF2B5EF4-FFF2-40B4-BE49-F238E27FC236}">
                    <a16:creationId xmlns:a16="http://schemas.microsoft.com/office/drawing/2014/main" id="{C2E3A768-B2DD-49B5-A909-9453EEB041E3}"/>
                  </a:ext>
                </a:extLst>
              </p:cNvPr>
              <p:cNvSpPr txBox="1">
                <a:spLocks/>
              </p:cNvSpPr>
              <p:nvPr/>
            </p:nvSpPr>
            <p:spPr>
              <a:xfrm flipH="1">
                <a:off x="-22344" y="5894291"/>
                <a:ext cx="6435844" cy="543600"/>
              </a:xfrm>
              <a:prstGeom prst="rect">
                <a:avLst/>
              </a:prstGeom>
              <a:noFill/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vert="horz" lIns="91440" tIns="45720" rIns="91440" bIns="45720" rtlCol="0" anchor="ctr">
                <a:noAutofit/>
              </a:bodyPr>
              <a:lstStyle>
                <a:defPPr>
                  <a:defRPr lang="en-US"/>
                </a:defPPr>
                <a:lvl1pPr marL="118745" algn="just">
                  <a:lnSpc>
                    <a:spcPct val="115000"/>
                  </a:lnSpc>
                  <a:spcBef>
                    <a:spcPts val="1000"/>
                  </a:spcBef>
                  <a:spcAft>
                    <a:spcPts val="800"/>
                  </a:spcAft>
                  <a:buClr>
                    <a:schemeClr val="accent6"/>
                  </a:buClr>
                  <a:buFont typeface="Wingdings 3" panose="05040102010807070707" pitchFamily="18" charset="2"/>
                  <a:buNone/>
                  <a:defRPr sz="2800">
                    <a:solidFill>
                      <a:srgbClr val="3A4A6A"/>
                    </a:solidFill>
                  </a:defRPr>
                </a:lvl1pPr>
              </a:lstStyle>
              <a:p>
                <a:pPr>
                  <a:lnSpc>
                    <a:spcPct val="90000"/>
                  </a:lnSpc>
                </a:pPr>
                <a:r>
                  <a:rPr lang="en-US" dirty="0">
                    <a:solidFill>
                      <a:srgbClr val="002060"/>
                    </a:solidFill>
                    <a:latin typeface="+mj-lt"/>
                  </a:rPr>
                  <a:t>So,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i="0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u</m:t>
                    </m:r>
                  </m:oMath>
                </a14:m>
                <a:r>
                  <a:rPr lang="en-US" dirty="0">
                    <a:solidFill>
                      <a:srgbClr val="002060"/>
                    </a:solidFill>
                    <a:latin typeface="+mj-lt"/>
                  </a:rPr>
                  <a:t> is linear combination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i="0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a</m:t>
                    </m:r>
                    <m:r>
                      <a:rPr lang="en-US" i="0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, </m:t>
                    </m:r>
                    <m:r>
                      <m:rPr>
                        <m:sty m:val="p"/>
                      </m:rPr>
                      <a:rPr lang="en-US" i="0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b</m:t>
                    </m:r>
                    <m:r>
                      <a:rPr lang="en-US" i="0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lang="en-US" dirty="0">
                    <a:solidFill>
                      <a:srgbClr val="002060"/>
                    </a:solidFill>
                    <a:latin typeface="+mj-lt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i="0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c</m:t>
                    </m:r>
                  </m:oMath>
                </a14:m>
                <a:r>
                  <a:rPr lang="en-US" dirty="0">
                    <a:solidFill>
                      <a:srgbClr val="002060"/>
                    </a:solidFill>
                    <a:latin typeface="+mj-lt"/>
                  </a:rPr>
                  <a:t>.</a:t>
                </a:r>
                <a:endParaRPr lang="en-US" sz="2600" b="1" dirty="0">
                  <a:solidFill>
                    <a:srgbClr val="002060"/>
                  </a:solidFill>
                  <a:latin typeface="+mj-lt"/>
                </a:endParaRPr>
              </a:p>
            </p:txBody>
          </p:sp>
        </mc:Choice>
        <mc:Fallback xmlns="">
          <p:sp>
            <p:nvSpPr>
              <p:cNvPr id="20" name="Content Placeholder 4">
                <a:extLst>
                  <a:ext uri="{FF2B5EF4-FFF2-40B4-BE49-F238E27FC236}">
                    <a16:creationId xmlns:a16="http://schemas.microsoft.com/office/drawing/2014/main" id="{C2E3A768-B2DD-49B5-A909-9453EEB041E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-22344" y="5894291"/>
                <a:ext cx="6435844" cy="543600"/>
              </a:xfrm>
              <a:prstGeom prst="rect">
                <a:avLst/>
              </a:prstGeom>
              <a:blipFill>
                <a:blip r:embed="rId9"/>
                <a:stretch>
                  <a:fillRect l="-95" t="-13483" b="-24719"/>
                </a:stretch>
              </a:blipFill>
              <a:ln w="12700" cap="flat" cmpd="sng" algn="ctr">
                <a:noFill/>
                <a:prstDash val="solid"/>
                <a:miter lim="800000"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5" name="Group 4"/>
          <p:cNvGrpSpPr/>
          <p:nvPr/>
        </p:nvGrpSpPr>
        <p:grpSpPr>
          <a:xfrm>
            <a:off x="4191000" y="2714139"/>
            <a:ext cx="825500" cy="366495"/>
            <a:chOff x="4191000" y="2691986"/>
            <a:chExt cx="825500" cy="366495"/>
          </a:xfrm>
        </p:grpSpPr>
        <p:cxnSp>
          <p:nvCxnSpPr>
            <p:cNvPr id="4" name="Straight Arrow Connector 3"/>
            <p:cNvCxnSpPr/>
            <p:nvPr/>
          </p:nvCxnSpPr>
          <p:spPr>
            <a:xfrm>
              <a:off x="4191000" y="2830286"/>
              <a:ext cx="500743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" name="Content Placeholder 4">
                  <a:extLst>
                    <a:ext uri="{FF2B5EF4-FFF2-40B4-BE49-F238E27FC236}">
                      <a16:creationId xmlns:a16="http://schemas.microsoft.com/office/drawing/2014/main" id="{C2E3A768-B2DD-49B5-A909-9453EEB041E3}"/>
                    </a:ext>
                  </a:extLst>
                </p:cNvPr>
                <p:cNvSpPr txBox="1">
                  <a:spLocks/>
                </p:cNvSpPr>
                <p:nvPr/>
              </p:nvSpPr>
              <p:spPr>
                <a:xfrm flipH="1">
                  <a:off x="4536956" y="2691986"/>
                  <a:ext cx="479544" cy="366495"/>
                </a:xfrm>
                <a:prstGeom prst="rect">
                  <a:avLst/>
                </a:prstGeom>
                <a:noFill/>
                <a:ln w="12700" cap="flat" cmpd="sng" algn="ctr">
                  <a:noFill/>
                  <a:prstDash val="solid"/>
                  <a:miter lim="800000"/>
                </a:ln>
              </p:spPr>
              <p:style>
                <a:lnRef idx="2">
                  <a:schemeClr val="accent6"/>
                </a:lnRef>
                <a:fillRef idx="1">
                  <a:schemeClr val="lt1"/>
                </a:fillRef>
                <a:effectRef idx="0">
                  <a:schemeClr val="accent6"/>
                </a:effectRef>
                <a:fontRef idx="minor">
                  <a:schemeClr val="dk1"/>
                </a:fontRef>
              </p:style>
              <p:txBody>
                <a:bodyPr vert="horz" lIns="91440" tIns="45720" rIns="91440" bIns="45720" rtlCol="0" anchor="ctr">
                  <a:noAutofit/>
                </a:bodyPr>
                <a:lstStyle>
                  <a:defPPr>
                    <a:defRPr lang="en-US"/>
                  </a:defPPr>
                  <a:lvl1pPr marL="118745" algn="just">
                    <a:lnSpc>
                      <a:spcPct val="115000"/>
                    </a:lnSpc>
                    <a:spcBef>
                      <a:spcPts val="1000"/>
                    </a:spcBef>
                    <a:spcAft>
                      <a:spcPts val="800"/>
                    </a:spcAft>
                    <a:buClr>
                      <a:schemeClr val="accent6"/>
                    </a:buClr>
                    <a:buFont typeface="Wingdings 3" panose="05040102010807070707" pitchFamily="18" charset="2"/>
                    <a:buNone/>
                    <a:defRPr sz="2800">
                      <a:solidFill>
                        <a:srgbClr val="3A4A6A"/>
                      </a:solidFill>
                    </a:defRPr>
                  </a:lvl1pPr>
                </a:lstStyle>
                <a:p>
                  <a:pPr>
                    <a:lnSpc>
                      <a:spcPct val="90000"/>
                    </a:lnSpc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US" i="0" dirty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a</m:t>
                        </m:r>
                      </m:oMath>
                    </m:oMathPara>
                  </a14:m>
                  <a:endParaRPr lang="en-US" sz="2600" b="1" dirty="0">
                    <a:solidFill>
                      <a:srgbClr val="002060"/>
                    </a:solidFill>
                    <a:latin typeface="+mj-lt"/>
                  </a:endParaRPr>
                </a:p>
              </p:txBody>
            </p:sp>
          </mc:Choice>
          <mc:Fallback xmlns="">
            <p:sp>
              <p:nvSpPr>
                <p:cNvPr id="14" name="Content Placeholder 4">
                  <a:extLst>
                    <a:ext uri="{FF2B5EF4-FFF2-40B4-BE49-F238E27FC236}">
                      <a16:creationId xmlns:a16="http://schemas.microsoft.com/office/drawing/2014/main" id="{C2E3A768-B2DD-49B5-A909-9453EEB041E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flipH="1">
                  <a:off x="4536956" y="2691986"/>
                  <a:ext cx="479544" cy="366495"/>
                </a:xfrm>
                <a:prstGeom prst="rect">
                  <a:avLst/>
                </a:prstGeom>
                <a:blipFill>
                  <a:blip r:embed="rId10"/>
                  <a:stretch>
                    <a:fillRect/>
                  </a:stretch>
                </a:blipFill>
                <a:ln w="12700" cap="flat" cmpd="sng" algn="ctr">
                  <a:noFill/>
                  <a:prstDash val="solid"/>
                  <a:miter lim="800000"/>
                </a:ln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6" name="Group 15"/>
          <p:cNvGrpSpPr/>
          <p:nvPr/>
        </p:nvGrpSpPr>
        <p:grpSpPr>
          <a:xfrm>
            <a:off x="4191000" y="3131735"/>
            <a:ext cx="825500" cy="366495"/>
            <a:chOff x="4191000" y="2691986"/>
            <a:chExt cx="825500" cy="366495"/>
          </a:xfrm>
        </p:grpSpPr>
        <p:cxnSp>
          <p:nvCxnSpPr>
            <p:cNvPr id="21" name="Straight Arrow Connector 20"/>
            <p:cNvCxnSpPr/>
            <p:nvPr/>
          </p:nvCxnSpPr>
          <p:spPr>
            <a:xfrm>
              <a:off x="4191000" y="2830286"/>
              <a:ext cx="500743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2" name="Content Placeholder 4">
                  <a:extLst>
                    <a:ext uri="{FF2B5EF4-FFF2-40B4-BE49-F238E27FC236}">
                      <a16:creationId xmlns:a16="http://schemas.microsoft.com/office/drawing/2014/main" id="{C2E3A768-B2DD-49B5-A909-9453EEB041E3}"/>
                    </a:ext>
                  </a:extLst>
                </p:cNvPr>
                <p:cNvSpPr txBox="1">
                  <a:spLocks/>
                </p:cNvSpPr>
                <p:nvPr/>
              </p:nvSpPr>
              <p:spPr>
                <a:xfrm flipH="1">
                  <a:off x="4536956" y="2691986"/>
                  <a:ext cx="479544" cy="366495"/>
                </a:xfrm>
                <a:prstGeom prst="rect">
                  <a:avLst/>
                </a:prstGeom>
                <a:noFill/>
                <a:ln w="12700" cap="flat" cmpd="sng" algn="ctr">
                  <a:noFill/>
                  <a:prstDash val="solid"/>
                  <a:miter lim="800000"/>
                </a:ln>
              </p:spPr>
              <p:style>
                <a:lnRef idx="2">
                  <a:schemeClr val="accent6"/>
                </a:lnRef>
                <a:fillRef idx="1">
                  <a:schemeClr val="lt1"/>
                </a:fillRef>
                <a:effectRef idx="0">
                  <a:schemeClr val="accent6"/>
                </a:effectRef>
                <a:fontRef idx="minor">
                  <a:schemeClr val="dk1"/>
                </a:fontRef>
              </p:style>
              <p:txBody>
                <a:bodyPr vert="horz" lIns="91440" tIns="45720" rIns="91440" bIns="45720" rtlCol="0" anchor="ctr">
                  <a:noAutofit/>
                </a:bodyPr>
                <a:lstStyle>
                  <a:defPPr>
                    <a:defRPr lang="en-US"/>
                  </a:defPPr>
                  <a:lvl1pPr marL="118745" algn="just">
                    <a:lnSpc>
                      <a:spcPct val="115000"/>
                    </a:lnSpc>
                    <a:spcBef>
                      <a:spcPts val="1000"/>
                    </a:spcBef>
                    <a:spcAft>
                      <a:spcPts val="800"/>
                    </a:spcAft>
                    <a:buClr>
                      <a:schemeClr val="accent6"/>
                    </a:buClr>
                    <a:buFont typeface="Wingdings 3" panose="05040102010807070707" pitchFamily="18" charset="2"/>
                    <a:buNone/>
                    <a:defRPr sz="2800">
                      <a:solidFill>
                        <a:srgbClr val="3A4A6A"/>
                      </a:solidFill>
                    </a:defRPr>
                  </a:lvl1pPr>
                </a:lstStyle>
                <a:p>
                  <a:pPr>
                    <a:lnSpc>
                      <a:spcPct val="90000"/>
                    </a:lnSpc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US" b="0" i="0" dirty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b</m:t>
                        </m:r>
                      </m:oMath>
                    </m:oMathPara>
                  </a14:m>
                  <a:endParaRPr lang="en-US" sz="2600" b="1" dirty="0">
                    <a:solidFill>
                      <a:srgbClr val="002060"/>
                    </a:solidFill>
                    <a:latin typeface="+mj-lt"/>
                  </a:endParaRPr>
                </a:p>
              </p:txBody>
            </p:sp>
          </mc:Choice>
          <mc:Fallback xmlns="">
            <p:sp>
              <p:nvSpPr>
                <p:cNvPr id="22" name="Content Placeholder 4">
                  <a:extLst>
                    <a:ext uri="{FF2B5EF4-FFF2-40B4-BE49-F238E27FC236}">
                      <a16:creationId xmlns:a16="http://schemas.microsoft.com/office/drawing/2014/main" id="{C2E3A768-B2DD-49B5-A909-9453EEB041E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flipH="1">
                  <a:off x="4536956" y="2691986"/>
                  <a:ext cx="479544" cy="366495"/>
                </a:xfrm>
                <a:prstGeom prst="rect">
                  <a:avLst/>
                </a:prstGeom>
                <a:blipFill>
                  <a:blip r:embed="rId11"/>
                  <a:stretch>
                    <a:fillRect t="-5000"/>
                  </a:stretch>
                </a:blipFill>
                <a:ln w="12700" cap="flat" cmpd="sng" algn="ctr">
                  <a:noFill/>
                  <a:prstDash val="solid"/>
                  <a:miter lim="800000"/>
                </a:ln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3" name="Group 22"/>
          <p:cNvGrpSpPr/>
          <p:nvPr/>
        </p:nvGrpSpPr>
        <p:grpSpPr>
          <a:xfrm>
            <a:off x="4191000" y="3526536"/>
            <a:ext cx="825500" cy="366495"/>
            <a:chOff x="4191000" y="2691986"/>
            <a:chExt cx="825500" cy="366495"/>
          </a:xfrm>
        </p:grpSpPr>
        <p:cxnSp>
          <p:nvCxnSpPr>
            <p:cNvPr id="24" name="Straight Arrow Connector 23"/>
            <p:cNvCxnSpPr/>
            <p:nvPr/>
          </p:nvCxnSpPr>
          <p:spPr>
            <a:xfrm>
              <a:off x="4191000" y="2830286"/>
              <a:ext cx="500743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5" name="Content Placeholder 4">
                  <a:extLst>
                    <a:ext uri="{FF2B5EF4-FFF2-40B4-BE49-F238E27FC236}">
                      <a16:creationId xmlns:a16="http://schemas.microsoft.com/office/drawing/2014/main" id="{C2E3A768-B2DD-49B5-A909-9453EEB041E3}"/>
                    </a:ext>
                  </a:extLst>
                </p:cNvPr>
                <p:cNvSpPr txBox="1">
                  <a:spLocks/>
                </p:cNvSpPr>
                <p:nvPr/>
              </p:nvSpPr>
              <p:spPr>
                <a:xfrm flipH="1">
                  <a:off x="4536956" y="2691986"/>
                  <a:ext cx="479544" cy="366495"/>
                </a:xfrm>
                <a:prstGeom prst="rect">
                  <a:avLst/>
                </a:prstGeom>
                <a:noFill/>
                <a:ln w="12700" cap="flat" cmpd="sng" algn="ctr">
                  <a:noFill/>
                  <a:prstDash val="solid"/>
                  <a:miter lim="800000"/>
                </a:ln>
              </p:spPr>
              <p:style>
                <a:lnRef idx="2">
                  <a:schemeClr val="accent6"/>
                </a:lnRef>
                <a:fillRef idx="1">
                  <a:schemeClr val="lt1"/>
                </a:fillRef>
                <a:effectRef idx="0">
                  <a:schemeClr val="accent6"/>
                </a:effectRef>
                <a:fontRef idx="minor">
                  <a:schemeClr val="dk1"/>
                </a:fontRef>
              </p:style>
              <p:txBody>
                <a:bodyPr vert="horz" lIns="91440" tIns="45720" rIns="91440" bIns="45720" rtlCol="0" anchor="ctr">
                  <a:noAutofit/>
                </a:bodyPr>
                <a:lstStyle>
                  <a:defPPr>
                    <a:defRPr lang="en-US"/>
                  </a:defPPr>
                  <a:lvl1pPr marL="118745" algn="just">
                    <a:lnSpc>
                      <a:spcPct val="115000"/>
                    </a:lnSpc>
                    <a:spcBef>
                      <a:spcPts val="1000"/>
                    </a:spcBef>
                    <a:spcAft>
                      <a:spcPts val="800"/>
                    </a:spcAft>
                    <a:buClr>
                      <a:schemeClr val="accent6"/>
                    </a:buClr>
                    <a:buFont typeface="Wingdings 3" panose="05040102010807070707" pitchFamily="18" charset="2"/>
                    <a:buNone/>
                    <a:defRPr sz="2800">
                      <a:solidFill>
                        <a:srgbClr val="3A4A6A"/>
                      </a:solidFill>
                    </a:defRPr>
                  </a:lvl1pPr>
                </a:lstStyle>
                <a:p>
                  <a:pPr>
                    <a:lnSpc>
                      <a:spcPct val="90000"/>
                    </a:lnSpc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US" b="0" i="0" dirty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c</m:t>
                        </m:r>
                      </m:oMath>
                    </m:oMathPara>
                  </a14:m>
                  <a:endParaRPr lang="en-US" sz="2600" b="1" dirty="0">
                    <a:solidFill>
                      <a:srgbClr val="002060"/>
                    </a:solidFill>
                    <a:latin typeface="+mj-lt"/>
                  </a:endParaRPr>
                </a:p>
              </p:txBody>
            </p:sp>
          </mc:Choice>
          <mc:Fallback xmlns="">
            <p:sp>
              <p:nvSpPr>
                <p:cNvPr id="25" name="Content Placeholder 4">
                  <a:extLst>
                    <a:ext uri="{FF2B5EF4-FFF2-40B4-BE49-F238E27FC236}">
                      <a16:creationId xmlns:a16="http://schemas.microsoft.com/office/drawing/2014/main" id="{C2E3A768-B2DD-49B5-A909-9453EEB041E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flipH="1">
                  <a:off x="4536956" y="2691986"/>
                  <a:ext cx="479544" cy="366495"/>
                </a:xfrm>
                <a:prstGeom prst="rect">
                  <a:avLst/>
                </a:prstGeom>
                <a:blipFill>
                  <a:blip r:embed="rId12"/>
                  <a:stretch>
                    <a:fillRect/>
                  </a:stretch>
                </a:blipFill>
                <a:ln w="12700" cap="flat" cmpd="sng" algn="ctr">
                  <a:noFill/>
                  <a:prstDash val="solid"/>
                  <a:miter lim="800000"/>
                </a:ln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6" name="Rounded Rectangle 5"/>
          <p:cNvSpPr/>
          <p:nvPr/>
        </p:nvSpPr>
        <p:spPr>
          <a:xfrm>
            <a:off x="3490800" y="1549508"/>
            <a:ext cx="397782" cy="358117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6" name="Rounded Rectangle 25"/>
          <p:cNvSpPr/>
          <p:nvPr/>
        </p:nvSpPr>
        <p:spPr>
          <a:xfrm>
            <a:off x="5510178" y="1549508"/>
            <a:ext cx="529448" cy="358117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7" name="Rounded Rectangle 26"/>
          <p:cNvSpPr/>
          <p:nvPr/>
        </p:nvSpPr>
        <p:spPr>
          <a:xfrm>
            <a:off x="8350992" y="1549508"/>
            <a:ext cx="529448" cy="358117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8" name="Rounded Rectangle 27"/>
          <p:cNvSpPr/>
          <p:nvPr/>
        </p:nvSpPr>
        <p:spPr>
          <a:xfrm>
            <a:off x="2206726" y="2622182"/>
            <a:ext cx="640632" cy="1236321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220057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12" grpId="0"/>
      <p:bldP spid="15" grpId="0"/>
      <p:bldP spid="17" grpId="0"/>
      <p:bldP spid="18" grpId="0"/>
      <p:bldP spid="20" grpId="0"/>
      <p:bldP spid="6" grpId="0" animBg="1"/>
      <p:bldP spid="6" grpId="1" animBg="1"/>
      <p:bldP spid="26" grpId="0" animBg="1"/>
      <p:bldP spid="26" grpId="1" animBg="1"/>
      <p:bldP spid="27" grpId="0" animBg="1"/>
      <p:bldP spid="27" grpId="1" animBg="1"/>
      <p:bldP spid="28" grpId="0" animBg="1"/>
      <p:bldP spid="28" grpId="1" animBg="1"/>
    </p:bldLst>
  </p:timing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3A795C-3F85-D658-6DC6-FA9721BB14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AE6C0FEF-1015-B9FD-C763-66C9445745F9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IN" dirty="0"/>
                  <a:t>Method:3 </a:t>
                </a:r>
                <a14:m>
                  <m:oMath xmlns:m="http://schemas.openxmlformats.org/officeDocument/2006/math">
                    <m:r>
                      <a:rPr lang="en-IN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⇝</m:t>
                    </m:r>
                  </m:oMath>
                </a14:m>
                <a:r>
                  <a:rPr lang="en-IN" dirty="0"/>
                  <a:t> Example:2</a:t>
                </a:r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AE6C0FEF-1015-B9FD-C763-66C9445745F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400" t="-8547" b="-1965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9EEC6D62-A8E1-3CCE-5180-C89445E9D872}"/>
              </a:ext>
            </a:extLst>
          </p:cNvPr>
          <p:cNvSpPr/>
          <p:nvPr/>
        </p:nvSpPr>
        <p:spPr>
          <a:xfrm>
            <a:off x="122278" y="2153039"/>
            <a:ext cx="1450657" cy="468000"/>
          </a:xfrm>
          <a:prstGeom prst="roundRect">
            <a:avLst/>
          </a:prstGeom>
          <a:gradFill>
            <a:gsLst>
              <a:gs pos="10000">
                <a:srgbClr val="0E47A1"/>
              </a:gs>
              <a:gs pos="100000">
                <a:srgbClr val="03A9F5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en-IN" sz="2800" dirty="0">
                <a:solidFill>
                  <a:schemeClr val="bg1"/>
                </a:solidFill>
              </a:rPr>
              <a:t>Solution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4" name="Content Placeholder 4">
                <a:extLst>
                  <a:ext uri="{FF2B5EF4-FFF2-40B4-BE49-F238E27FC236}">
                    <a16:creationId xmlns:a16="http://schemas.microsoft.com/office/drawing/2014/main" id="{4E739BDA-F9F6-4CF9-911F-7CB8AB0A6FCB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604480" y="798602"/>
                <a:ext cx="10587520" cy="1125690"/>
              </a:xfrm>
              <a:prstGeom prst="rect">
                <a:avLst/>
              </a:prstGeom>
              <a:noFill/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vert="horz" lIns="91440" tIns="45720" rIns="91440" bIns="45720" rtlCol="0" anchor="ctr">
                <a:noAutofit/>
              </a:bodyPr>
              <a:lstStyle>
                <a:lvl1pPr marL="265113" indent="-265113" algn="just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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809625" indent="-352425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lnSpc>
                    <a:spcPct val="150000"/>
                  </a:lnSpc>
                  <a:buNone/>
                </a:pPr>
                <a:r>
                  <a:rPr lang="en-US" sz="2800" dirty="0">
                    <a:solidFill>
                      <a:srgbClr val="002060"/>
                    </a:solidFill>
                    <a:latin typeface="+mj-lt"/>
                  </a:rPr>
                  <a:t>Express 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u</m:t>
                    </m:r>
                    <m:r>
                      <a:rPr lang="en-US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800" b="0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a:rPr lang="en-US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IN" sz="2800" b="0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en-US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1,</m:t>
                        </m:r>
                        <m:r>
                          <a:rPr lang="en-IN" sz="2800" b="0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−7</m:t>
                        </m:r>
                      </m:e>
                    </m:d>
                  </m:oMath>
                </a14:m>
                <a:r>
                  <a:rPr lang="en-US" sz="2800" dirty="0">
                    <a:solidFill>
                      <a:srgbClr val="002060"/>
                    </a:solidFill>
                    <a:latin typeface="+mj-lt"/>
                  </a:rPr>
                  <a:t> as a linear combination of the vectors</a:t>
                </a:r>
                <a:br>
                  <a:rPr lang="en-US" sz="2800" dirty="0">
                    <a:solidFill>
                      <a:srgbClr val="002060"/>
                    </a:solidFill>
                    <a:latin typeface="+mj-lt"/>
                  </a:rPr>
                </a:br>
                <a:r>
                  <a:rPr lang="en-US" sz="2800" dirty="0">
                    <a:solidFill>
                      <a:srgbClr val="002060"/>
                    </a:solidFill>
                    <a:latin typeface="+mj-lt"/>
                  </a:rPr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a</m:t>
                    </m:r>
                    <m:r>
                      <a:rPr lang="en-US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1, </m:t>
                        </m:r>
                        <m:r>
                          <a:rPr lang="en-IN" sz="2800" b="0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−2</m:t>
                        </m:r>
                        <m:r>
                          <a:rPr lang="en-US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IN" sz="2800" b="0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d>
                    <m:r>
                      <a:rPr lang="en-US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, </m:t>
                    </m:r>
                    <m:r>
                      <m:rPr>
                        <m:sty m:val="p"/>
                      </m:rPr>
                      <a:rPr lang="en-US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b</m:t>
                    </m:r>
                    <m:r>
                      <a:rPr lang="en-US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IN" sz="28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800" b="0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a:rPr lang="en-US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IN" sz="2800" b="0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a:rPr lang="en-US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IN" sz="2800" b="0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e>
                    </m:d>
                    <m:r>
                      <a:rPr lang="en-US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&amp;</m:t>
                    </m:r>
                    <m:r>
                      <a:rPr lang="en-US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c</m:t>
                    </m:r>
                    <m:r>
                      <a:rPr lang="en-US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IN" sz="28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800" b="0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IN" sz="2800" b="0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a:rPr lang="en-US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IN" sz="2800" b="0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e>
                    </m:d>
                    <m:r>
                      <a:rPr lang="en-IN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lang="en-IN" sz="2800" dirty="0">
                    <a:solidFill>
                      <a:srgbClr val="002060"/>
                    </a:solidFill>
                    <a:latin typeface="+mj-lt"/>
                  </a:rPr>
                  <a:t> if possible.</a:t>
                </a:r>
              </a:p>
            </p:txBody>
          </p:sp>
        </mc:Choice>
        <mc:Fallback xmlns="">
          <p:sp>
            <p:nvSpPr>
              <p:cNvPr id="34" name="Content Placeholder 4">
                <a:extLst>
                  <a:ext uri="{FF2B5EF4-FFF2-40B4-BE49-F238E27FC236}">
                    <a16:creationId xmlns:a16="http://schemas.microsoft.com/office/drawing/2014/main" id="{4E739BDA-F9F6-4CF9-911F-7CB8AB0A6FC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04480" y="798602"/>
                <a:ext cx="10587520" cy="1125690"/>
              </a:xfrm>
              <a:prstGeom prst="rect">
                <a:avLst/>
              </a:prstGeom>
              <a:blipFill>
                <a:blip r:embed="rId3"/>
                <a:stretch>
                  <a:fillRect l="-1151" t="-541" r="-1209" b="-23243"/>
                </a:stretch>
              </a:blipFill>
              <a:ln w="12700" cap="flat" cmpd="sng" algn="ctr">
                <a:noFill/>
                <a:prstDash val="solid"/>
                <a:miter lim="800000"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5" name="Rectangle: Rounded Corners 34">
            <a:extLst>
              <a:ext uri="{FF2B5EF4-FFF2-40B4-BE49-F238E27FC236}">
                <a16:creationId xmlns:a16="http://schemas.microsoft.com/office/drawing/2014/main" id="{2CB46D94-2570-D874-4F3A-18EA466D57FD}"/>
              </a:ext>
            </a:extLst>
          </p:cNvPr>
          <p:cNvSpPr/>
          <p:nvPr/>
        </p:nvSpPr>
        <p:spPr>
          <a:xfrm>
            <a:off x="122279" y="854244"/>
            <a:ext cx="1450657" cy="468000"/>
          </a:xfrm>
          <a:prstGeom prst="roundRect">
            <a:avLst/>
          </a:prstGeom>
          <a:gradFill>
            <a:gsLst>
              <a:gs pos="10000">
                <a:srgbClr val="0E47A1"/>
              </a:gs>
              <a:gs pos="100000">
                <a:srgbClr val="03A9F5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r>
              <a:rPr lang="en-IN" sz="2800" dirty="0">
                <a:solidFill>
                  <a:schemeClr val="bg1"/>
                </a:solidFill>
              </a:rPr>
              <a:t>Example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Content Placeholder 4">
                <a:extLst>
                  <a:ext uri="{FF2B5EF4-FFF2-40B4-BE49-F238E27FC236}">
                    <a16:creationId xmlns:a16="http://schemas.microsoft.com/office/drawing/2014/main" id="{F8FE7808-6070-3058-1843-37B57D298DA3}"/>
                  </a:ext>
                </a:extLst>
              </p:cNvPr>
              <p:cNvSpPr txBox="1">
                <a:spLocks/>
              </p:cNvSpPr>
              <p:nvPr/>
            </p:nvSpPr>
            <p:spPr>
              <a:xfrm flipH="1">
                <a:off x="1504354" y="2120163"/>
                <a:ext cx="4591646" cy="544460"/>
              </a:xfrm>
              <a:prstGeom prst="rect">
                <a:avLst/>
              </a:prstGeom>
              <a:noFill/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vert="horz" lIns="91440" tIns="45720" rIns="91440" bIns="45720" rtlCol="0" anchor="ctr">
                <a:noAutofit/>
              </a:bodyPr>
              <a:lstStyle>
                <a:lvl1pPr marL="265113" indent="-265113" algn="just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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809625" indent="-352425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118745" indent="0">
                  <a:lnSpc>
                    <a:spcPct val="115000"/>
                  </a:lnSpc>
                  <a:spcAft>
                    <a:spcPts val="800"/>
                  </a:spcAft>
                  <a:buNone/>
                </a:pPr>
                <a:r>
                  <a:rPr lang="en-US" sz="2800" dirty="0">
                    <a:solidFill>
                      <a:srgbClr val="002060"/>
                    </a:solidFill>
                    <a:latin typeface="+mj-lt"/>
                  </a:rPr>
                  <a:t>Let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u</m:t>
                    </m:r>
                    <m:r>
                      <a:rPr lang="en-US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k</m:t>
                        </m:r>
                      </m:e>
                      <m:sub>
                        <m:r>
                          <a:rPr lang="en-US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US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a</m:t>
                    </m:r>
                    <m:r>
                      <a:rPr lang="en-US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k</m:t>
                        </m:r>
                      </m:e>
                      <m:sub>
                        <m:r>
                          <a:rPr lang="en-US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US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b</m:t>
                    </m:r>
                    <m:r>
                      <a:rPr lang="en-US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k</m:t>
                        </m:r>
                      </m:e>
                      <m:sub>
                        <m:r>
                          <a:rPr lang="en-US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m:rPr>
                        <m:sty m:val="p"/>
                      </m:rPr>
                      <a:rPr lang="en-US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c</m:t>
                    </m:r>
                  </m:oMath>
                </a14:m>
                <a:endParaRPr lang="en-US" sz="2800" dirty="0">
                  <a:solidFill>
                    <a:srgbClr val="002060"/>
                  </a:solidFill>
                  <a:latin typeface="+mj-lt"/>
                </a:endParaRPr>
              </a:p>
            </p:txBody>
          </p:sp>
        </mc:Choice>
        <mc:Fallback xmlns="">
          <p:sp>
            <p:nvSpPr>
              <p:cNvPr id="21" name="Content Placeholder 4">
                <a:extLst>
                  <a:ext uri="{FF2B5EF4-FFF2-40B4-BE49-F238E27FC236}">
                    <a16:creationId xmlns:a16="http://schemas.microsoft.com/office/drawing/2014/main" id="{F8FE7808-6070-3058-1843-37B57D298DA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1504354" y="2120163"/>
                <a:ext cx="4591646" cy="544460"/>
              </a:xfrm>
              <a:prstGeom prst="rect">
                <a:avLst/>
              </a:prstGeom>
              <a:blipFill>
                <a:blip r:embed="rId4"/>
                <a:stretch>
                  <a:fillRect l="-266" t="-6742" b="-31461"/>
                </a:stretch>
              </a:blipFill>
              <a:ln w="12700" cap="flat" cmpd="sng" algn="ctr">
                <a:noFill/>
                <a:prstDash val="solid"/>
                <a:miter lim="800000"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Content Placeholder 4">
                <a:extLst>
                  <a:ext uri="{FF2B5EF4-FFF2-40B4-BE49-F238E27FC236}">
                    <a16:creationId xmlns:a16="http://schemas.microsoft.com/office/drawing/2014/main" id="{BF4617CF-F891-0C68-131C-65E9FF001686}"/>
                  </a:ext>
                </a:extLst>
              </p:cNvPr>
              <p:cNvSpPr txBox="1">
                <a:spLocks/>
              </p:cNvSpPr>
              <p:nvPr/>
            </p:nvSpPr>
            <p:spPr>
              <a:xfrm flipH="1">
                <a:off x="252808" y="2802354"/>
                <a:ext cx="8827692" cy="543600"/>
              </a:xfrm>
              <a:prstGeom prst="rect">
                <a:avLst/>
              </a:prstGeom>
              <a:noFill/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vert="horz" lIns="91440" tIns="45720" rIns="91440" bIns="45720" rtlCol="0" anchor="ctr">
                <a:noAutofit/>
              </a:bodyPr>
              <a:lstStyle>
                <a:defPPr>
                  <a:defRPr lang="en-US"/>
                </a:defPPr>
                <a:lvl1pPr marL="118745" algn="just">
                  <a:lnSpc>
                    <a:spcPct val="115000"/>
                  </a:lnSpc>
                  <a:spcBef>
                    <a:spcPts val="1000"/>
                  </a:spcBef>
                  <a:spcAft>
                    <a:spcPts val="800"/>
                  </a:spcAft>
                  <a:buClr>
                    <a:schemeClr val="accent6"/>
                  </a:buClr>
                  <a:buFont typeface="Wingdings 3" panose="05040102010807070707" pitchFamily="18" charset="2"/>
                  <a:buNone/>
                  <a:defRPr sz="2800">
                    <a:solidFill>
                      <a:srgbClr val="3A4A6A"/>
                    </a:solidFill>
                  </a:defRPr>
                </a:lvl1pPr>
              </a:lstStyle>
              <a:p>
                <a:pPr>
                  <a:lnSpc>
                    <a:spcPct val="9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⇒</m:t>
                      </m:r>
                      <m:d>
                        <m:dPr>
                          <m:ctrlPr>
                            <a:rPr lang="en-US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IN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5</m:t>
                          </m:r>
                          <m:r>
                            <a:rPr lang="en-US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IN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1,</m:t>
                          </m:r>
                          <m:r>
                            <a:rPr lang="en-IN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−7</m:t>
                          </m:r>
                        </m:e>
                      </m:d>
                      <m:r>
                        <a:rPr lang="en-US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k</m:t>
                          </m:r>
                        </m:e>
                        <m:sub>
                          <m:r>
                            <a:rPr lang="en-US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d>
                        <m:dPr>
                          <m:ctrlPr>
                            <a:rPr lang="en-US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1, </m:t>
                          </m:r>
                          <m:r>
                            <a:rPr lang="en-IN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−2</m:t>
                          </m:r>
                          <m:r>
                            <a:rPr lang="en-US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IN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</m:d>
                      <m:r>
                        <a:rPr lang="en-US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k</m:t>
                          </m:r>
                        </m:e>
                        <m:sub>
                          <m:r>
                            <a:rPr lang="en-US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d>
                        <m:dPr>
                          <m:ctrlPr>
                            <a:rPr lang="en-IN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  <m:r>
                            <a:rPr lang="en-US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IN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5</m:t>
                          </m:r>
                          <m:r>
                            <a:rPr lang="en-US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IN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5</m:t>
                          </m:r>
                        </m:e>
                      </m:d>
                      <m:r>
                        <a:rPr lang="en-US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k</m:t>
                          </m:r>
                        </m:e>
                        <m:sub>
                          <m:r>
                            <a:rPr lang="en-US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d>
                        <m:dPr>
                          <m:ctrlPr>
                            <a:rPr lang="en-IN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IN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  <m:r>
                            <a:rPr lang="en-US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IN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8</m:t>
                          </m:r>
                        </m:e>
                      </m:d>
                    </m:oMath>
                  </m:oMathPara>
                </a14:m>
                <a:endParaRPr lang="en-US" i="1" dirty="0">
                  <a:solidFill>
                    <a:srgbClr val="002060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23" name="Content Placeholder 4">
                <a:extLst>
                  <a:ext uri="{FF2B5EF4-FFF2-40B4-BE49-F238E27FC236}">
                    <a16:creationId xmlns:a16="http://schemas.microsoft.com/office/drawing/2014/main" id="{BF4617CF-F891-0C68-131C-65E9FF00168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252808" y="2802354"/>
                <a:ext cx="8827692" cy="54360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 w="12700" cap="flat" cmpd="sng" algn="ctr">
                <a:noFill/>
                <a:prstDash val="solid"/>
                <a:miter lim="800000"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Content Placeholder 4">
                <a:extLst>
                  <a:ext uri="{FF2B5EF4-FFF2-40B4-BE49-F238E27FC236}">
                    <a16:creationId xmlns:a16="http://schemas.microsoft.com/office/drawing/2014/main" id="{89163715-BC29-E470-061B-F3C3EE71B454}"/>
                  </a:ext>
                </a:extLst>
              </p:cNvPr>
              <p:cNvSpPr txBox="1">
                <a:spLocks/>
              </p:cNvSpPr>
              <p:nvPr/>
            </p:nvSpPr>
            <p:spPr>
              <a:xfrm flipH="1">
                <a:off x="252808" y="3459991"/>
                <a:ext cx="11664000" cy="543600"/>
              </a:xfrm>
              <a:prstGeom prst="rect">
                <a:avLst/>
              </a:prstGeom>
              <a:noFill/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vert="horz" lIns="91440" tIns="45720" rIns="91440" bIns="45720" rtlCol="0" anchor="ctr">
                <a:noAutofit/>
              </a:bodyPr>
              <a:lstStyle>
                <a:defPPr>
                  <a:defRPr lang="en-US"/>
                </a:defPPr>
                <a:lvl1pPr marL="118745" algn="just">
                  <a:lnSpc>
                    <a:spcPct val="115000"/>
                  </a:lnSpc>
                  <a:spcBef>
                    <a:spcPts val="1000"/>
                  </a:spcBef>
                  <a:spcAft>
                    <a:spcPts val="800"/>
                  </a:spcAft>
                  <a:buClr>
                    <a:schemeClr val="accent6"/>
                  </a:buClr>
                  <a:buFont typeface="Wingdings 3" panose="05040102010807070707" pitchFamily="18" charset="2"/>
                  <a:buNone/>
                  <a:defRPr sz="2800">
                    <a:solidFill>
                      <a:srgbClr val="3A4A6A"/>
                    </a:solidFill>
                  </a:defRPr>
                </a:lvl1pPr>
              </a:lstStyle>
              <a:p>
                <a:pPr>
                  <a:lnSpc>
                    <a:spcPct val="9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⇒</m:t>
                      </m:r>
                      <m:d>
                        <m:dPr>
                          <m:ctrlPr>
                            <a:rPr lang="en-US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IN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5</m:t>
                          </m:r>
                          <m:r>
                            <a:rPr lang="en-US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IN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1,</m:t>
                          </m:r>
                          <m:r>
                            <a:rPr lang="en-IN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−7</m:t>
                          </m:r>
                        </m:e>
                      </m:d>
                      <m:r>
                        <a:rPr lang="en-US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IN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1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i="1">
                                  <a:latin typeface="Cambria Math" panose="02040503050406030204" pitchFamily="18" charset="0"/>
                                </a:rPr>
                                <m:t>k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+0</m:t>
                          </m:r>
                          <m:sSub>
                            <m:sSubPr>
                              <m:ctrlPr>
                                <a:rPr lang="en-US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k</m:t>
                              </m:r>
                            </m:e>
                            <m:sub>
                              <m:r>
                                <a:rPr lang="en-US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+2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i="1">
                                  <a:latin typeface="Cambria Math" panose="02040503050406030204" pitchFamily="18" charset="0"/>
                                </a:rPr>
                                <m:t>k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r>
                            <a:rPr lang="en-US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−2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i="1">
                                  <a:latin typeface="Cambria Math" panose="02040503050406030204" pitchFamily="18" charset="0"/>
                                </a:rPr>
                                <m:t>k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+5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i="1">
                                  <a:latin typeface="Cambria Math" panose="02040503050406030204" pitchFamily="18" charset="0"/>
                                </a:rPr>
                                <m:t>k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IN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  <m:sSub>
                            <m:sSubPr>
                              <m:ctrlPr>
                                <a:rPr lang="en-US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k</m:t>
                              </m:r>
                            </m:e>
                            <m:sub>
                              <m:r>
                                <a:rPr lang="en-US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r>
                            <a:rPr lang="en-US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m:rPr>
                                  <m:sty m:val="p"/>
                                </m:rPr>
                                <a:rPr lang="en-US" i="1">
                                  <a:latin typeface="Cambria Math" panose="02040503050406030204" pitchFamily="18" charset="0"/>
                                </a:rPr>
                                <m:t>k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+5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i="1">
                                  <a:latin typeface="Cambria Math" panose="02040503050406030204" pitchFamily="18" charset="0"/>
                                </a:rPr>
                                <m:t>k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+8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i="1">
                                  <a:latin typeface="Cambria Math" panose="02040503050406030204" pitchFamily="18" charset="0"/>
                                </a:rPr>
                                <m:t>k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d>
                    </m:oMath>
                  </m:oMathPara>
                </a14:m>
                <a:endParaRPr lang="en-US" i="1" dirty="0">
                  <a:solidFill>
                    <a:srgbClr val="002060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27" name="Content Placeholder 4">
                <a:extLst>
                  <a:ext uri="{FF2B5EF4-FFF2-40B4-BE49-F238E27FC236}">
                    <a16:creationId xmlns:a16="http://schemas.microsoft.com/office/drawing/2014/main" id="{89163715-BC29-E470-061B-F3C3EE71B45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252808" y="3459991"/>
                <a:ext cx="11664000" cy="54360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ln w="12700" cap="flat" cmpd="sng" algn="ctr">
                <a:noFill/>
                <a:prstDash val="solid"/>
                <a:miter lim="800000"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8" name="Content Placeholder 4">
            <a:extLst>
              <a:ext uri="{FF2B5EF4-FFF2-40B4-BE49-F238E27FC236}">
                <a16:creationId xmlns:a16="http://schemas.microsoft.com/office/drawing/2014/main" id="{1A2EE99E-860B-EE9D-4F59-C6C2CE57581D}"/>
              </a:ext>
            </a:extLst>
          </p:cNvPr>
          <p:cNvSpPr txBox="1">
            <a:spLocks/>
          </p:cNvSpPr>
          <p:nvPr/>
        </p:nvSpPr>
        <p:spPr>
          <a:xfrm flipH="1">
            <a:off x="122278" y="4084644"/>
            <a:ext cx="6138822" cy="5436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defPPr>
              <a:defRPr lang="en-US"/>
            </a:defPPr>
            <a:lvl1pPr marL="118745" algn="just">
              <a:lnSpc>
                <a:spcPct val="115000"/>
              </a:lnSpc>
              <a:spcBef>
                <a:spcPts val="1000"/>
              </a:spcBef>
              <a:spcAft>
                <a:spcPts val="800"/>
              </a:spcAft>
              <a:buClr>
                <a:schemeClr val="accent6"/>
              </a:buClr>
              <a:buFont typeface="Wingdings 3" panose="05040102010807070707" pitchFamily="18" charset="2"/>
              <a:buNone/>
              <a:defRPr sz="2800">
                <a:solidFill>
                  <a:srgbClr val="3A4A6A"/>
                </a:solidFill>
              </a:defRPr>
            </a:lvl1pPr>
          </a:lstStyle>
          <a:p>
            <a:pPr>
              <a:lnSpc>
                <a:spcPct val="90000"/>
              </a:lnSpc>
            </a:pPr>
            <a:r>
              <a:rPr lang="en-US" i="0" dirty="0">
                <a:solidFill>
                  <a:srgbClr val="002060"/>
                </a:solidFill>
                <a:latin typeface="+mj-lt"/>
              </a:rPr>
              <a:t>Comparing both the sides, we have </a:t>
            </a:r>
            <a:endParaRPr lang="en-US" dirty="0">
              <a:solidFill>
                <a:srgbClr val="002060"/>
              </a:solidFill>
              <a:latin typeface="Cambria Math" panose="020405030504060302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9" name="Content Placeholder 4">
                <a:extLst>
                  <a:ext uri="{FF2B5EF4-FFF2-40B4-BE49-F238E27FC236}">
                    <a16:creationId xmlns:a16="http://schemas.microsoft.com/office/drawing/2014/main" id="{DA3FB432-213C-F5B1-722C-0AC4D2E3EC74}"/>
                  </a:ext>
                </a:extLst>
              </p:cNvPr>
              <p:cNvSpPr txBox="1">
                <a:spLocks/>
              </p:cNvSpPr>
              <p:nvPr/>
            </p:nvSpPr>
            <p:spPr>
              <a:xfrm flipH="1">
                <a:off x="252808" y="4721997"/>
                <a:ext cx="4027765" cy="1813787"/>
              </a:xfrm>
              <a:prstGeom prst="rect">
                <a:avLst/>
              </a:prstGeom>
              <a:noFill/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vert="horz" lIns="91440" tIns="45720" rIns="91440" bIns="45720" rtlCol="0" anchor="ctr">
                <a:noAutofit/>
              </a:bodyPr>
              <a:lstStyle>
                <a:defPPr>
                  <a:defRPr lang="en-US"/>
                </a:defPPr>
                <a:lvl1pPr marL="118745" algn="just">
                  <a:lnSpc>
                    <a:spcPct val="115000"/>
                  </a:lnSpc>
                  <a:spcBef>
                    <a:spcPts val="1000"/>
                  </a:spcBef>
                  <a:spcAft>
                    <a:spcPts val="800"/>
                  </a:spcAft>
                  <a:buClr>
                    <a:schemeClr val="accent6"/>
                  </a:buClr>
                  <a:buFont typeface="Wingdings 3" panose="05040102010807070707" pitchFamily="18" charset="2"/>
                  <a:buNone/>
                  <a:defRPr sz="2800">
                    <a:solidFill>
                      <a:srgbClr val="3A4A6A"/>
                    </a:solidFill>
                  </a:defRPr>
                </a:lvl1pPr>
              </a:lstStyle>
              <a:p>
                <a:pPr algn="l">
                  <a:lnSpc>
                    <a:spcPct val="90000"/>
                  </a:lnSpc>
                </a:pP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b>
                      <m:sSubPr>
                        <m:ctrlPr>
                          <a:rPr lang="en-US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k</m:t>
                        </m:r>
                      </m:e>
                      <m:sub>
                        <m:r>
                          <a:rPr lang="en-US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IN" b="0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+0</m:t>
                    </m:r>
                    <m:sSub>
                      <m:sSubPr>
                        <m:ctrlPr>
                          <a:rPr lang="en-US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k</m:t>
                        </m:r>
                      </m:e>
                      <m:sub>
                        <m:r>
                          <a:rPr lang="en-US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IN" b="0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+2</m:t>
                    </m:r>
                    <m:sSub>
                      <m:sSubPr>
                        <m:ctrlPr>
                          <a:rPr lang="en-US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k</m:t>
                        </m:r>
                      </m:e>
                      <m:sub>
                        <m:r>
                          <a:rPr lang="en-US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US" b="0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=−</m:t>
                    </m:r>
                    <m:r>
                      <a:rPr lang="en-IN" b="0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lang="en-US" b="0" i="1" dirty="0">
                    <a:solidFill>
                      <a:srgbClr val="002060"/>
                    </a:solidFill>
                    <a:latin typeface="Cambria Math" panose="02040503050406030204" pitchFamily="18" charset="0"/>
                  </a:rPr>
                  <a:t> </a:t>
                </a:r>
              </a:p>
              <a:p>
                <a:pPr algn="l">
                  <a:lnSpc>
                    <a:spcPct val="90000"/>
                  </a:lnSpc>
                </a:pPr>
                <a14:m>
                  <m:oMath xmlns:m="http://schemas.openxmlformats.org/officeDocument/2006/math">
                    <m:r>
                      <a:rPr lang="en-IN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−2</m:t>
                    </m:r>
                    <m:sSub>
                      <m:sSubPr>
                        <m:ctrlPr>
                          <a:rPr lang="en-US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b="0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k</m:t>
                        </m:r>
                      </m:e>
                      <m:sub>
                        <m:r>
                          <a:rPr lang="en-US" b="0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b="0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5</m:t>
                    </m:r>
                    <m:sSub>
                      <m:sSubPr>
                        <m:ctrlPr>
                          <a:rPr lang="en-US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k</m:t>
                        </m:r>
                      </m:e>
                      <m:sub>
                        <m:r>
                          <a:rPr lang="en-US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b="0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0</m:t>
                    </m:r>
                    <m:sSub>
                      <m:sSubPr>
                        <m:ctrlPr>
                          <a:rPr lang="en-US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k</m:t>
                        </m:r>
                      </m:e>
                      <m:sub>
                        <m:r>
                          <a:rPr lang="en-US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US" b="0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b="0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b="0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en-US" b="0" i="1" dirty="0">
                    <a:solidFill>
                      <a:srgbClr val="002060"/>
                    </a:solidFill>
                    <a:latin typeface="Cambria Math" panose="02040503050406030204" pitchFamily="18" charset="0"/>
                  </a:rPr>
                  <a:t> </a:t>
                </a:r>
              </a:p>
              <a:p>
                <a:pPr algn="l">
                  <a:lnSpc>
                    <a:spcPct val="90000"/>
                  </a:lnSpc>
                </a:pPr>
                <a14:m>
                  <m:oMath xmlns:m="http://schemas.openxmlformats.org/officeDocument/2006/math">
                    <m:r>
                      <a:rPr lang="en-IN" b="0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b>
                      <m:sSubPr>
                        <m:ctrlPr>
                          <a:rPr lang="en-US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k</m:t>
                        </m:r>
                      </m:e>
                      <m:sub>
                        <m:r>
                          <a:rPr lang="en-US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IN" b="0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+5</m:t>
                    </m:r>
                    <m:sSub>
                      <m:sSubPr>
                        <m:ctrlPr>
                          <a:rPr lang="en-US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k</m:t>
                        </m:r>
                      </m:e>
                      <m:sub>
                        <m:r>
                          <a:rPr lang="en-US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b="0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8</m:t>
                    </m:r>
                    <m:sSub>
                      <m:sSubPr>
                        <m:ctrlPr>
                          <a:rPr lang="en-US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k</m:t>
                        </m:r>
                      </m:e>
                      <m:sub>
                        <m:r>
                          <a:rPr lang="en-US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US" b="0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b="0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−7</m:t>
                    </m:r>
                  </m:oMath>
                </a14:m>
                <a:r>
                  <a:rPr lang="en-US" i="1" dirty="0">
                    <a:solidFill>
                      <a:srgbClr val="002060"/>
                    </a:solidFill>
                    <a:latin typeface="Cambria Math" panose="02040503050406030204" pitchFamily="18" charset="0"/>
                  </a:rPr>
                  <a:t> </a:t>
                </a:r>
              </a:p>
            </p:txBody>
          </p:sp>
        </mc:Choice>
        <mc:Fallback xmlns="">
          <p:sp>
            <p:nvSpPr>
              <p:cNvPr id="29" name="Content Placeholder 4">
                <a:extLst>
                  <a:ext uri="{FF2B5EF4-FFF2-40B4-BE49-F238E27FC236}">
                    <a16:creationId xmlns:a16="http://schemas.microsoft.com/office/drawing/2014/main" id="{DA3FB432-213C-F5B1-722C-0AC4D2E3EC7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252808" y="4721997"/>
                <a:ext cx="4027765" cy="1813787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  <a:ln w="12700" cap="flat" cmpd="sng" algn="ctr">
                <a:noFill/>
                <a:prstDash val="solid"/>
                <a:miter lim="800000"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Right Brace 3">
            <a:extLst>
              <a:ext uri="{FF2B5EF4-FFF2-40B4-BE49-F238E27FC236}">
                <a16:creationId xmlns:a16="http://schemas.microsoft.com/office/drawing/2014/main" id="{417247DC-46B7-A8CF-B0B6-506BF2075685}"/>
              </a:ext>
            </a:extLst>
          </p:cNvPr>
          <p:cNvSpPr/>
          <p:nvPr/>
        </p:nvSpPr>
        <p:spPr>
          <a:xfrm>
            <a:off x="4060825" y="4721997"/>
            <a:ext cx="571500" cy="1734456"/>
          </a:xfrm>
          <a:prstGeom prst="rightBrace">
            <a:avLst>
              <a:gd name="adj1" fmla="val 23039"/>
              <a:gd name="adj2" fmla="val 50000"/>
            </a:avLst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1" name="Content Placeholder 4">
            <a:extLst>
              <a:ext uri="{FF2B5EF4-FFF2-40B4-BE49-F238E27FC236}">
                <a16:creationId xmlns:a16="http://schemas.microsoft.com/office/drawing/2014/main" id="{0F2CC2B2-AD63-B121-6537-73610004E019}"/>
              </a:ext>
            </a:extLst>
          </p:cNvPr>
          <p:cNvSpPr txBox="1">
            <a:spLocks/>
          </p:cNvSpPr>
          <p:nvPr/>
        </p:nvSpPr>
        <p:spPr>
          <a:xfrm flipH="1">
            <a:off x="4657725" y="5317425"/>
            <a:ext cx="6707147" cy="543600"/>
          </a:xfrm>
          <a:prstGeom prst="rect">
            <a:avLst/>
          </a:prstGeom>
          <a:noFill/>
          <a:ln w="28575" cap="flat" cmpd="sng" algn="ctr">
            <a:solidFill>
              <a:srgbClr val="FF0000"/>
            </a:solidFill>
            <a:prstDash val="sysDash"/>
            <a:miter lim="800000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defPPr>
              <a:defRPr lang="en-US"/>
            </a:defPPr>
            <a:lvl1pPr marL="118745" algn="just">
              <a:lnSpc>
                <a:spcPct val="115000"/>
              </a:lnSpc>
              <a:spcBef>
                <a:spcPts val="1000"/>
              </a:spcBef>
              <a:spcAft>
                <a:spcPts val="800"/>
              </a:spcAft>
              <a:buClr>
                <a:schemeClr val="accent6"/>
              </a:buClr>
              <a:buFont typeface="Wingdings 3" panose="05040102010807070707" pitchFamily="18" charset="2"/>
              <a:buNone/>
              <a:defRPr sz="2800">
                <a:solidFill>
                  <a:srgbClr val="3A4A6A"/>
                </a:solidFill>
              </a:defRPr>
            </a:lvl1pPr>
          </a:lstStyle>
          <a:p>
            <a:pPr>
              <a:lnSpc>
                <a:spcPct val="90000"/>
              </a:lnSpc>
            </a:pPr>
            <a:r>
              <a:rPr lang="en-US" i="0" dirty="0">
                <a:solidFill>
                  <a:srgbClr val="002060"/>
                </a:solidFill>
                <a:latin typeface="+mj-lt"/>
              </a:rPr>
              <a:t>Let us solve using Gauss Elimination Method.</a:t>
            </a:r>
            <a:endParaRPr lang="en-US" dirty="0">
              <a:solidFill>
                <a:srgbClr val="002060"/>
              </a:solidFill>
              <a:latin typeface="Cambria Math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983903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00"/>
                            </p:stCondLst>
                            <p:childTnLst>
                              <p:par>
                                <p:cTn id="2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/>
      <p:bldP spid="23" grpId="0"/>
      <p:bldP spid="27" grpId="0"/>
      <p:bldP spid="28" grpId="0"/>
      <p:bldP spid="29" grpId="0"/>
      <p:bldP spid="4" grpId="0" animBg="1"/>
      <p:bldP spid="31" grpId="0" animBg="1"/>
    </p:bldLst>
  </p:timing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8A4B4A-CF9F-DEE4-ACCA-1DC3494F92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0BA9B6D6-1692-DD7D-9035-0BC63300A29B}"/>
              </a:ext>
            </a:extLst>
          </p:cNvPr>
          <p:cNvGrpSpPr/>
          <p:nvPr/>
        </p:nvGrpSpPr>
        <p:grpSpPr>
          <a:xfrm>
            <a:off x="1910158" y="3474836"/>
            <a:ext cx="3341292" cy="1376564"/>
            <a:chOff x="1910158" y="3474836"/>
            <a:chExt cx="3341292" cy="1376564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" name="Rectangle 4">
                  <a:extLst>
                    <a:ext uri="{FF2B5EF4-FFF2-40B4-BE49-F238E27FC236}">
                      <a16:creationId xmlns:a16="http://schemas.microsoft.com/office/drawing/2014/main" id="{F417118A-890D-78AC-7969-6E5C305166EB}"/>
                    </a:ext>
                  </a:extLst>
                </p:cNvPr>
                <p:cNvSpPr/>
                <p:nvPr/>
              </p:nvSpPr>
              <p:spPr>
                <a:xfrm>
                  <a:off x="4158321" y="3474836"/>
                  <a:ext cx="786201" cy="126647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800" i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GB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800" b="0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e>
                          </m:mr>
                          <m:mr>
                            <m:e>
                              <m:r>
                                <a:rPr lang="en-IN" sz="2800" b="0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a:rPr lang="en-GB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lang="en-IN" sz="2800" b="0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−7</m:t>
                              </m:r>
                            </m:e>
                          </m:mr>
                        </m:m>
                      </m:oMath>
                    </m:oMathPara>
                  </a14:m>
                  <a:endParaRPr lang="en-IN" sz="2800" dirty="0">
                    <a:solidFill>
                      <a:srgbClr val="002060"/>
                    </a:solidFill>
                  </a:endParaRPr>
                </a:p>
              </p:txBody>
            </p:sp>
          </mc:Choice>
          <mc:Fallback xmlns="">
            <p:sp>
              <p:nvSpPr>
                <p:cNvPr id="5" name="Rectangle 4">
                  <a:extLst>
                    <a:ext uri="{FF2B5EF4-FFF2-40B4-BE49-F238E27FC236}">
                      <a16:creationId xmlns:a16="http://schemas.microsoft.com/office/drawing/2014/main" id="{F417118A-890D-78AC-7969-6E5C305166EB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158321" y="3474836"/>
                  <a:ext cx="786201" cy="1266470"/>
                </a:xfrm>
                <a:prstGeom prst="rect">
                  <a:avLst/>
                </a:prstGeom>
                <a:blipFill>
                  <a:blip r:embed="rId2"/>
                  <a:stretch>
                    <a:fillRect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17838E14-6DA2-7161-1D38-3708A3561FC2}"/>
                </a:ext>
              </a:extLst>
            </p:cNvPr>
            <p:cNvGrpSpPr/>
            <p:nvPr/>
          </p:nvGrpSpPr>
          <p:grpSpPr>
            <a:xfrm>
              <a:off x="1910158" y="3480476"/>
              <a:ext cx="3341292" cy="1370924"/>
              <a:chOff x="1833958" y="3480476"/>
              <a:chExt cx="2858692" cy="1485224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3" name="Rectangle 32">
                    <a:extLst>
                      <a:ext uri="{FF2B5EF4-FFF2-40B4-BE49-F238E27FC236}">
                        <a16:creationId xmlns:a16="http://schemas.microsoft.com/office/drawing/2014/main" id="{8A52081F-953E-59EE-F76D-87B48440A334}"/>
                      </a:ext>
                    </a:extLst>
                  </p:cNvPr>
                  <p:cNvSpPr/>
                  <p:nvPr/>
                </p:nvSpPr>
                <p:spPr>
                  <a:xfrm>
                    <a:off x="1833958" y="3480476"/>
                    <a:ext cx="2858692" cy="1485224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d>
                            <m:dPr>
                              <m:begChr m:val="["/>
                              <m:endChr m:val="]"/>
                              <m:ctrlPr>
                                <a:rPr lang="en-US" sz="2800" b="0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800" b="0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m>
                                <m:mPr>
                                  <m:mcs>
                                    <m:mc>
                                      <m:mcPr>
                                        <m:count m:val="3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IN" sz="2800" b="0" i="1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IN" sz="2800" b="0" i="1" smtClean="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 </m:t>
                                    </m:r>
                                    <m:r>
                                      <a:rPr lang="en-IN" sz="2800" b="0" i="1" smtClean="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  </m:t>
                                    </m:r>
                                    <m:r>
                                      <a:rPr lang="en-US" sz="2800" b="0" i="1" smtClean="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e>
                                  <m:e>
                                    <m:r>
                                      <a:rPr lang="en-IN" sz="2800" b="0" i="1" smtClean="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  <m:e>
                                    <m:r>
                                      <a:rPr lang="en-IN" sz="2800" b="0" i="1" smtClean="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e>
                                </m:mr>
                                <m:mr>
                                  <m:e>
                                    <m:r>
                                      <a:rPr lang="en-IN" sz="2800" b="0" i="1" smtClean="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en-US" sz="2800" b="0" i="1" smtClean="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e>
                                  <m:e>
                                    <m:r>
                                      <a:rPr lang="en-IN" sz="2800" b="0" i="1" smtClean="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5</m:t>
                                    </m:r>
                                  </m:e>
                                  <m:e>
                                    <m:r>
                                      <a:rPr lang="en-IN" sz="2800" b="0" i="1" smtClean="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</m:mr>
                                <m:mr>
                                  <m:e>
                                    <m:r>
                                      <a:rPr lang="en-IN" sz="2800" b="0" i="1" smtClean="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   2</m:t>
                                    </m:r>
                                  </m:e>
                                  <m:e>
                                    <m:r>
                                      <a:rPr lang="en-IN" sz="2800" b="0" i="1" smtClean="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5</m:t>
                                    </m:r>
                                  </m:e>
                                  <m:e>
                                    <m:r>
                                      <a:rPr lang="en-IN" sz="2800" b="0" i="1" smtClean="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8</m:t>
                                    </m:r>
                                  </m:e>
                                </m:mr>
                              </m:m>
                              <m:r>
                                <a:rPr lang="en-US" sz="2800" b="0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          </m:t>
                              </m:r>
                              <m:r>
                                <a:rPr lang="en-GB" sz="2800" b="0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e>
                          </m:d>
                        </m:oMath>
                      </m:oMathPara>
                    </a14:m>
                    <a:endParaRPr lang="en-IN" sz="2800" dirty="0">
                      <a:solidFill>
                        <a:srgbClr val="002060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33" name="Rectangle 32">
                    <a:extLst>
                      <a:ext uri="{FF2B5EF4-FFF2-40B4-BE49-F238E27FC236}">
                        <a16:creationId xmlns:a16="http://schemas.microsoft.com/office/drawing/2014/main" id="{8A52081F-953E-59EE-F76D-87B48440A334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833958" y="3480476"/>
                    <a:ext cx="2858692" cy="1485224"/>
                  </a:xfrm>
                  <a:prstGeom prst="rect">
                    <a:avLst/>
                  </a:prstGeom>
                  <a:blipFill>
                    <a:blip r:embed="rId3"/>
                    <a:stretch>
                      <a:fillRect/>
                    </a:stretch>
                  </a:blipFill>
                  <a:ln>
                    <a:noFill/>
                  </a:ln>
                </p:spPr>
                <p:txBody>
                  <a:bodyPr/>
                  <a:lstStyle/>
                  <a:p>
                    <a:r>
                      <a:rPr lang="en-IN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36" name="Straight Connector 35">
                <a:extLst>
                  <a:ext uri="{FF2B5EF4-FFF2-40B4-BE49-F238E27FC236}">
                    <a16:creationId xmlns:a16="http://schemas.microsoft.com/office/drawing/2014/main" id="{E8C9F747-7AD3-F1ED-91D7-CB0859012F13}"/>
                  </a:ext>
                </a:extLst>
              </p:cNvPr>
              <p:cNvCxnSpPr/>
              <p:nvPr/>
            </p:nvCxnSpPr>
            <p:spPr>
              <a:xfrm>
                <a:off x="3757406" y="3514747"/>
                <a:ext cx="0" cy="1326050"/>
              </a:xfrm>
              <a:prstGeom prst="line">
                <a:avLst/>
              </a:prstGeom>
              <a:ln w="3810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A131C871-AEE2-66C5-22F0-F2A8AFB673B4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IN" dirty="0"/>
                  <a:t>Method:3 </a:t>
                </a:r>
                <a14:m>
                  <m:oMath xmlns:m="http://schemas.openxmlformats.org/officeDocument/2006/math">
                    <m:r>
                      <a:rPr lang="en-I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⇝</m:t>
                    </m:r>
                  </m:oMath>
                </a14:m>
                <a:r>
                  <a:rPr lang="en-IN" dirty="0"/>
                  <a:t> Example:2(continue)</a:t>
                </a:r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A131C871-AEE2-66C5-22F0-F2A8AFB673B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4"/>
                <a:stretch>
                  <a:fillRect l="-400" t="-8547" b="-1965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Content Placeholder 4">
                <a:extLst>
                  <a:ext uri="{FF2B5EF4-FFF2-40B4-BE49-F238E27FC236}">
                    <a16:creationId xmlns:a16="http://schemas.microsoft.com/office/drawing/2014/main" id="{16E27A61-A74A-EBC5-7216-484AC2382B5F}"/>
                  </a:ext>
                </a:extLst>
              </p:cNvPr>
              <p:cNvSpPr txBox="1">
                <a:spLocks/>
              </p:cNvSpPr>
              <p:nvPr/>
            </p:nvSpPr>
            <p:spPr>
              <a:xfrm flipH="1">
                <a:off x="252808" y="848497"/>
                <a:ext cx="4027765" cy="1813787"/>
              </a:xfrm>
              <a:prstGeom prst="rect">
                <a:avLst/>
              </a:prstGeom>
              <a:noFill/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vert="horz" lIns="91440" tIns="45720" rIns="91440" bIns="45720" rtlCol="0" anchor="ctr">
                <a:noAutofit/>
              </a:bodyPr>
              <a:lstStyle>
                <a:defPPr>
                  <a:defRPr lang="en-US"/>
                </a:defPPr>
                <a:lvl1pPr marL="118745" algn="just">
                  <a:lnSpc>
                    <a:spcPct val="115000"/>
                  </a:lnSpc>
                  <a:spcBef>
                    <a:spcPts val="1000"/>
                  </a:spcBef>
                  <a:spcAft>
                    <a:spcPts val="800"/>
                  </a:spcAft>
                  <a:buClr>
                    <a:schemeClr val="accent6"/>
                  </a:buClr>
                  <a:buFont typeface="Wingdings 3" panose="05040102010807070707" pitchFamily="18" charset="2"/>
                  <a:buNone/>
                  <a:defRPr sz="2800">
                    <a:solidFill>
                      <a:srgbClr val="3A4A6A"/>
                    </a:solidFill>
                  </a:defRPr>
                </a:lvl1pPr>
              </a:lstStyle>
              <a:p>
                <a:pPr algn="l">
                  <a:lnSpc>
                    <a:spcPct val="90000"/>
                  </a:lnSpc>
                </a:pPr>
                <a14:m>
                  <m:oMath xmlns:m="http://schemas.openxmlformats.org/officeDocument/2006/math">
                    <m:r>
                      <a:rPr lang="en-US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b>
                      <m:sSubPr>
                        <m:ctrlPr>
                          <a:rPr lang="en-US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k</m:t>
                        </m:r>
                      </m:e>
                      <m:sub>
                        <m:r>
                          <a:rPr lang="en-US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IN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+0</m:t>
                    </m:r>
                    <m:sSub>
                      <m:sSubPr>
                        <m:ctrlPr>
                          <a:rPr lang="en-US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k</m:t>
                        </m:r>
                      </m:e>
                      <m:sub>
                        <m:r>
                          <a:rPr lang="en-US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IN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+2</m:t>
                    </m:r>
                    <m:sSub>
                      <m:sSubPr>
                        <m:ctrlPr>
                          <a:rPr lang="en-US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k</m:t>
                        </m:r>
                      </m:e>
                      <m:sub>
                        <m:r>
                          <a:rPr lang="en-US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US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=−</m:t>
                    </m:r>
                    <m:r>
                      <a:rPr lang="en-IN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lang="en-US" i="1" dirty="0">
                    <a:solidFill>
                      <a:srgbClr val="002060"/>
                    </a:solidFill>
                    <a:latin typeface="Cambria Math" panose="02040503050406030204" pitchFamily="18" charset="0"/>
                  </a:rPr>
                  <a:t> </a:t>
                </a:r>
              </a:p>
              <a:p>
                <a:pPr algn="l">
                  <a:lnSpc>
                    <a:spcPct val="90000"/>
                  </a:lnSpc>
                </a:pPr>
                <a14:m>
                  <m:oMath xmlns:m="http://schemas.openxmlformats.org/officeDocument/2006/math">
                    <m:r>
                      <a:rPr lang="en-IN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−2</m:t>
                    </m:r>
                    <m:sSub>
                      <m:sSubPr>
                        <m:ctrlPr>
                          <a:rPr lang="en-US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k</m:t>
                        </m:r>
                      </m:e>
                      <m:sub>
                        <m:r>
                          <a:rPr lang="en-US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5</m:t>
                    </m:r>
                    <m:sSub>
                      <m:sSubPr>
                        <m:ctrlPr>
                          <a:rPr lang="en-US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k</m:t>
                        </m:r>
                      </m:e>
                      <m:sub>
                        <m:r>
                          <a:rPr lang="en-US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0</m:t>
                    </m:r>
                    <m:sSub>
                      <m:sSubPr>
                        <m:ctrlPr>
                          <a:rPr lang="en-US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k</m:t>
                        </m:r>
                      </m:e>
                      <m:sub>
                        <m:r>
                          <a:rPr lang="en-US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US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en-US" i="1" dirty="0">
                    <a:solidFill>
                      <a:srgbClr val="002060"/>
                    </a:solidFill>
                    <a:latin typeface="Cambria Math" panose="02040503050406030204" pitchFamily="18" charset="0"/>
                  </a:rPr>
                  <a:t> </a:t>
                </a:r>
              </a:p>
              <a:p>
                <a:pPr algn="l">
                  <a:lnSpc>
                    <a:spcPct val="90000"/>
                  </a:lnSpc>
                </a:pPr>
                <a14:m>
                  <m:oMath xmlns:m="http://schemas.openxmlformats.org/officeDocument/2006/math">
                    <m:r>
                      <a:rPr lang="en-IN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b>
                      <m:sSubPr>
                        <m:ctrlPr>
                          <a:rPr lang="en-US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k</m:t>
                        </m:r>
                      </m:e>
                      <m:sub>
                        <m:r>
                          <a:rPr lang="en-US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IN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+5</m:t>
                    </m:r>
                    <m:sSub>
                      <m:sSubPr>
                        <m:ctrlPr>
                          <a:rPr lang="en-US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k</m:t>
                        </m:r>
                      </m:e>
                      <m:sub>
                        <m:r>
                          <a:rPr lang="en-US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8</m:t>
                    </m:r>
                    <m:sSub>
                      <m:sSubPr>
                        <m:ctrlPr>
                          <a:rPr lang="en-US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k</m:t>
                        </m:r>
                      </m:e>
                      <m:sub>
                        <m:r>
                          <a:rPr lang="en-US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US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−7</m:t>
                    </m:r>
                  </m:oMath>
                </a14:m>
                <a:r>
                  <a:rPr lang="en-US" i="1" dirty="0">
                    <a:solidFill>
                      <a:srgbClr val="002060"/>
                    </a:solidFill>
                    <a:latin typeface="Cambria Math" panose="02040503050406030204" pitchFamily="18" charset="0"/>
                  </a:rPr>
                  <a:t> </a:t>
                </a:r>
              </a:p>
            </p:txBody>
          </p:sp>
        </mc:Choice>
        <mc:Fallback xmlns="">
          <p:sp>
            <p:nvSpPr>
              <p:cNvPr id="29" name="Content Placeholder 4">
                <a:extLst>
                  <a:ext uri="{FF2B5EF4-FFF2-40B4-BE49-F238E27FC236}">
                    <a16:creationId xmlns:a16="http://schemas.microsoft.com/office/drawing/2014/main" id="{16E27A61-A74A-EBC5-7216-484AC2382B5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252808" y="848497"/>
                <a:ext cx="4027765" cy="1813787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 w="12700" cap="flat" cmpd="sng" algn="ctr">
                <a:noFill/>
                <a:prstDash val="solid"/>
                <a:miter lim="800000"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Rectangle 13">
            <a:extLst>
              <a:ext uri="{FF2B5EF4-FFF2-40B4-BE49-F238E27FC236}">
                <a16:creationId xmlns:a16="http://schemas.microsoft.com/office/drawing/2014/main" id="{748FD3A7-A988-C981-98B7-F6B868FDE8FF}"/>
              </a:ext>
            </a:extLst>
          </p:cNvPr>
          <p:cNvSpPr/>
          <p:nvPr/>
        </p:nvSpPr>
        <p:spPr>
          <a:xfrm>
            <a:off x="252808" y="2799580"/>
            <a:ext cx="6020992" cy="54360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r>
              <a:rPr lang="en-IN" sz="2800" dirty="0">
                <a:solidFill>
                  <a:srgbClr val="002060"/>
                </a:solidFill>
              </a:rPr>
              <a:t>The Augmented matrix of the </a:t>
            </a:r>
            <a:r>
              <a:rPr lang="en-US" sz="2800" dirty="0">
                <a:solidFill>
                  <a:srgbClr val="002060"/>
                </a:solidFill>
              </a:rPr>
              <a:t>system is</a:t>
            </a:r>
            <a:endParaRPr lang="en-IN" sz="2800" b="1" dirty="0">
              <a:solidFill>
                <a:srgbClr val="00206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B0BAA46A-5E60-01EF-8454-2F99B9504D74}"/>
                  </a:ext>
                </a:extLst>
              </p:cNvPr>
              <p:cNvSpPr/>
              <p:nvPr/>
            </p:nvSpPr>
            <p:spPr>
              <a:xfrm>
                <a:off x="252808" y="3848776"/>
                <a:ext cx="1728392" cy="543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IN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d>
                            <m:dPr>
                              <m:begChr m:val=""/>
                              <m:endChr m:val="|"/>
                              <m:ctrlPr>
                                <a:rPr lang="en-IN" sz="2800" b="0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m:rPr>
                                  <m:sty m:val="p"/>
                                </m:rPr>
                                <a:rPr lang="en-IN" sz="2800" b="0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A</m:t>
                              </m:r>
                              <m:r>
                                <a:rPr lang="en-IN" sz="2800" b="0" i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e>
                          </m:d>
                          <m: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B</m:t>
                          </m:r>
                          <m: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d>
                      <m:r>
                        <a:rPr lang="en-IN" sz="2800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  <a:p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621C6629-897D-4685-8AB6-97C2187F442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2808" y="3848776"/>
                <a:ext cx="1728392" cy="54360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6670677B-64B7-01CB-0D8B-CB0DEA41E798}"/>
                  </a:ext>
                </a:extLst>
              </p:cNvPr>
              <p:cNvSpPr/>
              <p:nvPr/>
            </p:nvSpPr>
            <p:spPr>
              <a:xfrm>
                <a:off x="2055552" y="4851400"/>
                <a:ext cx="1623409" cy="564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28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2800" b="1" i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𝐑</m:t>
                          </m:r>
                        </m:e>
                        <m:sub>
                          <m:r>
                            <a:rPr lang="en-GB" sz="2800" b="1" i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𝟏𝟐</m:t>
                          </m:r>
                        </m:sub>
                      </m:sSub>
                      <m:d>
                        <m:dPr>
                          <m:ctrlPr>
                            <a:rPr lang="en-GB" sz="28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2800" b="1" i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e>
                      </m:d>
                      <m:r>
                        <a:rPr lang="en-IN" sz="2800" b="1" i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</m:oMath>
                  </m:oMathPara>
                </a14:m>
                <a:endParaRPr lang="en-IN" sz="28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6670677B-64B7-01CB-0D8B-CB0DEA41E79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55552" y="4851400"/>
                <a:ext cx="1623409" cy="56488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Rectangle: Rounded Corners 37">
            <a:extLst>
              <a:ext uri="{FF2B5EF4-FFF2-40B4-BE49-F238E27FC236}">
                <a16:creationId xmlns:a16="http://schemas.microsoft.com/office/drawing/2014/main" id="{C23C8852-12D4-0359-F932-9FDF57F1804C}"/>
              </a:ext>
            </a:extLst>
          </p:cNvPr>
          <p:cNvSpPr/>
          <p:nvPr/>
        </p:nvSpPr>
        <p:spPr>
          <a:xfrm>
            <a:off x="6078000" y="861732"/>
            <a:ext cx="36000" cy="5662800"/>
          </a:xfrm>
          <a:prstGeom prst="roundRect">
            <a:avLst/>
          </a:prstGeom>
          <a:gradFill>
            <a:gsLst>
              <a:gs pos="10000">
                <a:srgbClr val="0E47A1"/>
              </a:gs>
              <a:gs pos="100000">
                <a:srgbClr val="03A9F5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algn="ctr"/>
            <a:r>
              <a:rPr lang="en-IN" sz="2800" b="1" dirty="0">
                <a:solidFill>
                  <a:schemeClr val="bg1"/>
                </a:solidFill>
              </a:rPr>
              <a:t>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E28AA582-ECCB-5069-619E-FB788BF11506}"/>
                  </a:ext>
                </a:extLst>
              </p:cNvPr>
              <p:cNvSpPr/>
              <p:nvPr/>
            </p:nvSpPr>
            <p:spPr>
              <a:xfrm>
                <a:off x="3440795" y="4851400"/>
                <a:ext cx="1623409" cy="564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28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2800" b="1" i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𝐑</m:t>
                          </m:r>
                        </m:e>
                        <m:sub>
                          <m:r>
                            <a:rPr lang="en-GB" sz="2800" b="1" i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  <m:r>
                            <a:rPr lang="en-IN" sz="2800" b="1" i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𝟑</m:t>
                          </m:r>
                        </m:sub>
                      </m:sSub>
                      <m:d>
                        <m:dPr>
                          <m:ctrlPr>
                            <a:rPr lang="en-GB" sz="28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2800" b="1" i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IN" sz="2800" b="1" i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e>
                      </m:d>
                    </m:oMath>
                  </m:oMathPara>
                </a14:m>
                <a:endParaRPr lang="en-IN" sz="28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E28AA582-ECCB-5069-619E-FB788BF1150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40795" y="4851400"/>
                <a:ext cx="1623409" cy="564880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0" name="Group 29">
            <a:extLst>
              <a:ext uri="{FF2B5EF4-FFF2-40B4-BE49-F238E27FC236}">
                <a16:creationId xmlns:a16="http://schemas.microsoft.com/office/drawing/2014/main" id="{3C616AC6-D580-2BB2-DB44-93592F0366D0}"/>
              </a:ext>
            </a:extLst>
          </p:cNvPr>
          <p:cNvGrpSpPr/>
          <p:nvPr/>
        </p:nvGrpSpPr>
        <p:grpSpPr>
          <a:xfrm>
            <a:off x="6598049" y="904194"/>
            <a:ext cx="3571656" cy="1370924"/>
            <a:chOff x="6686773" y="3163314"/>
            <a:chExt cx="3571656" cy="1370924"/>
          </a:xfrm>
        </p:grpSpPr>
        <p:grpSp>
          <p:nvGrpSpPr>
            <p:cNvPr id="31" name="Group 30">
              <a:extLst>
                <a:ext uri="{FF2B5EF4-FFF2-40B4-BE49-F238E27FC236}">
                  <a16:creationId xmlns:a16="http://schemas.microsoft.com/office/drawing/2014/main" id="{914140BC-B28E-6515-1539-88ADF94FDE60}"/>
                </a:ext>
              </a:extLst>
            </p:cNvPr>
            <p:cNvGrpSpPr/>
            <p:nvPr/>
          </p:nvGrpSpPr>
          <p:grpSpPr>
            <a:xfrm>
              <a:off x="6686773" y="3163314"/>
              <a:ext cx="3571656" cy="1370924"/>
              <a:chOff x="1833958" y="3480476"/>
              <a:chExt cx="3055783" cy="1485224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4" name="Rectangle 33">
                    <a:extLst>
                      <a:ext uri="{FF2B5EF4-FFF2-40B4-BE49-F238E27FC236}">
                        <a16:creationId xmlns:a16="http://schemas.microsoft.com/office/drawing/2014/main" id="{2C7F1FA6-E0AC-E346-C00C-B748C2AA963C}"/>
                      </a:ext>
                    </a:extLst>
                  </p:cNvPr>
                  <p:cNvSpPr/>
                  <p:nvPr/>
                </p:nvSpPr>
                <p:spPr>
                  <a:xfrm>
                    <a:off x="1833958" y="3480476"/>
                    <a:ext cx="3055783" cy="1485224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r>
                      <a:rPr lang="en-IN" sz="2800" b="0" dirty="0">
                        <a:solidFill>
                          <a:srgbClr val="002060"/>
                        </a:solidFill>
                      </a:rPr>
                      <a:t>~ </a:t>
                    </a:r>
                    <a14:m>
                      <m:oMath xmlns:m="http://schemas.openxmlformats.org/officeDocument/2006/math">
                        <m:d>
                          <m:dPr>
                            <m:begChr m:val="["/>
                            <m:endChr m:val="]"/>
                            <m:ctrlPr>
                              <a:rPr lang="en-US" sz="2800" b="0" i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800" b="0" i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 </m:t>
                            </m:r>
                            <m:m>
                              <m:mPr>
                                <m:mcs>
                                  <m:mc>
                                    <m:mcPr>
                                      <m:count m:val="3"/>
                                      <m:mcJc m:val="center"/>
                                    </m:mcPr>
                                  </m:mc>
                                </m:mcs>
                                <m:ctrlPr>
                                  <a:rPr lang="en-IN" sz="2800" b="0" i="1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mPr>
                              <m:mr>
                                <m:e>
                                  <m:r>
                                    <m:rPr>
                                      <m:brk m:alnAt="7"/>
                                    </m:rPr>
                                    <a:rPr lang="en-US" sz="2800" b="0" i="1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e>
                                <m:e>
                                  <m:r>
                                    <a:rPr lang="en-IN" sz="2800" b="0" i="1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  <m:e>
                                  <m:r>
                                    <a:rPr lang="en-IN" sz="2800" b="0" i="1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e>
                              </m:mr>
                              <m:mr>
                                <m:e>
                                  <m:r>
                                    <a:rPr lang="en-IN" sz="2800" b="0" i="1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  <m:e>
                                  <m:r>
                                    <a:rPr lang="en-IN" sz="2800" b="0" i="1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5</m:t>
                                  </m:r>
                                </m:e>
                                <m:e>
                                  <m:r>
                                    <a:rPr lang="en-IN" sz="2800" b="0" i="1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4</m:t>
                                  </m:r>
                                </m:e>
                              </m:mr>
                              <m:mr>
                                <m:e>
                                  <m:r>
                                    <a:rPr lang="en-IN" sz="2800" b="0" i="1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e>
                                <m:e>
                                  <m:r>
                                    <a:rPr lang="en-IN" sz="2800" b="0" i="1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5</m:t>
                                  </m:r>
                                </m:e>
                                <m:e>
                                  <m:r>
                                    <a:rPr lang="en-IN" sz="2800" b="0" i="1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8</m:t>
                                  </m:r>
                                </m:e>
                              </m:mr>
                            </m:m>
                            <m:r>
                              <a:rPr lang="en-US" sz="2800" b="0" i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          </m:t>
                            </m:r>
                            <m:r>
                              <a:rPr lang="en-GB" sz="2800" b="0" i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 </m:t>
                            </m:r>
                          </m:e>
                        </m:d>
                      </m:oMath>
                    </a14:m>
                    <a:endParaRPr lang="en-IN" sz="2800" dirty="0">
                      <a:solidFill>
                        <a:srgbClr val="002060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34" name="Rectangle 33">
                    <a:extLst>
                      <a:ext uri="{FF2B5EF4-FFF2-40B4-BE49-F238E27FC236}">
                        <a16:creationId xmlns:a16="http://schemas.microsoft.com/office/drawing/2014/main" id="{2C7F1FA6-E0AC-E346-C00C-B748C2AA963C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833958" y="3480476"/>
                    <a:ext cx="3055783" cy="1485224"/>
                  </a:xfrm>
                  <a:prstGeom prst="rect">
                    <a:avLst/>
                  </a:prstGeom>
                  <a:blipFill>
                    <a:blip r:embed="rId12"/>
                    <a:stretch>
                      <a:fillRect l="-3413"/>
                    </a:stretch>
                  </a:blipFill>
                  <a:ln>
                    <a:noFill/>
                  </a:ln>
                </p:spPr>
                <p:txBody>
                  <a:bodyPr/>
                  <a:lstStyle/>
                  <a:p>
                    <a:r>
                      <a:rPr lang="en-IN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35" name="Straight Connector 34">
                <a:extLst>
                  <a:ext uri="{FF2B5EF4-FFF2-40B4-BE49-F238E27FC236}">
                    <a16:creationId xmlns:a16="http://schemas.microsoft.com/office/drawing/2014/main" id="{844986CB-A718-5FFC-59F1-52ABA39E0CB3}"/>
                  </a:ext>
                </a:extLst>
              </p:cNvPr>
              <p:cNvCxnSpPr/>
              <p:nvPr/>
            </p:nvCxnSpPr>
            <p:spPr>
              <a:xfrm>
                <a:off x="3618044" y="3514747"/>
                <a:ext cx="0" cy="1326050"/>
              </a:xfrm>
              <a:prstGeom prst="line">
                <a:avLst/>
              </a:prstGeom>
              <a:ln w="3810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2" name="Rectangle 31">
                  <a:extLst>
                    <a:ext uri="{FF2B5EF4-FFF2-40B4-BE49-F238E27FC236}">
                      <a16:creationId xmlns:a16="http://schemas.microsoft.com/office/drawing/2014/main" id="{7E5369E6-82B2-0478-5469-7F290CDD07D5}"/>
                    </a:ext>
                  </a:extLst>
                </p:cNvPr>
                <p:cNvSpPr/>
                <p:nvPr/>
              </p:nvSpPr>
              <p:spPr>
                <a:xfrm>
                  <a:off x="8713512" y="3163314"/>
                  <a:ext cx="786201" cy="126647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800" i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GB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800" b="0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e>
                          </m:mr>
                          <m:mr>
                            <m:e>
                              <m:r>
                                <a:rPr lang="en-IN" sz="2800" b="0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   1</m:t>
                              </m:r>
                            </m:e>
                          </m:mr>
                          <m:mr>
                            <m:e>
                              <m:r>
                                <a:rPr lang="en-IN" sz="2800" b="0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−7</m:t>
                              </m:r>
                            </m:e>
                          </m:mr>
                        </m:m>
                      </m:oMath>
                    </m:oMathPara>
                  </a14:m>
                  <a:endParaRPr lang="en-IN" sz="2800" dirty="0">
                    <a:solidFill>
                      <a:srgbClr val="002060"/>
                    </a:solidFill>
                  </a:endParaRPr>
                </a:p>
              </p:txBody>
            </p:sp>
          </mc:Choice>
          <mc:Fallback xmlns="">
            <p:sp>
              <p:nvSpPr>
                <p:cNvPr id="32" name="Rectangle 31">
                  <a:extLst>
                    <a:ext uri="{FF2B5EF4-FFF2-40B4-BE49-F238E27FC236}">
                      <a16:creationId xmlns:a16="http://schemas.microsoft.com/office/drawing/2014/main" id="{7E5369E6-82B2-0478-5469-7F290CDD07D5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713512" y="3163314"/>
                  <a:ext cx="786201" cy="1266470"/>
                </a:xfrm>
                <a:prstGeom prst="rect">
                  <a:avLst/>
                </a:prstGeom>
                <a:blipFill>
                  <a:blip r:embed="rId13"/>
                  <a:stretch>
                    <a:fillRect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D7EB9FF8-9E91-2070-67CA-9BE16297A1D4}"/>
              </a:ext>
            </a:extLst>
          </p:cNvPr>
          <p:cNvGrpSpPr/>
          <p:nvPr/>
        </p:nvGrpSpPr>
        <p:grpSpPr>
          <a:xfrm>
            <a:off x="6600256" y="904287"/>
            <a:ext cx="3571656" cy="1370924"/>
            <a:chOff x="6686773" y="3163314"/>
            <a:chExt cx="3571656" cy="1370924"/>
          </a:xfrm>
        </p:grpSpPr>
        <p:grpSp>
          <p:nvGrpSpPr>
            <p:cNvPr id="40" name="Group 39">
              <a:extLst>
                <a:ext uri="{FF2B5EF4-FFF2-40B4-BE49-F238E27FC236}">
                  <a16:creationId xmlns:a16="http://schemas.microsoft.com/office/drawing/2014/main" id="{BE8A1BA3-2AE7-33AA-DC94-BA1B187D0CFA}"/>
                </a:ext>
              </a:extLst>
            </p:cNvPr>
            <p:cNvGrpSpPr/>
            <p:nvPr/>
          </p:nvGrpSpPr>
          <p:grpSpPr>
            <a:xfrm>
              <a:off x="6686773" y="3163314"/>
              <a:ext cx="3571656" cy="1370924"/>
              <a:chOff x="1833958" y="3480476"/>
              <a:chExt cx="3055783" cy="1485224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42" name="Rectangle 41">
                    <a:extLst>
                      <a:ext uri="{FF2B5EF4-FFF2-40B4-BE49-F238E27FC236}">
                        <a16:creationId xmlns:a16="http://schemas.microsoft.com/office/drawing/2014/main" id="{F503F055-070B-967D-2A46-3218E21D9EC0}"/>
                      </a:ext>
                    </a:extLst>
                  </p:cNvPr>
                  <p:cNvSpPr/>
                  <p:nvPr/>
                </p:nvSpPr>
                <p:spPr>
                  <a:xfrm>
                    <a:off x="1833958" y="3480476"/>
                    <a:ext cx="3055783" cy="1485224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r>
                      <a:rPr lang="en-IN" sz="2800" b="0" dirty="0">
                        <a:solidFill>
                          <a:srgbClr val="002060"/>
                        </a:solidFill>
                      </a:rPr>
                      <a:t>~ </a:t>
                    </a:r>
                    <a14:m>
                      <m:oMath xmlns:m="http://schemas.openxmlformats.org/officeDocument/2006/math">
                        <m:d>
                          <m:dPr>
                            <m:begChr m:val="["/>
                            <m:endChr m:val="]"/>
                            <m:ctrlPr>
                              <a:rPr lang="en-US" sz="2800" b="0" i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800" b="0" i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 </m:t>
                            </m:r>
                            <m:m>
                              <m:mPr>
                                <m:mcs>
                                  <m:mc>
                                    <m:mcPr>
                                      <m:count m:val="3"/>
                                      <m:mcJc m:val="center"/>
                                    </m:mcPr>
                                  </m:mc>
                                </m:mcs>
                                <m:ctrlPr>
                                  <a:rPr lang="en-IN" sz="2800" b="0" i="1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mPr>
                              <m:mr>
                                <m:e>
                                  <m:r>
                                    <m:rPr>
                                      <m:brk m:alnAt="7"/>
                                    </m:rPr>
                                    <a:rPr lang="en-US" sz="2800" b="0" i="1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e>
                                <m:e>
                                  <m:r>
                                    <a:rPr lang="en-IN" sz="2800" b="0" i="1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  <m:e>
                                  <m:r>
                                    <a:rPr lang="en-IN" sz="2800" b="0" i="1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e>
                              </m:mr>
                              <m:mr>
                                <m:e>
                                  <m:r>
                                    <a:rPr lang="en-IN" sz="2800" b="0" i="1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  <m:e>
                                  <m:r>
                                    <a:rPr lang="en-IN" sz="2800" b="0" i="1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5</m:t>
                                  </m:r>
                                </m:e>
                                <m:e>
                                  <m:r>
                                    <a:rPr lang="en-IN" sz="2800" b="0" i="1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4</m:t>
                                  </m:r>
                                </m:e>
                              </m:mr>
                              <m:mr>
                                <m:e>
                                  <m:r>
                                    <a:rPr lang="en-IN" sz="2800" b="0" i="1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  <m:e>
                                  <m:r>
                                    <a:rPr lang="en-IN" sz="2800" b="0" i="1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5</m:t>
                                  </m:r>
                                </m:e>
                                <m:e>
                                  <m:r>
                                    <a:rPr lang="en-IN" sz="2800" b="0" i="1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4</m:t>
                                  </m:r>
                                </m:e>
                              </m:mr>
                            </m:m>
                            <m:r>
                              <a:rPr lang="en-US" sz="2800" b="0" i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          </m:t>
                            </m:r>
                            <m:r>
                              <a:rPr lang="en-GB" sz="2800" b="0" i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 </m:t>
                            </m:r>
                          </m:e>
                        </m:d>
                      </m:oMath>
                    </a14:m>
                    <a:endParaRPr lang="en-IN" sz="2800" dirty="0">
                      <a:solidFill>
                        <a:srgbClr val="002060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42" name="Rectangle 41">
                    <a:extLst>
                      <a:ext uri="{FF2B5EF4-FFF2-40B4-BE49-F238E27FC236}">
                        <a16:creationId xmlns:a16="http://schemas.microsoft.com/office/drawing/2014/main" id="{F503F055-070B-967D-2A46-3218E21D9EC0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833958" y="3480476"/>
                    <a:ext cx="3055783" cy="1485224"/>
                  </a:xfrm>
                  <a:prstGeom prst="rect">
                    <a:avLst/>
                  </a:prstGeom>
                  <a:blipFill>
                    <a:blip r:embed="rId16"/>
                    <a:stretch>
                      <a:fillRect l="-3584"/>
                    </a:stretch>
                  </a:blipFill>
                  <a:ln>
                    <a:noFill/>
                  </a:ln>
                </p:spPr>
                <p:txBody>
                  <a:bodyPr/>
                  <a:lstStyle/>
                  <a:p>
                    <a:r>
                      <a:rPr lang="en-IN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43" name="Straight Connector 42">
                <a:extLst>
                  <a:ext uri="{FF2B5EF4-FFF2-40B4-BE49-F238E27FC236}">
                    <a16:creationId xmlns:a16="http://schemas.microsoft.com/office/drawing/2014/main" id="{9DAE9F9F-D414-12AE-F50A-CB9F17B4D243}"/>
                  </a:ext>
                </a:extLst>
              </p:cNvPr>
              <p:cNvCxnSpPr/>
              <p:nvPr/>
            </p:nvCxnSpPr>
            <p:spPr>
              <a:xfrm>
                <a:off x="3616209" y="3514747"/>
                <a:ext cx="0" cy="1326050"/>
              </a:xfrm>
              <a:prstGeom prst="line">
                <a:avLst/>
              </a:prstGeom>
              <a:ln w="3810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1" name="Rectangle 40">
                  <a:extLst>
                    <a:ext uri="{FF2B5EF4-FFF2-40B4-BE49-F238E27FC236}">
                      <a16:creationId xmlns:a16="http://schemas.microsoft.com/office/drawing/2014/main" id="{600F943A-92A3-F303-9DD6-4842E6C1CE61}"/>
                    </a:ext>
                  </a:extLst>
                </p:cNvPr>
                <p:cNvSpPr/>
                <p:nvPr/>
              </p:nvSpPr>
              <p:spPr>
                <a:xfrm>
                  <a:off x="8713435" y="3163314"/>
                  <a:ext cx="786201" cy="126647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800" i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GB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800" b="0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e>
                          </m:mr>
                          <m:mr>
                            <m:e>
                              <m:r>
                                <a:rPr lang="en-GB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   </m:t>
                              </m:r>
                              <m:r>
                                <a:rPr lang="en-IN" sz="2800" b="0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lang="en-IN" sz="2800" b="0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  3</m:t>
                              </m:r>
                            </m:e>
                          </m:mr>
                        </m:m>
                      </m:oMath>
                    </m:oMathPara>
                  </a14:m>
                  <a:endParaRPr lang="en-IN" sz="2800" dirty="0">
                    <a:solidFill>
                      <a:srgbClr val="002060"/>
                    </a:solidFill>
                  </a:endParaRPr>
                </a:p>
              </p:txBody>
            </p:sp>
          </mc:Choice>
          <mc:Fallback xmlns="">
            <p:sp>
              <p:nvSpPr>
                <p:cNvPr id="41" name="Rectangle 40">
                  <a:extLst>
                    <a:ext uri="{FF2B5EF4-FFF2-40B4-BE49-F238E27FC236}">
                      <a16:creationId xmlns:a16="http://schemas.microsoft.com/office/drawing/2014/main" id="{600F943A-92A3-F303-9DD6-4842E6C1CE61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713435" y="3163314"/>
                  <a:ext cx="786201" cy="1266470"/>
                </a:xfrm>
                <a:prstGeom prst="rect">
                  <a:avLst/>
                </a:prstGeom>
                <a:blipFill>
                  <a:blip r:embed="rId17"/>
                  <a:stretch>
                    <a:fillRect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44" name="Group 43">
            <a:extLst>
              <a:ext uri="{FF2B5EF4-FFF2-40B4-BE49-F238E27FC236}">
                <a16:creationId xmlns:a16="http://schemas.microsoft.com/office/drawing/2014/main" id="{28E3FAF2-A1F9-7786-6429-81AB1F1F51A1}"/>
              </a:ext>
            </a:extLst>
          </p:cNvPr>
          <p:cNvGrpSpPr/>
          <p:nvPr/>
        </p:nvGrpSpPr>
        <p:grpSpPr>
          <a:xfrm>
            <a:off x="6598049" y="2914993"/>
            <a:ext cx="3571656" cy="1370924"/>
            <a:chOff x="6686773" y="3163314"/>
            <a:chExt cx="3571656" cy="1370924"/>
          </a:xfrm>
        </p:grpSpPr>
        <p:grpSp>
          <p:nvGrpSpPr>
            <p:cNvPr id="45" name="Group 44">
              <a:extLst>
                <a:ext uri="{FF2B5EF4-FFF2-40B4-BE49-F238E27FC236}">
                  <a16:creationId xmlns:a16="http://schemas.microsoft.com/office/drawing/2014/main" id="{7BD007D5-9CE0-8D56-3CD7-D07FA7F6A0BB}"/>
                </a:ext>
              </a:extLst>
            </p:cNvPr>
            <p:cNvGrpSpPr/>
            <p:nvPr/>
          </p:nvGrpSpPr>
          <p:grpSpPr>
            <a:xfrm>
              <a:off x="6686773" y="3163314"/>
              <a:ext cx="3571656" cy="1370924"/>
              <a:chOff x="1833958" y="3480476"/>
              <a:chExt cx="3055783" cy="1485224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47" name="Rectangle 46">
                    <a:extLst>
                      <a:ext uri="{FF2B5EF4-FFF2-40B4-BE49-F238E27FC236}">
                        <a16:creationId xmlns:a16="http://schemas.microsoft.com/office/drawing/2014/main" id="{9AFD2E0B-0516-EE39-12F2-F77E6106D34E}"/>
                      </a:ext>
                    </a:extLst>
                  </p:cNvPr>
                  <p:cNvSpPr/>
                  <p:nvPr/>
                </p:nvSpPr>
                <p:spPr>
                  <a:xfrm>
                    <a:off x="1833958" y="3480476"/>
                    <a:ext cx="3055783" cy="1485224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r>
                      <a:rPr lang="en-IN" sz="2800" b="0" dirty="0">
                        <a:solidFill>
                          <a:srgbClr val="002060"/>
                        </a:solidFill>
                      </a:rPr>
                      <a:t>~ </a:t>
                    </a:r>
                    <a14:m>
                      <m:oMath xmlns:m="http://schemas.openxmlformats.org/officeDocument/2006/math">
                        <m:d>
                          <m:dPr>
                            <m:begChr m:val="["/>
                            <m:endChr m:val="]"/>
                            <m:ctrlPr>
                              <a:rPr lang="en-US" sz="2800" b="0" i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800" b="0" i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 </m:t>
                            </m:r>
                            <m:m>
                              <m:mPr>
                                <m:mcs>
                                  <m:mc>
                                    <m:mcPr>
                                      <m:count m:val="3"/>
                                      <m:mcJc m:val="center"/>
                                    </m:mcPr>
                                  </m:mc>
                                </m:mcs>
                                <m:ctrlPr>
                                  <a:rPr lang="en-IN" sz="2800" b="0" i="1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mPr>
                              <m:mr>
                                <m:e>
                                  <m:r>
                                    <m:rPr>
                                      <m:brk m:alnAt="7"/>
                                    </m:rPr>
                                    <a:rPr lang="en-US" sz="2800" b="0" i="1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e>
                                <m:e>
                                  <m:r>
                                    <a:rPr lang="en-IN" sz="2800" b="0" i="1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  <m:e>
                                  <m:r>
                                    <a:rPr lang="en-IN" sz="2800" b="0" i="1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e>
                              </m:mr>
                              <m:mr>
                                <m:e>
                                  <m:r>
                                    <a:rPr lang="en-IN" sz="2800" b="0" i="1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  <m:e>
                                  <m:r>
                                    <a:rPr lang="en-IN" sz="2800" b="0" i="1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5</m:t>
                                  </m:r>
                                </m:e>
                                <m:e>
                                  <m:r>
                                    <a:rPr lang="en-IN" sz="2800" b="0" i="1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4</m:t>
                                  </m:r>
                                </m:e>
                              </m:mr>
                              <m:mr>
                                <m:e>
                                  <m:r>
                                    <a:rPr lang="en-IN" sz="2800" b="0" i="1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  <m:e>
                                  <m:r>
                                    <a:rPr lang="en-IN" sz="2800" b="0" i="1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  <m:e>
                                  <m:r>
                                    <a:rPr lang="en-IN" sz="2800" b="0" i="1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</m:mr>
                            </m:m>
                            <m:r>
                              <a:rPr lang="en-US" sz="2800" b="0" i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          </m:t>
                            </m:r>
                            <m:r>
                              <a:rPr lang="en-GB" sz="2800" b="0" i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 </m:t>
                            </m:r>
                          </m:e>
                        </m:d>
                      </m:oMath>
                    </a14:m>
                    <a:endParaRPr lang="en-IN" sz="2800" dirty="0">
                      <a:solidFill>
                        <a:srgbClr val="002060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47" name="Rectangle 46">
                    <a:extLst>
                      <a:ext uri="{FF2B5EF4-FFF2-40B4-BE49-F238E27FC236}">
                        <a16:creationId xmlns:a16="http://schemas.microsoft.com/office/drawing/2014/main" id="{9AFD2E0B-0516-EE39-12F2-F77E6106D34E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833958" y="3480476"/>
                    <a:ext cx="3055783" cy="1485224"/>
                  </a:xfrm>
                  <a:prstGeom prst="rect">
                    <a:avLst/>
                  </a:prstGeom>
                  <a:blipFill>
                    <a:blip r:embed="rId18"/>
                    <a:stretch>
                      <a:fillRect l="-3413"/>
                    </a:stretch>
                  </a:blipFill>
                  <a:ln>
                    <a:noFill/>
                  </a:ln>
                </p:spPr>
                <p:txBody>
                  <a:bodyPr/>
                  <a:lstStyle/>
                  <a:p>
                    <a:r>
                      <a:rPr lang="en-IN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48" name="Straight Connector 47">
                <a:extLst>
                  <a:ext uri="{FF2B5EF4-FFF2-40B4-BE49-F238E27FC236}">
                    <a16:creationId xmlns:a16="http://schemas.microsoft.com/office/drawing/2014/main" id="{9C8BA5DC-BFD8-0F02-4E3C-D840BCEC52F2}"/>
                  </a:ext>
                </a:extLst>
              </p:cNvPr>
              <p:cNvCxnSpPr/>
              <p:nvPr/>
            </p:nvCxnSpPr>
            <p:spPr>
              <a:xfrm>
                <a:off x="3616209" y="3514747"/>
                <a:ext cx="0" cy="1326050"/>
              </a:xfrm>
              <a:prstGeom prst="line">
                <a:avLst/>
              </a:prstGeom>
              <a:ln w="3810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6" name="Rectangle 45">
                  <a:extLst>
                    <a:ext uri="{FF2B5EF4-FFF2-40B4-BE49-F238E27FC236}">
                      <a16:creationId xmlns:a16="http://schemas.microsoft.com/office/drawing/2014/main" id="{653B21A5-5F7D-6C0B-9A24-D4935D0329A1}"/>
                    </a:ext>
                  </a:extLst>
                </p:cNvPr>
                <p:cNvSpPr/>
                <p:nvPr/>
              </p:nvSpPr>
              <p:spPr>
                <a:xfrm>
                  <a:off x="8713435" y="3163314"/>
                  <a:ext cx="786201" cy="126647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800" i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GB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800" b="0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e>
                          </m:mr>
                          <m:mr>
                            <m:e>
                              <m:r>
                                <a:rPr lang="en-GB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   </m:t>
                              </m:r>
                              <m:r>
                                <a:rPr lang="en-IN" sz="2800" b="0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lang="en-IN" sz="2800" b="0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  2</m:t>
                              </m:r>
                            </m:e>
                          </m:mr>
                        </m:m>
                      </m:oMath>
                    </m:oMathPara>
                  </a14:m>
                  <a:endParaRPr lang="en-IN" sz="2800" dirty="0">
                    <a:solidFill>
                      <a:srgbClr val="002060"/>
                    </a:solidFill>
                  </a:endParaRPr>
                </a:p>
              </p:txBody>
            </p:sp>
          </mc:Choice>
          <mc:Fallback xmlns="">
            <p:sp>
              <p:nvSpPr>
                <p:cNvPr id="46" name="Rectangle 45">
                  <a:extLst>
                    <a:ext uri="{FF2B5EF4-FFF2-40B4-BE49-F238E27FC236}">
                      <a16:creationId xmlns:a16="http://schemas.microsoft.com/office/drawing/2014/main" id="{653B21A5-5F7D-6C0B-9A24-D4935D0329A1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713435" y="3163314"/>
                  <a:ext cx="786201" cy="1266470"/>
                </a:xfrm>
                <a:prstGeom prst="rect">
                  <a:avLst/>
                </a:prstGeom>
                <a:blipFill>
                  <a:blip r:embed="rId19"/>
                  <a:stretch>
                    <a:fillRect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49" name="Rectangle 48">
                <a:extLst>
                  <a:ext uri="{FF2B5EF4-FFF2-40B4-BE49-F238E27FC236}">
                    <a16:creationId xmlns:a16="http://schemas.microsoft.com/office/drawing/2014/main" id="{4B0EB81B-E554-BE73-F1BC-F0F4EE0E6935}"/>
                  </a:ext>
                </a:extLst>
              </p:cNvPr>
              <p:cNvSpPr/>
              <p:nvPr/>
            </p:nvSpPr>
            <p:spPr>
              <a:xfrm>
                <a:off x="6862072" y="2293968"/>
                <a:ext cx="1623409" cy="564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28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2800" b="1" i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𝐑</m:t>
                          </m:r>
                        </m:e>
                        <m:sub>
                          <m:r>
                            <a:rPr lang="en-IN" sz="28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𝟐𝟑</m:t>
                          </m:r>
                        </m:sub>
                      </m:sSub>
                      <m:d>
                        <m:dPr>
                          <m:ctrlPr>
                            <a:rPr lang="en-GB" sz="28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2800" b="1" i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IN" sz="2800" b="1" i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e>
                      </m:d>
                    </m:oMath>
                  </m:oMathPara>
                </a14:m>
                <a:endParaRPr lang="en-IN" sz="28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49" name="Rectangle 48">
                <a:extLst>
                  <a:ext uri="{FF2B5EF4-FFF2-40B4-BE49-F238E27FC236}">
                    <a16:creationId xmlns:a16="http://schemas.microsoft.com/office/drawing/2014/main" id="{4B0EB81B-E554-BE73-F1BC-F0F4EE0E693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62072" y="2293968"/>
                <a:ext cx="1623409" cy="564880"/>
              </a:xfrm>
              <a:prstGeom prst="rect">
                <a:avLst/>
              </a:prstGeom>
              <a:blipFill>
                <a:blip r:embed="rId20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009606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5" grpId="0"/>
      <p:bldP spid="8" grpId="0"/>
      <p:bldP spid="16" grpId="0" animBg="1"/>
      <p:bldP spid="17" grpId="0"/>
      <p:bldP spid="49" grpId="0"/>
    </p:bldLst>
  </p:timing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EFDAE0-297D-3782-FB9E-6D74F33648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264E8149-ACF8-C169-C2A2-516A48F60B25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IN" dirty="0"/>
                  <a:t>Method:3 </a:t>
                </a:r>
                <a14:m>
                  <m:oMath xmlns:m="http://schemas.openxmlformats.org/officeDocument/2006/math">
                    <m:r>
                      <a:rPr lang="en-I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⇝</m:t>
                    </m:r>
                  </m:oMath>
                </a14:m>
                <a:r>
                  <a:rPr lang="en-IN" dirty="0"/>
                  <a:t> Example:2(continue)</a:t>
                </a:r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264E8149-ACF8-C169-C2A2-516A48F60B2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400" t="-8547" b="-1965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5" name="Rectangle 64">
            <a:extLst>
              <a:ext uri="{FF2B5EF4-FFF2-40B4-BE49-F238E27FC236}">
                <a16:creationId xmlns:a16="http://schemas.microsoft.com/office/drawing/2014/main" id="{54F026A2-E57F-2FB9-2477-9B7246E2BD68}"/>
              </a:ext>
            </a:extLst>
          </p:cNvPr>
          <p:cNvSpPr/>
          <p:nvPr/>
        </p:nvSpPr>
        <p:spPr>
          <a:xfrm>
            <a:off x="266656" y="2426925"/>
            <a:ext cx="4251412" cy="54360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r>
              <a:rPr lang="en-IN" sz="2800" dirty="0">
                <a:solidFill>
                  <a:srgbClr val="002060"/>
                </a:solidFill>
              </a:rPr>
              <a:t>Apply the Back Substitution,</a:t>
            </a:r>
            <a:endParaRPr lang="en-IN" sz="2800" b="1" dirty="0">
              <a:solidFill>
                <a:srgbClr val="002060"/>
              </a:solidFill>
            </a:endParaRPr>
          </a:p>
        </p:txBody>
      </p:sp>
      <p:sp>
        <p:nvSpPr>
          <p:cNvPr id="66" name="Right Arrow 3">
            <a:extLst>
              <a:ext uri="{FF2B5EF4-FFF2-40B4-BE49-F238E27FC236}">
                <a16:creationId xmlns:a16="http://schemas.microsoft.com/office/drawing/2014/main" id="{BF7D2830-73CD-0BB2-045D-78E345AF77A8}"/>
              </a:ext>
            </a:extLst>
          </p:cNvPr>
          <p:cNvSpPr/>
          <p:nvPr/>
        </p:nvSpPr>
        <p:spPr>
          <a:xfrm flipV="1">
            <a:off x="389603" y="3135675"/>
            <a:ext cx="576777" cy="394349"/>
          </a:xfrm>
          <a:prstGeom prst="rightArrow">
            <a:avLst/>
          </a:prstGeom>
          <a:gradFill>
            <a:gsLst>
              <a:gs pos="10000">
                <a:srgbClr val="0E47A1"/>
              </a:gs>
              <a:gs pos="100000">
                <a:srgbClr val="03A9F5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Wingdings 3" panose="05040102010807070707" pitchFamily="18" charset="2"/>
              <a:buNone/>
            </a:pPr>
            <a:endParaRPr lang="en-IN" sz="2800" dirty="0">
              <a:solidFill>
                <a:schemeClr val="bg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7" name="Rectangle 66">
                <a:extLst>
                  <a:ext uri="{FF2B5EF4-FFF2-40B4-BE49-F238E27FC236}">
                    <a16:creationId xmlns:a16="http://schemas.microsoft.com/office/drawing/2014/main" id="{C7F3F869-DD8E-8FC2-1890-C32B2CB3CB5B}"/>
                  </a:ext>
                </a:extLst>
              </p:cNvPr>
              <p:cNvSpPr/>
              <p:nvPr/>
            </p:nvSpPr>
            <p:spPr>
              <a:xfrm>
                <a:off x="1015129" y="3061049"/>
                <a:ext cx="1597922" cy="543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  <m:sSub>
                        <m:sSubPr>
                          <m:ctrlPr>
                            <a:rPr lang="en-IN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k</m:t>
                          </m:r>
                        </m:e>
                        <m:sub>
                          <m: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=2</m:t>
                      </m:r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67" name="Rectangle 66">
                <a:extLst>
                  <a:ext uri="{FF2B5EF4-FFF2-40B4-BE49-F238E27FC236}">
                    <a16:creationId xmlns:a16="http://schemas.microsoft.com/office/drawing/2014/main" id="{C7F3F869-DD8E-8FC2-1890-C32B2CB3CB5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5129" y="3061049"/>
                <a:ext cx="1597922" cy="543600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8" name="Rectangle 67">
                <a:extLst>
                  <a:ext uri="{FF2B5EF4-FFF2-40B4-BE49-F238E27FC236}">
                    <a16:creationId xmlns:a16="http://schemas.microsoft.com/office/drawing/2014/main" id="{5D6FDDFA-0E8C-9F7D-8460-8CB19C88708F}"/>
                  </a:ext>
                </a:extLst>
              </p:cNvPr>
              <p:cNvSpPr/>
              <p:nvPr/>
            </p:nvSpPr>
            <p:spPr>
              <a:xfrm>
                <a:off x="966380" y="3690805"/>
                <a:ext cx="1597922" cy="543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i="1" dirty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⇒</m:t>
                      </m:r>
                      <m:r>
                        <a:rPr lang="en-IN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=2</m:t>
                      </m:r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68" name="Rectangle 67">
                <a:extLst>
                  <a:ext uri="{FF2B5EF4-FFF2-40B4-BE49-F238E27FC236}">
                    <a16:creationId xmlns:a16="http://schemas.microsoft.com/office/drawing/2014/main" id="{5D6FDDFA-0E8C-9F7D-8460-8CB19C88708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6380" y="3690805"/>
                <a:ext cx="1597922" cy="543600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0" name="Rectangle 69">
            <a:extLst>
              <a:ext uri="{FF2B5EF4-FFF2-40B4-BE49-F238E27FC236}">
                <a16:creationId xmlns:a16="http://schemas.microsoft.com/office/drawing/2014/main" id="{880980DE-66D5-FA90-8F94-04AF9A73EED3}"/>
              </a:ext>
            </a:extLst>
          </p:cNvPr>
          <p:cNvSpPr/>
          <p:nvPr/>
        </p:nvSpPr>
        <p:spPr>
          <a:xfrm>
            <a:off x="2505032" y="3701204"/>
            <a:ext cx="3777231" cy="54360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r>
              <a:rPr lang="en-IN" sz="2800" dirty="0">
                <a:solidFill>
                  <a:srgbClr val="002060"/>
                </a:solidFill>
              </a:rPr>
              <a:t>;   Which is not possible.</a:t>
            </a:r>
          </a:p>
        </p:txBody>
      </p:sp>
      <p:grpSp>
        <p:nvGrpSpPr>
          <p:cNvPr id="44" name="Group 43">
            <a:extLst>
              <a:ext uri="{FF2B5EF4-FFF2-40B4-BE49-F238E27FC236}">
                <a16:creationId xmlns:a16="http://schemas.microsoft.com/office/drawing/2014/main" id="{50FEC9EF-4C97-96B3-7D72-C47E26FB5CA4}"/>
              </a:ext>
            </a:extLst>
          </p:cNvPr>
          <p:cNvGrpSpPr/>
          <p:nvPr/>
        </p:nvGrpSpPr>
        <p:grpSpPr>
          <a:xfrm>
            <a:off x="266656" y="935828"/>
            <a:ext cx="3571656" cy="1370924"/>
            <a:chOff x="6686773" y="3163314"/>
            <a:chExt cx="3571656" cy="1370924"/>
          </a:xfrm>
        </p:grpSpPr>
        <p:grpSp>
          <p:nvGrpSpPr>
            <p:cNvPr id="45" name="Group 44">
              <a:extLst>
                <a:ext uri="{FF2B5EF4-FFF2-40B4-BE49-F238E27FC236}">
                  <a16:creationId xmlns:a16="http://schemas.microsoft.com/office/drawing/2014/main" id="{F1400A96-E918-246F-C3C7-A5F1C52810AB}"/>
                </a:ext>
              </a:extLst>
            </p:cNvPr>
            <p:cNvGrpSpPr/>
            <p:nvPr/>
          </p:nvGrpSpPr>
          <p:grpSpPr>
            <a:xfrm>
              <a:off x="6686773" y="3163314"/>
              <a:ext cx="3571656" cy="1370924"/>
              <a:chOff x="1833958" y="3480476"/>
              <a:chExt cx="3055783" cy="1485224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47" name="Rectangle 46">
                    <a:extLst>
                      <a:ext uri="{FF2B5EF4-FFF2-40B4-BE49-F238E27FC236}">
                        <a16:creationId xmlns:a16="http://schemas.microsoft.com/office/drawing/2014/main" id="{FC9EC052-D5E3-884B-08ED-0E1AAB87C0CB}"/>
                      </a:ext>
                    </a:extLst>
                  </p:cNvPr>
                  <p:cNvSpPr/>
                  <p:nvPr/>
                </p:nvSpPr>
                <p:spPr>
                  <a:xfrm>
                    <a:off x="1833958" y="3480476"/>
                    <a:ext cx="3055783" cy="1485224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r>
                      <a:rPr lang="en-IN" sz="2800" b="0" dirty="0">
                        <a:solidFill>
                          <a:srgbClr val="002060"/>
                        </a:solidFill>
                      </a:rPr>
                      <a:t>~ </a:t>
                    </a:r>
                    <a14:m>
                      <m:oMath xmlns:m="http://schemas.openxmlformats.org/officeDocument/2006/math">
                        <m:d>
                          <m:dPr>
                            <m:begChr m:val="["/>
                            <m:endChr m:val="]"/>
                            <m:ctrlPr>
                              <a:rPr lang="en-US" sz="2800" b="0" i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800" b="0" i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 </m:t>
                            </m:r>
                            <m:m>
                              <m:mPr>
                                <m:mcs>
                                  <m:mc>
                                    <m:mcPr>
                                      <m:count m:val="3"/>
                                      <m:mcJc m:val="center"/>
                                    </m:mcPr>
                                  </m:mc>
                                </m:mcs>
                                <m:ctrlPr>
                                  <a:rPr lang="en-IN" sz="2800" b="0" i="1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mPr>
                              <m:mr>
                                <m:e>
                                  <m:r>
                                    <m:rPr>
                                      <m:brk m:alnAt="7"/>
                                    </m:rPr>
                                    <a:rPr lang="en-US" sz="2800" b="0" i="1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e>
                                <m:e>
                                  <m:r>
                                    <a:rPr lang="en-IN" sz="2800" b="0" i="1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  <m:e>
                                  <m:r>
                                    <a:rPr lang="en-IN" sz="2800" b="0" i="1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e>
                              </m:mr>
                              <m:mr>
                                <m:e>
                                  <m:r>
                                    <a:rPr lang="en-IN" sz="2800" b="0" i="1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  <m:e>
                                  <m:r>
                                    <a:rPr lang="en-IN" sz="2800" b="0" i="1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5</m:t>
                                  </m:r>
                                </m:e>
                                <m:e>
                                  <m:r>
                                    <a:rPr lang="en-IN" sz="2800" b="0" i="1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4</m:t>
                                  </m:r>
                                </m:e>
                              </m:mr>
                              <m:mr>
                                <m:e>
                                  <m:r>
                                    <a:rPr lang="en-IN" sz="2800" b="0" i="1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  <m:e>
                                  <m:r>
                                    <a:rPr lang="en-IN" sz="2800" b="0" i="1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  <m:e>
                                  <m:r>
                                    <a:rPr lang="en-IN" sz="2800" b="0" i="1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</m:mr>
                            </m:m>
                            <m:r>
                              <a:rPr lang="en-US" sz="2800" b="0" i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          </m:t>
                            </m:r>
                            <m:r>
                              <a:rPr lang="en-GB" sz="2800" b="0" i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 </m:t>
                            </m:r>
                          </m:e>
                        </m:d>
                      </m:oMath>
                    </a14:m>
                    <a:endParaRPr lang="en-IN" sz="2800" dirty="0">
                      <a:solidFill>
                        <a:srgbClr val="002060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47" name="Rectangle 46">
                    <a:extLst>
                      <a:ext uri="{FF2B5EF4-FFF2-40B4-BE49-F238E27FC236}">
                        <a16:creationId xmlns:a16="http://schemas.microsoft.com/office/drawing/2014/main" id="{FC9EC052-D5E3-884B-08ED-0E1AAB87C0CB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833958" y="3480476"/>
                    <a:ext cx="3055783" cy="1485224"/>
                  </a:xfrm>
                  <a:prstGeom prst="rect">
                    <a:avLst/>
                  </a:prstGeom>
                  <a:blipFill>
                    <a:blip r:embed="rId13"/>
                    <a:stretch>
                      <a:fillRect l="-3584"/>
                    </a:stretch>
                  </a:blipFill>
                  <a:ln>
                    <a:noFill/>
                  </a:ln>
                </p:spPr>
                <p:txBody>
                  <a:bodyPr/>
                  <a:lstStyle/>
                  <a:p>
                    <a:r>
                      <a:rPr lang="en-IN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48" name="Straight Connector 47">
                <a:extLst>
                  <a:ext uri="{FF2B5EF4-FFF2-40B4-BE49-F238E27FC236}">
                    <a16:creationId xmlns:a16="http://schemas.microsoft.com/office/drawing/2014/main" id="{D370B57D-5AAF-CADF-C9C5-5A5AF40F4D42}"/>
                  </a:ext>
                </a:extLst>
              </p:cNvPr>
              <p:cNvCxnSpPr/>
              <p:nvPr/>
            </p:nvCxnSpPr>
            <p:spPr>
              <a:xfrm>
                <a:off x="3616209" y="3514747"/>
                <a:ext cx="0" cy="1326050"/>
              </a:xfrm>
              <a:prstGeom prst="line">
                <a:avLst/>
              </a:prstGeom>
              <a:ln w="3810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6" name="Rectangle 45">
                  <a:extLst>
                    <a:ext uri="{FF2B5EF4-FFF2-40B4-BE49-F238E27FC236}">
                      <a16:creationId xmlns:a16="http://schemas.microsoft.com/office/drawing/2014/main" id="{DEF736B0-7527-05F8-1080-9F96B76768B1}"/>
                    </a:ext>
                  </a:extLst>
                </p:cNvPr>
                <p:cNvSpPr/>
                <p:nvPr/>
              </p:nvSpPr>
              <p:spPr>
                <a:xfrm>
                  <a:off x="8713435" y="3163314"/>
                  <a:ext cx="786201" cy="126647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800" i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GB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800" b="0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e>
                          </m:mr>
                          <m:mr>
                            <m:e>
                              <m:r>
                                <a:rPr lang="en-GB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   </m:t>
                              </m:r>
                              <m:r>
                                <a:rPr lang="en-IN" sz="2800" b="0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lang="en-IN" sz="2800" b="0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  2</m:t>
                              </m:r>
                            </m:e>
                          </m:mr>
                        </m:m>
                      </m:oMath>
                    </m:oMathPara>
                  </a14:m>
                  <a:endParaRPr lang="en-IN" sz="2800" dirty="0">
                    <a:solidFill>
                      <a:srgbClr val="002060"/>
                    </a:solidFill>
                  </a:endParaRPr>
                </a:p>
              </p:txBody>
            </p:sp>
          </mc:Choice>
          <mc:Fallback xmlns="">
            <p:sp>
              <p:nvSpPr>
                <p:cNvPr id="46" name="Rectangle 45">
                  <a:extLst>
                    <a:ext uri="{FF2B5EF4-FFF2-40B4-BE49-F238E27FC236}">
                      <a16:creationId xmlns:a16="http://schemas.microsoft.com/office/drawing/2014/main" id="{DEF736B0-7527-05F8-1080-9F96B76768B1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713435" y="3163314"/>
                  <a:ext cx="786201" cy="1266470"/>
                </a:xfrm>
                <a:prstGeom prst="rect">
                  <a:avLst/>
                </a:prstGeom>
                <a:blipFill>
                  <a:blip r:embed="rId14"/>
                  <a:stretch>
                    <a:fillRect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10" name="Rectangle 9">
            <a:extLst>
              <a:ext uri="{FF2B5EF4-FFF2-40B4-BE49-F238E27FC236}">
                <a16:creationId xmlns:a16="http://schemas.microsoft.com/office/drawing/2014/main" id="{835E85EF-2A5A-FCD1-B95A-A8D0242F02EC}"/>
              </a:ext>
            </a:extLst>
          </p:cNvPr>
          <p:cNvSpPr/>
          <p:nvPr/>
        </p:nvSpPr>
        <p:spPr>
          <a:xfrm>
            <a:off x="266656" y="4395186"/>
            <a:ext cx="4251412" cy="54360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r>
              <a:rPr lang="en-IN" sz="2800" dirty="0">
                <a:solidFill>
                  <a:srgbClr val="002060"/>
                </a:solidFill>
              </a:rPr>
              <a:t>So, System is not consistent.</a:t>
            </a:r>
            <a:endParaRPr lang="en-IN" sz="2800" b="1" dirty="0">
              <a:solidFill>
                <a:srgbClr val="00206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FDC03375-C45F-C340-016B-B89623D903B2}"/>
                  </a:ext>
                </a:extLst>
              </p:cNvPr>
              <p:cNvSpPr/>
              <p:nvPr/>
            </p:nvSpPr>
            <p:spPr>
              <a:xfrm>
                <a:off x="266656" y="5089168"/>
                <a:ext cx="9302646" cy="543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r>
                  <a:rPr lang="en-IN" sz="2800" dirty="0">
                    <a:solidFill>
                      <a:srgbClr val="002060"/>
                    </a:solidFill>
                  </a:rPr>
                  <a:t>Hence,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800" i="0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u</m:t>
                    </m:r>
                  </m:oMath>
                </a14:m>
                <a:r>
                  <a:rPr lang="en-IN" sz="2800" b="1" dirty="0">
                    <a:solidFill>
                      <a:srgbClr val="002060"/>
                    </a:solidFill>
                  </a:rPr>
                  <a:t> </a:t>
                </a:r>
                <a:r>
                  <a:rPr lang="en-IN" sz="2800" dirty="0">
                    <a:solidFill>
                      <a:srgbClr val="002060"/>
                    </a:solidFill>
                  </a:rPr>
                  <a:t>can </a:t>
                </a:r>
                <a:r>
                  <a:rPr lang="en-IN" sz="2800" b="1" dirty="0">
                    <a:solidFill>
                      <a:srgbClr val="FF0000"/>
                    </a:solidFill>
                  </a:rPr>
                  <a:t>not </a:t>
                </a:r>
                <a:r>
                  <a:rPr lang="en-IN" sz="2800" dirty="0">
                    <a:solidFill>
                      <a:srgbClr val="002060"/>
                    </a:solidFill>
                  </a:rPr>
                  <a:t>express as a linear combination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800" i="0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a</m:t>
                    </m:r>
                    <m:r>
                      <a:rPr lang="en-IN" sz="2800" i="0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, </m:t>
                    </m:r>
                    <m:r>
                      <m:rPr>
                        <m:sty m:val="p"/>
                      </m:rPr>
                      <a:rPr lang="en-IN" sz="2800" i="0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b</m:t>
                    </m:r>
                    <m:r>
                      <a:rPr lang="en-IN" sz="2800" i="0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lang="en-IN" sz="2800" dirty="0">
                    <a:solidFill>
                      <a:srgbClr val="002060"/>
                    </a:solidFill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800" i="0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c</m:t>
                    </m:r>
                  </m:oMath>
                </a14:m>
                <a:r>
                  <a:rPr lang="en-IN" sz="2800" dirty="0">
                    <a:solidFill>
                      <a:srgbClr val="002060"/>
                    </a:solidFill>
                  </a:rPr>
                  <a:t>.</a:t>
                </a:r>
                <a:endParaRPr lang="en-IN" sz="2800" b="1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FDC03375-C45F-C340-016B-B89623D903B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6656" y="5089168"/>
                <a:ext cx="9302646" cy="543600"/>
              </a:xfrm>
              <a:prstGeom prst="rect">
                <a:avLst/>
              </a:prstGeom>
              <a:blipFill>
                <a:blip r:embed="rId15"/>
                <a:stretch>
                  <a:fillRect l="-1376" t="-12360" b="-26966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316920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5" grpId="0"/>
      <p:bldP spid="66" grpId="0" animBg="1"/>
      <p:bldP spid="67" grpId="0"/>
      <p:bldP spid="68" grpId="0"/>
      <p:bldP spid="70" grpId="0"/>
      <p:bldP spid="10" grpId="0"/>
      <p:bldP spid="11" grpId="0"/>
    </p:bldLst>
  </p:timing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07658B-B208-07C7-5599-42AD7D352B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8E133FDB-A72E-EA03-291C-29FB4D2482DE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IN" dirty="0"/>
                  <a:t>Method:3 </a:t>
                </a:r>
                <a14:m>
                  <m:oMath xmlns:m="http://schemas.openxmlformats.org/officeDocument/2006/math">
                    <m:r>
                      <a:rPr lang="en-IN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⇝</m:t>
                    </m:r>
                  </m:oMath>
                </a14:m>
                <a:r>
                  <a:rPr lang="en-IN" dirty="0"/>
                  <a:t> Example:7</a:t>
                </a:r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8E133FDB-A72E-EA03-291C-29FB4D2482D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400" t="-8547" b="-1965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35972A2E-25D7-C897-9D78-CA14AF0D56C8}"/>
              </a:ext>
            </a:extLst>
          </p:cNvPr>
          <p:cNvSpPr/>
          <p:nvPr/>
        </p:nvSpPr>
        <p:spPr>
          <a:xfrm>
            <a:off x="122278" y="2460114"/>
            <a:ext cx="1450657" cy="468000"/>
          </a:xfrm>
          <a:prstGeom prst="roundRect">
            <a:avLst/>
          </a:prstGeom>
          <a:gradFill>
            <a:gsLst>
              <a:gs pos="10000">
                <a:srgbClr val="0E47A1"/>
              </a:gs>
              <a:gs pos="100000">
                <a:srgbClr val="03A9F5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en-IN" sz="2800" dirty="0">
                <a:solidFill>
                  <a:schemeClr val="bg1"/>
                </a:solidFill>
              </a:rPr>
              <a:t>Solution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4" name="Content Placeholder 4">
                <a:extLst>
                  <a:ext uri="{FF2B5EF4-FFF2-40B4-BE49-F238E27FC236}">
                    <a16:creationId xmlns:a16="http://schemas.microsoft.com/office/drawing/2014/main" id="{02B74671-0FAF-5DCE-135B-C123CD3885CF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604480" y="773202"/>
                <a:ext cx="10587520" cy="543600"/>
              </a:xfrm>
              <a:prstGeom prst="rect">
                <a:avLst/>
              </a:prstGeom>
              <a:noFill/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vert="horz" lIns="91440" tIns="45720" rIns="91440" bIns="45720" rtlCol="0" anchor="ctr">
                <a:noAutofit/>
              </a:bodyPr>
              <a:lstStyle>
                <a:lvl1pPr marL="265113" indent="-265113" algn="just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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809625" indent="-352425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 algn="l">
                  <a:lnSpc>
                    <a:spcPct val="150000"/>
                  </a:lnSpc>
                  <a:buNone/>
                </a:pPr>
                <a:r>
                  <a:rPr lang="en-US" sz="2800" dirty="0">
                    <a:solidFill>
                      <a:srgbClr val="002060"/>
                    </a:solidFill>
                    <a:ea typeface="Calibri" panose="020F0502020204030204" pitchFamily="34" charset="0"/>
                    <a:cs typeface="Shruti" panose="020B0502040204020203" pitchFamily="34" charset="0"/>
                  </a:rPr>
                  <a:t>Check matrix A is a linear combination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Shruti" panose="020B0502040204020203" pitchFamily="34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Shruti" panose="020B0502040204020203" pitchFamily="34" charset="0"/>
                          </a:rPr>
                          <m:t>A</m:t>
                        </m:r>
                      </m:e>
                      <m:sub>
                        <m:r>
                          <a:rPr lang="en-US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Shruti" panose="020B0502040204020203" pitchFamily="34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2800" dirty="0">
                    <a:solidFill>
                      <a:srgbClr val="002060"/>
                    </a:solidFill>
                    <a:ea typeface="Calibri" panose="020F0502020204030204" pitchFamily="34" charset="0"/>
                    <a:cs typeface="Shruti" panose="020B0502040204020203" pitchFamily="34" charset="0"/>
                  </a:rPr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Shruti" panose="020B0502040204020203" pitchFamily="34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Shruti" panose="020B0502040204020203" pitchFamily="34" charset="0"/>
                          </a:rPr>
                          <m:t>A</m:t>
                        </m:r>
                      </m:e>
                      <m:sub>
                        <m:r>
                          <a:rPr lang="en-US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Shruti" panose="020B0502040204020203" pitchFamily="34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2800" dirty="0">
                    <a:solidFill>
                      <a:srgbClr val="002060"/>
                    </a:solidFill>
                    <a:ea typeface="Calibri" panose="020F0502020204030204" pitchFamily="34" charset="0"/>
                    <a:cs typeface="Shruti" panose="020B0502040204020203" pitchFamily="34" charset="0"/>
                  </a:rPr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Shruti" panose="020B0502040204020203" pitchFamily="34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Shruti" panose="020B0502040204020203" pitchFamily="34" charset="0"/>
                          </a:rPr>
                          <m:t>A</m:t>
                        </m:r>
                      </m:e>
                      <m:sub>
                        <m:r>
                          <a:rPr lang="en-US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Shruti" panose="020B0502040204020203" pitchFamily="34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lang="en-US" sz="2800" dirty="0">
                    <a:solidFill>
                      <a:srgbClr val="002060"/>
                    </a:solidFill>
                    <a:ea typeface="Calibri" panose="020F0502020204030204" pitchFamily="34" charset="0"/>
                    <a:cs typeface="Shruti" panose="020B0502040204020203" pitchFamily="34" charset="0"/>
                  </a:rPr>
                  <a:t> or not, where</a:t>
                </a:r>
              </a:p>
            </p:txBody>
          </p:sp>
        </mc:Choice>
        <mc:Fallback xmlns="">
          <p:sp>
            <p:nvSpPr>
              <p:cNvPr id="34" name="Content Placeholder 4">
                <a:extLst>
                  <a:ext uri="{FF2B5EF4-FFF2-40B4-BE49-F238E27FC236}">
                    <a16:creationId xmlns:a16="http://schemas.microsoft.com/office/drawing/2014/main" id="{02B74671-0FAF-5DCE-135B-C123CD3885C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04480" y="773202"/>
                <a:ext cx="10587520" cy="543600"/>
              </a:xfrm>
              <a:prstGeom prst="rect">
                <a:avLst/>
              </a:prstGeom>
              <a:blipFill>
                <a:blip r:embed="rId3"/>
                <a:stretch>
                  <a:fillRect l="-1151" b="-42697"/>
                </a:stretch>
              </a:blipFill>
              <a:ln w="12700" cap="flat" cmpd="sng" algn="ctr">
                <a:noFill/>
                <a:prstDash val="solid"/>
                <a:miter lim="800000"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5" name="Rectangle: Rounded Corners 34">
            <a:extLst>
              <a:ext uri="{FF2B5EF4-FFF2-40B4-BE49-F238E27FC236}">
                <a16:creationId xmlns:a16="http://schemas.microsoft.com/office/drawing/2014/main" id="{736E9383-FA9F-C1A0-280F-51F545C54229}"/>
              </a:ext>
            </a:extLst>
          </p:cNvPr>
          <p:cNvSpPr/>
          <p:nvPr/>
        </p:nvSpPr>
        <p:spPr>
          <a:xfrm>
            <a:off x="122279" y="854244"/>
            <a:ext cx="1450657" cy="468000"/>
          </a:xfrm>
          <a:prstGeom prst="roundRect">
            <a:avLst/>
          </a:prstGeom>
          <a:gradFill>
            <a:gsLst>
              <a:gs pos="10000">
                <a:srgbClr val="0E47A1"/>
              </a:gs>
              <a:gs pos="100000">
                <a:srgbClr val="03A9F5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r>
              <a:rPr lang="en-IN" sz="2800" dirty="0">
                <a:solidFill>
                  <a:schemeClr val="bg1"/>
                </a:solidFill>
              </a:rPr>
              <a:t>Example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Content Placeholder 4">
                <a:extLst>
                  <a:ext uri="{FF2B5EF4-FFF2-40B4-BE49-F238E27FC236}">
                    <a16:creationId xmlns:a16="http://schemas.microsoft.com/office/drawing/2014/main" id="{943E8303-3F55-8D0E-0F03-4169E7B80343}"/>
                  </a:ext>
                </a:extLst>
              </p:cNvPr>
              <p:cNvSpPr txBox="1">
                <a:spLocks/>
              </p:cNvSpPr>
              <p:nvPr/>
            </p:nvSpPr>
            <p:spPr>
              <a:xfrm flipH="1">
                <a:off x="1504354" y="2427238"/>
                <a:ext cx="4665440" cy="544460"/>
              </a:xfrm>
              <a:prstGeom prst="rect">
                <a:avLst/>
              </a:prstGeom>
              <a:noFill/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vert="horz" lIns="91440" tIns="45720" rIns="91440" bIns="45720" rtlCol="0" anchor="ctr">
                <a:noAutofit/>
              </a:bodyPr>
              <a:lstStyle>
                <a:lvl1pPr marL="265113" indent="-265113" algn="just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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809625" indent="-352425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118745" indent="0">
                  <a:lnSpc>
                    <a:spcPct val="115000"/>
                  </a:lnSpc>
                  <a:spcAft>
                    <a:spcPts val="800"/>
                  </a:spcAft>
                  <a:buNone/>
                </a:pPr>
                <a:r>
                  <a:rPr lang="en-US" sz="2800" dirty="0">
                    <a:solidFill>
                      <a:srgbClr val="002060"/>
                    </a:solidFill>
                    <a:latin typeface="+mj-lt"/>
                  </a:rPr>
                  <a:t>Let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A</m:t>
                    </m:r>
                    <m:r>
                      <a:rPr lang="en-US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k</m:t>
                        </m:r>
                      </m:e>
                      <m:sub>
                        <m:r>
                          <a:rPr lang="en-US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IN" sz="28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IN" sz="2800" b="0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A</m:t>
                        </m:r>
                      </m:e>
                      <m:sub>
                        <m:r>
                          <a:rPr lang="en-US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k</m:t>
                        </m:r>
                      </m:e>
                      <m:sub>
                        <m:r>
                          <a:rPr lang="en-US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sSub>
                      <m:sSubPr>
                        <m:ctrlPr>
                          <a:rPr lang="en-IN" sz="28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IN" sz="2800" b="0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A</m:t>
                        </m:r>
                      </m:e>
                      <m:sub>
                        <m:r>
                          <a:rPr lang="en-US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k</m:t>
                        </m:r>
                      </m:e>
                      <m:sub>
                        <m:r>
                          <a:rPr lang="en-US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sSub>
                      <m:sSubPr>
                        <m:ctrlPr>
                          <a:rPr lang="en-IN" sz="28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IN" sz="2800" b="0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A</m:t>
                        </m:r>
                      </m:e>
                      <m:sub>
                        <m:r>
                          <a:rPr lang="en-US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endParaRPr lang="en-US" sz="2800" dirty="0">
                  <a:solidFill>
                    <a:srgbClr val="002060"/>
                  </a:solidFill>
                  <a:latin typeface="+mj-lt"/>
                </a:endParaRPr>
              </a:p>
            </p:txBody>
          </p:sp>
        </mc:Choice>
        <mc:Fallback xmlns="">
          <p:sp>
            <p:nvSpPr>
              <p:cNvPr id="21" name="Content Placeholder 4">
                <a:extLst>
                  <a:ext uri="{FF2B5EF4-FFF2-40B4-BE49-F238E27FC236}">
                    <a16:creationId xmlns:a16="http://schemas.microsoft.com/office/drawing/2014/main" id="{943E8303-3F55-8D0E-0F03-4169E7B8034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1504354" y="2427238"/>
                <a:ext cx="4665440" cy="544460"/>
              </a:xfrm>
              <a:prstGeom prst="rect">
                <a:avLst/>
              </a:prstGeom>
              <a:blipFill>
                <a:blip r:embed="rId4"/>
                <a:stretch>
                  <a:fillRect l="-261" t="-6742" b="-32584"/>
                </a:stretch>
              </a:blipFill>
              <a:ln w="12700" cap="flat" cmpd="sng" algn="ctr">
                <a:noFill/>
                <a:prstDash val="solid"/>
                <a:miter lim="800000"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Content Placeholder 4">
                <a:extLst>
                  <a:ext uri="{FF2B5EF4-FFF2-40B4-BE49-F238E27FC236}">
                    <a16:creationId xmlns:a16="http://schemas.microsoft.com/office/drawing/2014/main" id="{AAF33A39-FB3D-ACAF-24D6-F40E64BD9B7A}"/>
                  </a:ext>
                </a:extLst>
              </p:cNvPr>
              <p:cNvSpPr txBox="1">
                <a:spLocks/>
              </p:cNvSpPr>
              <p:nvPr/>
            </p:nvSpPr>
            <p:spPr>
              <a:xfrm flipH="1">
                <a:off x="122278" y="3145824"/>
                <a:ext cx="9322992" cy="942942"/>
              </a:xfrm>
              <a:prstGeom prst="rect">
                <a:avLst/>
              </a:prstGeom>
              <a:noFill/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vert="horz" lIns="91440" tIns="45720" rIns="91440" bIns="45720" rtlCol="0" anchor="ctr">
                <a:noAutofit/>
              </a:bodyPr>
              <a:lstStyle>
                <a:defPPr>
                  <a:defRPr lang="en-US"/>
                </a:defPPr>
                <a:lvl1pPr marL="118745" algn="just">
                  <a:lnSpc>
                    <a:spcPct val="115000"/>
                  </a:lnSpc>
                  <a:spcBef>
                    <a:spcPts val="1000"/>
                  </a:spcBef>
                  <a:spcAft>
                    <a:spcPts val="800"/>
                  </a:spcAft>
                  <a:buClr>
                    <a:schemeClr val="accent6"/>
                  </a:buClr>
                  <a:buFont typeface="Wingdings 3" panose="05040102010807070707" pitchFamily="18" charset="2"/>
                  <a:buNone/>
                  <a:defRPr sz="2800">
                    <a:solidFill>
                      <a:srgbClr val="3A4A6A"/>
                    </a:solidFill>
                  </a:defRPr>
                </a:lvl1pPr>
              </a:lstStyle>
              <a:p>
                <a:pPr>
                  <a:lnSpc>
                    <a:spcPct val="9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⇒</m:t>
                      </m:r>
                      <m:d>
                        <m:dPr>
                          <m:begChr m:val="["/>
                          <m:endChr m:val="]"/>
                          <m:ctrlPr>
                            <a:rPr lang="en-IN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Shruti" panose="020B0502040204020203" pitchFamily="34" charset="0"/>
                            </a:rPr>
                          </m:ctrlPr>
                        </m:dPr>
                        <m:e>
                          <m:r>
                            <a:rPr lang="en-IN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Shruti" panose="020B0502040204020203" pitchFamily="34" charset="0"/>
                            </a:rPr>
                            <m:t> </m:t>
                          </m:r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IN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Shruti" panose="020B0502040204020203" pitchFamily="34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IN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Shruti" panose="020B0502040204020203" pitchFamily="34" charset="0"/>
                                  </a:rPr>
                                  <m:t> </m:t>
                                </m:r>
                                <m:r>
                                  <a:rPr lang="en-IN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Shruti" panose="020B0502040204020203" pitchFamily="34" charset="0"/>
                                  </a:rPr>
                                  <m:t>  </m:t>
                                </m:r>
                                <m:r>
                                  <a:rPr lang="en-US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Shruti" panose="020B0502040204020203" pitchFamily="34" charset="0"/>
                                  </a:rPr>
                                  <m:t>6</m:t>
                                </m:r>
                              </m:e>
                              <m:e>
                                <m:r>
                                  <a:rPr lang="en-US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Shruti" panose="020B0502040204020203" pitchFamily="34" charset="0"/>
                                  </a:rPr>
                                  <m:t>−8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Shruti" panose="020B0502040204020203" pitchFamily="34" charset="0"/>
                                  </a:rPr>
                                  <m:t>−1</m:t>
                                </m:r>
                              </m:e>
                              <m:e>
                                <m:r>
                                  <a:rPr lang="en-US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Shruti" panose="020B0502040204020203" pitchFamily="34" charset="0"/>
                                  </a:rPr>
                                  <m:t>−8</m:t>
                                </m:r>
                              </m:e>
                            </m:mr>
                          </m:m>
                          <m:r>
                            <a:rPr lang="en-IN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Shruti" panose="020B0502040204020203" pitchFamily="34" charset="0"/>
                            </a:rPr>
                            <m:t> </m:t>
                          </m:r>
                        </m:e>
                      </m:d>
                      <m:r>
                        <a:rPr lang="en-US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k</m:t>
                          </m:r>
                        </m:e>
                        <m:sub>
                          <m:r>
                            <a:rPr lang="en-US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d>
                        <m:dPr>
                          <m:begChr m:val="["/>
                          <m:endChr m:val="]"/>
                          <m:ctrlPr>
                            <a:rPr lang="en-IN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Shruti" panose="020B0502040204020203" pitchFamily="34" charset="0"/>
                            </a:rPr>
                          </m:ctrlPr>
                        </m:dPr>
                        <m:e>
                          <m:r>
                            <a:rPr lang="en-IN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Shruti" panose="020B0502040204020203" pitchFamily="34" charset="0"/>
                            </a:rPr>
                            <m:t> </m:t>
                          </m:r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IN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Shruti" panose="020B0502040204020203" pitchFamily="34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IN" i="1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Shruti" panose="020B0502040204020203" pitchFamily="34" charset="0"/>
                                  </a:rPr>
                                  <m:t> </m:t>
                                </m:r>
                                <m:r>
                                  <a:rPr lang="en-IN" i="1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Shruti" panose="020B0502040204020203" pitchFamily="34" charset="0"/>
                                  </a:rPr>
                                  <m:t>  </m:t>
                                </m:r>
                                <m:r>
                                  <a:rPr lang="en-US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Shruti" panose="020B0502040204020203" pitchFamily="34" charset="0"/>
                                  </a:rPr>
                                  <m:t>4</m:t>
                                </m:r>
                              </m:e>
                              <m:e>
                                <m:r>
                                  <a:rPr lang="en-IN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Shruti" panose="020B0502040204020203" pitchFamily="34" charset="0"/>
                                  </a:rPr>
                                  <m:t>   </m:t>
                                </m:r>
                                <m:r>
                                  <a:rPr lang="en-US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Shruti" panose="020B0502040204020203" pitchFamily="34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Shruti" panose="020B0502040204020203" pitchFamily="34" charset="0"/>
                                  </a:rPr>
                                  <m:t>−2</m:t>
                                </m:r>
                              </m:e>
                              <m:e>
                                <m:r>
                                  <a:rPr lang="en-US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Shruti" panose="020B0502040204020203" pitchFamily="34" charset="0"/>
                                  </a:rPr>
                                  <m:t>−2</m:t>
                                </m:r>
                              </m:e>
                            </m:mr>
                          </m:m>
                          <m:r>
                            <a:rPr lang="en-IN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Shruti" panose="020B0502040204020203" pitchFamily="34" charset="0"/>
                            </a:rPr>
                            <m:t> </m:t>
                          </m:r>
                        </m:e>
                      </m:d>
                      <m:r>
                        <a:rPr lang="en-US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k</m:t>
                          </m:r>
                        </m:e>
                        <m:sub>
                          <m:r>
                            <a:rPr lang="en-US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d>
                        <m:dPr>
                          <m:begChr m:val="["/>
                          <m:endChr m:val="]"/>
                          <m:ctrlPr>
                            <a:rPr lang="en-IN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Shruti" panose="020B0502040204020203" pitchFamily="34" charset="0"/>
                            </a:rPr>
                          </m:ctrlPr>
                        </m:dPr>
                        <m:e>
                          <m:r>
                            <a:rPr lang="en-IN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Shruti" panose="020B0502040204020203" pitchFamily="34" charset="0"/>
                            </a:rPr>
                            <m:t> </m:t>
                          </m:r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IN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Shruti" panose="020B0502040204020203" pitchFamily="34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Shruti" panose="020B0502040204020203" pitchFamily="34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Shruti" panose="020B0502040204020203" pitchFamily="34" charset="0"/>
                                  </a:rPr>
                                  <m:t>−1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Shruti" panose="020B0502040204020203" pitchFamily="34" charset="0"/>
                                  </a:rPr>
                                  <m:t>2</m:t>
                                </m:r>
                              </m:e>
                              <m:e>
                                <m:r>
                                  <a:rPr lang="en-IN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Shruti" panose="020B0502040204020203" pitchFamily="34" charset="0"/>
                                  </a:rPr>
                                  <m:t>   </m:t>
                                </m:r>
                                <m:r>
                                  <a:rPr lang="en-US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Shruti" panose="020B0502040204020203" pitchFamily="34" charset="0"/>
                                  </a:rPr>
                                  <m:t>3</m:t>
                                </m:r>
                              </m:e>
                            </m:mr>
                          </m:m>
                          <m:r>
                            <a:rPr lang="en-IN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Shruti" panose="020B0502040204020203" pitchFamily="34" charset="0"/>
                            </a:rPr>
                            <m:t> </m:t>
                          </m:r>
                        </m:e>
                      </m:d>
                      <m:r>
                        <a:rPr lang="en-US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k</m:t>
                          </m:r>
                        </m:e>
                        <m:sub>
                          <m:r>
                            <a:rPr lang="en-US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d>
                        <m:dPr>
                          <m:begChr m:val="["/>
                          <m:endChr m:val="]"/>
                          <m:ctrlPr>
                            <a:rPr lang="en-IN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Shruti" panose="020B0502040204020203" pitchFamily="34" charset="0"/>
                            </a:rPr>
                          </m:ctrlPr>
                        </m:dPr>
                        <m:e>
                          <m:r>
                            <a:rPr lang="en-IN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Shruti" panose="020B0502040204020203" pitchFamily="34" charset="0"/>
                            </a:rPr>
                            <m:t> </m:t>
                          </m:r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IN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Shruti" panose="020B0502040204020203" pitchFamily="34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Shruti" panose="020B0502040204020203" pitchFamily="34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Shruti" panose="020B0502040204020203" pitchFamily="34" charset="0"/>
                                  </a:rPr>
                                  <m:t>2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Shruti" panose="020B0502040204020203" pitchFamily="34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Shruti" panose="020B0502040204020203" pitchFamily="34" charset="0"/>
                                  </a:rPr>
                                  <m:t>4</m:t>
                                </m:r>
                              </m:e>
                            </m:mr>
                          </m:m>
                          <m:r>
                            <a:rPr lang="en-IN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Shruti" panose="020B0502040204020203" pitchFamily="34" charset="0"/>
                            </a:rPr>
                            <m:t> </m:t>
                          </m:r>
                        </m:e>
                      </m:d>
                    </m:oMath>
                  </m:oMathPara>
                </a14:m>
                <a:endParaRPr lang="en-US" i="1" dirty="0">
                  <a:solidFill>
                    <a:srgbClr val="002060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23" name="Content Placeholder 4">
                <a:extLst>
                  <a:ext uri="{FF2B5EF4-FFF2-40B4-BE49-F238E27FC236}">
                    <a16:creationId xmlns:a16="http://schemas.microsoft.com/office/drawing/2014/main" id="{AAF33A39-FB3D-ACAF-24D6-F40E64BD9B7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122278" y="3145824"/>
                <a:ext cx="9322992" cy="94294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 w="12700" cap="flat" cmpd="sng" algn="ctr">
                <a:noFill/>
                <a:prstDash val="solid"/>
                <a:miter lim="800000"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Content Placeholder 4">
                <a:extLst>
                  <a:ext uri="{FF2B5EF4-FFF2-40B4-BE49-F238E27FC236}">
                    <a16:creationId xmlns:a16="http://schemas.microsoft.com/office/drawing/2014/main" id="{274467C8-985C-FB4E-B719-7464CC95F2DA}"/>
                  </a:ext>
                </a:extLst>
              </p:cNvPr>
              <p:cNvSpPr txBox="1">
                <a:spLocks/>
              </p:cNvSpPr>
              <p:nvPr/>
            </p:nvSpPr>
            <p:spPr>
              <a:xfrm flipH="1">
                <a:off x="122278" y="4127861"/>
                <a:ext cx="9322992" cy="1125690"/>
              </a:xfrm>
              <a:prstGeom prst="rect">
                <a:avLst/>
              </a:prstGeom>
              <a:noFill/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vert="horz" lIns="91440" tIns="45720" rIns="91440" bIns="45720" rtlCol="0" anchor="ctr">
                <a:noAutofit/>
              </a:bodyPr>
              <a:lstStyle>
                <a:defPPr>
                  <a:defRPr lang="en-US"/>
                </a:defPPr>
                <a:lvl1pPr marL="118745" algn="just">
                  <a:lnSpc>
                    <a:spcPct val="115000"/>
                  </a:lnSpc>
                  <a:spcBef>
                    <a:spcPts val="1000"/>
                  </a:spcBef>
                  <a:spcAft>
                    <a:spcPts val="800"/>
                  </a:spcAft>
                  <a:buClr>
                    <a:schemeClr val="accent6"/>
                  </a:buClr>
                  <a:buFont typeface="Wingdings 3" panose="05040102010807070707" pitchFamily="18" charset="2"/>
                  <a:buNone/>
                  <a:defRPr sz="2800">
                    <a:solidFill>
                      <a:srgbClr val="3A4A6A"/>
                    </a:solidFill>
                  </a:defRPr>
                </a:lvl1pPr>
              </a:lstStyle>
              <a:p>
                <a:pPr>
                  <a:lnSpc>
                    <a:spcPct val="9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⇒</m:t>
                      </m:r>
                      <m:d>
                        <m:dPr>
                          <m:begChr m:val="["/>
                          <m:endChr m:val="]"/>
                          <m:ctrlPr>
                            <a:rPr lang="en-IN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Shruti" panose="020B0502040204020203" pitchFamily="34" charset="0"/>
                            </a:rPr>
                          </m:ctrlPr>
                        </m:dPr>
                        <m:e>
                          <m:r>
                            <a:rPr lang="en-IN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Shruti" panose="020B0502040204020203" pitchFamily="34" charset="0"/>
                            </a:rPr>
                            <m:t> </m:t>
                          </m:r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IN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Shruti" panose="020B0502040204020203" pitchFamily="34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IN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Shruti" panose="020B0502040204020203" pitchFamily="34" charset="0"/>
                                  </a:rPr>
                                  <m:t> </m:t>
                                </m:r>
                                <m:r>
                                  <a:rPr lang="en-IN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Shruti" panose="020B0502040204020203" pitchFamily="34" charset="0"/>
                                  </a:rPr>
                                  <m:t>  </m:t>
                                </m:r>
                                <m:r>
                                  <a:rPr lang="en-US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Shruti" panose="020B0502040204020203" pitchFamily="34" charset="0"/>
                                  </a:rPr>
                                  <m:t>6</m:t>
                                </m:r>
                              </m:e>
                              <m:e>
                                <m:r>
                                  <a:rPr lang="en-US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Shruti" panose="020B0502040204020203" pitchFamily="34" charset="0"/>
                                  </a:rPr>
                                  <m:t>−8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Shruti" panose="020B0502040204020203" pitchFamily="34" charset="0"/>
                                  </a:rPr>
                                  <m:t>−1</m:t>
                                </m:r>
                              </m:e>
                              <m:e>
                                <m:r>
                                  <a:rPr lang="en-US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Shruti" panose="020B0502040204020203" pitchFamily="34" charset="0"/>
                                  </a:rPr>
                                  <m:t>−8</m:t>
                                </m:r>
                              </m:e>
                            </m:mr>
                          </m:m>
                          <m:r>
                            <a:rPr lang="en-IN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Shruti" panose="020B0502040204020203" pitchFamily="34" charset="0"/>
                            </a:rPr>
                            <m:t> </m:t>
                          </m:r>
                        </m:e>
                      </m:d>
                      <m:r>
                        <a:rPr lang="en-US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IN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Shruti" panose="020B0502040204020203" pitchFamily="34" charset="0"/>
                            </a:rPr>
                          </m:ctrlPr>
                        </m:dPr>
                        <m:e>
                          <m:r>
                            <a:rPr lang="en-IN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Shruti" panose="020B0502040204020203" pitchFamily="34" charset="0"/>
                            </a:rPr>
                            <m:t> </m:t>
                          </m:r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IN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Shruti" panose="020B0502040204020203" pitchFamily="34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IN" b="0" i="1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Shruti" panose="020B0502040204020203" pitchFamily="34" charset="0"/>
                                  </a:rPr>
                                  <m:t> </m:t>
                                </m:r>
                                <m:r>
                                  <a:rPr lang="en-IN" b="0" i="1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Shruti" panose="020B0502040204020203" pitchFamily="34" charset="0"/>
                                  </a:rPr>
                                  <m:t>  </m:t>
                                </m:r>
                                <m:r>
                                  <a:rPr lang="en-US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Shruti" panose="020B0502040204020203" pitchFamily="34" charset="0"/>
                                  </a:rPr>
                                  <m:t>4</m:t>
                                </m:r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>
                                        <a:latin typeface="Cambria Math" panose="02040503050406030204" pitchFamily="18" charset="0"/>
                                      </a:rPr>
                                      <m:t>k</m:t>
                                    </m:r>
                                  </m:e>
                                  <m:sub>
                                    <m:r>
                                      <a:rPr lang="en-US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IN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>
                                        <a:latin typeface="Cambria Math" panose="02040503050406030204" pitchFamily="18" charset="0"/>
                                      </a:rPr>
                                      <m:t>k</m:t>
                                    </m:r>
                                  </m:e>
                                  <m:sub>
                                    <m:r>
                                      <a:rPr lang="en-US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IN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>
                                        <a:latin typeface="Cambria Math" panose="02040503050406030204" pitchFamily="18" charset="0"/>
                                      </a:rPr>
                                      <m:t>k</m:t>
                                    </m:r>
                                  </m:e>
                                  <m:sub>
                                    <m:r>
                                      <a:rPr lang="en-US"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b>
                                </m:sSub>
                              </m:e>
                              <m:e>
                                <m:r>
                                  <a:rPr lang="en-IN" b="0" i="1" smtClean="0">
                                    <a:latin typeface="Cambria Math" panose="02040503050406030204" pitchFamily="18" charset="0"/>
                                  </a:rPr>
                                  <m:t>   </m:t>
                                </m:r>
                                <m:r>
                                  <a:rPr lang="en-IN" b="0" i="0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Shruti" panose="020B0502040204020203" pitchFamily="34" charset="0"/>
                                  </a:rPr>
                                  <m:t>0</m:t>
                                </m:r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>
                                        <a:latin typeface="Cambria Math" panose="02040503050406030204" pitchFamily="18" charset="0"/>
                                      </a:rPr>
                                      <m:t>k</m:t>
                                    </m:r>
                                  </m:e>
                                  <m:sub>
                                    <m:r>
                                      <a:rPr lang="en-US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a:rPr lang="en-US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Shruti" panose="020B0502040204020203" pitchFamily="34" charset="0"/>
                                  </a:rPr>
                                  <m:t>−</m:t>
                                </m:r>
                                <m:r>
                                  <a:rPr lang="en-IN" b="0" i="1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Shruti" panose="020B0502040204020203" pitchFamily="34" charset="0"/>
                                  </a:rPr>
                                  <m:t>1</m:t>
                                </m:r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>
                                        <a:latin typeface="Cambria Math" panose="02040503050406030204" pitchFamily="18" charset="0"/>
                                      </a:rPr>
                                      <m:t>k</m:t>
                                    </m:r>
                                  </m:e>
                                  <m:sub>
                                    <m:r>
                                      <a:rPr lang="en-US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  <m:r>
                                  <a:rPr lang="en-US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US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Shruti" panose="020B0502040204020203" pitchFamily="34" charset="0"/>
                                  </a:rPr>
                                  <m:t>2</m:t>
                                </m:r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>
                                        <a:latin typeface="Cambria Math" panose="02040503050406030204" pitchFamily="18" charset="0"/>
                                      </a:rPr>
                                      <m:t>k</m:t>
                                    </m:r>
                                  </m:e>
                                  <m:sub>
                                    <m:r>
                                      <a:rPr lang="en-US"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r>
                                  <a:rPr lang="en-US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Shruti" panose="020B0502040204020203" pitchFamily="34" charset="0"/>
                                  </a:rPr>
                                  <m:t>−2</m:t>
                                </m:r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>
                                        <a:latin typeface="Cambria Math" panose="02040503050406030204" pitchFamily="18" charset="0"/>
                                      </a:rPr>
                                      <m:t>k</m:t>
                                    </m:r>
                                  </m:e>
                                  <m:sub>
                                    <m:r>
                                      <a:rPr lang="en-US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US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Shruti" panose="020B0502040204020203" pitchFamily="34" charset="0"/>
                                  </a:rPr>
                                  <m:t>2</m:t>
                                </m:r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>
                                        <a:latin typeface="Cambria Math" panose="02040503050406030204" pitchFamily="18" charset="0"/>
                                      </a:rPr>
                                      <m:t>k</m:t>
                                    </m:r>
                                  </m:e>
                                  <m:sub>
                                    <m:r>
                                      <a:rPr lang="en-US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IN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>
                                        <a:latin typeface="Cambria Math" panose="02040503050406030204" pitchFamily="18" charset="0"/>
                                      </a:rPr>
                                      <m:t>k</m:t>
                                    </m:r>
                                  </m:e>
                                  <m:sub>
                                    <m:r>
                                      <a:rPr lang="en-US"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b>
                                </m:sSub>
                              </m:e>
                              <m:e>
                                <m:r>
                                  <a:rPr lang="en-US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Shruti" panose="020B0502040204020203" pitchFamily="34" charset="0"/>
                                  </a:rPr>
                                  <m:t>−2</m:t>
                                </m:r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>
                                        <a:latin typeface="Cambria Math" panose="02040503050406030204" pitchFamily="18" charset="0"/>
                                      </a:rPr>
                                      <m:t>k</m:t>
                                    </m:r>
                                  </m:e>
                                  <m:sub>
                                    <m:r>
                                      <a:rPr lang="en-US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US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Shruti" panose="020B0502040204020203" pitchFamily="34" charset="0"/>
                                  </a:rPr>
                                  <m:t>3</m:t>
                                </m:r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>
                                        <a:latin typeface="Cambria Math" panose="02040503050406030204" pitchFamily="18" charset="0"/>
                                      </a:rPr>
                                      <m:t>k</m:t>
                                    </m:r>
                                  </m:e>
                                  <m:sub>
                                    <m:r>
                                      <a:rPr lang="en-US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US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Shruti" panose="020B0502040204020203" pitchFamily="34" charset="0"/>
                                  </a:rPr>
                                  <m:t>4</m:t>
                                </m:r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>
                                        <a:latin typeface="Cambria Math" panose="02040503050406030204" pitchFamily="18" charset="0"/>
                                      </a:rPr>
                                      <m:t>k</m:t>
                                    </m:r>
                                  </m:e>
                                  <m:sub>
                                    <m:r>
                                      <a:rPr lang="en-US"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b>
                                </m:sSub>
                              </m:e>
                            </m:mr>
                          </m:m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7" name="Content Placeholder 4">
                <a:extLst>
                  <a:ext uri="{FF2B5EF4-FFF2-40B4-BE49-F238E27FC236}">
                    <a16:creationId xmlns:a16="http://schemas.microsoft.com/office/drawing/2014/main" id="{274467C8-985C-FB4E-B719-7464CC95F2D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122278" y="4127861"/>
                <a:ext cx="9322992" cy="112569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ln w="12700" cap="flat" cmpd="sng" algn="ctr">
                <a:noFill/>
                <a:prstDash val="solid"/>
                <a:miter lim="800000"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11FF8CE5-5B6E-E03A-C8F9-E59754648296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636024" y="1095740"/>
                <a:ext cx="10587520" cy="1125690"/>
              </a:xfrm>
              <a:prstGeom prst="rect">
                <a:avLst/>
              </a:prstGeom>
              <a:noFill/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vert="horz" lIns="91440" tIns="45720" rIns="91440" bIns="45720" rtlCol="0" anchor="ctr">
                <a:noAutofit/>
              </a:bodyPr>
              <a:lstStyle>
                <a:lvl1pPr marL="265113" indent="-265113" algn="just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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809625" indent="-352425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 algn="l">
                  <a:lnSpc>
                    <a:spcPct val="150000"/>
                  </a:lnSpc>
                  <a:buNone/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80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Shruti" panose="020B0502040204020203" pitchFamily="34" charset="0"/>
                      </a:rPr>
                      <m:t>A</m:t>
                    </m:r>
                    <m:r>
                      <a:rPr lang="en-US" sz="280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Shruti" panose="020B0502040204020203" pitchFamily="34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IN" sz="28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Shruti" panose="020B0502040204020203" pitchFamily="34" charset="0"/>
                          </a:rPr>
                        </m:ctrlPr>
                      </m:dPr>
                      <m:e>
                        <m:r>
                          <a:rPr lang="en-IN" sz="28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Shruti" panose="020B0502040204020203" pitchFamily="34" charset="0"/>
                          </a:rPr>
                          <m:t> </m:t>
                        </m:r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IN" sz="280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Shruti" panose="020B0502040204020203" pitchFamily="34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IN" sz="2800" b="0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Shruti" panose="020B0502040204020203" pitchFamily="34" charset="0"/>
                                </a:rPr>
                                <m:t> </m:t>
                              </m:r>
                              <m:r>
                                <a:rPr lang="en-IN" sz="2800" b="0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Shruti" panose="020B0502040204020203" pitchFamily="34" charset="0"/>
                                </a:rPr>
                                <m:t>  </m:t>
                              </m:r>
                              <m: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Shruti" panose="020B0502040204020203" pitchFamily="34" charset="0"/>
                                </a:rPr>
                                <m:t>6</m:t>
                              </m:r>
                            </m:e>
                            <m:e>
                              <m: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Shruti" panose="020B0502040204020203" pitchFamily="34" charset="0"/>
                                </a:rPr>
                                <m:t>−8</m:t>
                              </m:r>
                            </m:e>
                          </m:mr>
                          <m:mr>
                            <m:e>
                              <m: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Shruti" panose="020B0502040204020203" pitchFamily="34" charset="0"/>
                                </a:rPr>
                                <m:t>−1</m:t>
                              </m:r>
                            </m:e>
                            <m:e>
                              <m: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Shruti" panose="020B0502040204020203" pitchFamily="34" charset="0"/>
                                </a:rPr>
                                <m:t>−8</m:t>
                              </m:r>
                            </m:e>
                          </m:mr>
                        </m:m>
                        <m:r>
                          <a:rPr lang="en-IN" sz="28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Shruti" panose="020B0502040204020203" pitchFamily="34" charset="0"/>
                          </a:rPr>
                          <m:t> </m:t>
                        </m:r>
                      </m:e>
                    </m:d>
                    <m:r>
                      <a:rPr lang="en-US" sz="2800" i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Shruti" panose="020B0502040204020203" pitchFamily="34" charset="0"/>
                      </a:rPr>
                      <m:t>,</m:t>
                    </m:r>
                    <m:sSub>
                      <m:sSubPr>
                        <m:ctrlPr>
                          <a:rPr lang="en-US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Shruti" panose="020B0502040204020203" pitchFamily="34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Shruti" panose="020B0502040204020203" pitchFamily="34" charset="0"/>
                          </a:rPr>
                          <m:t>A</m:t>
                        </m:r>
                      </m:e>
                      <m:sub>
                        <m:r>
                          <a:rPr lang="en-US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Shruti" panose="020B0502040204020203" pitchFamily="34" charset="0"/>
                          </a:rPr>
                          <m:t>1</m:t>
                        </m:r>
                      </m:sub>
                    </m:sSub>
                    <m:r>
                      <a:rPr lang="en-US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Shruti" panose="020B0502040204020203" pitchFamily="34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IN" sz="28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Shruti" panose="020B0502040204020203" pitchFamily="34" charset="0"/>
                          </a:rPr>
                        </m:ctrlPr>
                      </m:dPr>
                      <m:e>
                        <m:r>
                          <a:rPr lang="en-IN" sz="28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Shruti" panose="020B0502040204020203" pitchFamily="34" charset="0"/>
                          </a:rPr>
                          <m:t> </m:t>
                        </m:r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IN" sz="280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Shruti" panose="020B0502040204020203" pitchFamily="34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IN" sz="2800" b="0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Shruti" panose="020B0502040204020203" pitchFamily="34" charset="0"/>
                                </a:rPr>
                                <m:t> </m:t>
                              </m:r>
                              <m:r>
                                <a:rPr lang="en-IN" sz="2800" b="0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Shruti" panose="020B0502040204020203" pitchFamily="34" charset="0"/>
                                </a:rPr>
                                <m:t>  </m:t>
                              </m:r>
                              <m: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Shruti" panose="020B0502040204020203" pitchFamily="34" charset="0"/>
                                </a:rPr>
                                <m:t>4</m:t>
                              </m:r>
                            </m:e>
                            <m:e>
                              <m:r>
                                <a:rPr lang="en-IN" sz="2800" b="0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Shruti" panose="020B0502040204020203" pitchFamily="34" charset="0"/>
                                </a:rPr>
                                <m:t>   </m:t>
                              </m:r>
                              <m: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Shruti" panose="020B0502040204020203" pitchFamily="34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Shruti" panose="020B0502040204020203" pitchFamily="34" charset="0"/>
                                </a:rPr>
                                <m:t>−2</m:t>
                              </m:r>
                            </m:e>
                            <m:e>
                              <m: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Shruti" panose="020B0502040204020203" pitchFamily="34" charset="0"/>
                                </a:rPr>
                                <m:t>−2</m:t>
                              </m:r>
                            </m:e>
                          </m:mr>
                        </m:m>
                        <m:r>
                          <a:rPr lang="en-IN" sz="28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Shruti" panose="020B0502040204020203" pitchFamily="34" charset="0"/>
                          </a:rPr>
                          <m:t> </m:t>
                        </m:r>
                      </m:e>
                    </m:d>
                    <m:r>
                      <a:rPr lang="en-US" sz="2800" i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Shruti" panose="020B0502040204020203" pitchFamily="34" charset="0"/>
                      </a:rPr>
                      <m:t>,</m:t>
                    </m:r>
                    <m:sSub>
                      <m:sSubPr>
                        <m:ctrlPr>
                          <a:rPr lang="en-US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Shruti" panose="020B0502040204020203" pitchFamily="34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Shruti" panose="020B0502040204020203" pitchFamily="34" charset="0"/>
                          </a:rPr>
                          <m:t>A</m:t>
                        </m:r>
                      </m:e>
                      <m:sub>
                        <m:r>
                          <a:rPr lang="en-US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Shruti" panose="020B0502040204020203" pitchFamily="34" charset="0"/>
                          </a:rPr>
                          <m:t>3</m:t>
                        </m:r>
                      </m:sub>
                    </m:sSub>
                    <m:r>
                      <a:rPr lang="en-US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Shruti" panose="020B0502040204020203" pitchFamily="34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IN" sz="28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Shruti" panose="020B0502040204020203" pitchFamily="34" charset="0"/>
                          </a:rPr>
                        </m:ctrlPr>
                      </m:dPr>
                      <m:e>
                        <m:r>
                          <a:rPr lang="en-IN" sz="28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Shruti" panose="020B0502040204020203" pitchFamily="34" charset="0"/>
                          </a:rPr>
                          <m:t> </m:t>
                        </m:r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IN" sz="280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Shruti" panose="020B0502040204020203" pitchFamily="34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Shruti" panose="020B0502040204020203" pitchFamily="34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Shruti" panose="020B0502040204020203" pitchFamily="34" charset="0"/>
                                </a:rPr>
                                <m:t>−1</m:t>
                              </m:r>
                            </m:e>
                          </m:mr>
                          <m:mr>
                            <m:e>
                              <m: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Shruti" panose="020B0502040204020203" pitchFamily="34" charset="0"/>
                                </a:rPr>
                                <m:t>2</m:t>
                              </m:r>
                            </m:e>
                            <m:e>
                              <m:r>
                                <a:rPr lang="en-IN" sz="2800" b="0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Shruti" panose="020B0502040204020203" pitchFamily="34" charset="0"/>
                                </a:rPr>
                                <m:t>   </m:t>
                              </m:r>
                              <m: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Shruti" panose="020B0502040204020203" pitchFamily="34" charset="0"/>
                                </a:rPr>
                                <m:t>3</m:t>
                              </m:r>
                            </m:e>
                          </m:mr>
                        </m:m>
                        <m:r>
                          <a:rPr lang="en-IN" sz="28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Shruti" panose="020B0502040204020203" pitchFamily="34" charset="0"/>
                          </a:rPr>
                          <m:t> </m:t>
                        </m:r>
                      </m:e>
                    </m:d>
                  </m:oMath>
                </a14:m>
                <a:r>
                  <a:rPr lang="en-IN" sz="2800" dirty="0">
                    <a:solidFill>
                      <a:srgbClr val="002060"/>
                    </a:solidFill>
                    <a:ea typeface="Calibri" panose="020F0502020204030204" pitchFamily="34" charset="0"/>
                    <a:cs typeface="Shruti" panose="020B0502040204020203" pitchFamily="34" charset="0"/>
                  </a:rPr>
                  <a:t> and</a:t>
                </a:r>
                <a:r>
                  <a:rPr lang="en-US" sz="2800" dirty="0">
                    <a:solidFill>
                      <a:srgbClr val="002060"/>
                    </a:solidFill>
                    <a:ea typeface="Calibri" panose="020F0502020204030204" pitchFamily="34" charset="0"/>
                    <a:cs typeface="Shruti" panose="020B0502040204020203" pitchFamily="34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Shruti" panose="020B0502040204020203" pitchFamily="34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Shruti" panose="020B0502040204020203" pitchFamily="34" charset="0"/>
                          </a:rPr>
                          <m:t>A</m:t>
                        </m:r>
                      </m:e>
                      <m:sub>
                        <m:r>
                          <a:rPr lang="en-US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Shruti" panose="020B0502040204020203" pitchFamily="34" charset="0"/>
                          </a:rPr>
                          <m:t>3</m:t>
                        </m:r>
                      </m:sub>
                    </m:sSub>
                    <m:r>
                      <a:rPr lang="en-US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Shruti" panose="020B0502040204020203" pitchFamily="34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IN" sz="28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Shruti" panose="020B0502040204020203" pitchFamily="34" charset="0"/>
                          </a:rPr>
                        </m:ctrlPr>
                      </m:dPr>
                      <m:e>
                        <m:r>
                          <a:rPr lang="en-IN" sz="28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Shruti" panose="020B0502040204020203" pitchFamily="34" charset="0"/>
                          </a:rPr>
                          <m:t> </m:t>
                        </m:r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IN" sz="280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Shruti" panose="020B0502040204020203" pitchFamily="34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Shruti" panose="020B0502040204020203" pitchFamily="34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Shruti" panose="020B0502040204020203" pitchFamily="34" charset="0"/>
                                </a:rPr>
                                <m:t>2</m:t>
                              </m:r>
                            </m:e>
                          </m:mr>
                          <m:mr>
                            <m:e>
                              <m: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Shruti" panose="020B0502040204020203" pitchFamily="34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Shruti" panose="020B0502040204020203" pitchFamily="34" charset="0"/>
                                </a:rPr>
                                <m:t>4</m:t>
                              </m:r>
                            </m:e>
                          </m:mr>
                        </m:m>
                        <m:r>
                          <a:rPr lang="en-IN" sz="28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Shruti" panose="020B0502040204020203" pitchFamily="34" charset="0"/>
                          </a:rPr>
                          <m:t> </m:t>
                        </m:r>
                      </m:e>
                    </m:d>
                  </m:oMath>
                </a14:m>
                <a:endParaRPr lang="en-IN" sz="2800" dirty="0">
                  <a:solidFill>
                    <a:srgbClr val="002060"/>
                  </a:solidFill>
                  <a:latin typeface="+mj-lt"/>
                </a:endParaRPr>
              </a:p>
            </p:txBody>
          </p:sp>
        </mc:Choice>
        <mc:Fallback xmlns="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11FF8CE5-5B6E-E03A-C8F9-E5975464829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36024" y="1095740"/>
                <a:ext cx="10587520" cy="112569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  <a:ln w="12700" cap="flat" cmpd="sng" algn="ctr">
                <a:noFill/>
                <a:prstDash val="solid"/>
                <a:miter lim="800000"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108906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/>
      <p:bldP spid="23" grpId="0"/>
      <p:bldP spid="27" grpId="0"/>
    </p:bldLst>
  </p:timing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EFAB76-0142-F0F0-5A6C-FF972BC36A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7" name="Content Placeholder 4">
                <a:extLst>
                  <a:ext uri="{FF2B5EF4-FFF2-40B4-BE49-F238E27FC236}">
                    <a16:creationId xmlns:a16="http://schemas.microsoft.com/office/drawing/2014/main" id="{2D49EEEF-01DC-AD74-2735-370BE06C199C}"/>
                  </a:ext>
                </a:extLst>
              </p:cNvPr>
              <p:cNvSpPr txBox="1">
                <a:spLocks/>
              </p:cNvSpPr>
              <p:nvPr/>
            </p:nvSpPr>
            <p:spPr>
              <a:xfrm flipH="1">
                <a:off x="-29171" y="869889"/>
                <a:ext cx="9322992" cy="1125690"/>
              </a:xfrm>
              <a:prstGeom prst="rect">
                <a:avLst/>
              </a:prstGeom>
              <a:noFill/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vert="horz" lIns="91440" tIns="45720" rIns="91440" bIns="45720" rtlCol="0" anchor="ctr">
                <a:noAutofit/>
              </a:bodyPr>
              <a:lstStyle>
                <a:defPPr>
                  <a:defRPr lang="en-US"/>
                </a:defPPr>
                <a:lvl1pPr marL="118745" algn="just">
                  <a:lnSpc>
                    <a:spcPct val="115000"/>
                  </a:lnSpc>
                  <a:spcBef>
                    <a:spcPts val="1000"/>
                  </a:spcBef>
                  <a:spcAft>
                    <a:spcPts val="800"/>
                  </a:spcAft>
                  <a:buClr>
                    <a:schemeClr val="accent6"/>
                  </a:buClr>
                  <a:buFont typeface="Wingdings 3" panose="05040102010807070707" pitchFamily="18" charset="2"/>
                  <a:buNone/>
                  <a:defRPr sz="2800">
                    <a:solidFill>
                      <a:srgbClr val="3A4A6A"/>
                    </a:solidFill>
                  </a:defRPr>
                </a:lvl1pPr>
              </a:lstStyle>
              <a:p>
                <a:pPr>
                  <a:lnSpc>
                    <a:spcPct val="9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⇒</m:t>
                      </m:r>
                      <m:d>
                        <m:dPr>
                          <m:begChr m:val="["/>
                          <m:endChr m:val="]"/>
                          <m:ctrlPr>
                            <a:rPr lang="en-IN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Shruti" panose="020B0502040204020203" pitchFamily="34" charset="0"/>
                            </a:rPr>
                          </m:ctrlPr>
                        </m:dPr>
                        <m:e>
                          <m:r>
                            <a:rPr lang="en-IN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Shruti" panose="020B0502040204020203" pitchFamily="34" charset="0"/>
                            </a:rPr>
                            <m:t> </m:t>
                          </m:r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IN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Shruti" panose="020B0502040204020203" pitchFamily="34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IN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Shruti" panose="020B0502040204020203" pitchFamily="34" charset="0"/>
                                  </a:rPr>
                                  <m:t> </m:t>
                                </m:r>
                                <m:r>
                                  <a:rPr lang="en-IN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Shruti" panose="020B0502040204020203" pitchFamily="34" charset="0"/>
                                  </a:rPr>
                                  <m:t>  </m:t>
                                </m:r>
                                <m:r>
                                  <a:rPr lang="en-US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Shruti" panose="020B0502040204020203" pitchFamily="34" charset="0"/>
                                  </a:rPr>
                                  <m:t>6</m:t>
                                </m:r>
                              </m:e>
                              <m:e>
                                <m:r>
                                  <a:rPr lang="en-US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Shruti" panose="020B0502040204020203" pitchFamily="34" charset="0"/>
                                  </a:rPr>
                                  <m:t>−8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Shruti" panose="020B0502040204020203" pitchFamily="34" charset="0"/>
                                  </a:rPr>
                                  <m:t>−1</m:t>
                                </m:r>
                              </m:e>
                              <m:e>
                                <m:r>
                                  <a:rPr lang="en-US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Shruti" panose="020B0502040204020203" pitchFamily="34" charset="0"/>
                                  </a:rPr>
                                  <m:t>−8</m:t>
                                </m:r>
                              </m:e>
                            </m:mr>
                          </m:m>
                          <m:r>
                            <a:rPr lang="en-IN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Shruti" panose="020B0502040204020203" pitchFamily="34" charset="0"/>
                            </a:rPr>
                            <m:t> </m:t>
                          </m:r>
                        </m:e>
                      </m:d>
                      <m:r>
                        <a:rPr lang="en-US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IN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Shruti" panose="020B0502040204020203" pitchFamily="34" charset="0"/>
                            </a:rPr>
                          </m:ctrlPr>
                        </m:dPr>
                        <m:e>
                          <m:r>
                            <a:rPr lang="en-IN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Shruti" panose="020B0502040204020203" pitchFamily="34" charset="0"/>
                            </a:rPr>
                            <m:t> </m:t>
                          </m:r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IN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Shruti" panose="020B0502040204020203" pitchFamily="34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IN" b="0" i="1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Shruti" panose="020B0502040204020203" pitchFamily="34" charset="0"/>
                                  </a:rPr>
                                  <m:t> </m:t>
                                </m:r>
                                <m:r>
                                  <a:rPr lang="en-IN" b="0" i="1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Shruti" panose="020B0502040204020203" pitchFamily="34" charset="0"/>
                                  </a:rPr>
                                  <m:t>  </m:t>
                                </m:r>
                                <m:r>
                                  <a:rPr lang="en-US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Shruti" panose="020B0502040204020203" pitchFamily="34" charset="0"/>
                                  </a:rPr>
                                  <m:t>4</m:t>
                                </m:r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>
                                        <a:latin typeface="Cambria Math" panose="02040503050406030204" pitchFamily="18" charset="0"/>
                                      </a:rPr>
                                      <m:t>k</m:t>
                                    </m:r>
                                  </m:e>
                                  <m:sub>
                                    <m:r>
                                      <a:rPr lang="en-US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IN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>
                                        <a:latin typeface="Cambria Math" panose="02040503050406030204" pitchFamily="18" charset="0"/>
                                      </a:rPr>
                                      <m:t>k</m:t>
                                    </m:r>
                                  </m:e>
                                  <m:sub>
                                    <m:r>
                                      <a:rPr lang="en-US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IN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>
                                        <a:latin typeface="Cambria Math" panose="02040503050406030204" pitchFamily="18" charset="0"/>
                                      </a:rPr>
                                      <m:t>k</m:t>
                                    </m:r>
                                  </m:e>
                                  <m:sub>
                                    <m:r>
                                      <a:rPr lang="en-US"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b>
                                </m:sSub>
                              </m:e>
                              <m:e>
                                <m:r>
                                  <a:rPr lang="en-IN" b="0" i="1" smtClean="0">
                                    <a:latin typeface="Cambria Math" panose="02040503050406030204" pitchFamily="18" charset="0"/>
                                  </a:rPr>
                                  <m:t>   </m:t>
                                </m:r>
                                <m:r>
                                  <a:rPr lang="en-IN" b="0" i="0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Shruti" panose="020B0502040204020203" pitchFamily="34" charset="0"/>
                                  </a:rPr>
                                  <m:t>0</m:t>
                                </m:r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>
                                        <a:latin typeface="Cambria Math" panose="02040503050406030204" pitchFamily="18" charset="0"/>
                                      </a:rPr>
                                      <m:t>k</m:t>
                                    </m:r>
                                  </m:e>
                                  <m:sub>
                                    <m:r>
                                      <a:rPr lang="en-US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a:rPr lang="en-US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Shruti" panose="020B0502040204020203" pitchFamily="34" charset="0"/>
                                  </a:rPr>
                                  <m:t>−</m:t>
                                </m:r>
                                <m:r>
                                  <a:rPr lang="en-IN" b="0" i="1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Shruti" panose="020B0502040204020203" pitchFamily="34" charset="0"/>
                                  </a:rPr>
                                  <m:t>1</m:t>
                                </m:r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>
                                        <a:latin typeface="Cambria Math" panose="02040503050406030204" pitchFamily="18" charset="0"/>
                                      </a:rPr>
                                      <m:t>k</m:t>
                                    </m:r>
                                  </m:e>
                                  <m:sub>
                                    <m:r>
                                      <a:rPr lang="en-US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  <m:r>
                                  <a:rPr lang="en-US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US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Shruti" panose="020B0502040204020203" pitchFamily="34" charset="0"/>
                                  </a:rPr>
                                  <m:t>2</m:t>
                                </m:r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>
                                        <a:latin typeface="Cambria Math" panose="02040503050406030204" pitchFamily="18" charset="0"/>
                                      </a:rPr>
                                      <m:t>k</m:t>
                                    </m:r>
                                  </m:e>
                                  <m:sub>
                                    <m:r>
                                      <a:rPr lang="en-US"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r>
                                  <a:rPr lang="en-US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Shruti" panose="020B0502040204020203" pitchFamily="34" charset="0"/>
                                  </a:rPr>
                                  <m:t>−2</m:t>
                                </m:r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>
                                        <a:latin typeface="Cambria Math" panose="02040503050406030204" pitchFamily="18" charset="0"/>
                                      </a:rPr>
                                      <m:t>k</m:t>
                                    </m:r>
                                  </m:e>
                                  <m:sub>
                                    <m:r>
                                      <a:rPr lang="en-US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US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Shruti" panose="020B0502040204020203" pitchFamily="34" charset="0"/>
                                  </a:rPr>
                                  <m:t>2</m:t>
                                </m:r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>
                                        <a:latin typeface="Cambria Math" panose="02040503050406030204" pitchFamily="18" charset="0"/>
                                      </a:rPr>
                                      <m:t>k</m:t>
                                    </m:r>
                                  </m:e>
                                  <m:sub>
                                    <m:r>
                                      <a:rPr lang="en-US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IN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>
                                        <a:latin typeface="Cambria Math" panose="02040503050406030204" pitchFamily="18" charset="0"/>
                                      </a:rPr>
                                      <m:t>k</m:t>
                                    </m:r>
                                  </m:e>
                                  <m:sub>
                                    <m:r>
                                      <a:rPr lang="en-US"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b>
                                </m:sSub>
                              </m:e>
                              <m:e>
                                <m:r>
                                  <a:rPr lang="en-US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Shruti" panose="020B0502040204020203" pitchFamily="34" charset="0"/>
                                  </a:rPr>
                                  <m:t>−2</m:t>
                                </m:r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>
                                        <a:latin typeface="Cambria Math" panose="02040503050406030204" pitchFamily="18" charset="0"/>
                                      </a:rPr>
                                      <m:t>k</m:t>
                                    </m:r>
                                  </m:e>
                                  <m:sub>
                                    <m:r>
                                      <a:rPr lang="en-US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US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Shruti" panose="020B0502040204020203" pitchFamily="34" charset="0"/>
                                  </a:rPr>
                                  <m:t>3</m:t>
                                </m:r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>
                                        <a:latin typeface="Cambria Math" panose="02040503050406030204" pitchFamily="18" charset="0"/>
                                      </a:rPr>
                                      <m:t>k</m:t>
                                    </m:r>
                                  </m:e>
                                  <m:sub>
                                    <m:r>
                                      <a:rPr lang="en-US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US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Shruti" panose="020B0502040204020203" pitchFamily="34" charset="0"/>
                                  </a:rPr>
                                  <m:t>4</m:t>
                                </m:r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>
                                        <a:latin typeface="Cambria Math" panose="02040503050406030204" pitchFamily="18" charset="0"/>
                                      </a:rPr>
                                      <m:t>k</m:t>
                                    </m:r>
                                  </m:e>
                                  <m:sub>
                                    <m:r>
                                      <a:rPr lang="en-US"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b>
                                </m:sSub>
                              </m:e>
                            </m:mr>
                          </m:m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7" name="Content Placeholder 4">
                <a:extLst>
                  <a:ext uri="{FF2B5EF4-FFF2-40B4-BE49-F238E27FC236}">
                    <a16:creationId xmlns:a16="http://schemas.microsoft.com/office/drawing/2014/main" id="{2D49EEEF-01DC-AD74-2735-370BE06C199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-29171" y="869889"/>
                <a:ext cx="9322992" cy="112569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 w="12700" cap="flat" cmpd="sng" algn="ctr">
                <a:noFill/>
                <a:prstDash val="solid"/>
                <a:miter lim="800000"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3036571C-C8B5-49A0-F6F4-5A31921D35E5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IN" dirty="0"/>
                  <a:t>Method:3 </a:t>
                </a:r>
                <a14:m>
                  <m:oMath xmlns:m="http://schemas.openxmlformats.org/officeDocument/2006/math">
                    <m:r>
                      <a:rPr lang="en-IN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⇝</m:t>
                    </m:r>
                  </m:oMath>
                </a14:m>
                <a:r>
                  <a:rPr lang="en-IN" dirty="0"/>
                  <a:t> Example:7(continue)</a:t>
                </a:r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3036571C-C8B5-49A0-F6F4-5A31921D35E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3"/>
                <a:stretch>
                  <a:fillRect l="-400" t="-8547" b="-1965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Content Placeholder 4">
            <a:extLst>
              <a:ext uri="{FF2B5EF4-FFF2-40B4-BE49-F238E27FC236}">
                <a16:creationId xmlns:a16="http://schemas.microsoft.com/office/drawing/2014/main" id="{5171464C-7EC6-1CDA-D623-23E37E249DFF}"/>
              </a:ext>
            </a:extLst>
          </p:cNvPr>
          <p:cNvSpPr txBox="1">
            <a:spLocks/>
          </p:cNvSpPr>
          <p:nvPr/>
        </p:nvSpPr>
        <p:spPr>
          <a:xfrm flipH="1">
            <a:off x="122278" y="2154267"/>
            <a:ext cx="5465722" cy="5436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defPPr>
              <a:defRPr lang="en-US"/>
            </a:defPPr>
            <a:lvl1pPr marL="118745" algn="just">
              <a:lnSpc>
                <a:spcPct val="115000"/>
              </a:lnSpc>
              <a:spcBef>
                <a:spcPts val="1000"/>
              </a:spcBef>
              <a:spcAft>
                <a:spcPts val="800"/>
              </a:spcAft>
              <a:buClr>
                <a:schemeClr val="accent6"/>
              </a:buClr>
              <a:buFont typeface="Wingdings 3" panose="05040102010807070707" pitchFamily="18" charset="2"/>
              <a:buNone/>
              <a:defRPr sz="2800">
                <a:solidFill>
                  <a:srgbClr val="3A4A6A"/>
                </a:solidFill>
              </a:defRPr>
            </a:lvl1pPr>
          </a:lstStyle>
          <a:p>
            <a:pPr>
              <a:lnSpc>
                <a:spcPct val="90000"/>
              </a:lnSpc>
            </a:pPr>
            <a:r>
              <a:rPr lang="en-US" i="0" dirty="0">
                <a:solidFill>
                  <a:srgbClr val="002060"/>
                </a:solidFill>
                <a:latin typeface="+mj-lt"/>
              </a:rPr>
              <a:t>Comparing both the sides, we have </a:t>
            </a:r>
            <a:endParaRPr lang="en-US" dirty="0">
              <a:solidFill>
                <a:srgbClr val="002060"/>
              </a:solidFill>
              <a:latin typeface="Cambria Math" panose="020405030504060302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Content Placeholder 4">
                <a:extLst>
                  <a:ext uri="{FF2B5EF4-FFF2-40B4-BE49-F238E27FC236}">
                    <a16:creationId xmlns:a16="http://schemas.microsoft.com/office/drawing/2014/main" id="{E88DB26E-1351-4295-B85C-0531AED5F326}"/>
                  </a:ext>
                </a:extLst>
              </p:cNvPr>
              <p:cNvSpPr txBox="1">
                <a:spLocks/>
              </p:cNvSpPr>
              <p:nvPr/>
            </p:nvSpPr>
            <p:spPr>
              <a:xfrm flipH="1">
                <a:off x="173077" y="2794635"/>
                <a:ext cx="4027765" cy="2412365"/>
              </a:xfrm>
              <a:prstGeom prst="rect">
                <a:avLst/>
              </a:prstGeom>
              <a:noFill/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vert="horz" lIns="91440" tIns="45720" rIns="91440" bIns="45720" rtlCol="0" anchor="ctr">
                <a:noAutofit/>
              </a:bodyPr>
              <a:lstStyle>
                <a:defPPr>
                  <a:defRPr lang="en-US"/>
                </a:defPPr>
                <a:lvl1pPr marL="118745" algn="just">
                  <a:lnSpc>
                    <a:spcPct val="115000"/>
                  </a:lnSpc>
                  <a:spcBef>
                    <a:spcPts val="1000"/>
                  </a:spcBef>
                  <a:spcAft>
                    <a:spcPts val="800"/>
                  </a:spcAft>
                  <a:buClr>
                    <a:schemeClr val="accent6"/>
                  </a:buClr>
                  <a:buFont typeface="Wingdings 3" panose="05040102010807070707" pitchFamily="18" charset="2"/>
                  <a:buNone/>
                  <a:defRPr sz="2800">
                    <a:solidFill>
                      <a:srgbClr val="3A4A6A"/>
                    </a:solidFill>
                  </a:defRPr>
                </a:lvl1pPr>
              </a:lstStyle>
              <a:p>
                <a:pPr algn="l">
                  <a:lnSpc>
                    <a:spcPct val="90000"/>
                  </a:lnSpc>
                </a:pPr>
                <a:r>
                  <a:rPr lang="en-US" dirty="0">
                    <a:solidFill>
                      <a:srgbClr val="002060"/>
                    </a:solidFill>
                    <a:ea typeface="Calibri" panose="020F0502020204030204" pitchFamily="34" charset="0"/>
                    <a:cs typeface="Shruti" panose="020B0502040204020203" pitchFamily="34" charset="0"/>
                  </a:rPr>
                  <a:t>   </a:t>
                </a:r>
                <a14:m>
                  <m:oMath xmlns:m="http://schemas.openxmlformats.org/officeDocument/2006/math">
                    <m:r>
                      <a:rPr lang="en-US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Shruti" panose="020B0502040204020203" pitchFamily="34" charset="0"/>
                      </a:rPr>
                      <m:t>4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k</m:t>
                        </m:r>
                      </m:e>
                      <m:sub>
                        <m:r>
                          <a:rPr lang="en-US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i="1">
                        <a:latin typeface="Cambria Math" panose="02040503050406030204" pitchFamily="18" charset="0"/>
                      </a:rPr>
                      <m:t>1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k</m:t>
                        </m:r>
                      </m:e>
                      <m:sub>
                        <m:r>
                          <a:rPr lang="en-US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i="1">
                        <a:latin typeface="Cambria Math" panose="02040503050406030204" pitchFamily="18" charset="0"/>
                      </a:rPr>
                      <m:t>0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k</m:t>
                        </m:r>
                      </m:e>
                      <m:sub>
                        <m:r>
                          <a:rPr lang="en-US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IN" i="1">
                        <a:latin typeface="Cambria Math" panose="02040503050406030204" pitchFamily="18" charset="0"/>
                      </a:rPr>
                      <m:t>=6</m:t>
                    </m:r>
                  </m:oMath>
                </a14:m>
                <a:r>
                  <a:rPr lang="en-US" b="0" i="1" dirty="0">
                    <a:solidFill>
                      <a:srgbClr val="002060"/>
                    </a:solidFill>
                    <a:latin typeface="Cambria Math" panose="02040503050406030204" pitchFamily="18" charset="0"/>
                  </a:rPr>
                  <a:t> </a:t>
                </a:r>
              </a:p>
              <a:p>
                <a:pPr algn="l">
                  <a:lnSpc>
                    <a:spcPct val="90000"/>
                  </a:lnSpc>
                </a:pPr>
                <a:r>
                  <a:rPr lang="en-IN" dirty="0">
                    <a:solidFill>
                      <a:srgbClr val="002060"/>
                    </a:solidFill>
                    <a:ea typeface="Calibri" panose="020F0502020204030204" pitchFamily="34" charset="0"/>
                    <a:cs typeface="Shruti" panose="020B0502040204020203" pitchFamily="34" charset="0"/>
                  </a:rPr>
                  <a:t>   </a:t>
                </a:r>
                <a14:m>
                  <m:oMath xmlns:m="http://schemas.openxmlformats.org/officeDocument/2006/math">
                    <m:r>
                      <a:rPr lang="en-IN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Shruti" panose="020B0502040204020203" pitchFamily="34" charset="0"/>
                      </a:rPr>
                      <m:t>0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k</m:t>
                        </m:r>
                      </m:e>
                      <m:sub>
                        <m:r>
                          <a:rPr lang="en-US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Shruti" panose="020B0502040204020203" pitchFamily="34" charset="0"/>
                      </a:rPr>
                      <m:t>−</m:t>
                    </m:r>
                    <m:r>
                      <a:rPr lang="en-IN" i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Shruti" panose="020B0502040204020203" pitchFamily="34" charset="0"/>
                      </a:rPr>
                      <m:t>1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k</m:t>
                        </m:r>
                      </m:e>
                      <m:sub>
                        <m:r>
                          <a:rPr lang="en-US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Shruti" panose="020B0502040204020203" pitchFamily="34" charset="0"/>
                      </a:rPr>
                      <m:t>2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k</m:t>
                        </m:r>
                      </m:e>
                      <m:sub>
                        <m:r>
                          <a:rPr lang="en-US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IN" i="1">
                        <a:latin typeface="Cambria Math" panose="02040503050406030204" pitchFamily="18" charset="0"/>
                      </a:rPr>
                      <m:t>=−8</m:t>
                    </m:r>
                  </m:oMath>
                </a14:m>
                <a:r>
                  <a:rPr lang="en-IN" i="1" dirty="0">
                    <a:latin typeface="Cambria Math" panose="02040503050406030204" pitchFamily="18" charset="0"/>
                  </a:rPr>
                  <a:t> </a:t>
                </a:r>
              </a:p>
              <a:p>
                <a:pPr algn="l">
                  <a:lnSpc>
                    <a:spcPct val="90000"/>
                  </a:lnSpc>
                </a:pPr>
                <a14:m>
                  <m:oMath xmlns:m="http://schemas.openxmlformats.org/officeDocument/2006/math">
                    <m:r>
                      <a:rPr lang="en-US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Shruti" panose="020B0502040204020203" pitchFamily="34" charset="0"/>
                      </a:rPr>
                      <m:t>−2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k</m:t>
                        </m:r>
                      </m:e>
                      <m:sub>
                        <m:r>
                          <a:rPr lang="en-US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Shruti" panose="020B0502040204020203" pitchFamily="34" charset="0"/>
                      </a:rPr>
                      <m:t>2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k</m:t>
                        </m:r>
                      </m:e>
                      <m:sub>
                        <m:r>
                          <a:rPr lang="en-US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i="1">
                        <a:latin typeface="Cambria Math" panose="02040503050406030204" pitchFamily="18" charset="0"/>
                      </a:rPr>
                      <m:t>1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k</m:t>
                        </m:r>
                      </m:e>
                      <m:sub>
                        <m:r>
                          <a:rPr lang="en-US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IN" i="1">
                        <a:latin typeface="Cambria Math" panose="02040503050406030204" pitchFamily="18" charset="0"/>
                      </a:rPr>
                      <m:t>=−1</m:t>
                    </m:r>
                  </m:oMath>
                </a14:m>
                <a:r>
                  <a:rPr lang="en-IN" i="1" dirty="0">
                    <a:latin typeface="Cambria Math" panose="02040503050406030204" pitchFamily="18" charset="0"/>
                  </a:rPr>
                  <a:t> </a:t>
                </a:r>
              </a:p>
              <a:p>
                <a:pPr algn="l">
                  <a:lnSpc>
                    <a:spcPct val="90000"/>
                  </a:lnSpc>
                </a:pPr>
                <a14:m>
                  <m:oMath xmlns:m="http://schemas.openxmlformats.org/officeDocument/2006/math">
                    <m:r>
                      <a:rPr lang="en-US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Shruti" panose="020B0502040204020203" pitchFamily="34" charset="0"/>
                      </a:rPr>
                      <m:t>−2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k</m:t>
                        </m:r>
                      </m:e>
                      <m:sub>
                        <m:r>
                          <a:rPr lang="en-US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Shruti" panose="020B0502040204020203" pitchFamily="34" charset="0"/>
                      </a:rPr>
                      <m:t>3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k</m:t>
                        </m:r>
                      </m:e>
                      <m:sub>
                        <m:r>
                          <a:rPr lang="en-US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Shruti" panose="020B0502040204020203" pitchFamily="34" charset="0"/>
                      </a:rPr>
                      <m:t>4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k</m:t>
                        </m:r>
                      </m:e>
                      <m:sub>
                        <m:r>
                          <a:rPr lang="en-US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IN" i="1">
                        <a:latin typeface="Cambria Math" panose="02040503050406030204" pitchFamily="18" charset="0"/>
                      </a:rPr>
                      <m:t>=−8</m:t>
                    </m:r>
                  </m:oMath>
                </a14:m>
                <a:r>
                  <a:rPr lang="en-US" i="1" dirty="0">
                    <a:solidFill>
                      <a:srgbClr val="002060"/>
                    </a:solidFill>
                    <a:latin typeface="Cambria Math" panose="02040503050406030204" pitchFamily="18" charset="0"/>
                  </a:rPr>
                  <a:t> </a:t>
                </a:r>
              </a:p>
            </p:txBody>
          </p:sp>
        </mc:Choice>
        <mc:Fallback xmlns="">
          <p:sp>
            <p:nvSpPr>
              <p:cNvPr id="7" name="Content Placeholder 4">
                <a:extLst>
                  <a:ext uri="{FF2B5EF4-FFF2-40B4-BE49-F238E27FC236}">
                    <a16:creationId xmlns:a16="http://schemas.microsoft.com/office/drawing/2014/main" id="{E88DB26E-1351-4295-B85C-0531AED5F32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173077" y="2794635"/>
                <a:ext cx="4027765" cy="241236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 w="12700" cap="flat" cmpd="sng" algn="ctr">
                <a:noFill/>
                <a:prstDash val="solid"/>
                <a:miter lim="800000"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Rectangle: Rounded Corners 37">
            <a:extLst>
              <a:ext uri="{FF2B5EF4-FFF2-40B4-BE49-F238E27FC236}">
                <a16:creationId xmlns:a16="http://schemas.microsoft.com/office/drawing/2014/main" id="{3725AFC4-3C6C-BE33-E78A-F38B59D453C2}"/>
              </a:ext>
            </a:extLst>
          </p:cNvPr>
          <p:cNvSpPr/>
          <p:nvPr/>
        </p:nvSpPr>
        <p:spPr>
          <a:xfrm>
            <a:off x="6078000" y="2207932"/>
            <a:ext cx="36000" cy="3960000"/>
          </a:xfrm>
          <a:prstGeom prst="roundRect">
            <a:avLst/>
          </a:prstGeom>
          <a:gradFill>
            <a:gsLst>
              <a:gs pos="10000">
                <a:srgbClr val="0E47A1"/>
              </a:gs>
              <a:gs pos="100000">
                <a:srgbClr val="03A9F5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algn="ctr"/>
            <a:r>
              <a:rPr lang="en-IN" sz="2800" b="1" dirty="0">
                <a:solidFill>
                  <a:schemeClr val="bg1"/>
                </a:solidFill>
              </a:rPr>
              <a:t> 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73505F7-BFC4-3532-66A0-5C13FD97E521}"/>
              </a:ext>
            </a:extLst>
          </p:cNvPr>
          <p:cNvSpPr/>
          <p:nvPr/>
        </p:nvSpPr>
        <p:spPr>
          <a:xfrm>
            <a:off x="6283325" y="2154267"/>
            <a:ext cx="6020992" cy="54360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r>
              <a:rPr lang="en-IN" sz="2800" dirty="0">
                <a:solidFill>
                  <a:srgbClr val="002060"/>
                </a:solidFill>
              </a:rPr>
              <a:t>The Augmented matrix of the </a:t>
            </a:r>
            <a:r>
              <a:rPr lang="en-US" sz="2800" dirty="0">
                <a:solidFill>
                  <a:srgbClr val="002060"/>
                </a:solidFill>
              </a:rPr>
              <a:t>system is</a:t>
            </a:r>
            <a:endParaRPr lang="en-IN" sz="2800" b="1" dirty="0">
              <a:solidFill>
                <a:srgbClr val="00206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53771ADD-9AD4-B80D-F0C1-ECC90AB9202B}"/>
                  </a:ext>
                </a:extLst>
              </p:cNvPr>
              <p:cNvSpPr/>
              <p:nvPr/>
            </p:nvSpPr>
            <p:spPr>
              <a:xfrm>
                <a:off x="6283325" y="3378835"/>
                <a:ext cx="1728392" cy="543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IN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d>
                            <m:dPr>
                              <m:begChr m:val=""/>
                              <m:endChr m:val="|"/>
                              <m:ctrlPr>
                                <a:rPr lang="en-IN" sz="2800" b="0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m:rPr>
                                  <m:sty m:val="p"/>
                                </m:rPr>
                                <a:rPr lang="en-IN" sz="2800" b="0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A</m:t>
                              </m:r>
                              <m:r>
                                <a:rPr lang="en-IN" sz="2800" b="0" i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e>
                          </m:d>
                          <m: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B</m:t>
                          </m:r>
                          <m: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d>
                      <m:r>
                        <a:rPr lang="en-IN" sz="2800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53771ADD-9AD4-B80D-F0C1-ECC90AB9202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83325" y="3378835"/>
                <a:ext cx="1728392" cy="54360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9" name="Group 18">
            <a:extLst>
              <a:ext uri="{FF2B5EF4-FFF2-40B4-BE49-F238E27FC236}">
                <a16:creationId xmlns:a16="http://schemas.microsoft.com/office/drawing/2014/main" id="{EB67D230-6BE6-ED59-5257-03DF0213FFE5}"/>
              </a:ext>
            </a:extLst>
          </p:cNvPr>
          <p:cNvGrpSpPr/>
          <p:nvPr/>
        </p:nvGrpSpPr>
        <p:grpSpPr>
          <a:xfrm>
            <a:off x="7756525" y="2794635"/>
            <a:ext cx="3942274" cy="1864083"/>
            <a:chOff x="7756525" y="2794635"/>
            <a:chExt cx="3942274" cy="1864083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" name="Rectangle 11">
                  <a:extLst>
                    <a:ext uri="{FF2B5EF4-FFF2-40B4-BE49-F238E27FC236}">
                      <a16:creationId xmlns:a16="http://schemas.microsoft.com/office/drawing/2014/main" id="{30CB1535-AF66-DD69-7B7C-2FC517431563}"/>
                    </a:ext>
                  </a:extLst>
                </p:cNvPr>
                <p:cNvSpPr/>
                <p:nvPr/>
              </p:nvSpPr>
              <p:spPr>
                <a:xfrm>
                  <a:off x="7756525" y="2794635"/>
                  <a:ext cx="3942274" cy="1864083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begChr m:val="["/>
                            <m:endChr m:val="]"/>
                            <m:ctrlPr>
                              <a:rPr lang="en-IN" sz="2800" b="0" i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800" b="0" i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 </m:t>
                            </m:r>
                            <m:m>
                              <m:mPr>
                                <m:mcs>
                                  <m:mc>
                                    <m:mcPr>
                                      <m:count m:val="3"/>
                                      <m:mcJc m:val="center"/>
                                    </m:mcPr>
                                  </m:mc>
                                </m:mcs>
                                <m:ctrlPr>
                                  <a:rPr lang="en-IN" sz="2800" b="0" i="1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mPr>
                              <m:mr>
                                <m:e>
                                  <m:r>
                                    <m:rPr>
                                      <m:brk m:alnAt="7"/>
                                    </m:rPr>
                                    <a:rPr lang="en-IN" sz="2800" b="0" i="1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  <m:r>
                                    <a:rPr lang="en-IN" sz="2800" b="0" i="1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  4</m:t>
                                  </m:r>
                                </m:e>
                                <m:e>
                                  <m:r>
                                    <a:rPr lang="en-IN" sz="2800" b="0" i="1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   1</m:t>
                                  </m:r>
                                </m:e>
                                <m:e>
                                  <m:r>
                                    <a:rPr lang="en-IN" sz="2800" b="0" i="1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   0</m:t>
                                  </m:r>
                                </m:e>
                              </m:mr>
                              <m:mr>
                                <m:e>
                                  <m:r>
                                    <a:rPr lang="en-IN" sz="2800" b="0" i="1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   0</m:t>
                                  </m:r>
                                </m:e>
                                <m:e>
                                  <m:r>
                                    <a:rPr lang="en-IN" sz="2800" b="0" i="1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−1</m:t>
                                  </m:r>
                                </m:e>
                                <m:e>
                                  <m:r>
                                    <a:rPr lang="en-IN" sz="2800" b="0" i="1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   2</m:t>
                                  </m:r>
                                </m:e>
                              </m:mr>
                              <m:mr>
                                <m:e>
                                  <m:m>
                                    <m:mPr>
                                      <m:mcs>
                                        <m:mc>
                                          <m:mcPr>
                                            <m:count m:val="1"/>
                                            <m:mcJc m:val="center"/>
                                          </m:mcPr>
                                        </m:mc>
                                      </m:mcs>
                                      <m:ctrlPr>
                                        <a:rPr lang="en-IN" sz="2800" b="0" i="1" smtClean="0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mPr>
                                    <m:mr>
                                      <m:e>
                                        <m:r>
                                          <m:rPr>
                                            <m:brk m:alnAt="7"/>
                                          </m:rPr>
                                          <a:rPr lang="en-IN" sz="2800" b="0" i="1" smtClean="0">
                                            <a:solidFill>
                                              <a:srgbClr val="00206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−</m:t>
                                        </m:r>
                                        <m:r>
                                          <a:rPr lang="en-IN" sz="2800" b="0" i="1" smtClean="0">
                                            <a:solidFill>
                                              <a:srgbClr val="00206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e>
                                    </m:mr>
                                    <m:mr>
                                      <m:e>
                                        <m:r>
                                          <a:rPr lang="en-IN" sz="2800" b="0" i="1" smtClean="0">
                                            <a:solidFill>
                                              <a:srgbClr val="00206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−2</m:t>
                                        </m:r>
                                      </m:e>
                                    </m:mr>
                                  </m:m>
                                </m:e>
                                <m:e>
                                  <m:m>
                                    <m:mPr>
                                      <m:mcs>
                                        <m:mc>
                                          <m:mcPr>
                                            <m:count m:val="1"/>
                                            <m:mcJc m:val="center"/>
                                          </m:mcPr>
                                        </m:mc>
                                      </m:mcs>
                                      <m:ctrlPr>
                                        <a:rPr lang="en-IN" sz="2800" b="0" i="1" smtClean="0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mPr>
                                    <m:mr>
                                      <m:e>
                                        <m:r>
                                          <m:rPr>
                                            <m:brk m:alnAt="7"/>
                                          </m:rPr>
                                          <a:rPr lang="en-IN" sz="2800" b="0" i="1" smtClean="0">
                                            <a:solidFill>
                                              <a:srgbClr val="00206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 </m:t>
                                        </m:r>
                                        <m:r>
                                          <a:rPr lang="en-IN" sz="2800" b="0" i="1" smtClean="0">
                                            <a:solidFill>
                                              <a:srgbClr val="00206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  2</m:t>
                                        </m:r>
                                      </m:e>
                                    </m:mr>
                                    <m:mr>
                                      <m:e>
                                        <m:r>
                                          <a:rPr lang="en-IN" sz="2800" b="0" i="1" smtClean="0">
                                            <a:solidFill>
                                              <a:srgbClr val="00206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   3</m:t>
                                        </m:r>
                                      </m:e>
                                    </m:mr>
                                  </m:m>
                                </m:e>
                                <m:e>
                                  <m:m>
                                    <m:mPr>
                                      <m:mcs>
                                        <m:mc>
                                          <m:mcPr>
                                            <m:count m:val="1"/>
                                            <m:mcJc m:val="center"/>
                                          </m:mcPr>
                                        </m:mc>
                                      </m:mcs>
                                      <m:ctrlPr>
                                        <a:rPr lang="en-IN" sz="2800" b="0" i="1" smtClean="0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mPr>
                                    <m:mr>
                                      <m:e>
                                        <m:r>
                                          <m:rPr>
                                            <m:brk m:alnAt="7"/>
                                          </m:rPr>
                                          <a:rPr lang="en-IN" sz="2800" b="0" i="1" smtClean="0">
                                            <a:solidFill>
                                              <a:srgbClr val="00206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 </m:t>
                                        </m:r>
                                        <m:r>
                                          <a:rPr lang="en-IN" sz="2800" b="0" i="1" smtClean="0">
                                            <a:solidFill>
                                              <a:srgbClr val="00206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  1</m:t>
                                        </m:r>
                                      </m:e>
                                    </m:mr>
                                    <m:mr>
                                      <m:e>
                                        <m:r>
                                          <a:rPr lang="en-IN" sz="2800" b="0" i="1" smtClean="0">
                                            <a:solidFill>
                                              <a:srgbClr val="00206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   4</m:t>
                                        </m:r>
                                      </m:e>
                                    </m:mr>
                                  </m:m>
                                </m:e>
                              </m:mr>
                            </m:m>
                            <m:r>
                              <a:rPr lang="en-IN" sz="2800" b="0" i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             </m:t>
                            </m:r>
                          </m:e>
                        </m:d>
                      </m:oMath>
                    </m:oMathPara>
                  </a14:m>
                  <a:endParaRPr lang="en-IN" sz="2800" dirty="0">
                    <a:solidFill>
                      <a:srgbClr val="002060"/>
                    </a:solidFill>
                  </a:endParaRPr>
                </a:p>
              </p:txBody>
            </p:sp>
          </mc:Choice>
          <mc:Fallback xmlns="">
            <p:sp>
              <p:nvSpPr>
                <p:cNvPr id="12" name="Rectangle 11">
                  <a:extLst>
                    <a:ext uri="{FF2B5EF4-FFF2-40B4-BE49-F238E27FC236}">
                      <a16:creationId xmlns:a16="http://schemas.microsoft.com/office/drawing/2014/main" id="{30CB1535-AF66-DD69-7B7C-2FC517431563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756525" y="2794635"/>
                  <a:ext cx="3942274" cy="1864083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" name="Rectangle 13">
                  <a:extLst>
                    <a:ext uri="{FF2B5EF4-FFF2-40B4-BE49-F238E27FC236}">
                      <a16:creationId xmlns:a16="http://schemas.microsoft.com/office/drawing/2014/main" id="{DC56DCF7-7D9C-103F-3B4F-07C3EFEF7A46}"/>
                    </a:ext>
                  </a:extLst>
                </p:cNvPr>
                <p:cNvSpPr/>
                <p:nvPr/>
              </p:nvSpPr>
              <p:spPr>
                <a:xfrm>
                  <a:off x="10575927" y="2839621"/>
                  <a:ext cx="758799" cy="174861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80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IN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IN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  6</m:t>
                              </m:r>
                            </m:e>
                          </m:mr>
                          <m:mr>
                            <m:e>
                              <m:r>
                                <a:rPr lang="en-IN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−8</m:t>
                              </m:r>
                            </m:e>
                          </m:mr>
                          <m:m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1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IN" sz="2800" i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IN" sz="2800" i="1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en-IN" sz="2800" i="1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e>
                                </m:mr>
                                <m:mr>
                                  <m:e>
                                    <m:r>
                                      <a:rPr lang="en-IN" sz="2800" i="1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−8</m:t>
                                    </m:r>
                                  </m:e>
                                </m:mr>
                              </m:m>
                            </m:e>
                          </m:mr>
                        </m:m>
                      </m:oMath>
                    </m:oMathPara>
                  </a14:m>
                  <a:endParaRPr lang="en-IN" sz="2800" dirty="0">
                    <a:solidFill>
                      <a:srgbClr val="002060"/>
                    </a:solidFill>
                  </a:endParaRPr>
                </a:p>
              </p:txBody>
            </p:sp>
          </mc:Choice>
          <mc:Fallback xmlns="">
            <p:sp>
              <p:nvSpPr>
                <p:cNvPr id="14" name="Rectangle 13">
                  <a:extLst>
                    <a:ext uri="{FF2B5EF4-FFF2-40B4-BE49-F238E27FC236}">
                      <a16:creationId xmlns:a16="http://schemas.microsoft.com/office/drawing/2014/main" id="{DC56DCF7-7D9C-103F-3B4F-07C3EFEF7A46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575927" y="2839621"/>
                  <a:ext cx="758799" cy="1748618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3739BA7A-E295-B8AB-55D2-C2FD7D9A8889}"/>
                </a:ext>
              </a:extLst>
            </p:cNvPr>
            <p:cNvCxnSpPr/>
            <p:nvPr/>
          </p:nvCxnSpPr>
          <p:spPr>
            <a:xfrm>
              <a:off x="10567459" y="2832873"/>
              <a:ext cx="0" cy="1629144"/>
            </a:xfrm>
            <a:prstGeom prst="line">
              <a:avLst/>
            </a:prstGeom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0827236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  <p:bldP spid="9" grpId="0" animBg="1"/>
      <p:bldP spid="10" grpId="0"/>
      <p:bldP spid="11" grpId="0"/>
    </p:bldLst>
  </p:timing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608F55-3D9C-9307-197E-9C4520A07A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" name="Group 36">
            <a:extLst>
              <a:ext uri="{FF2B5EF4-FFF2-40B4-BE49-F238E27FC236}">
                <a16:creationId xmlns:a16="http://schemas.microsoft.com/office/drawing/2014/main" id="{023B9F2A-27F2-7049-B001-6DAAC82AC428}"/>
              </a:ext>
            </a:extLst>
          </p:cNvPr>
          <p:cNvGrpSpPr/>
          <p:nvPr/>
        </p:nvGrpSpPr>
        <p:grpSpPr>
          <a:xfrm>
            <a:off x="1725377" y="4327870"/>
            <a:ext cx="3942274" cy="1864083"/>
            <a:chOff x="7364047" y="2161182"/>
            <a:chExt cx="3942274" cy="1864083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8" name="Rectangle 37">
                  <a:extLst>
                    <a:ext uri="{FF2B5EF4-FFF2-40B4-BE49-F238E27FC236}">
                      <a16:creationId xmlns:a16="http://schemas.microsoft.com/office/drawing/2014/main" id="{71AD3C99-EF13-23CD-43D0-49A96810F53D}"/>
                    </a:ext>
                  </a:extLst>
                </p:cNvPr>
                <p:cNvSpPr/>
                <p:nvPr/>
              </p:nvSpPr>
              <p:spPr>
                <a:xfrm>
                  <a:off x="7364047" y="2161182"/>
                  <a:ext cx="3942274" cy="1864083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r>
                    <a:rPr lang="en-IN" sz="2800" dirty="0">
                      <a:solidFill>
                        <a:srgbClr val="002060"/>
                      </a:solidFill>
                    </a:rPr>
                    <a:t>~</a:t>
                  </a:r>
                  <a14:m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IN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n-IN" sz="2800" b="0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IN" sz="2800" b="0" i="1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IN" sz="2800" b="0" i="1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  <m:e>
                                <m:r>
                                  <a:rPr lang="en-IN" sz="2800" b="0" i="1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   2</m:t>
                                </m:r>
                              </m:e>
                              <m:e>
                                <m:r>
                                  <a:rPr lang="en-IN" sz="2800" b="0" i="1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   1</m:t>
                                </m:r>
                              </m:e>
                            </m:mr>
                            <m:mr>
                              <m:e>
                                <m:r>
                                  <a:rPr lang="en-IN" sz="28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−2</m:t>
                                </m:r>
                              </m:e>
                              <m:e>
                                <m:r>
                                  <a:rPr lang="en-IN" sz="2800" b="0" i="1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   </m:t>
                                </m:r>
                                <m:r>
                                  <a:rPr lang="en-IN" sz="28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  <m:e>
                                <m:r>
                                  <a:rPr lang="en-IN" sz="2800" b="0" i="1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   </m:t>
                                </m:r>
                                <m:r>
                                  <a:rPr lang="en-IN" sz="28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e>
                            </m:mr>
                            <m:m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IN" sz="2800" b="0" i="1" smtClean="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n-IN" sz="2800" b="0" i="1" smtClean="0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 </m:t>
                                      </m:r>
                                      <m:r>
                                        <a:rPr lang="en-IN" sz="2800" b="0" i="1" smtClean="0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  4</m:t>
                                      </m:r>
                                    </m:e>
                                  </m:mr>
                                  <m:mr>
                                    <m:e>
                                      <m:r>
                                        <a:rPr lang="en-IN" sz="2800" b="0" i="1" smtClean="0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   </m:t>
                                      </m:r>
                                      <m:r>
                                        <a:rPr lang="en-IN" sz="2800" b="0" i="1" smtClean="0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e>
                                  </m:mr>
                                </m:m>
                              </m:e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IN" sz="2800" b="0" i="1" smtClean="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n-IN" sz="2800" b="0" i="1" smtClean="0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 </m:t>
                                      </m:r>
                                      <m:r>
                                        <a:rPr lang="en-IN" sz="2800" b="0" i="1" smtClean="0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  1</m:t>
                                      </m:r>
                                    </m:e>
                                  </m:mr>
                                  <m:mr>
                                    <m:e>
                                      <m:r>
                                        <a:rPr lang="en-IN" sz="2800" b="0" i="1" smtClean="0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−1</m:t>
                                      </m:r>
                                    </m:e>
                                  </m:mr>
                                </m:m>
                              </m:e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IN" sz="2800" b="0" i="1" smtClean="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n-IN" sz="2800" b="0" i="1" smtClean="0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 </m:t>
                                      </m:r>
                                      <m:r>
                                        <a:rPr lang="en-IN" sz="2800" b="0" i="1" smtClean="0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  0</m:t>
                                      </m:r>
                                    </m:e>
                                  </m:mr>
                                  <m:mr>
                                    <m:e>
                                      <m:r>
                                        <a:rPr lang="en-IN" sz="2800" b="0" i="1" smtClean="0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   </m:t>
                                      </m:r>
                                      <m:r>
                                        <a:rPr lang="en-IN" sz="2800" b="0" i="1" smtClean="0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e>
                                  </m:mr>
                                </m:m>
                              </m:e>
                            </m:mr>
                          </m:m>
                          <m:r>
                            <a:rPr lang="en-IN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            </m:t>
                          </m:r>
                        </m:e>
                      </m:d>
                    </m:oMath>
                  </a14:m>
                  <a:endParaRPr lang="en-IN" sz="2800" dirty="0">
                    <a:solidFill>
                      <a:srgbClr val="002060"/>
                    </a:solidFill>
                  </a:endParaRPr>
                </a:p>
              </p:txBody>
            </p:sp>
          </mc:Choice>
          <mc:Fallback xmlns="">
            <p:sp>
              <p:nvSpPr>
                <p:cNvPr id="38" name="Rectangle 37">
                  <a:extLst>
                    <a:ext uri="{FF2B5EF4-FFF2-40B4-BE49-F238E27FC236}">
                      <a16:creationId xmlns:a16="http://schemas.microsoft.com/office/drawing/2014/main" id="{71AD3C99-EF13-23CD-43D0-49A96810F53D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364047" y="2161182"/>
                  <a:ext cx="3942274" cy="1864083"/>
                </a:xfrm>
                <a:prstGeom prst="rect">
                  <a:avLst/>
                </a:prstGeom>
                <a:blipFill>
                  <a:blip r:embed="rId2"/>
                  <a:stretch>
                    <a:fillRect l="-3091"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9" name="Rectangle 38">
                  <a:extLst>
                    <a:ext uri="{FF2B5EF4-FFF2-40B4-BE49-F238E27FC236}">
                      <a16:creationId xmlns:a16="http://schemas.microsoft.com/office/drawing/2014/main" id="{D1334CB4-8B9C-9D4A-B189-64CD6D26A91E}"/>
                    </a:ext>
                  </a:extLst>
                </p:cNvPr>
                <p:cNvSpPr/>
                <p:nvPr/>
              </p:nvSpPr>
              <p:spPr>
                <a:xfrm>
                  <a:off x="10183449" y="2206168"/>
                  <a:ext cx="758799" cy="174861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800" i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IN" sz="2800" b="0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800" b="0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lang="en-IN" sz="28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−8</m:t>
                              </m:r>
                            </m:e>
                          </m:mr>
                          <m:m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1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IN" sz="2800" i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IN" sz="2800" b="0" i="1" smtClean="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 </m:t>
                                    </m:r>
                                    <m:r>
                                      <a:rPr lang="en-IN" sz="2800" b="0" i="1" smtClean="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  6</m:t>
                                    </m:r>
                                  </m:e>
                                </m:mr>
                                <m:mr>
                                  <m:e>
                                    <m:r>
                                      <a:rPr lang="en-IN" sz="280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−8</m:t>
                                    </m:r>
                                  </m:e>
                                </m:mr>
                              </m:m>
                            </m:e>
                          </m:mr>
                        </m:m>
                      </m:oMath>
                    </m:oMathPara>
                  </a14:m>
                  <a:endParaRPr lang="en-IN" sz="2800" dirty="0">
                    <a:solidFill>
                      <a:srgbClr val="002060"/>
                    </a:solidFill>
                  </a:endParaRPr>
                </a:p>
              </p:txBody>
            </p:sp>
          </mc:Choice>
          <mc:Fallback xmlns="">
            <p:sp>
              <p:nvSpPr>
                <p:cNvPr id="39" name="Rectangle 38">
                  <a:extLst>
                    <a:ext uri="{FF2B5EF4-FFF2-40B4-BE49-F238E27FC236}">
                      <a16:creationId xmlns:a16="http://schemas.microsoft.com/office/drawing/2014/main" id="{D1334CB4-8B9C-9D4A-B189-64CD6D26A91E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183449" y="2206168"/>
                  <a:ext cx="758799" cy="1748618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0F40ACA3-3D96-9B4B-2787-AF67C9C87B76}"/>
                </a:ext>
              </a:extLst>
            </p:cNvPr>
            <p:cNvCxnSpPr/>
            <p:nvPr/>
          </p:nvCxnSpPr>
          <p:spPr>
            <a:xfrm>
              <a:off x="10155931" y="2199420"/>
              <a:ext cx="0" cy="1629144"/>
            </a:xfrm>
            <a:prstGeom prst="line">
              <a:avLst/>
            </a:prstGeom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2C4D1395-22CE-891A-6B86-F09180EB3449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IN" dirty="0"/>
                  <a:t>Method:3 </a:t>
                </a:r>
                <a14:m>
                  <m:oMath xmlns:m="http://schemas.openxmlformats.org/officeDocument/2006/math">
                    <m:r>
                      <a:rPr lang="en-IN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⇝</m:t>
                    </m:r>
                  </m:oMath>
                </a14:m>
                <a:r>
                  <a:rPr lang="en-IN" dirty="0"/>
                  <a:t> Example:7(continue)</a:t>
                </a:r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2C4D1395-22CE-891A-6B86-F09180EB344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4"/>
                <a:stretch>
                  <a:fillRect l="-400" t="-8547" b="-1965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Rectangle: Rounded Corners 37">
            <a:extLst>
              <a:ext uri="{FF2B5EF4-FFF2-40B4-BE49-F238E27FC236}">
                <a16:creationId xmlns:a16="http://schemas.microsoft.com/office/drawing/2014/main" id="{86582569-8D0F-FA8A-02E2-B8B63541A288}"/>
              </a:ext>
            </a:extLst>
          </p:cNvPr>
          <p:cNvSpPr/>
          <p:nvPr/>
        </p:nvSpPr>
        <p:spPr>
          <a:xfrm>
            <a:off x="6369831" y="944256"/>
            <a:ext cx="36000" cy="5544000"/>
          </a:xfrm>
          <a:prstGeom prst="roundRect">
            <a:avLst/>
          </a:prstGeom>
          <a:gradFill>
            <a:gsLst>
              <a:gs pos="10000">
                <a:srgbClr val="0E47A1"/>
              </a:gs>
              <a:gs pos="100000">
                <a:srgbClr val="03A9F5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algn="ctr"/>
            <a:r>
              <a:rPr lang="en-IN" sz="2800" b="1" dirty="0">
                <a:solidFill>
                  <a:schemeClr val="bg1"/>
                </a:solidFill>
              </a:rPr>
              <a:t> 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E8B2101-97CA-9F1A-67A2-A2FB8D32F16A}"/>
              </a:ext>
            </a:extLst>
          </p:cNvPr>
          <p:cNvSpPr/>
          <p:nvPr/>
        </p:nvSpPr>
        <p:spPr>
          <a:xfrm>
            <a:off x="252177" y="1080250"/>
            <a:ext cx="6020992" cy="54360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r>
              <a:rPr lang="en-IN" sz="2800" dirty="0">
                <a:solidFill>
                  <a:srgbClr val="002060"/>
                </a:solidFill>
              </a:rPr>
              <a:t>The Augmented matrix of the </a:t>
            </a:r>
            <a:r>
              <a:rPr lang="en-US" sz="2800" dirty="0">
                <a:solidFill>
                  <a:srgbClr val="002060"/>
                </a:solidFill>
              </a:rPr>
              <a:t>system is</a:t>
            </a:r>
            <a:endParaRPr lang="en-IN" sz="2800" b="1" dirty="0">
              <a:solidFill>
                <a:srgbClr val="00206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8B6BDBFB-CA01-FA4C-766C-826C9022B4D4}"/>
                  </a:ext>
                </a:extLst>
              </p:cNvPr>
              <p:cNvSpPr/>
              <p:nvPr/>
            </p:nvSpPr>
            <p:spPr>
              <a:xfrm>
                <a:off x="252177" y="2304818"/>
                <a:ext cx="1728392" cy="543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IN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d>
                            <m:dPr>
                              <m:begChr m:val=""/>
                              <m:endChr m:val="|"/>
                              <m:ctrlPr>
                                <a:rPr lang="en-IN" sz="2800" b="0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m:rPr>
                                  <m:sty m:val="p"/>
                                </m:rPr>
                                <a:rPr lang="en-IN" sz="2800" b="0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A</m:t>
                              </m:r>
                              <m:r>
                                <a:rPr lang="en-IN" sz="2800" b="0" i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e>
                          </m:d>
                          <m: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B</m:t>
                          </m:r>
                          <m: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d>
                      <m:r>
                        <a:rPr lang="en-IN" sz="2800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8B6BDBFB-CA01-FA4C-766C-826C9022B4D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2177" y="2304818"/>
                <a:ext cx="1728392" cy="54360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8" name="Group 7">
            <a:extLst>
              <a:ext uri="{FF2B5EF4-FFF2-40B4-BE49-F238E27FC236}">
                <a16:creationId xmlns:a16="http://schemas.microsoft.com/office/drawing/2014/main" id="{58418A51-7F60-A912-52CE-E61AFC87E2D4}"/>
              </a:ext>
            </a:extLst>
          </p:cNvPr>
          <p:cNvGrpSpPr/>
          <p:nvPr/>
        </p:nvGrpSpPr>
        <p:grpSpPr>
          <a:xfrm>
            <a:off x="1725377" y="1720618"/>
            <a:ext cx="3942274" cy="1864083"/>
            <a:chOff x="7756525" y="2794635"/>
            <a:chExt cx="3942274" cy="1864083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" name="Rectangle 12">
                  <a:extLst>
                    <a:ext uri="{FF2B5EF4-FFF2-40B4-BE49-F238E27FC236}">
                      <a16:creationId xmlns:a16="http://schemas.microsoft.com/office/drawing/2014/main" id="{24B59F1D-ED54-ADB9-30DD-DB06880510AD}"/>
                    </a:ext>
                  </a:extLst>
                </p:cNvPr>
                <p:cNvSpPr/>
                <p:nvPr/>
              </p:nvSpPr>
              <p:spPr>
                <a:xfrm>
                  <a:off x="7756525" y="2794635"/>
                  <a:ext cx="3942274" cy="1864083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begChr m:val="["/>
                            <m:endChr m:val="]"/>
                            <m:ctrlPr>
                              <a:rPr lang="en-IN" sz="2800" b="0" i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800" b="0" i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 </m:t>
                            </m:r>
                            <m:m>
                              <m:mPr>
                                <m:mcs>
                                  <m:mc>
                                    <m:mcPr>
                                      <m:count m:val="3"/>
                                      <m:mcJc m:val="center"/>
                                    </m:mcPr>
                                  </m:mc>
                                </m:mcs>
                                <m:ctrlPr>
                                  <a:rPr lang="en-IN" sz="2800" b="0" i="1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mPr>
                              <m:mr>
                                <m:e>
                                  <m:r>
                                    <m:rPr>
                                      <m:brk m:alnAt="7"/>
                                    </m:rPr>
                                    <a:rPr lang="en-IN" sz="2800" b="0" i="1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  <m:r>
                                    <a:rPr lang="en-IN" sz="2800" b="0" i="1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  4</m:t>
                                  </m:r>
                                </m:e>
                                <m:e>
                                  <m:r>
                                    <a:rPr lang="en-IN" sz="2800" b="0" i="1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   1</m:t>
                                  </m:r>
                                </m:e>
                                <m:e>
                                  <m:r>
                                    <a:rPr lang="en-IN" sz="2800" b="0" i="1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   0</m:t>
                                  </m:r>
                                </m:e>
                              </m:mr>
                              <m:mr>
                                <m:e>
                                  <m:r>
                                    <a:rPr lang="en-IN" sz="2800" b="0" i="1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   0</m:t>
                                  </m:r>
                                </m:e>
                                <m:e>
                                  <m:r>
                                    <a:rPr lang="en-IN" sz="2800" b="0" i="1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−1</m:t>
                                  </m:r>
                                </m:e>
                                <m:e>
                                  <m:r>
                                    <a:rPr lang="en-IN" sz="2800" b="0" i="1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   2</m:t>
                                  </m:r>
                                </m:e>
                              </m:mr>
                              <m:mr>
                                <m:e>
                                  <m:m>
                                    <m:mPr>
                                      <m:mcs>
                                        <m:mc>
                                          <m:mcPr>
                                            <m:count m:val="1"/>
                                            <m:mcJc m:val="center"/>
                                          </m:mcPr>
                                        </m:mc>
                                      </m:mcs>
                                      <m:ctrlPr>
                                        <a:rPr lang="en-IN" sz="2800" b="0" i="1" smtClean="0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mPr>
                                    <m:mr>
                                      <m:e>
                                        <m:r>
                                          <m:rPr>
                                            <m:brk m:alnAt="7"/>
                                          </m:rPr>
                                          <a:rPr lang="en-IN" sz="2800" b="0" i="1" smtClean="0">
                                            <a:solidFill>
                                              <a:srgbClr val="00206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−</m:t>
                                        </m:r>
                                        <m:r>
                                          <a:rPr lang="en-IN" sz="2800" b="0" i="1" smtClean="0">
                                            <a:solidFill>
                                              <a:srgbClr val="00206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e>
                                    </m:mr>
                                    <m:mr>
                                      <m:e>
                                        <m:r>
                                          <a:rPr lang="en-IN" sz="2800" b="0" i="1" smtClean="0">
                                            <a:solidFill>
                                              <a:srgbClr val="00206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−2</m:t>
                                        </m:r>
                                      </m:e>
                                    </m:mr>
                                  </m:m>
                                </m:e>
                                <m:e>
                                  <m:m>
                                    <m:mPr>
                                      <m:mcs>
                                        <m:mc>
                                          <m:mcPr>
                                            <m:count m:val="1"/>
                                            <m:mcJc m:val="center"/>
                                          </m:mcPr>
                                        </m:mc>
                                      </m:mcs>
                                      <m:ctrlPr>
                                        <a:rPr lang="en-IN" sz="2800" b="0" i="1" smtClean="0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mPr>
                                    <m:mr>
                                      <m:e>
                                        <m:r>
                                          <m:rPr>
                                            <m:brk m:alnAt="7"/>
                                          </m:rPr>
                                          <a:rPr lang="en-IN" sz="2800" b="0" i="1" smtClean="0">
                                            <a:solidFill>
                                              <a:srgbClr val="00206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 </m:t>
                                        </m:r>
                                        <m:r>
                                          <a:rPr lang="en-IN" sz="2800" b="0" i="1" smtClean="0">
                                            <a:solidFill>
                                              <a:srgbClr val="00206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  2</m:t>
                                        </m:r>
                                      </m:e>
                                    </m:mr>
                                    <m:mr>
                                      <m:e>
                                        <m:r>
                                          <a:rPr lang="en-IN" sz="2800" b="0" i="1" smtClean="0">
                                            <a:solidFill>
                                              <a:srgbClr val="00206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   3</m:t>
                                        </m:r>
                                      </m:e>
                                    </m:mr>
                                  </m:m>
                                </m:e>
                                <m:e>
                                  <m:m>
                                    <m:mPr>
                                      <m:mcs>
                                        <m:mc>
                                          <m:mcPr>
                                            <m:count m:val="1"/>
                                            <m:mcJc m:val="center"/>
                                          </m:mcPr>
                                        </m:mc>
                                      </m:mcs>
                                      <m:ctrlPr>
                                        <a:rPr lang="en-IN" sz="2800" b="0" i="1" smtClean="0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mPr>
                                    <m:mr>
                                      <m:e>
                                        <m:r>
                                          <m:rPr>
                                            <m:brk m:alnAt="7"/>
                                          </m:rPr>
                                          <a:rPr lang="en-IN" sz="2800" b="0" i="1" smtClean="0">
                                            <a:solidFill>
                                              <a:srgbClr val="00206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 </m:t>
                                        </m:r>
                                        <m:r>
                                          <a:rPr lang="en-IN" sz="2800" b="0" i="1" smtClean="0">
                                            <a:solidFill>
                                              <a:srgbClr val="00206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  1</m:t>
                                        </m:r>
                                      </m:e>
                                    </m:mr>
                                    <m:mr>
                                      <m:e>
                                        <m:r>
                                          <a:rPr lang="en-IN" sz="2800" b="0" i="1" smtClean="0">
                                            <a:solidFill>
                                              <a:srgbClr val="00206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   4</m:t>
                                        </m:r>
                                      </m:e>
                                    </m:mr>
                                  </m:m>
                                </m:e>
                              </m:mr>
                            </m:m>
                            <m:r>
                              <a:rPr lang="en-IN" sz="2800" b="0" i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             </m:t>
                            </m:r>
                          </m:e>
                        </m:d>
                      </m:oMath>
                    </m:oMathPara>
                  </a14:m>
                  <a:endParaRPr lang="en-IN" sz="2800" dirty="0">
                    <a:solidFill>
                      <a:srgbClr val="002060"/>
                    </a:solidFill>
                  </a:endParaRPr>
                </a:p>
              </p:txBody>
            </p:sp>
          </mc:Choice>
          <mc:Fallback xmlns="">
            <p:sp>
              <p:nvSpPr>
                <p:cNvPr id="13" name="Rectangle 12">
                  <a:extLst>
                    <a:ext uri="{FF2B5EF4-FFF2-40B4-BE49-F238E27FC236}">
                      <a16:creationId xmlns:a16="http://schemas.microsoft.com/office/drawing/2014/main" id="{24B59F1D-ED54-ADB9-30DD-DB06880510AD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756525" y="2794635"/>
                  <a:ext cx="3942274" cy="1864083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" name="Rectangle 19">
                  <a:extLst>
                    <a:ext uri="{FF2B5EF4-FFF2-40B4-BE49-F238E27FC236}">
                      <a16:creationId xmlns:a16="http://schemas.microsoft.com/office/drawing/2014/main" id="{753B438E-C03D-E17E-FB52-97FDD63FCA9E}"/>
                    </a:ext>
                  </a:extLst>
                </p:cNvPr>
                <p:cNvSpPr/>
                <p:nvPr/>
              </p:nvSpPr>
              <p:spPr>
                <a:xfrm>
                  <a:off x="10575927" y="2839621"/>
                  <a:ext cx="758799" cy="174861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80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IN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IN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  6</m:t>
                              </m:r>
                            </m:e>
                          </m:mr>
                          <m:mr>
                            <m:e>
                              <m:r>
                                <a:rPr lang="en-IN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−8</m:t>
                              </m:r>
                            </m:e>
                          </m:mr>
                          <m:m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1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IN" sz="2800" i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IN" sz="2800" i="1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en-IN" sz="2800" i="1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e>
                                </m:mr>
                                <m:mr>
                                  <m:e>
                                    <m:r>
                                      <a:rPr lang="en-IN" sz="2800" i="1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−8</m:t>
                                    </m:r>
                                  </m:e>
                                </m:mr>
                              </m:m>
                            </m:e>
                          </m:mr>
                        </m:m>
                      </m:oMath>
                    </m:oMathPara>
                  </a14:m>
                  <a:endParaRPr lang="en-IN" sz="2800" dirty="0">
                    <a:solidFill>
                      <a:srgbClr val="002060"/>
                    </a:solidFill>
                  </a:endParaRPr>
                </a:p>
              </p:txBody>
            </p:sp>
          </mc:Choice>
          <mc:Fallback xmlns="">
            <p:sp>
              <p:nvSpPr>
                <p:cNvPr id="20" name="Rectangle 19">
                  <a:extLst>
                    <a:ext uri="{FF2B5EF4-FFF2-40B4-BE49-F238E27FC236}">
                      <a16:creationId xmlns:a16="http://schemas.microsoft.com/office/drawing/2014/main" id="{753B438E-C03D-E17E-FB52-97FDD63FCA9E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575927" y="2839621"/>
                  <a:ext cx="758799" cy="1748618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F61C4AA2-5535-545C-6AFA-F0AC42520A51}"/>
                </a:ext>
              </a:extLst>
            </p:cNvPr>
            <p:cNvCxnSpPr/>
            <p:nvPr/>
          </p:nvCxnSpPr>
          <p:spPr>
            <a:xfrm>
              <a:off x="10567459" y="2832873"/>
              <a:ext cx="0" cy="1629144"/>
            </a:xfrm>
            <a:prstGeom prst="line">
              <a:avLst/>
            </a:prstGeom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Rectangle 21">
                <a:extLst>
                  <a:ext uri="{FF2B5EF4-FFF2-40B4-BE49-F238E27FC236}">
                    <a16:creationId xmlns:a16="http://schemas.microsoft.com/office/drawing/2014/main" id="{2B1A3233-C444-4A5B-E272-60B26D827803}"/>
                  </a:ext>
                </a:extLst>
              </p:cNvPr>
              <p:cNvSpPr/>
              <p:nvPr/>
            </p:nvSpPr>
            <p:spPr>
              <a:xfrm>
                <a:off x="1980569" y="3584701"/>
                <a:ext cx="895981" cy="564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28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2800" b="1" i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𝐑</m:t>
                          </m:r>
                        </m:e>
                        <m:sub>
                          <m:r>
                            <a:rPr lang="en-GB" sz="2800" b="1" i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  <m:r>
                            <a:rPr lang="en-IN" sz="2800" b="1" i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𝟑</m:t>
                          </m:r>
                        </m:sub>
                      </m:sSub>
                      <m:r>
                        <a:rPr lang="en-IN" sz="28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, </m:t>
                      </m:r>
                    </m:oMath>
                  </m:oMathPara>
                </a14:m>
                <a:endParaRPr lang="en-IN" sz="28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2" name="Rectangle 21">
                <a:extLst>
                  <a:ext uri="{FF2B5EF4-FFF2-40B4-BE49-F238E27FC236}">
                    <a16:creationId xmlns:a16="http://schemas.microsoft.com/office/drawing/2014/main" id="{2B1A3233-C444-4A5B-E272-60B26D82780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80569" y="3584701"/>
                <a:ext cx="895981" cy="564880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0" name="Group 29">
            <a:extLst>
              <a:ext uri="{FF2B5EF4-FFF2-40B4-BE49-F238E27FC236}">
                <a16:creationId xmlns:a16="http://schemas.microsoft.com/office/drawing/2014/main" id="{023B9F2A-27F2-7049-B001-6DAAC82AC428}"/>
              </a:ext>
            </a:extLst>
          </p:cNvPr>
          <p:cNvGrpSpPr/>
          <p:nvPr/>
        </p:nvGrpSpPr>
        <p:grpSpPr>
          <a:xfrm>
            <a:off x="1725377" y="4320984"/>
            <a:ext cx="3942274" cy="1864083"/>
            <a:chOff x="7364047" y="2161182"/>
            <a:chExt cx="3942274" cy="1864083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6" name="Rectangle 25">
                  <a:extLst>
                    <a:ext uri="{FF2B5EF4-FFF2-40B4-BE49-F238E27FC236}">
                      <a16:creationId xmlns:a16="http://schemas.microsoft.com/office/drawing/2014/main" id="{71AD3C99-EF13-23CD-43D0-49A96810F53D}"/>
                    </a:ext>
                  </a:extLst>
                </p:cNvPr>
                <p:cNvSpPr/>
                <p:nvPr/>
              </p:nvSpPr>
              <p:spPr>
                <a:xfrm>
                  <a:off x="7364047" y="2161182"/>
                  <a:ext cx="3942274" cy="1864083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r>
                    <a:rPr lang="en-IN" sz="2800" dirty="0">
                      <a:solidFill>
                        <a:srgbClr val="002060"/>
                      </a:solidFill>
                    </a:rPr>
                    <a:t>~</a:t>
                  </a:r>
                  <a14:m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IN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n-IN" sz="2800" b="0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IN" sz="2800" b="0" i="1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IN" sz="2800" b="0" i="1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  <m:e>
                                <m:r>
                                  <a:rPr lang="en-IN" sz="2800" b="0" i="1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   2</m:t>
                                </m:r>
                              </m:e>
                              <m:e>
                                <m:r>
                                  <a:rPr lang="en-IN" sz="2800" b="0" i="1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   1</m:t>
                                </m:r>
                              </m:e>
                            </m:mr>
                            <m:mr>
                              <m:e>
                                <m:r>
                                  <a:rPr lang="en-IN" sz="2800" b="0" i="1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−2</m:t>
                                </m:r>
                              </m:e>
                              <m:e>
                                <m:r>
                                  <a:rPr lang="en-IN" sz="2800" b="0" i="1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   3</m:t>
                                </m:r>
                              </m:e>
                              <m:e>
                                <m:r>
                                  <a:rPr lang="en-IN" sz="2800" b="0" i="1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   4</m:t>
                                </m:r>
                              </m:e>
                            </m:mr>
                            <m:m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IN" sz="2800" b="0" i="1" smtClean="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n-IN" sz="2800" b="0" i="1" smtClean="0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 </m:t>
                                      </m:r>
                                      <m:r>
                                        <a:rPr lang="en-IN" sz="2800" b="0" i="1" smtClean="0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  4</m:t>
                                      </m:r>
                                    </m:e>
                                  </m:mr>
                                  <m:mr>
                                    <m:e>
                                      <m:r>
                                        <a:rPr lang="en-IN" sz="2800" b="0" i="1" smtClean="0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   0</m:t>
                                      </m:r>
                                    </m:e>
                                  </m:mr>
                                </m:m>
                              </m:e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IN" sz="2800" b="0" i="1" smtClean="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n-IN" sz="2800" b="0" i="1" smtClean="0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 </m:t>
                                      </m:r>
                                      <m:r>
                                        <a:rPr lang="en-IN" sz="2800" b="0" i="1" smtClean="0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  1</m:t>
                                      </m:r>
                                    </m:e>
                                  </m:mr>
                                  <m:mr>
                                    <m:e>
                                      <m:r>
                                        <a:rPr lang="en-IN" sz="2800" b="0" i="1" smtClean="0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−1</m:t>
                                      </m:r>
                                    </m:e>
                                  </m:mr>
                                </m:m>
                              </m:e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IN" sz="2800" b="0" i="1" smtClean="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n-IN" sz="2800" b="0" i="1" smtClean="0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 </m:t>
                                      </m:r>
                                      <m:r>
                                        <a:rPr lang="en-IN" sz="2800" b="0" i="1" smtClean="0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  0</m:t>
                                      </m:r>
                                    </m:e>
                                  </m:mr>
                                  <m:mr>
                                    <m:e>
                                      <m:r>
                                        <a:rPr lang="en-IN" sz="2800" b="0" i="1" smtClean="0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   2</m:t>
                                      </m:r>
                                    </m:e>
                                  </m:mr>
                                </m:m>
                              </m:e>
                            </m:mr>
                          </m:m>
                          <m:r>
                            <a:rPr lang="en-IN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            </m:t>
                          </m:r>
                        </m:e>
                      </m:d>
                    </m:oMath>
                  </a14:m>
                  <a:endParaRPr lang="en-IN" sz="2800" dirty="0">
                    <a:solidFill>
                      <a:srgbClr val="002060"/>
                    </a:solidFill>
                  </a:endParaRPr>
                </a:p>
              </p:txBody>
            </p:sp>
          </mc:Choice>
          <mc:Fallback xmlns="">
            <p:sp>
              <p:nvSpPr>
                <p:cNvPr id="26" name="Rectangle 25">
                  <a:extLst>
                    <a:ext uri="{FF2B5EF4-FFF2-40B4-BE49-F238E27FC236}">
                      <a16:creationId xmlns:a16="http://schemas.microsoft.com/office/drawing/2014/main" id="{71AD3C99-EF13-23CD-43D0-49A96810F53D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364047" y="2161182"/>
                  <a:ext cx="3942274" cy="1864083"/>
                </a:xfrm>
                <a:prstGeom prst="rect">
                  <a:avLst/>
                </a:prstGeom>
                <a:blipFill>
                  <a:blip r:embed="rId13"/>
                  <a:stretch>
                    <a:fillRect l="-3091"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8" name="Rectangle 27">
                  <a:extLst>
                    <a:ext uri="{FF2B5EF4-FFF2-40B4-BE49-F238E27FC236}">
                      <a16:creationId xmlns:a16="http://schemas.microsoft.com/office/drawing/2014/main" id="{D1334CB4-8B9C-9D4A-B189-64CD6D26A91E}"/>
                    </a:ext>
                  </a:extLst>
                </p:cNvPr>
                <p:cNvSpPr/>
                <p:nvPr/>
              </p:nvSpPr>
              <p:spPr>
                <a:xfrm>
                  <a:off x="10183449" y="2206168"/>
                  <a:ext cx="758799" cy="174861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800" i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IN" sz="2800" b="0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800" b="0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lang="en-IN" sz="2800" b="0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−8</m:t>
                              </m:r>
                            </m:e>
                          </m:mr>
                          <m:m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1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IN" sz="2800" i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IN" sz="2800" b="0" i="1" smtClean="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 </m:t>
                                    </m:r>
                                    <m:r>
                                      <a:rPr lang="en-IN" sz="2800" b="0" i="1" smtClean="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  6</m:t>
                                    </m:r>
                                  </m:e>
                                </m:mr>
                                <m:mr>
                                  <m:e>
                                    <m:r>
                                      <a:rPr lang="en-IN" sz="2800" i="1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−8</m:t>
                                    </m:r>
                                  </m:e>
                                </m:mr>
                              </m:m>
                            </m:e>
                          </m:mr>
                        </m:m>
                      </m:oMath>
                    </m:oMathPara>
                  </a14:m>
                  <a:endParaRPr lang="en-IN" sz="2800" dirty="0">
                    <a:solidFill>
                      <a:srgbClr val="002060"/>
                    </a:solidFill>
                  </a:endParaRPr>
                </a:p>
              </p:txBody>
            </p:sp>
          </mc:Choice>
          <mc:Fallback xmlns="">
            <p:sp>
              <p:nvSpPr>
                <p:cNvPr id="28" name="Rectangle 27">
                  <a:extLst>
                    <a:ext uri="{FF2B5EF4-FFF2-40B4-BE49-F238E27FC236}">
                      <a16:creationId xmlns:a16="http://schemas.microsoft.com/office/drawing/2014/main" id="{D1334CB4-8B9C-9D4A-B189-64CD6D26A91E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183449" y="2206168"/>
                  <a:ext cx="758799" cy="1748618"/>
                </a:xfrm>
                <a:prstGeom prst="rect">
                  <a:avLst/>
                </a:prstGeom>
                <a:blipFill>
                  <a:blip r:embed="rId14"/>
                  <a:stretch>
                    <a:fillRect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0F40ACA3-3D96-9B4B-2787-AF67C9C87B76}"/>
                </a:ext>
              </a:extLst>
            </p:cNvPr>
            <p:cNvCxnSpPr/>
            <p:nvPr/>
          </p:nvCxnSpPr>
          <p:spPr>
            <a:xfrm>
              <a:off x="10155931" y="2199420"/>
              <a:ext cx="0" cy="1629144"/>
            </a:xfrm>
            <a:prstGeom prst="line">
              <a:avLst/>
            </a:prstGeom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7" name="Rectangle 26">
                <a:extLst>
                  <a:ext uri="{FF2B5EF4-FFF2-40B4-BE49-F238E27FC236}">
                    <a16:creationId xmlns:a16="http://schemas.microsoft.com/office/drawing/2014/main" id="{2B1A3233-C444-4A5B-E272-60B26D827803}"/>
                  </a:ext>
                </a:extLst>
              </p:cNvPr>
              <p:cNvSpPr/>
              <p:nvPr/>
            </p:nvSpPr>
            <p:spPr>
              <a:xfrm>
                <a:off x="1980568" y="6074030"/>
                <a:ext cx="2108858" cy="564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IN" sz="28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2800" b="1" i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𝐑</m:t>
                        </m:r>
                      </m:e>
                      <m:sub>
                        <m:r>
                          <a:rPr lang="en-GB" sz="2800" b="1" i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  <m:r>
                          <a:rPr lang="en-US" sz="2800" b="1" i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sub>
                    </m:sSub>
                    <m:d>
                      <m:dPr>
                        <m:ctrlPr>
                          <a:rPr lang="en-US" sz="28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28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e>
                    </m:d>
                  </m:oMath>
                </a14:m>
                <a:r>
                  <a:rPr lang="en-IN" sz="2800" b="1" dirty="0">
                    <a:solidFill>
                      <a:srgbClr val="FF0000"/>
                    </a:solidFill>
                  </a:rPr>
                  <a:t>,</a:t>
                </a:r>
              </a:p>
            </p:txBody>
          </p:sp>
        </mc:Choice>
        <mc:Fallback xmlns="">
          <p:sp>
            <p:nvSpPr>
              <p:cNvPr id="27" name="Rectangle 26">
                <a:extLst>
                  <a:ext uri="{FF2B5EF4-FFF2-40B4-BE49-F238E27FC236}">
                    <a16:creationId xmlns:a16="http://schemas.microsoft.com/office/drawing/2014/main" id="{2B1A3233-C444-4A5B-E272-60B26D82780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80568" y="6074030"/>
                <a:ext cx="2108858" cy="564880"/>
              </a:xfrm>
              <a:prstGeom prst="rect">
                <a:avLst/>
              </a:prstGeom>
              <a:blipFill>
                <a:blip r:embed="rId15"/>
                <a:stretch>
                  <a:fillRect t="-10753" b="-21505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6" name="Group 5"/>
          <p:cNvGrpSpPr/>
          <p:nvPr/>
        </p:nvGrpSpPr>
        <p:grpSpPr>
          <a:xfrm>
            <a:off x="6756183" y="1080250"/>
            <a:ext cx="3942274" cy="1864083"/>
            <a:chOff x="13048598" y="201362"/>
            <a:chExt cx="3942274" cy="1864083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1" name="Rectangle 30">
                  <a:extLst>
                    <a:ext uri="{FF2B5EF4-FFF2-40B4-BE49-F238E27FC236}">
                      <a16:creationId xmlns:a16="http://schemas.microsoft.com/office/drawing/2014/main" id="{E647E4FE-E60D-A0FD-93F0-F198786D111B}"/>
                    </a:ext>
                  </a:extLst>
                </p:cNvPr>
                <p:cNvSpPr/>
                <p:nvPr/>
              </p:nvSpPr>
              <p:spPr>
                <a:xfrm>
                  <a:off x="13048598" y="201362"/>
                  <a:ext cx="3942274" cy="1864083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IN" sz="280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~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en-IN" sz="2800" b="0" i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800" b="0" i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 </m:t>
                            </m:r>
                            <m:m>
                              <m:mPr>
                                <m:mcs>
                                  <m:mc>
                                    <m:mcPr>
                                      <m:count m:val="3"/>
                                      <m:mcJc m:val="center"/>
                                    </m:mcPr>
                                  </m:mc>
                                </m:mcs>
                                <m:ctrlPr>
                                  <a:rPr lang="en-IN" sz="2800" b="0" i="1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mPr>
                              <m:mr>
                                <m:e>
                                  <m:r>
                                    <m:rPr>
                                      <m:brk m:alnAt="7"/>
                                    </m:rPr>
                                    <a:rPr lang="en-IN" sz="2800" b="0" i="1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IN" sz="2800" b="0" i="1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e>
                                <m:e>
                                  <m:r>
                                    <a:rPr lang="en-IN" sz="2800" b="0" i="1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   2</m:t>
                                  </m:r>
                                </m:e>
                                <m:e>
                                  <m:r>
                                    <a:rPr lang="en-IN" sz="2800" b="0" i="1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   1</m:t>
                                  </m:r>
                                </m:e>
                              </m:mr>
                              <m:mr>
                                <m:e>
                                  <m:r>
                                    <a:rPr lang="en-US" sz="2800" b="0" i="1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   0</m:t>
                                  </m:r>
                                </m:e>
                                <m:e>
                                  <m:r>
                                    <a:rPr lang="en-IN" sz="2800" b="0" i="1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   </m:t>
                                  </m:r>
                                  <m:r>
                                    <a:rPr lang="en-US" sz="2800" b="0" i="1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e>
                                <m:e>
                                  <m:r>
                                    <a:rPr lang="en-IN" sz="2800" b="0" i="1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   </m:t>
                                  </m:r>
                                  <m:r>
                                    <a:rPr lang="en-US" sz="2800" b="0" i="1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e>
                              </m:mr>
                              <m:mr>
                                <m:e>
                                  <m:m>
                                    <m:mPr>
                                      <m:mcs>
                                        <m:mc>
                                          <m:mcPr>
                                            <m:count m:val="1"/>
                                            <m:mcJc m:val="center"/>
                                          </m:mcPr>
                                        </m:mc>
                                      </m:mcs>
                                      <m:ctrlPr>
                                        <a:rPr lang="en-IN" sz="2800" b="0" i="1" smtClean="0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mPr>
                                    <m:mr>
                                      <m:e>
                                        <m:r>
                                          <m:rPr>
                                            <m:brk m:alnAt="7"/>
                                          </m:rPr>
                                          <a:rPr lang="en-IN" sz="2800" b="0" i="1" smtClean="0">
                                            <a:solidFill>
                                              <a:srgbClr val="00206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 </m:t>
                                        </m:r>
                                        <m:r>
                                          <a:rPr lang="en-IN" sz="2800" b="0" i="1" smtClean="0">
                                            <a:solidFill>
                                              <a:srgbClr val="00206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  </m:t>
                                        </m:r>
                                        <m:r>
                                          <a:rPr lang="en-IN" sz="2800" b="0" i="1" smtClean="0">
                                            <a:solidFill>
                                              <a:schemeClr val="bg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4</m:t>
                                        </m:r>
                                      </m:e>
                                    </m:mr>
                                    <m:mr>
                                      <m:e>
                                        <m:r>
                                          <a:rPr lang="en-IN" sz="2800" b="0" i="1" smtClean="0">
                                            <a:solidFill>
                                              <a:srgbClr val="00206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   0</m:t>
                                        </m:r>
                                      </m:e>
                                    </m:mr>
                                  </m:m>
                                </m:e>
                                <m:e>
                                  <m:m>
                                    <m:mPr>
                                      <m:mcs>
                                        <m:mc>
                                          <m:mcPr>
                                            <m:count m:val="1"/>
                                            <m:mcJc m:val="center"/>
                                          </m:mcPr>
                                        </m:mc>
                                      </m:mcs>
                                      <m:ctrlPr>
                                        <a:rPr lang="en-IN" sz="2800" b="0" i="1" smtClean="0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mPr>
                                    <m:mr>
                                      <m:e>
                                        <m:r>
                                          <m:rPr>
                                            <m:brk m:alnAt="7"/>
                                          </m:rPr>
                                          <a:rPr lang="en-IN" sz="2800" b="0" i="1" smtClean="0">
                                            <a:solidFill>
                                              <a:srgbClr val="00206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 </m:t>
                                        </m:r>
                                        <m:r>
                                          <a:rPr lang="en-IN" sz="2800" b="0" i="1" smtClean="0">
                                            <a:solidFill>
                                              <a:srgbClr val="00206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  </m:t>
                                        </m:r>
                                        <m:r>
                                          <a:rPr lang="en-IN" sz="2800" b="0" i="1" smtClean="0">
                                            <a:solidFill>
                                              <a:schemeClr val="bg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e>
                                    </m:mr>
                                    <m:mr>
                                      <m:e>
                                        <m:r>
                                          <a:rPr lang="en-IN" sz="2800" b="0" i="1" smtClean="0">
                                            <a:solidFill>
                                              <a:srgbClr val="00206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−1</m:t>
                                        </m:r>
                                      </m:e>
                                    </m:mr>
                                  </m:m>
                                </m:e>
                                <m:e>
                                  <m:m>
                                    <m:mPr>
                                      <m:mcs>
                                        <m:mc>
                                          <m:mcPr>
                                            <m:count m:val="1"/>
                                            <m:mcJc m:val="center"/>
                                          </m:mcPr>
                                        </m:mc>
                                      </m:mcs>
                                      <m:ctrlPr>
                                        <a:rPr lang="en-IN" sz="2800" b="0" i="1" smtClean="0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mPr>
                                    <m:mr>
                                      <m:e>
                                        <m:r>
                                          <m:rPr>
                                            <m:brk m:alnAt="7"/>
                                          </m:rPr>
                                          <a:rPr lang="en-IN" sz="2800" b="0" i="1" smtClean="0">
                                            <a:solidFill>
                                              <a:srgbClr val="00206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 </m:t>
                                        </m:r>
                                        <m:r>
                                          <a:rPr lang="en-IN" sz="2800" b="0" i="1" smtClean="0">
                                            <a:solidFill>
                                              <a:srgbClr val="00206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  </m:t>
                                        </m:r>
                                        <m:r>
                                          <a:rPr lang="en-IN" sz="2800" b="0" i="1" smtClean="0">
                                            <a:solidFill>
                                              <a:schemeClr val="bg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0</m:t>
                                        </m:r>
                                      </m:e>
                                    </m:mr>
                                    <m:mr>
                                      <m:e>
                                        <m:r>
                                          <a:rPr lang="en-IN" sz="2800" b="0" i="1" smtClean="0">
                                            <a:solidFill>
                                              <a:srgbClr val="00206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   2</m:t>
                                        </m:r>
                                      </m:e>
                                    </m:mr>
                                  </m:m>
                                </m:e>
                              </m:mr>
                            </m:m>
                            <m:r>
                              <a:rPr lang="en-IN" sz="2800" b="0" i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             </m:t>
                            </m:r>
                          </m:e>
                        </m:d>
                      </m:oMath>
                    </m:oMathPara>
                  </a14:m>
                  <a:endParaRPr lang="en-IN" sz="2800" dirty="0">
                    <a:solidFill>
                      <a:srgbClr val="002060"/>
                    </a:solidFill>
                  </a:endParaRPr>
                </a:p>
              </p:txBody>
            </p:sp>
          </mc:Choice>
          <mc:Fallback xmlns="">
            <p:sp>
              <p:nvSpPr>
                <p:cNvPr id="31" name="Rectangle 30">
                  <a:extLst>
                    <a:ext uri="{FF2B5EF4-FFF2-40B4-BE49-F238E27FC236}">
                      <a16:creationId xmlns:a16="http://schemas.microsoft.com/office/drawing/2014/main" id="{E647E4FE-E60D-A0FD-93F0-F198786D111B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3048598" y="201362"/>
                  <a:ext cx="3942274" cy="1864083"/>
                </a:xfrm>
                <a:prstGeom prst="rect">
                  <a:avLst/>
                </a:prstGeom>
                <a:blipFill>
                  <a:blip r:embed="rId16"/>
                  <a:stretch>
                    <a:fillRect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2" name="Rectangle 31">
                  <a:extLst>
                    <a:ext uri="{FF2B5EF4-FFF2-40B4-BE49-F238E27FC236}">
                      <a16:creationId xmlns:a16="http://schemas.microsoft.com/office/drawing/2014/main" id="{FA016DFA-F621-0BC6-03C4-EEC8161DE955}"/>
                    </a:ext>
                  </a:extLst>
                </p:cNvPr>
                <p:cNvSpPr/>
                <p:nvPr/>
              </p:nvSpPr>
              <p:spPr>
                <a:xfrm>
                  <a:off x="15868000" y="246348"/>
                  <a:ext cx="758799" cy="174861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800" i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IN" sz="2800" b="0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800" b="0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lang="en-US" sz="2800" b="0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−7</m:t>
                              </m:r>
                            </m:e>
                          </m:mr>
                          <m:m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1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IN" sz="2800" i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IN" sz="2800" b="0" i="1" smtClean="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 </m:t>
                                    </m:r>
                                    <m:r>
                                      <a:rPr lang="en-IN" sz="2800" b="0" i="1" smtClean="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  </m:t>
                                    </m:r>
                                    <m:r>
                                      <a:rPr lang="en-IN" sz="2800" b="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6</m:t>
                                    </m:r>
                                  </m:e>
                                </m:mr>
                                <m:mr>
                                  <m:e>
                                    <m:r>
                                      <a:rPr lang="en-IN" sz="2800" i="1" smtClean="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−8</m:t>
                                    </m:r>
                                  </m:e>
                                </m:mr>
                              </m:m>
                            </m:e>
                          </m:mr>
                        </m:m>
                      </m:oMath>
                    </m:oMathPara>
                  </a14:m>
                  <a:endParaRPr lang="en-IN" sz="2800" dirty="0">
                    <a:solidFill>
                      <a:srgbClr val="002060"/>
                    </a:solidFill>
                  </a:endParaRPr>
                </a:p>
              </p:txBody>
            </p:sp>
          </mc:Choice>
          <mc:Fallback xmlns="">
            <p:sp>
              <p:nvSpPr>
                <p:cNvPr id="32" name="Rectangle 31">
                  <a:extLst>
                    <a:ext uri="{FF2B5EF4-FFF2-40B4-BE49-F238E27FC236}">
                      <a16:creationId xmlns:a16="http://schemas.microsoft.com/office/drawing/2014/main" id="{FA016DFA-F621-0BC6-03C4-EEC8161DE955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5868000" y="246348"/>
                  <a:ext cx="758799" cy="1748618"/>
                </a:xfrm>
                <a:prstGeom prst="rect">
                  <a:avLst/>
                </a:prstGeom>
                <a:blipFill>
                  <a:blip r:embed="rId17"/>
                  <a:stretch>
                    <a:fillRect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2B9F638F-2F5F-55A8-6C80-50B12B434D1C}"/>
                </a:ext>
              </a:extLst>
            </p:cNvPr>
            <p:cNvCxnSpPr/>
            <p:nvPr/>
          </p:nvCxnSpPr>
          <p:spPr>
            <a:xfrm>
              <a:off x="15897632" y="239600"/>
              <a:ext cx="0" cy="1629144"/>
            </a:xfrm>
            <a:prstGeom prst="line">
              <a:avLst/>
            </a:prstGeom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41" name="Rectangle 40">
                <a:extLst>
                  <a:ext uri="{FF2B5EF4-FFF2-40B4-BE49-F238E27FC236}">
                    <a16:creationId xmlns:a16="http://schemas.microsoft.com/office/drawing/2014/main" id="{2B1A3233-C444-4A5B-E272-60B26D827803}"/>
                  </a:ext>
                </a:extLst>
              </p:cNvPr>
              <p:cNvSpPr/>
              <p:nvPr/>
            </p:nvSpPr>
            <p:spPr>
              <a:xfrm>
                <a:off x="2693467" y="3585671"/>
                <a:ext cx="824823" cy="564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28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2800" b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𝐑</m:t>
                          </m:r>
                        </m:e>
                        <m:sub>
                          <m:r>
                            <a:rPr lang="en-IN" sz="2800" b="1" i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𝟐𝟒</m:t>
                          </m:r>
                        </m:sub>
                      </m:sSub>
                    </m:oMath>
                  </m:oMathPara>
                </a14:m>
                <a:endParaRPr lang="en-IN" sz="28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41" name="Rectangle 40">
                <a:extLst>
                  <a:ext uri="{FF2B5EF4-FFF2-40B4-BE49-F238E27FC236}">
                    <a16:creationId xmlns:a16="http://schemas.microsoft.com/office/drawing/2014/main" id="{2B1A3233-C444-4A5B-E272-60B26D82780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93467" y="3585671"/>
                <a:ext cx="824823" cy="564880"/>
              </a:xfrm>
              <a:prstGeom prst="rect">
                <a:avLst/>
              </a:prstGeom>
              <a:blipFill>
                <a:blip r:embed="rId18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2" name="Rectangle 41">
                <a:extLst>
                  <a:ext uri="{FF2B5EF4-FFF2-40B4-BE49-F238E27FC236}">
                    <a16:creationId xmlns:a16="http://schemas.microsoft.com/office/drawing/2014/main" id="{2B1A3233-C444-4A5B-E272-60B26D827803}"/>
                  </a:ext>
                </a:extLst>
              </p:cNvPr>
              <p:cNvSpPr/>
              <p:nvPr/>
            </p:nvSpPr>
            <p:spPr>
              <a:xfrm>
                <a:off x="3536482" y="6073060"/>
                <a:ext cx="1311743" cy="564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28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2800" b="1" i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𝐑</m:t>
                          </m:r>
                        </m:e>
                        <m:sub>
                          <m:r>
                            <a:rPr lang="en-GB" sz="2800" b="1" i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  <m:r>
                            <a:rPr lang="en-IN" sz="2800" b="1" i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𝟑</m:t>
                          </m:r>
                        </m:sub>
                      </m:sSub>
                      <m:d>
                        <m:dPr>
                          <m:ctrlPr>
                            <a:rPr lang="en-IN" sz="28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sz="28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e>
                      </m:d>
                    </m:oMath>
                  </m:oMathPara>
                </a14:m>
                <a:endParaRPr lang="en-IN" sz="28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42" name="Rectangle 41">
                <a:extLst>
                  <a:ext uri="{FF2B5EF4-FFF2-40B4-BE49-F238E27FC236}">
                    <a16:creationId xmlns:a16="http://schemas.microsoft.com/office/drawing/2014/main" id="{2B1A3233-C444-4A5B-E272-60B26D82780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36482" y="6073060"/>
                <a:ext cx="1311743" cy="564880"/>
              </a:xfrm>
              <a:prstGeom prst="rect">
                <a:avLst/>
              </a:prstGeom>
              <a:blipFill>
                <a:blip r:embed="rId19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50" name="Group 49"/>
          <p:cNvGrpSpPr/>
          <p:nvPr/>
        </p:nvGrpSpPr>
        <p:grpSpPr>
          <a:xfrm>
            <a:off x="6752272" y="1074579"/>
            <a:ext cx="3942274" cy="1864083"/>
            <a:chOff x="13048598" y="201362"/>
            <a:chExt cx="3942274" cy="1864083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1" name="Rectangle 50">
                  <a:extLst>
                    <a:ext uri="{FF2B5EF4-FFF2-40B4-BE49-F238E27FC236}">
                      <a16:creationId xmlns:a16="http://schemas.microsoft.com/office/drawing/2014/main" id="{E647E4FE-E60D-A0FD-93F0-F198786D111B}"/>
                    </a:ext>
                  </a:extLst>
                </p:cNvPr>
                <p:cNvSpPr/>
                <p:nvPr/>
              </p:nvSpPr>
              <p:spPr>
                <a:xfrm>
                  <a:off x="13048598" y="201362"/>
                  <a:ext cx="3942274" cy="1864083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IN" sz="280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~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en-IN" sz="2800" b="0" i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800" b="0" i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 </m:t>
                            </m:r>
                            <m:m>
                              <m:mPr>
                                <m:mcs>
                                  <m:mc>
                                    <m:mcPr>
                                      <m:count m:val="3"/>
                                      <m:mcJc m:val="center"/>
                                    </m:mcPr>
                                  </m:mc>
                                </m:mcs>
                                <m:ctrlPr>
                                  <a:rPr lang="en-IN" sz="2800" b="0" i="1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mPr>
                              <m:mr>
                                <m:e>
                                  <m:r>
                                    <m:rPr>
                                      <m:brk m:alnAt="7"/>
                                    </m:rPr>
                                    <a:rPr lang="en-IN" sz="2800" b="0" i="1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IN" sz="2800" b="0" i="1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e>
                                <m:e>
                                  <m:r>
                                    <a:rPr lang="en-IN" sz="2800" b="0" i="1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   2</m:t>
                                  </m:r>
                                </m:e>
                                <m:e>
                                  <m:r>
                                    <a:rPr lang="en-IN" sz="2800" b="0" i="1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   1</m:t>
                                  </m:r>
                                </m:e>
                              </m:mr>
                              <m:mr>
                                <m:e>
                                  <m:r>
                                    <a:rPr lang="en-US" sz="2800" b="0" i="1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   0</m:t>
                                  </m:r>
                                </m:e>
                                <m:e>
                                  <m:r>
                                    <a:rPr lang="en-IN" sz="2800" b="0" i="1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   </m:t>
                                  </m:r>
                                  <m:r>
                                    <a:rPr lang="en-US" sz="2800" b="0" i="1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e>
                                <m:e>
                                  <m:r>
                                    <a:rPr lang="en-IN" sz="2800" b="0" i="1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   </m:t>
                                  </m:r>
                                  <m:r>
                                    <a:rPr lang="en-US" sz="2800" b="0" i="1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e>
                              </m:mr>
                              <m:mr>
                                <m:e>
                                  <m:m>
                                    <m:mPr>
                                      <m:mcs>
                                        <m:mc>
                                          <m:mcPr>
                                            <m:count m:val="1"/>
                                            <m:mcJc m:val="center"/>
                                          </m:mcPr>
                                        </m:mc>
                                      </m:mcs>
                                      <m:ctrlPr>
                                        <a:rPr lang="en-IN" sz="2800" b="0" i="1" smtClean="0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mPr>
                                    <m:mr>
                                      <m:e>
                                        <m:r>
                                          <m:rPr>
                                            <m:brk m:alnAt="7"/>
                                          </m:rPr>
                                          <a:rPr lang="en-IN" sz="2800" b="0" i="1" smtClean="0">
                                            <a:solidFill>
                                              <a:srgbClr val="00206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 </m:t>
                                        </m:r>
                                        <m:r>
                                          <a:rPr lang="en-IN" sz="2800" b="0" i="1" smtClean="0">
                                            <a:solidFill>
                                              <a:srgbClr val="00206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  </m:t>
                                        </m:r>
                                        <m:r>
                                          <a:rPr lang="en-US" sz="2800" i="1">
                                            <a:solidFill>
                                              <a:srgbClr val="00206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0</m:t>
                                        </m:r>
                                      </m:e>
                                    </m:mr>
                                    <m:mr>
                                      <m:e>
                                        <m:r>
                                          <a:rPr lang="en-IN" sz="2800" b="0" i="1" smtClean="0">
                                            <a:solidFill>
                                              <a:srgbClr val="00206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   0</m:t>
                                        </m:r>
                                      </m:e>
                                    </m:mr>
                                  </m:m>
                                </m:e>
                                <m:e>
                                  <m:m>
                                    <m:mPr>
                                      <m:mcs>
                                        <m:mc>
                                          <m:mcPr>
                                            <m:count m:val="1"/>
                                            <m:mcJc m:val="center"/>
                                          </m:mcPr>
                                        </m:mc>
                                      </m:mcs>
                                      <m:ctrlPr>
                                        <a:rPr lang="en-IN" sz="2800" b="0" i="1" smtClean="0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mPr>
                                    <m:mr>
                                      <m:e>
                                        <m:r>
                                          <m:rPr>
                                            <m:brk m:alnAt="7"/>
                                          </m:rPr>
                                          <a:rPr lang="en-IN" sz="2800" b="0" i="1" smtClean="0">
                                            <a:solidFill>
                                              <a:srgbClr val="00206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 </m:t>
                                        </m:r>
                                        <m:r>
                                          <a:rPr lang="en-IN" sz="2800" b="0" i="1" smtClean="0">
                                            <a:solidFill>
                                              <a:srgbClr val="00206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  </m:t>
                                        </m:r>
                                        <m:r>
                                          <a:rPr lang="en-IN" sz="2800" i="1">
                                            <a:solidFill>
                                              <a:srgbClr val="00206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5</m:t>
                                        </m:r>
                                      </m:e>
                                    </m:mr>
                                    <m:mr>
                                      <m:e>
                                        <m:r>
                                          <a:rPr lang="en-IN" sz="2800" b="0" i="1" smtClean="0">
                                            <a:solidFill>
                                              <a:srgbClr val="00206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−1</m:t>
                                        </m:r>
                                      </m:e>
                                    </m:mr>
                                  </m:m>
                                </m:e>
                                <m:e>
                                  <m:m>
                                    <m:mPr>
                                      <m:mcs>
                                        <m:mc>
                                          <m:mcPr>
                                            <m:count m:val="1"/>
                                            <m:mcJc m:val="center"/>
                                          </m:mcPr>
                                        </m:mc>
                                      </m:mcs>
                                      <m:ctrlPr>
                                        <a:rPr lang="en-IN" sz="2800" b="0" i="1" smtClean="0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mPr>
                                    <m:mr>
                                      <m:e>
                                        <m:r>
                                          <m:rPr>
                                            <m:brk m:alnAt="7"/>
                                          </m:rPr>
                                          <a:rPr lang="en-IN" sz="2800" b="0" i="1" smtClean="0">
                                            <a:solidFill>
                                              <a:srgbClr val="00206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 </m:t>
                                        </m:r>
                                        <m:r>
                                          <a:rPr lang="en-IN" sz="2800" b="0" i="1" smtClean="0">
                                            <a:solidFill>
                                              <a:srgbClr val="00206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  </m:t>
                                        </m:r>
                                        <m:r>
                                          <a:rPr lang="en-IN" sz="2800" i="1">
                                            <a:solidFill>
                                              <a:srgbClr val="00206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e>
                                    </m:mr>
                                    <m:mr>
                                      <m:e>
                                        <m:r>
                                          <a:rPr lang="en-IN" sz="2800" b="0" i="1" smtClean="0">
                                            <a:solidFill>
                                              <a:srgbClr val="00206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   2</m:t>
                                        </m:r>
                                      </m:e>
                                    </m:mr>
                                  </m:m>
                                </m:e>
                              </m:mr>
                            </m:m>
                            <m:r>
                              <a:rPr lang="en-IN" sz="2800" b="0" i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             </m:t>
                            </m:r>
                          </m:e>
                        </m:d>
                      </m:oMath>
                    </m:oMathPara>
                  </a14:m>
                  <a:endParaRPr lang="en-IN" sz="2800" dirty="0">
                    <a:solidFill>
                      <a:srgbClr val="002060"/>
                    </a:solidFill>
                  </a:endParaRPr>
                </a:p>
              </p:txBody>
            </p:sp>
          </mc:Choice>
          <mc:Fallback xmlns="">
            <p:sp>
              <p:nvSpPr>
                <p:cNvPr id="51" name="Rectangle 50">
                  <a:extLst>
                    <a:ext uri="{FF2B5EF4-FFF2-40B4-BE49-F238E27FC236}">
                      <a16:creationId xmlns:a16="http://schemas.microsoft.com/office/drawing/2014/main" id="{E647E4FE-E60D-A0FD-93F0-F198786D111B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3048598" y="201362"/>
                  <a:ext cx="3942274" cy="1864083"/>
                </a:xfrm>
                <a:prstGeom prst="rect">
                  <a:avLst/>
                </a:prstGeom>
                <a:blipFill>
                  <a:blip r:embed="rId24"/>
                  <a:stretch>
                    <a:fillRect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2" name="Rectangle 51">
                  <a:extLst>
                    <a:ext uri="{FF2B5EF4-FFF2-40B4-BE49-F238E27FC236}">
                      <a16:creationId xmlns:a16="http://schemas.microsoft.com/office/drawing/2014/main" id="{FA016DFA-F621-0BC6-03C4-EEC8161DE955}"/>
                    </a:ext>
                  </a:extLst>
                </p:cNvPr>
                <p:cNvSpPr/>
                <p:nvPr/>
              </p:nvSpPr>
              <p:spPr>
                <a:xfrm>
                  <a:off x="15868000" y="246348"/>
                  <a:ext cx="758799" cy="174861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800" i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IN" sz="2800" b="0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800" b="0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lang="en-US" sz="2800" b="0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−7</m:t>
                              </m:r>
                            </m:e>
                          </m:mr>
                          <m:m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1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IN" sz="2800" i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IN" sz="2800" b="0" i="1" smtClean="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 </m:t>
                                    </m:r>
                                    <m:r>
                                      <a:rPr lang="en-IN" sz="2800" b="0" i="1" smtClean="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  </m:t>
                                    </m:r>
                                    <m:r>
                                      <a:rPr lang="en-IN" sz="2800" i="1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</m:e>
                                </m:mr>
                                <m:mr>
                                  <m:e>
                                    <m:r>
                                      <a:rPr lang="en-IN" sz="2800" i="1" smtClean="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−8</m:t>
                                    </m:r>
                                  </m:e>
                                </m:mr>
                              </m:m>
                            </m:e>
                          </m:mr>
                        </m:m>
                      </m:oMath>
                    </m:oMathPara>
                  </a14:m>
                  <a:endParaRPr lang="en-IN" sz="2800" dirty="0">
                    <a:solidFill>
                      <a:srgbClr val="002060"/>
                    </a:solidFill>
                  </a:endParaRPr>
                </a:p>
              </p:txBody>
            </p:sp>
          </mc:Choice>
          <mc:Fallback xmlns="">
            <p:sp>
              <p:nvSpPr>
                <p:cNvPr id="52" name="Rectangle 51">
                  <a:extLst>
                    <a:ext uri="{FF2B5EF4-FFF2-40B4-BE49-F238E27FC236}">
                      <a16:creationId xmlns:a16="http://schemas.microsoft.com/office/drawing/2014/main" id="{FA016DFA-F621-0BC6-03C4-EEC8161DE955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5868000" y="246348"/>
                  <a:ext cx="758799" cy="1748618"/>
                </a:xfrm>
                <a:prstGeom prst="rect">
                  <a:avLst/>
                </a:prstGeom>
                <a:blipFill>
                  <a:blip r:embed="rId25"/>
                  <a:stretch>
                    <a:fillRect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53" name="Straight Connector 52">
              <a:extLst>
                <a:ext uri="{FF2B5EF4-FFF2-40B4-BE49-F238E27FC236}">
                  <a16:creationId xmlns:a16="http://schemas.microsoft.com/office/drawing/2014/main" id="{2B9F638F-2F5F-55A8-6C80-50B12B434D1C}"/>
                </a:ext>
              </a:extLst>
            </p:cNvPr>
            <p:cNvCxnSpPr/>
            <p:nvPr/>
          </p:nvCxnSpPr>
          <p:spPr>
            <a:xfrm>
              <a:off x="15897632" y="239600"/>
              <a:ext cx="0" cy="1629144"/>
            </a:xfrm>
            <a:prstGeom prst="line">
              <a:avLst/>
            </a:prstGeom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58" name="Rectangle 57">
                <a:extLst>
                  <a:ext uri="{FF2B5EF4-FFF2-40B4-BE49-F238E27FC236}">
                    <a16:creationId xmlns:a16="http://schemas.microsoft.com/office/drawing/2014/main" id="{2B1A3233-C444-4A5B-E272-60B26D827803}"/>
                  </a:ext>
                </a:extLst>
              </p:cNvPr>
              <p:cNvSpPr/>
              <p:nvPr/>
            </p:nvSpPr>
            <p:spPr>
              <a:xfrm>
                <a:off x="7400047" y="2974835"/>
                <a:ext cx="1857325" cy="564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28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2800" b="1" i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𝐑</m:t>
                          </m:r>
                        </m:e>
                        <m:sub>
                          <m:r>
                            <a:rPr lang="en-IN" sz="2800" b="1" i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𝟐𝟑</m:t>
                          </m:r>
                        </m:sub>
                      </m:sSub>
                      <m:d>
                        <m:dPr>
                          <m:ctrlPr>
                            <a:rPr lang="en-US" sz="28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IN" sz="28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𝟓</m:t>
                          </m:r>
                        </m:e>
                      </m:d>
                      <m:r>
                        <a:rPr lang="en-US" sz="28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</m:oMath>
                  </m:oMathPara>
                </a14:m>
                <a:endParaRPr lang="en-IN" sz="28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58" name="Rectangle 57">
                <a:extLst>
                  <a:ext uri="{FF2B5EF4-FFF2-40B4-BE49-F238E27FC236}">
                    <a16:creationId xmlns:a16="http://schemas.microsoft.com/office/drawing/2014/main" id="{2B1A3233-C444-4A5B-E272-60B26D82780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00047" y="2974835"/>
                <a:ext cx="1857325" cy="564880"/>
              </a:xfrm>
              <a:prstGeom prst="rect">
                <a:avLst/>
              </a:prstGeom>
              <a:blipFill>
                <a:blip r:embed="rId28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59" name="Group 58"/>
          <p:cNvGrpSpPr/>
          <p:nvPr/>
        </p:nvGrpSpPr>
        <p:grpSpPr>
          <a:xfrm>
            <a:off x="6752272" y="3692131"/>
            <a:ext cx="3942274" cy="1864083"/>
            <a:chOff x="13048598" y="201362"/>
            <a:chExt cx="3942274" cy="1864083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0" name="Rectangle 59">
                  <a:extLst>
                    <a:ext uri="{FF2B5EF4-FFF2-40B4-BE49-F238E27FC236}">
                      <a16:creationId xmlns:a16="http://schemas.microsoft.com/office/drawing/2014/main" id="{E647E4FE-E60D-A0FD-93F0-F198786D111B}"/>
                    </a:ext>
                  </a:extLst>
                </p:cNvPr>
                <p:cNvSpPr/>
                <p:nvPr/>
              </p:nvSpPr>
              <p:spPr>
                <a:xfrm>
                  <a:off x="13048598" y="201362"/>
                  <a:ext cx="3942274" cy="1864083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IN" sz="280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~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en-IN" sz="2800" b="0" i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800" b="0" i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 </m:t>
                            </m:r>
                            <m:m>
                              <m:mPr>
                                <m:mcs>
                                  <m:mc>
                                    <m:mcPr>
                                      <m:count m:val="3"/>
                                      <m:mcJc m:val="center"/>
                                    </m:mcPr>
                                  </m:mc>
                                </m:mcs>
                                <m:ctrlPr>
                                  <a:rPr lang="en-IN" sz="2800" b="0" i="1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mPr>
                              <m:mr>
                                <m:e>
                                  <m:r>
                                    <m:rPr>
                                      <m:brk m:alnAt="7"/>
                                    </m:rPr>
                                    <a:rPr lang="en-IN" sz="2800" b="0" i="1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IN" sz="2800" b="0" i="1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e>
                                <m:e>
                                  <m:r>
                                    <a:rPr lang="en-IN" sz="2800" b="0" i="1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   2</m:t>
                                  </m:r>
                                </m:e>
                                <m:e>
                                  <m:r>
                                    <a:rPr lang="en-IN" sz="2800" b="0" i="1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      1</m:t>
                                  </m:r>
                                </m:e>
                              </m:mr>
                              <m:mr>
                                <m:e>
                                  <m:r>
                                    <a:rPr lang="en-US" sz="2800" b="0" i="1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   0</m:t>
                                  </m:r>
                                </m:e>
                                <m:e>
                                  <m:r>
                                    <a:rPr lang="en-IN" sz="2800" b="0" i="1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   </m:t>
                                  </m:r>
                                  <m:r>
                                    <a:rPr lang="en-US" sz="2800" b="0" i="1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e>
                                <m:e>
                                  <m:r>
                                    <a:rPr lang="en-IN" sz="2800" b="0" i="1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      </m:t>
                                  </m:r>
                                  <m:r>
                                    <a:rPr lang="en-US" sz="2800" b="0" i="1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e>
                              </m:mr>
                              <m:mr>
                                <m:e>
                                  <m:m>
                                    <m:mPr>
                                      <m:mcs>
                                        <m:mc>
                                          <m:mcPr>
                                            <m:count m:val="1"/>
                                            <m:mcJc m:val="center"/>
                                          </m:mcPr>
                                        </m:mc>
                                      </m:mcs>
                                      <m:ctrlPr>
                                        <a:rPr lang="en-IN" sz="2800" b="0" i="1" smtClean="0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mPr>
                                    <m:mr>
                                      <m:e>
                                        <m:r>
                                          <m:rPr>
                                            <m:brk m:alnAt="7"/>
                                          </m:rPr>
                                          <a:rPr lang="en-IN" sz="2800" b="0" i="1" smtClean="0">
                                            <a:solidFill>
                                              <a:srgbClr val="00206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 </m:t>
                                        </m:r>
                                        <m:r>
                                          <a:rPr lang="en-IN" sz="2800" b="0" i="1" smtClean="0">
                                            <a:solidFill>
                                              <a:srgbClr val="00206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  </m:t>
                                        </m:r>
                                        <m:r>
                                          <a:rPr lang="en-US" sz="2800" i="1">
                                            <a:solidFill>
                                              <a:srgbClr val="00206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0</m:t>
                                        </m:r>
                                      </m:e>
                                    </m:mr>
                                    <m:mr>
                                      <m:e>
                                        <m:r>
                                          <a:rPr lang="en-IN" sz="2800" b="0" i="1" smtClean="0">
                                            <a:solidFill>
                                              <a:srgbClr val="00206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   </m:t>
                                        </m:r>
                                        <m:r>
                                          <a:rPr lang="en-IN" sz="2800" b="0" i="1" smtClean="0">
                                            <a:solidFill>
                                              <a:schemeClr val="bg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0</m:t>
                                        </m:r>
                                      </m:e>
                                    </m:mr>
                                  </m:m>
                                </m:e>
                                <m:e>
                                  <m:m>
                                    <m:mPr>
                                      <m:mcs>
                                        <m:mc>
                                          <m:mcPr>
                                            <m:count m:val="1"/>
                                            <m:mcJc m:val="center"/>
                                          </m:mcPr>
                                        </m:mc>
                                      </m:mcs>
                                      <m:ctrlPr>
                                        <a:rPr lang="en-IN" sz="2800" b="0" i="1" smtClean="0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mPr>
                                    <m:mr>
                                      <m:e>
                                        <m:r>
                                          <m:rPr>
                                            <m:brk m:alnAt="7"/>
                                          </m:rPr>
                                          <a:rPr lang="en-IN" sz="2800" b="0" i="1" smtClean="0">
                                            <a:solidFill>
                                              <a:srgbClr val="00206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 </m:t>
                                        </m:r>
                                        <m:r>
                                          <a:rPr lang="en-IN" sz="2800" b="0" i="1" smtClean="0">
                                            <a:solidFill>
                                              <a:srgbClr val="00206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  0</m:t>
                                        </m:r>
                                      </m:e>
                                    </m:mr>
                                    <m:mr>
                                      <m:e>
                                        <m:r>
                                          <a:rPr lang="en-IN" sz="2800" b="0" i="1" smtClean="0">
                                            <a:solidFill>
                                              <a:schemeClr val="bg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−1</m:t>
                                        </m:r>
                                      </m:e>
                                    </m:mr>
                                  </m:m>
                                </m:e>
                                <m:e>
                                  <m:m>
                                    <m:mPr>
                                      <m:mcs>
                                        <m:mc>
                                          <m:mcPr>
                                            <m:count m:val="1"/>
                                            <m:mcJc m:val="center"/>
                                          </m:mcPr>
                                        </m:mc>
                                      </m:mcs>
                                      <m:ctrlPr>
                                        <a:rPr lang="en-IN" sz="2800" b="0" i="1" smtClean="0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mPr>
                                    <m:mr>
                                      <m:e>
                                        <m:r>
                                          <m:rPr>
                                            <m:brk m:alnAt="7"/>
                                          </m:rPr>
                                          <a:rPr lang="en-IN" sz="2800" b="0" i="1" smtClean="0">
                                            <a:solidFill>
                                              <a:srgbClr val="00206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−</m:t>
                                        </m:r>
                                        <m:r>
                                          <a:rPr lang="en-IN" sz="2800" b="0" i="1" smtClean="0">
                                            <a:solidFill>
                                              <a:srgbClr val="00206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13</m:t>
                                        </m:r>
                                      </m:e>
                                    </m:mr>
                                    <m:mr>
                                      <m:e>
                                        <m:r>
                                          <a:rPr lang="en-IN" sz="2800" b="0" i="1" smtClean="0">
                                            <a:solidFill>
                                              <a:srgbClr val="00206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      </m:t>
                                        </m:r>
                                        <m:r>
                                          <a:rPr lang="en-IN" sz="2800" b="0" i="1" smtClean="0">
                                            <a:solidFill>
                                              <a:schemeClr val="bg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e>
                                    </m:mr>
                                  </m:m>
                                </m:e>
                              </m:mr>
                            </m:m>
                            <m:r>
                              <a:rPr lang="en-IN" sz="2800" b="0" i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             </m:t>
                            </m:r>
                          </m:e>
                        </m:d>
                      </m:oMath>
                    </m:oMathPara>
                  </a14:m>
                  <a:endParaRPr lang="en-IN" sz="2800" dirty="0">
                    <a:solidFill>
                      <a:srgbClr val="002060"/>
                    </a:solidFill>
                  </a:endParaRPr>
                </a:p>
              </p:txBody>
            </p:sp>
          </mc:Choice>
          <mc:Fallback xmlns="">
            <p:sp>
              <p:nvSpPr>
                <p:cNvPr id="60" name="Rectangle 59">
                  <a:extLst>
                    <a:ext uri="{FF2B5EF4-FFF2-40B4-BE49-F238E27FC236}">
                      <a16:creationId xmlns:a16="http://schemas.microsoft.com/office/drawing/2014/main" id="{E647E4FE-E60D-A0FD-93F0-F198786D111B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3048598" y="201362"/>
                  <a:ext cx="3942274" cy="1864083"/>
                </a:xfrm>
                <a:prstGeom prst="rect">
                  <a:avLst/>
                </a:prstGeom>
                <a:blipFill>
                  <a:blip r:embed="rId29"/>
                  <a:stretch>
                    <a:fillRect r="-3096"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1" name="Rectangle 60">
                  <a:extLst>
                    <a:ext uri="{FF2B5EF4-FFF2-40B4-BE49-F238E27FC236}">
                      <a16:creationId xmlns:a16="http://schemas.microsoft.com/office/drawing/2014/main" id="{FA016DFA-F621-0BC6-03C4-EEC8161DE955}"/>
                    </a:ext>
                  </a:extLst>
                </p:cNvPr>
                <p:cNvSpPr/>
                <p:nvPr/>
              </p:nvSpPr>
              <p:spPr>
                <a:xfrm>
                  <a:off x="16229950" y="246348"/>
                  <a:ext cx="758799" cy="174861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800" i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IN" sz="2800" b="0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800" b="0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lang="en-US" sz="2800" b="0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−7</m:t>
                              </m:r>
                            </m:e>
                          </m:mr>
                          <m:m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1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IN" sz="2800" i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a:rPr lang="en-IN" sz="2800" b="0" i="1" smtClean="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39</m:t>
                                    </m:r>
                                  </m:e>
                                </m:mr>
                                <m:mr>
                                  <m:e>
                                    <m:r>
                                      <a:rPr lang="en-IN" sz="280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−8</m:t>
                                    </m:r>
                                  </m:e>
                                </m:mr>
                              </m:m>
                            </m:e>
                          </m:mr>
                        </m:m>
                      </m:oMath>
                    </m:oMathPara>
                  </a14:m>
                  <a:endParaRPr lang="en-IN" sz="2800" dirty="0">
                    <a:solidFill>
                      <a:srgbClr val="002060"/>
                    </a:solidFill>
                  </a:endParaRPr>
                </a:p>
              </p:txBody>
            </p:sp>
          </mc:Choice>
          <mc:Fallback xmlns="">
            <p:sp>
              <p:nvSpPr>
                <p:cNvPr id="61" name="Rectangle 60">
                  <a:extLst>
                    <a:ext uri="{FF2B5EF4-FFF2-40B4-BE49-F238E27FC236}">
                      <a16:creationId xmlns:a16="http://schemas.microsoft.com/office/drawing/2014/main" id="{FA016DFA-F621-0BC6-03C4-EEC8161DE955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6229950" y="246348"/>
                  <a:ext cx="758799" cy="1748618"/>
                </a:xfrm>
                <a:prstGeom prst="rect">
                  <a:avLst/>
                </a:prstGeom>
                <a:blipFill>
                  <a:blip r:embed="rId30"/>
                  <a:stretch>
                    <a:fillRect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62" name="Straight Connector 61">
              <a:extLst>
                <a:ext uri="{FF2B5EF4-FFF2-40B4-BE49-F238E27FC236}">
                  <a16:creationId xmlns:a16="http://schemas.microsoft.com/office/drawing/2014/main" id="{2B9F638F-2F5F-55A8-6C80-50B12B434D1C}"/>
                </a:ext>
              </a:extLst>
            </p:cNvPr>
            <p:cNvCxnSpPr/>
            <p:nvPr/>
          </p:nvCxnSpPr>
          <p:spPr>
            <a:xfrm>
              <a:off x="16211957" y="239600"/>
              <a:ext cx="0" cy="1629144"/>
            </a:xfrm>
            <a:prstGeom prst="line">
              <a:avLst/>
            </a:prstGeom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3" name="Group 62"/>
          <p:cNvGrpSpPr/>
          <p:nvPr/>
        </p:nvGrpSpPr>
        <p:grpSpPr>
          <a:xfrm>
            <a:off x="6763639" y="3693678"/>
            <a:ext cx="3990951" cy="1864083"/>
            <a:chOff x="13048598" y="201362"/>
            <a:chExt cx="3990951" cy="1864083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4" name="Rectangle 63">
                  <a:extLst>
                    <a:ext uri="{FF2B5EF4-FFF2-40B4-BE49-F238E27FC236}">
                      <a16:creationId xmlns:a16="http://schemas.microsoft.com/office/drawing/2014/main" id="{E647E4FE-E60D-A0FD-93F0-F198786D111B}"/>
                    </a:ext>
                  </a:extLst>
                </p:cNvPr>
                <p:cNvSpPr/>
                <p:nvPr/>
              </p:nvSpPr>
              <p:spPr>
                <a:xfrm>
                  <a:off x="13048598" y="201362"/>
                  <a:ext cx="3942274" cy="1864083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IN" sz="280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~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en-IN" sz="2800" b="0" i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800" b="0" i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 </m:t>
                            </m:r>
                            <m:m>
                              <m:mPr>
                                <m:mcs>
                                  <m:mc>
                                    <m:mcPr>
                                      <m:count m:val="3"/>
                                      <m:mcJc m:val="center"/>
                                    </m:mcPr>
                                  </m:mc>
                                </m:mcs>
                                <m:ctrlPr>
                                  <a:rPr lang="en-IN" sz="2800" b="0" i="1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mPr>
                              <m:mr>
                                <m:e>
                                  <m:r>
                                    <m:rPr>
                                      <m:brk m:alnAt="7"/>
                                    </m:rPr>
                                    <a:rPr lang="en-IN" sz="2800" b="0" i="1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IN" sz="2800" b="0" i="1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e>
                                <m:e>
                                  <m:r>
                                    <a:rPr lang="en-IN" sz="2800" b="0" i="1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   2</m:t>
                                  </m:r>
                                </m:e>
                                <m:e>
                                  <m:r>
                                    <a:rPr lang="en-IN" sz="2800" b="0" i="1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      1</m:t>
                                  </m:r>
                                </m:e>
                              </m:mr>
                              <m:mr>
                                <m:e>
                                  <m:r>
                                    <a:rPr lang="en-US" sz="2800" b="0" i="1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   0</m:t>
                                  </m:r>
                                </m:e>
                                <m:e>
                                  <m:r>
                                    <a:rPr lang="en-IN" sz="2800" b="0" i="1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   </m:t>
                                  </m:r>
                                  <m:r>
                                    <a:rPr lang="en-US" sz="2800" b="0" i="1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e>
                                <m:e>
                                  <m:r>
                                    <a:rPr lang="en-IN" sz="2800" b="0" i="1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      </m:t>
                                  </m:r>
                                  <m:r>
                                    <a:rPr lang="en-US" sz="2800" b="0" i="1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e>
                              </m:mr>
                              <m:mr>
                                <m:e>
                                  <m:m>
                                    <m:mPr>
                                      <m:mcs>
                                        <m:mc>
                                          <m:mcPr>
                                            <m:count m:val="1"/>
                                            <m:mcJc m:val="center"/>
                                          </m:mcPr>
                                        </m:mc>
                                      </m:mcs>
                                      <m:ctrlPr>
                                        <a:rPr lang="en-IN" sz="2800" b="0" i="1" smtClean="0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mPr>
                                    <m:mr>
                                      <m:e>
                                        <m:r>
                                          <m:rPr>
                                            <m:brk m:alnAt="7"/>
                                          </m:rPr>
                                          <a:rPr lang="en-IN" sz="2800" b="0" i="1" smtClean="0">
                                            <a:solidFill>
                                              <a:srgbClr val="00206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 </m:t>
                                        </m:r>
                                        <m:r>
                                          <a:rPr lang="en-IN" sz="2800" b="0" i="1" smtClean="0">
                                            <a:solidFill>
                                              <a:srgbClr val="00206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  </m:t>
                                        </m:r>
                                        <m:r>
                                          <a:rPr lang="en-US" sz="2800" i="1">
                                            <a:solidFill>
                                              <a:srgbClr val="00206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0</m:t>
                                        </m:r>
                                      </m:e>
                                    </m:mr>
                                    <m:mr>
                                      <m:e>
                                        <m:r>
                                          <a:rPr lang="en-IN" sz="2800" b="0" i="1" smtClean="0">
                                            <a:solidFill>
                                              <a:srgbClr val="00206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   0</m:t>
                                        </m:r>
                                      </m:e>
                                    </m:mr>
                                  </m:m>
                                </m:e>
                                <m:e>
                                  <m:m>
                                    <m:mPr>
                                      <m:mcs>
                                        <m:mc>
                                          <m:mcPr>
                                            <m:count m:val="1"/>
                                            <m:mcJc m:val="center"/>
                                          </m:mcPr>
                                        </m:mc>
                                      </m:mcs>
                                      <m:ctrlPr>
                                        <a:rPr lang="en-IN" sz="2800" b="0" i="1" smtClean="0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mPr>
                                    <m:mr>
                                      <m:e>
                                        <m:r>
                                          <m:rPr>
                                            <m:brk m:alnAt="7"/>
                                          </m:rPr>
                                          <a:rPr lang="en-IN" sz="2800" b="0" i="1" smtClean="0">
                                            <a:solidFill>
                                              <a:srgbClr val="00206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 </m:t>
                                        </m:r>
                                        <m:r>
                                          <a:rPr lang="en-IN" sz="2800" b="0" i="1" smtClean="0">
                                            <a:solidFill>
                                              <a:srgbClr val="00206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  0</m:t>
                                        </m:r>
                                      </m:e>
                                    </m:mr>
                                    <m:mr>
                                      <m:e>
                                        <m:r>
                                          <a:rPr lang="en-IN" sz="2800" b="0" i="1" smtClean="0">
                                            <a:solidFill>
                                              <a:srgbClr val="00206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   0</m:t>
                                        </m:r>
                                      </m:e>
                                    </m:mr>
                                  </m:m>
                                </m:e>
                                <m:e>
                                  <m:m>
                                    <m:mPr>
                                      <m:mcs>
                                        <m:mc>
                                          <m:mcPr>
                                            <m:count m:val="1"/>
                                            <m:mcJc m:val="center"/>
                                          </m:mcPr>
                                        </m:mc>
                                      </m:mcs>
                                      <m:ctrlPr>
                                        <a:rPr lang="en-IN" sz="2800" b="0" i="1" smtClean="0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mPr>
                                    <m:mr>
                                      <m:e>
                                        <m:r>
                                          <m:rPr>
                                            <m:brk m:alnAt="7"/>
                                          </m:rPr>
                                          <a:rPr lang="en-IN" sz="2800" b="0" i="1" smtClean="0">
                                            <a:solidFill>
                                              <a:srgbClr val="00206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−</m:t>
                                        </m:r>
                                        <m:r>
                                          <a:rPr lang="en-IN" sz="2800" b="0" i="1" smtClean="0">
                                            <a:solidFill>
                                              <a:srgbClr val="00206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13</m:t>
                                        </m:r>
                                      </m:e>
                                    </m:mr>
                                    <m:mr>
                                      <m:e>
                                        <m:r>
                                          <a:rPr lang="en-IN" sz="2800" b="0" i="1" smtClean="0">
                                            <a:solidFill>
                                              <a:srgbClr val="00206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      5</m:t>
                                        </m:r>
                                      </m:e>
                                    </m:mr>
                                  </m:m>
                                </m:e>
                              </m:mr>
                            </m:m>
                            <m:r>
                              <a:rPr lang="en-IN" sz="2800" b="0" i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                </m:t>
                            </m:r>
                          </m:e>
                        </m:d>
                      </m:oMath>
                    </m:oMathPara>
                  </a14:m>
                  <a:endParaRPr lang="en-IN" sz="2800" dirty="0">
                    <a:solidFill>
                      <a:srgbClr val="002060"/>
                    </a:solidFill>
                  </a:endParaRPr>
                </a:p>
              </p:txBody>
            </p:sp>
          </mc:Choice>
          <mc:Fallback xmlns="">
            <p:sp>
              <p:nvSpPr>
                <p:cNvPr id="64" name="Rectangle 63">
                  <a:extLst>
                    <a:ext uri="{FF2B5EF4-FFF2-40B4-BE49-F238E27FC236}">
                      <a16:creationId xmlns:a16="http://schemas.microsoft.com/office/drawing/2014/main" id="{E647E4FE-E60D-A0FD-93F0-F198786D111B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3048598" y="201362"/>
                  <a:ext cx="3942274" cy="1864083"/>
                </a:xfrm>
                <a:prstGeom prst="rect">
                  <a:avLst/>
                </a:prstGeom>
                <a:blipFill>
                  <a:blip r:embed="rId31"/>
                  <a:stretch>
                    <a:fillRect r="-8204"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5" name="Rectangle 64">
                  <a:extLst>
                    <a:ext uri="{FF2B5EF4-FFF2-40B4-BE49-F238E27FC236}">
                      <a16:creationId xmlns:a16="http://schemas.microsoft.com/office/drawing/2014/main" id="{FA016DFA-F621-0BC6-03C4-EEC8161DE955}"/>
                    </a:ext>
                  </a:extLst>
                </p:cNvPr>
                <p:cNvSpPr/>
                <p:nvPr/>
              </p:nvSpPr>
              <p:spPr>
                <a:xfrm>
                  <a:off x="16280750" y="246348"/>
                  <a:ext cx="758799" cy="174861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14:m>
                    <m:oMath xmlns:m="http://schemas.openxmlformats.org/officeDocument/2006/math">
                      <m:m>
                        <m:mPr>
                          <m:mcs>
                            <m:mc>
                              <m:mcPr>
                                <m:count m:val="1"/>
                                <m:mcJc m:val="center"/>
                              </m:mcPr>
                            </m:mc>
                          </m:mcs>
                          <m:ctrlPr>
                            <a:rPr lang="en-IN" sz="280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mPr>
                        <m:mr>
                          <m:e>
                            <m:r>
                              <m:rPr>
                                <m:brk m:alnAt="7"/>
                              </m:rPr>
                              <a:rPr lang="en-IN" sz="2800" b="0" i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IN" sz="2800" b="0" i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 −1</m:t>
                            </m:r>
                          </m:e>
                        </m:mr>
                        <m:mr>
                          <m:e>
                            <m:r>
                              <a:rPr lang="en-IN" sz="2800" b="0" i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  </m:t>
                            </m:r>
                            <m:r>
                              <a:rPr lang="en-US" sz="2800" b="0" i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−7</m:t>
                            </m:r>
                          </m:e>
                        </m:mr>
                        <m:mr>
                          <m:e>
                            <m:m>
                              <m:mPr>
                                <m:mcs>
                                  <m:mc>
                                    <m:mcPr>
                                      <m:count m:val="1"/>
                                      <m:mcJc m:val="center"/>
                                    </m:mcPr>
                                  </m:mc>
                                </m:mcs>
                                <m:ctrlPr>
                                  <a:rPr lang="en-IN" sz="2800" i="1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mPr>
                              <m:mr>
                                <m:e>
                                  <m:r>
                                    <m:rPr>
                                      <m:brk m:alnAt="7"/>
                                    </m:rPr>
                                    <a:rPr lang="en-IN" sz="2800" b="0" i="1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  <m:r>
                                    <a:rPr lang="en-IN" sz="2800" b="0" i="1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  39</m:t>
                                  </m:r>
                                </m:e>
                              </m:mr>
                              <m:mr>
                                <m:e>
                                  <m:r>
                                    <a:rPr lang="en-IN" sz="2800" i="1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IN" sz="2800" b="0" i="1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15</m:t>
                                  </m:r>
                                </m:e>
                              </m:mr>
                            </m:m>
                          </m:e>
                        </m:mr>
                      </m:m>
                    </m:oMath>
                  </a14:m>
                  <a:r>
                    <a:rPr lang="en-IN" sz="2800" dirty="0">
                      <a:solidFill>
                        <a:srgbClr val="002060"/>
                      </a:solidFill>
                    </a:rPr>
                    <a:t>  </a:t>
                  </a:r>
                </a:p>
              </p:txBody>
            </p:sp>
          </mc:Choice>
          <mc:Fallback xmlns="">
            <p:sp>
              <p:nvSpPr>
                <p:cNvPr id="65" name="Rectangle 64">
                  <a:extLst>
                    <a:ext uri="{FF2B5EF4-FFF2-40B4-BE49-F238E27FC236}">
                      <a16:creationId xmlns:a16="http://schemas.microsoft.com/office/drawing/2014/main" id="{FA016DFA-F621-0BC6-03C4-EEC8161DE955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6280750" y="246348"/>
                  <a:ext cx="758799" cy="1748618"/>
                </a:xfrm>
                <a:prstGeom prst="rect">
                  <a:avLst/>
                </a:prstGeom>
                <a:blipFill>
                  <a:blip r:embed="rId32"/>
                  <a:stretch>
                    <a:fillRect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66" name="Straight Connector 65">
              <a:extLst>
                <a:ext uri="{FF2B5EF4-FFF2-40B4-BE49-F238E27FC236}">
                  <a16:creationId xmlns:a16="http://schemas.microsoft.com/office/drawing/2014/main" id="{2B9F638F-2F5F-55A8-6C80-50B12B434D1C}"/>
                </a:ext>
              </a:extLst>
            </p:cNvPr>
            <p:cNvCxnSpPr/>
            <p:nvPr/>
          </p:nvCxnSpPr>
          <p:spPr>
            <a:xfrm>
              <a:off x="16211957" y="239600"/>
              <a:ext cx="0" cy="1629144"/>
            </a:xfrm>
            <a:prstGeom prst="line">
              <a:avLst/>
            </a:prstGeom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67" name="Rectangle 66">
                <a:extLst>
                  <a:ext uri="{FF2B5EF4-FFF2-40B4-BE49-F238E27FC236}">
                    <a16:creationId xmlns:a16="http://schemas.microsoft.com/office/drawing/2014/main" id="{2B1A3233-C444-4A5B-E272-60B26D827803}"/>
                  </a:ext>
                </a:extLst>
              </p:cNvPr>
              <p:cNvSpPr/>
              <p:nvPr/>
            </p:nvSpPr>
            <p:spPr>
              <a:xfrm>
                <a:off x="8953643" y="2973337"/>
                <a:ext cx="1561527" cy="564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28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2800" b="1" i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𝐑</m:t>
                          </m:r>
                        </m:e>
                        <m:sub>
                          <m:r>
                            <a:rPr lang="en-IN" sz="2800" b="1" i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𝟐𝟒</m:t>
                          </m:r>
                        </m:sub>
                      </m:sSub>
                      <m:d>
                        <m:dPr>
                          <m:ctrlPr>
                            <a:rPr lang="en-IN" sz="28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sz="28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e>
                      </m:d>
                    </m:oMath>
                  </m:oMathPara>
                </a14:m>
                <a:endParaRPr lang="en-IN" sz="28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67" name="Rectangle 66">
                <a:extLst>
                  <a:ext uri="{FF2B5EF4-FFF2-40B4-BE49-F238E27FC236}">
                    <a16:creationId xmlns:a16="http://schemas.microsoft.com/office/drawing/2014/main" id="{2B1A3233-C444-4A5B-E272-60B26D82780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53643" y="2973337"/>
                <a:ext cx="1561527" cy="564880"/>
              </a:xfrm>
              <a:prstGeom prst="rect">
                <a:avLst/>
              </a:prstGeom>
              <a:blipFill>
                <a:blip r:embed="rId33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900893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0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22" grpId="0"/>
      <p:bldP spid="27" grpId="0"/>
      <p:bldP spid="41" grpId="0"/>
      <p:bldP spid="42" grpId="0"/>
      <p:bldP spid="58" grpId="0"/>
      <p:bldP spid="67" grpId="0"/>
    </p:bldLst>
  </p:timing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608F55-3D9C-9307-197E-9C4520A07A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2C4D1395-22CE-891A-6B86-F09180EB3449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IN" dirty="0"/>
                  <a:t>Method:3 </a:t>
                </a:r>
                <a14:m>
                  <m:oMath xmlns:m="http://schemas.openxmlformats.org/officeDocument/2006/math">
                    <m:r>
                      <a:rPr lang="en-IN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⇝</m:t>
                    </m:r>
                  </m:oMath>
                </a14:m>
                <a:r>
                  <a:rPr lang="en-IN" dirty="0"/>
                  <a:t> Example:7(continue)</a:t>
                </a:r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2C4D1395-22CE-891A-6B86-F09180EB344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400" t="-8547" b="-1965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Rectangle: Rounded Corners 37">
            <a:extLst>
              <a:ext uri="{FF2B5EF4-FFF2-40B4-BE49-F238E27FC236}">
                <a16:creationId xmlns:a16="http://schemas.microsoft.com/office/drawing/2014/main" id="{86582569-8D0F-FA8A-02E2-B8B63541A288}"/>
              </a:ext>
            </a:extLst>
          </p:cNvPr>
          <p:cNvSpPr/>
          <p:nvPr/>
        </p:nvSpPr>
        <p:spPr>
          <a:xfrm>
            <a:off x="6369831" y="944256"/>
            <a:ext cx="36000" cy="5544000"/>
          </a:xfrm>
          <a:prstGeom prst="roundRect">
            <a:avLst/>
          </a:prstGeom>
          <a:gradFill>
            <a:gsLst>
              <a:gs pos="10000">
                <a:srgbClr val="0E47A1"/>
              </a:gs>
              <a:gs pos="100000">
                <a:srgbClr val="03A9F5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algn="ctr"/>
            <a:r>
              <a:rPr lang="en-IN" sz="2800" b="1" dirty="0">
                <a:solidFill>
                  <a:schemeClr val="bg1"/>
                </a:solidFill>
              </a:rPr>
              <a:t> </a:t>
            </a:r>
          </a:p>
        </p:txBody>
      </p:sp>
      <p:grpSp>
        <p:nvGrpSpPr>
          <p:cNvPr id="72" name="Group 71"/>
          <p:cNvGrpSpPr/>
          <p:nvPr/>
        </p:nvGrpSpPr>
        <p:grpSpPr>
          <a:xfrm>
            <a:off x="181601" y="1112489"/>
            <a:ext cx="3990951" cy="1864083"/>
            <a:chOff x="13048598" y="201362"/>
            <a:chExt cx="3990951" cy="1864083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3" name="Rectangle 72">
                  <a:extLst>
                    <a:ext uri="{FF2B5EF4-FFF2-40B4-BE49-F238E27FC236}">
                      <a16:creationId xmlns:a16="http://schemas.microsoft.com/office/drawing/2014/main" id="{E647E4FE-E60D-A0FD-93F0-F198786D111B}"/>
                    </a:ext>
                  </a:extLst>
                </p:cNvPr>
                <p:cNvSpPr/>
                <p:nvPr/>
              </p:nvSpPr>
              <p:spPr>
                <a:xfrm>
                  <a:off x="13048598" y="201362"/>
                  <a:ext cx="3942274" cy="1864083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IN" sz="280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~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en-IN" sz="2800" b="0" i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800" b="0" i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 </m:t>
                            </m:r>
                            <m:m>
                              <m:mPr>
                                <m:mcs>
                                  <m:mc>
                                    <m:mcPr>
                                      <m:count m:val="3"/>
                                      <m:mcJc m:val="center"/>
                                    </m:mcPr>
                                  </m:mc>
                                </m:mcs>
                                <m:ctrlPr>
                                  <a:rPr lang="en-IN" sz="2800" b="0" i="1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mPr>
                              <m:mr>
                                <m:e>
                                  <m:r>
                                    <m:rPr>
                                      <m:brk m:alnAt="7"/>
                                    </m:rPr>
                                    <a:rPr lang="en-IN" sz="2800" b="0" i="1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IN" sz="2800" b="0" i="1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e>
                                <m:e>
                                  <m:r>
                                    <a:rPr lang="en-IN" sz="2800" b="0" i="1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   2</m:t>
                                  </m:r>
                                </m:e>
                                <m:e>
                                  <m:r>
                                    <a:rPr lang="en-IN" sz="2800" b="0" i="1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      1</m:t>
                                  </m:r>
                                </m:e>
                              </m:mr>
                              <m:mr>
                                <m:e>
                                  <m:r>
                                    <a:rPr lang="en-US" sz="2800" b="0" i="1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   0</m:t>
                                  </m:r>
                                </m:e>
                                <m:e>
                                  <m:r>
                                    <a:rPr lang="en-IN" sz="2800" b="0" i="1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   </m:t>
                                  </m:r>
                                  <m:r>
                                    <a:rPr lang="en-US" sz="2800" b="0" i="1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e>
                                <m:e>
                                  <m:r>
                                    <a:rPr lang="en-IN" sz="2800" b="0" i="1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      </m:t>
                                  </m:r>
                                  <m:r>
                                    <a:rPr lang="en-US" sz="2800" b="0" i="1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e>
                              </m:mr>
                              <m:mr>
                                <m:e>
                                  <m:m>
                                    <m:mPr>
                                      <m:mcs>
                                        <m:mc>
                                          <m:mcPr>
                                            <m:count m:val="1"/>
                                            <m:mcJc m:val="center"/>
                                          </m:mcPr>
                                        </m:mc>
                                      </m:mcs>
                                      <m:ctrlPr>
                                        <a:rPr lang="en-IN" sz="2800" b="0" i="1" smtClean="0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mPr>
                                    <m:mr>
                                      <m:e>
                                        <m:r>
                                          <m:rPr>
                                            <m:brk m:alnAt="7"/>
                                          </m:rPr>
                                          <a:rPr lang="en-IN" sz="2800" b="0" i="1" smtClean="0">
                                            <a:solidFill>
                                              <a:srgbClr val="00206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 </m:t>
                                        </m:r>
                                        <m:r>
                                          <a:rPr lang="en-IN" sz="2800" b="0" i="1" smtClean="0">
                                            <a:solidFill>
                                              <a:srgbClr val="00206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  </m:t>
                                        </m:r>
                                        <m:r>
                                          <a:rPr lang="en-US" sz="2800" i="1">
                                            <a:solidFill>
                                              <a:srgbClr val="00206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0</m:t>
                                        </m:r>
                                      </m:e>
                                    </m:mr>
                                    <m:mr>
                                      <m:e>
                                        <m:r>
                                          <a:rPr lang="en-IN" sz="2800" b="0" i="1" smtClean="0">
                                            <a:solidFill>
                                              <a:srgbClr val="00206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   0</m:t>
                                        </m:r>
                                      </m:e>
                                    </m:mr>
                                  </m:m>
                                </m:e>
                                <m:e>
                                  <m:m>
                                    <m:mPr>
                                      <m:mcs>
                                        <m:mc>
                                          <m:mcPr>
                                            <m:count m:val="1"/>
                                            <m:mcJc m:val="center"/>
                                          </m:mcPr>
                                        </m:mc>
                                      </m:mcs>
                                      <m:ctrlPr>
                                        <a:rPr lang="en-IN" sz="2800" b="0" i="1" smtClean="0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mPr>
                                    <m:mr>
                                      <m:e>
                                        <m:r>
                                          <m:rPr>
                                            <m:brk m:alnAt="7"/>
                                          </m:rPr>
                                          <a:rPr lang="en-IN" sz="2800" b="0" i="1" smtClean="0">
                                            <a:solidFill>
                                              <a:srgbClr val="00206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 </m:t>
                                        </m:r>
                                        <m:r>
                                          <a:rPr lang="en-IN" sz="2800" b="0" i="1" smtClean="0">
                                            <a:solidFill>
                                              <a:srgbClr val="00206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  0</m:t>
                                        </m:r>
                                      </m:e>
                                    </m:mr>
                                    <m:mr>
                                      <m:e>
                                        <m:r>
                                          <a:rPr lang="en-IN" sz="2800" b="0" i="1" smtClean="0">
                                            <a:solidFill>
                                              <a:srgbClr val="00206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   0</m:t>
                                        </m:r>
                                      </m:e>
                                    </m:mr>
                                  </m:m>
                                </m:e>
                                <m:e>
                                  <m:m>
                                    <m:mPr>
                                      <m:mcs>
                                        <m:mc>
                                          <m:mcPr>
                                            <m:count m:val="1"/>
                                            <m:mcJc m:val="center"/>
                                          </m:mcPr>
                                        </m:mc>
                                      </m:mcs>
                                      <m:ctrlPr>
                                        <a:rPr lang="en-IN" sz="2800" b="0" i="1" smtClean="0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mPr>
                                    <m:mr>
                                      <m:e>
                                        <m:r>
                                          <m:rPr>
                                            <m:brk m:alnAt="7"/>
                                          </m:rPr>
                                          <a:rPr lang="en-IN" sz="2800" b="0" i="1" smtClean="0">
                                            <a:solidFill>
                                              <a:srgbClr val="00206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−</m:t>
                                        </m:r>
                                        <m:r>
                                          <a:rPr lang="en-IN" sz="2800" b="0" i="1" smtClean="0">
                                            <a:solidFill>
                                              <a:srgbClr val="00206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13</m:t>
                                        </m:r>
                                      </m:e>
                                    </m:mr>
                                    <m:mr>
                                      <m:e>
                                        <m:r>
                                          <a:rPr lang="en-IN" sz="2800" b="0" i="1" smtClean="0">
                                            <a:solidFill>
                                              <a:srgbClr val="00206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      5</m:t>
                                        </m:r>
                                      </m:e>
                                    </m:mr>
                                  </m:m>
                                </m:e>
                              </m:mr>
                            </m:m>
                            <m:r>
                              <a:rPr lang="en-IN" sz="2800" b="0" i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                </m:t>
                            </m:r>
                          </m:e>
                        </m:d>
                      </m:oMath>
                    </m:oMathPara>
                  </a14:m>
                  <a:endParaRPr lang="en-IN" sz="2800" dirty="0">
                    <a:solidFill>
                      <a:srgbClr val="002060"/>
                    </a:solidFill>
                  </a:endParaRPr>
                </a:p>
              </p:txBody>
            </p:sp>
          </mc:Choice>
          <mc:Fallback xmlns="">
            <p:sp>
              <p:nvSpPr>
                <p:cNvPr id="73" name="Rectangle 72">
                  <a:extLst>
                    <a:ext uri="{FF2B5EF4-FFF2-40B4-BE49-F238E27FC236}">
                      <a16:creationId xmlns:a16="http://schemas.microsoft.com/office/drawing/2014/main" id="{E647E4FE-E60D-A0FD-93F0-F198786D111B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3048598" y="201362"/>
                  <a:ext cx="3942274" cy="1864083"/>
                </a:xfrm>
                <a:prstGeom prst="rect">
                  <a:avLst/>
                </a:prstGeom>
                <a:blipFill>
                  <a:blip r:embed="rId19"/>
                  <a:stretch>
                    <a:fillRect r="-8204"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4" name="Rectangle 73">
                  <a:extLst>
                    <a:ext uri="{FF2B5EF4-FFF2-40B4-BE49-F238E27FC236}">
                      <a16:creationId xmlns:a16="http://schemas.microsoft.com/office/drawing/2014/main" id="{FA016DFA-F621-0BC6-03C4-EEC8161DE955}"/>
                    </a:ext>
                  </a:extLst>
                </p:cNvPr>
                <p:cNvSpPr/>
                <p:nvPr/>
              </p:nvSpPr>
              <p:spPr>
                <a:xfrm>
                  <a:off x="16280750" y="246348"/>
                  <a:ext cx="758799" cy="174861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14:m>
                    <m:oMath xmlns:m="http://schemas.openxmlformats.org/officeDocument/2006/math">
                      <m:m>
                        <m:mPr>
                          <m:mcs>
                            <m:mc>
                              <m:mcPr>
                                <m:count m:val="1"/>
                                <m:mcJc m:val="center"/>
                              </m:mcPr>
                            </m:mc>
                          </m:mcs>
                          <m:ctrlPr>
                            <a:rPr lang="en-IN" sz="280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mPr>
                        <m:mr>
                          <m:e>
                            <m:r>
                              <m:rPr>
                                <m:brk m:alnAt="7"/>
                              </m:rPr>
                              <a:rPr lang="en-IN" sz="2800" b="0" i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IN" sz="2800" b="0" i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 −1</m:t>
                            </m:r>
                          </m:e>
                        </m:mr>
                        <m:mr>
                          <m:e>
                            <m:r>
                              <a:rPr lang="en-IN" sz="2800" b="0" i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  </m:t>
                            </m:r>
                            <m:r>
                              <a:rPr lang="en-US" sz="2800" b="0" i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−7</m:t>
                            </m:r>
                          </m:e>
                        </m:mr>
                        <m:mr>
                          <m:e>
                            <m:m>
                              <m:mPr>
                                <m:mcs>
                                  <m:mc>
                                    <m:mcPr>
                                      <m:count m:val="1"/>
                                      <m:mcJc m:val="center"/>
                                    </m:mcPr>
                                  </m:mc>
                                </m:mcs>
                                <m:ctrlPr>
                                  <a:rPr lang="en-IN" sz="2800" i="1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mPr>
                              <m:mr>
                                <m:e>
                                  <m:r>
                                    <m:rPr>
                                      <m:brk m:alnAt="7"/>
                                    </m:rPr>
                                    <a:rPr lang="en-IN" sz="2800" b="0" i="1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  <m:r>
                                    <a:rPr lang="en-IN" sz="2800" b="0" i="1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  39</m:t>
                                  </m:r>
                                </m:e>
                              </m:mr>
                              <m:mr>
                                <m:e>
                                  <m:r>
                                    <a:rPr lang="en-IN" sz="2800" i="1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IN" sz="2800" b="0" i="1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15</m:t>
                                  </m:r>
                                </m:e>
                              </m:mr>
                            </m:m>
                          </m:e>
                        </m:mr>
                      </m:m>
                    </m:oMath>
                  </a14:m>
                  <a:r>
                    <a:rPr lang="en-IN" sz="2800" dirty="0">
                      <a:solidFill>
                        <a:srgbClr val="002060"/>
                      </a:solidFill>
                    </a:rPr>
                    <a:t>  </a:t>
                  </a:r>
                </a:p>
              </p:txBody>
            </p:sp>
          </mc:Choice>
          <mc:Fallback xmlns="">
            <p:sp>
              <p:nvSpPr>
                <p:cNvPr id="74" name="Rectangle 73">
                  <a:extLst>
                    <a:ext uri="{FF2B5EF4-FFF2-40B4-BE49-F238E27FC236}">
                      <a16:creationId xmlns:a16="http://schemas.microsoft.com/office/drawing/2014/main" id="{FA016DFA-F621-0BC6-03C4-EEC8161DE955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6280750" y="246348"/>
                  <a:ext cx="758799" cy="1748618"/>
                </a:xfrm>
                <a:prstGeom prst="rect">
                  <a:avLst/>
                </a:prstGeom>
                <a:blipFill>
                  <a:blip r:embed="rId20"/>
                  <a:stretch>
                    <a:fillRect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75" name="Straight Connector 74">
              <a:extLst>
                <a:ext uri="{FF2B5EF4-FFF2-40B4-BE49-F238E27FC236}">
                  <a16:creationId xmlns:a16="http://schemas.microsoft.com/office/drawing/2014/main" id="{2B9F638F-2F5F-55A8-6C80-50B12B434D1C}"/>
                </a:ext>
              </a:extLst>
            </p:cNvPr>
            <p:cNvCxnSpPr/>
            <p:nvPr/>
          </p:nvCxnSpPr>
          <p:spPr>
            <a:xfrm>
              <a:off x="16211957" y="239600"/>
              <a:ext cx="0" cy="1629144"/>
            </a:xfrm>
            <a:prstGeom prst="line">
              <a:avLst/>
            </a:prstGeom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76" name="Rectangle 75">
                <a:extLst>
                  <a:ext uri="{FF2B5EF4-FFF2-40B4-BE49-F238E27FC236}">
                    <a16:creationId xmlns:a16="http://schemas.microsoft.com/office/drawing/2014/main" id="{2B1A3233-C444-4A5B-E272-60B26D827803}"/>
                  </a:ext>
                </a:extLst>
              </p:cNvPr>
              <p:cNvSpPr/>
              <p:nvPr/>
            </p:nvSpPr>
            <p:spPr>
              <a:xfrm>
                <a:off x="708961" y="3151375"/>
                <a:ext cx="1845553" cy="107228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28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2800" b="1" i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𝐑</m:t>
                          </m:r>
                        </m:e>
                        <m:sub>
                          <m:r>
                            <a:rPr lang="en-IN" sz="2800" b="1" i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𝟑𝟒</m:t>
                          </m:r>
                        </m:sub>
                      </m:sSub>
                      <m:d>
                        <m:dPr>
                          <m:ctrlPr>
                            <a:rPr lang="en-IN" sz="28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IN" sz="2800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IN" sz="2800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𝟓</m:t>
                              </m:r>
                            </m:num>
                            <m:den>
                              <m:r>
                                <a:rPr lang="en-IN" sz="2800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𝟏𝟑</m:t>
                              </m:r>
                            </m:den>
                          </m:f>
                        </m:e>
                      </m:d>
                    </m:oMath>
                  </m:oMathPara>
                </a14:m>
                <a:endParaRPr lang="en-IN" sz="28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76" name="Rectangle 75">
                <a:extLst>
                  <a:ext uri="{FF2B5EF4-FFF2-40B4-BE49-F238E27FC236}">
                    <a16:creationId xmlns:a16="http://schemas.microsoft.com/office/drawing/2014/main" id="{2B1A3233-C444-4A5B-E272-60B26D82780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8961" y="3151375"/>
                <a:ext cx="1845553" cy="1072281"/>
              </a:xfrm>
              <a:prstGeom prst="rect">
                <a:avLst/>
              </a:prstGeom>
              <a:blipFill>
                <a:blip r:embed="rId21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77" name="Group 76"/>
          <p:cNvGrpSpPr/>
          <p:nvPr/>
        </p:nvGrpSpPr>
        <p:grpSpPr>
          <a:xfrm>
            <a:off x="181601" y="4398459"/>
            <a:ext cx="3990951" cy="1864083"/>
            <a:chOff x="13048598" y="201362"/>
            <a:chExt cx="3990951" cy="1864083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8" name="Rectangle 77">
                  <a:extLst>
                    <a:ext uri="{FF2B5EF4-FFF2-40B4-BE49-F238E27FC236}">
                      <a16:creationId xmlns:a16="http://schemas.microsoft.com/office/drawing/2014/main" id="{E647E4FE-E60D-A0FD-93F0-F198786D111B}"/>
                    </a:ext>
                  </a:extLst>
                </p:cNvPr>
                <p:cNvSpPr/>
                <p:nvPr/>
              </p:nvSpPr>
              <p:spPr>
                <a:xfrm>
                  <a:off x="13048598" y="201362"/>
                  <a:ext cx="3942274" cy="1864083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IN" sz="280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~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en-IN" sz="2800" b="0" i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800" b="0" i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 </m:t>
                            </m:r>
                            <m:m>
                              <m:mPr>
                                <m:mcs>
                                  <m:mc>
                                    <m:mcPr>
                                      <m:count m:val="3"/>
                                      <m:mcJc m:val="center"/>
                                    </m:mcPr>
                                  </m:mc>
                                </m:mcs>
                                <m:ctrlPr>
                                  <a:rPr lang="en-IN" sz="2800" b="0" i="1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mPr>
                              <m:mr>
                                <m:e>
                                  <m:r>
                                    <m:rPr>
                                      <m:brk m:alnAt="7"/>
                                    </m:rPr>
                                    <a:rPr lang="en-IN" sz="2800" b="0" i="1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IN" sz="2800" b="0" i="1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e>
                                <m:e>
                                  <m:r>
                                    <a:rPr lang="en-IN" sz="2800" b="0" i="1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   2</m:t>
                                  </m:r>
                                </m:e>
                                <m:e>
                                  <m:r>
                                    <a:rPr lang="en-IN" sz="2800" b="0" i="1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      1</m:t>
                                  </m:r>
                                </m:e>
                              </m:mr>
                              <m:mr>
                                <m:e>
                                  <m:r>
                                    <a:rPr lang="en-US" sz="2800" b="0" i="1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   0</m:t>
                                  </m:r>
                                </m:e>
                                <m:e>
                                  <m:r>
                                    <a:rPr lang="en-IN" sz="2800" b="0" i="1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   </m:t>
                                  </m:r>
                                  <m:r>
                                    <a:rPr lang="en-US" sz="2800" b="0" i="1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e>
                                <m:e>
                                  <m:r>
                                    <a:rPr lang="en-IN" sz="2800" b="0" i="1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      </m:t>
                                  </m:r>
                                  <m:r>
                                    <a:rPr lang="en-US" sz="2800" b="0" i="1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e>
                              </m:mr>
                              <m:mr>
                                <m:e>
                                  <m:m>
                                    <m:mPr>
                                      <m:mcs>
                                        <m:mc>
                                          <m:mcPr>
                                            <m:count m:val="1"/>
                                            <m:mcJc m:val="center"/>
                                          </m:mcPr>
                                        </m:mc>
                                      </m:mcs>
                                      <m:ctrlPr>
                                        <a:rPr lang="en-IN" sz="2800" b="0" i="1" smtClean="0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mPr>
                                    <m:mr>
                                      <m:e>
                                        <m:r>
                                          <m:rPr>
                                            <m:brk m:alnAt="7"/>
                                          </m:rPr>
                                          <a:rPr lang="en-IN" sz="2800" b="0" i="1" smtClean="0">
                                            <a:solidFill>
                                              <a:srgbClr val="00206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 </m:t>
                                        </m:r>
                                        <m:r>
                                          <a:rPr lang="en-IN" sz="2800" b="0" i="1" smtClean="0">
                                            <a:solidFill>
                                              <a:srgbClr val="00206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  </m:t>
                                        </m:r>
                                        <m:r>
                                          <a:rPr lang="en-US" sz="2800" i="1">
                                            <a:solidFill>
                                              <a:srgbClr val="00206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0</m:t>
                                        </m:r>
                                      </m:e>
                                    </m:mr>
                                    <m:mr>
                                      <m:e>
                                        <m:r>
                                          <a:rPr lang="en-IN" sz="2800" b="0" i="1" smtClean="0">
                                            <a:solidFill>
                                              <a:srgbClr val="00206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   0</m:t>
                                        </m:r>
                                      </m:e>
                                    </m:mr>
                                  </m:m>
                                </m:e>
                                <m:e>
                                  <m:m>
                                    <m:mPr>
                                      <m:mcs>
                                        <m:mc>
                                          <m:mcPr>
                                            <m:count m:val="1"/>
                                            <m:mcJc m:val="center"/>
                                          </m:mcPr>
                                        </m:mc>
                                      </m:mcs>
                                      <m:ctrlPr>
                                        <a:rPr lang="en-IN" sz="2800" b="0" i="1" smtClean="0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mPr>
                                    <m:mr>
                                      <m:e>
                                        <m:r>
                                          <m:rPr>
                                            <m:brk m:alnAt="7"/>
                                          </m:rPr>
                                          <a:rPr lang="en-IN" sz="2800" b="0" i="1" smtClean="0">
                                            <a:solidFill>
                                              <a:srgbClr val="00206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 </m:t>
                                        </m:r>
                                        <m:r>
                                          <a:rPr lang="en-IN" sz="2800" b="0" i="1" smtClean="0">
                                            <a:solidFill>
                                              <a:srgbClr val="00206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  0</m:t>
                                        </m:r>
                                      </m:e>
                                    </m:mr>
                                    <m:mr>
                                      <m:e>
                                        <m:r>
                                          <a:rPr lang="en-IN" sz="2800" b="0" i="1" smtClean="0">
                                            <a:solidFill>
                                              <a:srgbClr val="00206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   0</m:t>
                                        </m:r>
                                      </m:e>
                                    </m:mr>
                                  </m:m>
                                </m:e>
                                <m:e>
                                  <m:m>
                                    <m:mPr>
                                      <m:mcs>
                                        <m:mc>
                                          <m:mcPr>
                                            <m:count m:val="1"/>
                                            <m:mcJc m:val="center"/>
                                          </m:mcPr>
                                        </m:mc>
                                      </m:mcs>
                                      <m:ctrlPr>
                                        <a:rPr lang="en-IN" sz="2800" b="0" i="1" smtClean="0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mPr>
                                    <m:mr>
                                      <m:e>
                                        <m:r>
                                          <m:rPr>
                                            <m:brk m:alnAt="7"/>
                                          </m:rPr>
                                          <a:rPr lang="en-IN" sz="2800" b="0" i="1" smtClean="0">
                                            <a:solidFill>
                                              <a:srgbClr val="00206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−</m:t>
                                        </m:r>
                                        <m:r>
                                          <a:rPr lang="en-IN" sz="2800" b="0" i="1" smtClean="0">
                                            <a:solidFill>
                                              <a:srgbClr val="00206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13</m:t>
                                        </m:r>
                                      </m:e>
                                    </m:mr>
                                    <m:mr>
                                      <m:e>
                                        <m:r>
                                          <a:rPr lang="en-IN" sz="2800" b="0" i="1" smtClean="0">
                                            <a:solidFill>
                                              <a:srgbClr val="00206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      0</m:t>
                                        </m:r>
                                      </m:e>
                                    </m:mr>
                                  </m:m>
                                </m:e>
                              </m:mr>
                            </m:m>
                            <m:r>
                              <a:rPr lang="en-IN" sz="2800" b="0" i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                </m:t>
                            </m:r>
                          </m:e>
                        </m:d>
                      </m:oMath>
                    </m:oMathPara>
                  </a14:m>
                  <a:endParaRPr lang="en-IN" sz="2800" dirty="0">
                    <a:solidFill>
                      <a:srgbClr val="002060"/>
                    </a:solidFill>
                  </a:endParaRPr>
                </a:p>
              </p:txBody>
            </p:sp>
          </mc:Choice>
          <mc:Fallback xmlns="">
            <p:sp>
              <p:nvSpPr>
                <p:cNvPr id="78" name="Rectangle 77">
                  <a:extLst>
                    <a:ext uri="{FF2B5EF4-FFF2-40B4-BE49-F238E27FC236}">
                      <a16:creationId xmlns:a16="http://schemas.microsoft.com/office/drawing/2014/main" id="{E647E4FE-E60D-A0FD-93F0-F198786D111B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3048598" y="201362"/>
                  <a:ext cx="3942274" cy="1864083"/>
                </a:xfrm>
                <a:prstGeom prst="rect">
                  <a:avLst/>
                </a:prstGeom>
                <a:blipFill>
                  <a:blip r:embed="rId22"/>
                  <a:stretch>
                    <a:fillRect r="-8204"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9" name="Rectangle 78">
                  <a:extLst>
                    <a:ext uri="{FF2B5EF4-FFF2-40B4-BE49-F238E27FC236}">
                      <a16:creationId xmlns:a16="http://schemas.microsoft.com/office/drawing/2014/main" id="{FA016DFA-F621-0BC6-03C4-EEC8161DE955}"/>
                    </a:ext>
                  </a:extLst>
                </p:cNvPr>
                <p:cNvSpPr/>
                <p:nvPr/>
              </p:nvSpPr>
              <p:spPr>
                <a:xfrm>
                  <a:off x="16280750" y="246348"/>
                  <a:ext cx="758799" cy="174861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14:m>
                    <m:oMath xmlns:m="http://schemas.openxmlformats.org/officeDocument/2006/math">
                      <m:m>
                        <m:mPr>
                          <m:mcs>
                            <m:mc>
                              <m:mcPr>
                                <m:count m:val="1"/>
                                <m:mcJc m:val="center"/>
                              </m:mcPr>
                            </m:mc>
                          </m:mcs>
                          <m:ctrlPr>
                            <a:rPr lang="en-IN" sz="280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mPr>
                        <m:mr>
                          <m:e>
                            <m:r>
                              <m:rPr>
                                <m:brk m:alnAt="7"/>
                              </m:rPr>
                              <a:rPr lang="en-IN" sz="2800" b="0" i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IN" sz="2800" b="0" i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 −1</m:t>
                            </m:r>
                          </m:e>
                        </m:mr>
                        <m:mr>
                          <m:e>
                            <m:r>
                              <a:rPr lang="en-IN" sz="2800" b="0" i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  </m:t>
                            </m:r>
                            <m:r>
                              <a:rPr lang="en-US" sz="2800" b="0" i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−7</m:t>
                            </m:r>
                          </m:e>
                        </m:mr>
                        <m:mr>
                          <m:e>
                            <m:m>
                              <m:mPr>
                                <m:mcs>
                                  <m:mc>
                                    <m:mcPr>
                                      <m:count m:val="1"/>
                                      <m:mcJc m:val="center"/>
                                    </m:mcPr>
                                  </m:mc>
                                </m:mcs>
                                <m:ctrlPr>
                                  <a:rPr lang="en-IN" sz="2800" i="1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mPr>
                              <m:mr>
                                <m:e>
                                  <m:r>
                                    <m:rPr>
                                      <m:brk m:alnAt="7"/>
                                    </m:rPr>
                                    <a:rPr lang="en-IN" sz="2800" b="0" i="1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  <m:r>
                                    <a:rPr lang="en-IN" sz="2800" b="0" i="1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  39</m:t>
                                  </m:r>
                                </m:e>
                              </m:mr>
                              <m:mr>
                                <m:e>
                                  <m:r>
                                    <a:rPr lang="en-IN" sz="2800" b="0" i="1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     </m:t>
                                  </m:r>
                                  <m:r>
                                    <a:rPr lang="en-IN" sz="2800" i="1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</m:mr>
                            </m:m>
                          </m:e>
                        </m:mr>
                      </m:m>
                    </m:oMath>
                  </a14:m>
                  <a:r>
                    <a:rPr lang="en-IN" sz="2800" dirty="0">
                      <a:solidFill>
                        <a:srgbClr val="002060"/>
                      </a:solidFill>
                    </a:rPr>
                    <a:t>  </a:t>
                  </a:r>
                </a:p>
              </p:txBody>
            </p:sp>
          </mc:Choice>
          <mc:Fallback xmlns="">
            <p:sp>
              <p:nvSpPr>
                <p:cNvPr id="79" name="Rectangle 78">
                  <a:extLst>
                    <a:ext uri="{FF2B5EF4-FFF2-40B4-BE49-F238E27FC236}">
                      <a16:creationId xmlns:a16="http://schemas.microsoft.com/office/drawing/2014/main" id="{FA016DFA-F621-0BC6-03C4-EEC8161DE955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6280750" y="246348"/>
                  <a:ext cx="758799" cy="1748618"/>
                </a:xfrm>
                <a:prstGeom prst="rect">
                  <a:avLst/>
                </a:prstGeom>
                <a:blipFill>
                  <a:blip r:embed="rId23"/>
                  <a:stretch>
                    <a:fillRect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80" name="Straight Connector 79">
              <a:extLst>
                <a:ext uri="{FF2B5EF4-FFF2-40B4-BE49-F238E27FC236}">
                  <a16:creationId xmlns:a16="http://schemas.microsoft.com/office/drawing/2014/main" id="{2B9F638F-2F5F-55A8-6C80-50B12B434D1C}"/>
                </a:ext>
              </a:extLst>
            </p:cNvPr>
            <p:cNvCxnSpPr/>
            <p:nvPr/>
          </p:nvCxnSpPr>
          <p:spPr>
            <a:xfrm>
              <a:off x="16211957" y="239600"/>
              <a:ext cx="0" cy="1629144"/>
            </a:xfrm>
            <a:prstGeom prst="line">
              <a:avLst/>
            </a:prstGeom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" name="Rounded Rectangle 6"/>
          <p:cNvSpPr/>
          <p:nvPr/>
        </p:nvSpPr>
        <p:spPr>
          <a:xfrm>
            <a:off x="790222" y="5601200"/>
            <a:ext cx="3488267" cy="464641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1" name="Rectangle 80">
                <a:extLst>
                  <a:ext uri="{FF2B5EF4-FFF2-40B4-BE49-F238E27FC236}">
                    <a16:creationId xmlns:a16="http://schemas.microsoft.com/office/drawing/2014/main" id="{1073AFBA-D271-1643-1F5B-01DCFDB307CE}"/>
                  </a:ext>
                </a:extLst>
              </p:cNvPr>
              <p:cNvSpPr/>
              <p:nvPr/>
            </p:nvSpPr>
            <p:spPr>
              <a:xfrm>
                <a:off x="6827564" y="1164658"/>
                <a:ext cx="5218713" cy="543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r>
                  <a:rPr lang="en-IN" sz="2800" dirty="0">
                    <a:solidFill>
                      <a:srgbClr val="002060"/>
                    </a:solidFill>
                  </a:rPr>
                  <a:t>Here,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ρ</m:t>
                    </m:r>
                    <m:d>
                      <m:dPr>
                        <m:ctrlPr>
                          <a:rPr lang="en-IN" sz="28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800" b="0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A</m:t>
                        </m:r>
                      </m:e>
                    </m:d>
                    <m:r>
                      <a:rPr lang="en-IN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ρ</m:t>
                    </m:r>
                    <m:d>
                      <m:dPr>
                        <m:ctrlPr>
                          <a:rPr lang="en-IN" sz="28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800" b="0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A</m:t>
                        </m:r>
                      </m:e>
                      <m:e>
                        <m:r>
                          <m:rPr>
                            <m:sty m:val="p"/>
                          </m:rPr>
                          <a:rPr lang="en-IN" sz="2800" b="0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B</m:t>
                        </m:r>
                      </m:e>
                    </m:d>
                    <m:r>
                      <a:rPr lang="en-IN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=3&lt;4</m:t>
                    </m:r>
                    <m:r>
                      <a:rPr lang="en-US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n</m:t>
                    </m:r>
                  </m:oMath>
                </a14:m>
                <a:r>
                  <a:rPr lang="en-IN" sz="2800" b="1" dirty="0">
                    <a:solidFill>
                      <a:srgbClr val="002060"/>
                    </a:solidFill>
                  </a:rPr>
                  <a:t> </a:t>
                </a:r>
              </a:p>
            </p:txBody>
          </p:sp>
        </mc:Choice>
        <mc:Fallback xmlns="">
          <p:sp>
            <p:nvSpPr>
              <p:cNvPr id="81" name="Rectangle 80">
                <a:extLst>
                  <a:ext uri="{FF2B5EF4-FFF2-40B4-BE49-F238E27FC236}">
                    <a16:creationId xmlns:a16="http://schemas.microsoft.com/office/drawing/2014/main" id="{1073AFBA-D271-1643-1F5B-01DCFDB307C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27564" y="1164658"/>
                <a:ext cx="5218713" cy="543600"/>
              </a:xfrm>
              <a:prstGeom prst="rect">
                <a:avLst/>
              </a:prstGeom>
              <a:blipFill>
                <a:blip r:embed="rId24"/>
                <a:stretch>
                  <a:fillRect l="-2336" t="-11236" b="-26966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1" name="Content Placeholder 4">
            <a:extLst>
              <a:ext uri="{FF2B5EF4-FFF2-40B4-BE49-F238E27FC236}">
                <a16:creationId xmlns:a16="http://schemas.microsoft.com/office/drawing/2014/main" id="{B615FA3C-4A8C-87BF-65FC-DD7E7382A64B}"/>
              </a:ext>
            </a:extLst>
          </p:cNvPr>
          <p:cNvSpPr txBox="1">
            <a:spLocks/>
          </p:cNvSpPr>
          <p:nvPr/>
        </p:nvSpPr>
        <p:spPr>
          <a:xfrm flipH="1">
            <a:off x="6700979" y="1803164"/>
            <a:ext cx="5345297" cy="98966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marL="265113" indent="-265113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Wingdings 3" panose="05040102010807070707" pitchFamily="18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9625" indent="-352425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 3" panose="05040102010807070707" pitchFamily="18" charset="2"/>
              <a:buChar char="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18745" indent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IN" sz="2800" dirty="0">
                <a:solidFill>
                  <a:srgbClr val="002060"/>
                </a:solidFill>
              </a:rPr>
              <a:t>So, System has infinitely many solutions. </a:t>
            </a:r>
            <a:r>
              <a:rPr lang="en-IN" sz="2800" b="1" dirty="0">
                <a:solidFill>
                  <a:srgbClr val="FF0000"/>
                </a:solidFill>
              </a:rPr>
              <a:t>i.e. consistent system</a:t>
            </a:r>
            <a:r>
              <a:rPr lang="en-IN" sz="2800" b="1" dirty="0">
                <a:solidFill>
                  <a:srgbClr val="002060"/>
                </a:solidFill>
              </a:rPr>
              <a:t>.</a:t>
            </a:r>
            <a:endParaRPr lang="en-US" sz="2800" b="1" dirty="0">
              <a:solidFill>
                <a:srgbClr val="002060"/>
              </a:solidFill>
              <a:latin typeface="+mj-lt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2" name="Content Placeholder 4">
                <a:extLst>
                  <a:ext uri="{FF2B5EF4-FFF2-40B4-BE49-F238E27FC236}">
                    <a16:creationId xmlns:a16="http://schemas.microsoft.com/office/drawing/2014/main" id="{CE265650-D4E2-E41A-1812-4ABB21319CC2}"/>
                  </a:ext>
                </a:extLst>
              </p:cNvPr>
              <p:cNvSpPr txBox="1">
                <a:spLocks/>
              </p:cNvSpPr>
              <p:nvPr/>
            </p:nvSpPr>
            <p:spPr>
              <a:xfrm flipH="1">
                <a:off x="6700979" y="2887730"/>
                <a:ext cx="5273419" cy="1103118"/>
              </a:xfrm>
              <a:prstGeom prst="rect">
                <a:avLst/>
              </a:prstGeom>
              <a:noFill/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vert="horz" lIns="91440" tIns="45720" rIns="91440" bIns="45720" rtlCol="0" anchor="ctr">
                <a:noAutofit/>
              </a:bodyPr>
              <a:lstStyle>
                <a:lvl1pPr marL="265113" indent="-265113" algn="just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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809625" indent="-352425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118745" indent="0">
                  <a:lnSpc>
                    <a:spcPct val="115000"/>
                  </a:lnSpc>
                  <a:spcAft>
                    <a:spcPts val="800"/>
                  </a:spcAft>
                  <a:buNone/>
                </a:pPr>
                <a:r>
                  <a:rPr lang="en-US" sz="2800" dirty="0">
                    <a:solidFill>
                      <a:srgbClr val="002060"/>
                    </a:solidFill>
                    <a:latin typeface="+mj-lt"/>
                  </a:rPr>
                  <a:t>Hence, </a:t>
                </a:r>
                <a:r>
                  <a:rPr lang="en-US" sz="2800" dirty="0">
                    <a:solidFill>
                      <a:srgbClr val="002060"/>
                    </a:solidFill>
                    <a:ea typeface="Calibri" panose="020F0502020204030204" pitchFamily="34" charset="0"/>
                    <a:cs typeface="Shruti" panose="020B0502040204020203" pitchFamily="34" charset="0"/>
                  </a:rPr>
                  <a:t>matrix A is a linear combination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Shruti" panose="020B0502040204020203" pitchFamily="34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Shruti" panose="020B0502040204020203" pitchFamily="34" charset="0"/>
                          </a:rPr>
                          <m:t>A</m:t>
                        </m:r>
                      </m:e>
                      <m:sub>
                        <m:r>
                          <a:rPr lang="en-US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Shruti" panose="020B0502040204020203" pitchFamily="34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2800" dirty="0">
                    <a:solidFill>
                      <a:srgbClr val="002060"/>
                    </a:solidFill>
                    <a:ea typeface="Calibri" panose="020F0502020204030204" pitchFamily="34" charset="0"/>
                    <a:cs typeface="Shruti" panose="020B0502040204020203" pitchFamily="34" charset="0"/>
                  </a:rPr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Shruti" panose="020B0502040204020203" pitchFamily="34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Shruti" panose="020B0502040204020203" pitchFamily="34" charset="0"/>
                          </a:rPr>
                          <m:t>A</m:t>
                        </m:r>
                      </m:e>
                      <m:sub>
                        <m:r>
                          <a:rPr lang="en-US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Shruti" panose="020B0502040204020203" pitchFamily="34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2800" dirty="0">
                    <a:solidFill>
                      <a:srgbClr val="002060"/>
                    </a:solidFill>
                    <a:ea typeface="Calibri" panose="020F0502020204030204" pitchFamily="34" charset="0"/>
                    <a:cs typeface="Shruti" panose="020B0502040204020203" pitchFamily="34" charset="0"/>
                  </a:rPr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Shruti" panose="020B0502040204020203" pitchFamily="34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Shruti" panose="020B0502040204020203" pitchFamily="34" charset="0"/>
                          </a:rPr>
                          <m:t>A</m:t>
                        </m:r>
                      </m:e>
                      <m:sub>
                        <m:r>
                          <a:rPr lang="en-US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Shruti" panose="020B0502040204020203" pitchFamily="34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lang="en-US" sz="2800" dirty="0">
                    <a:solidFill>
                      <a:srgbClr val="002060"/>
                    </a:solidFill>
                    <a:latin typeface="+mj-lt"/>
                  </a:rPr>
                  <a:t>.</a:t>
                </a:r>
              </a:p>
            </p:txBody>
          </p:sp>
        </mc:Choice>
        <mc:Fallback xmlns="">
          <p:sp>
            <p:nvSpPr>
              <p:cNvPr id="92" name="Content Placeholder 4">
                <a:extLst>
                  <a:ext uri="{FF2B5EF4-FFF2-40B4-BE49-F238E27FC236}">
                    <a16:creationId xmlns:a16="http://schemas.microsoft.com/office/drawing/2014/main" id="{CE265650-D4E2-E41A-1812-4ABB21319CC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6700979" y="2887730"/>
                <a:ext cx="5273419" cy="1103118"/>
              </a:xfrm>
              <a:prstGeom prst="rect">
                <a:avLst/>
              </a:prstGeom>
              <a:blipFill>
                <a:blip r:embed="rId25"/>
                <a:stretch>
                  <a:fillRect l="-116" t="-552" r="-2428" b="-12707"/>
                </a:stretch>
              </a:blipFill>
              <a:ln w="12700" cap="flat" cmpd="sng" algn="ctr">
                <a:noFill/>
                <a:prstDash val="solid"/>
                <a:miter lim="800000"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548324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76" grpId="0"/>
      <p:bldP spid="7" grpId="0" animBg="1"/>
      <p:bldP spid="81" grpId="0"/>
      <p:bldP spid="91" grpId="0"/>
      <p:bldP spid="92" grpId="0"/>
    </p:bldLst>
  </p:timing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Span of a Set of Vectors</a:t>
            </a:r>
            <a:endParaRPr lang="en-I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/>
                <a:r>
                  <a:rPr lang="en-US" dirty="0"/>
                  <a:t>Let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V</m:t>
                    </m:r>
                  </m:oMath>
                </a14:m>
                <a:r>
                  <a:rPr lang="en-US" dirty="0"/>
                  <a:t> be a vector space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S</m:t>
                    </m:r>
                    <m:r>
                      <a:rPr lang="en-US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>
                                <a:latin typeface="Cambria Math" panose="02040503050406030204" pitchFamily="18" charset="0"/>
                              </a:rPr>
                              <m:t>u</m:t>
                            </m:r>
                          </m:e>
                          <m:sub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>
                            <a:latin typeface="Cambria Math" panose="02040503050406030204" pitchFamily="18" charset="0"/>
                          </a:rPr>
                          <m:t>, 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>
                                <a:latin typeface="Cambria Math" panose="02040503050406030204" pitchFamily="18" charset="0"/>
                              </a:rPr>
                              <m:t>u</m:t>
                            </m:r>
                          </m:e>
                          <m:sub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>
                            <a:latin typeface="Cambria Math" panose="02040503050406030204" pitchFamily="18" charset="0"/>
                          </a:rPr>
                          <m:t>, 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>
                                <a:latin typeface="Cambria Math" panose="02040503050406030204" pitchFamily="18" charset="0"/>
                              </a:rPr>
                              <m:t>u</m:t>
                            </m:r>
                          </m:e>
                          <m:sub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  <m:r>
                          <a:rPr lang="en-US">
                            <a:latin typeface="Cambria Math" panose="02040503050406030204" pitchFamily="18" charset="0"/>
                          </a:rPr>
                          <m:t>, …,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>
                                <a:latin typeface="Cambria Math" panose="02040503050406030204" pitchFamily="18" charset="0"/>
                              </a:rPr>
                              <m:t>u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>
                                <a:latin typeface="Cambria Math" panose="02040503050406030204" pitchFamily="18" charset="0"/>
                              </a:rPr>
                              <m:t>n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 </m:t>
                        </m:r>
                      </m:e>
                    </m:d>
                  </m:oMath>
                </a14:m>
                <a:r>
                  <a:rPr lang="en-US" dirty="0"/>
                  <a:t> be a finite subset of</a:t>
                </a:r>
                <a14:m>
                  <m:oMath xmlns:m="http://schemas.openxmlformats.org/officeDocument/2006/math">
                    <m:r>
                      <a:rPr lang="en-US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V</m:t>
                    </m:r>
                  </m:oMath>
                </a14:m>
                <a:r>
                  <a:rPr lang="en-US" dirty="0"/>
                  <a:t>. The span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S</m:t>
                    </m:r>
                  </m:oMath>
                </a14:m>
                <a:r>
                  <a:rPr lang="en-US" dirty="0"/>
                  <a:t>, denoted by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Span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S</m:t>
                        </m:r>
                      </m:e>
                    </m:d>
                    <m:r>
                      <a:rPr lang="en-US"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lang="en-US" dirty="0"/>
                  <a:t> is defined as the set of all possible linear combinations of the vectors in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S</m:t>
                    </m:r>
                  </m:oMath>
                </a14:m>
                <a:r>
                  <a:rPr lang="en-US" dirty="0"/>
                  <a:t>.</a:t>
                </a:r>
              </a:p>
              <a:p>
                <a:pPr marL="0" lv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1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𝐢</m:t>
                      </m:r>
                      <m:r>
                        <a:rPr lang="en-US" b="1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b="1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𝐞</m:t>
                      </m:r>
                      <m:r>
                        <a:rPr lang="en-US" b="1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., </m:t>
                      </m:r>
                      <m:r>
                        <a:rPr lang="en-US" b="1" i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𝐒𝐩𝐚𝐧</m:t>
                      </m:r>
                      <m:d>
                        <m:dPr>
                          <m:ctrlPr>
                            <a:rPr lang="en-US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1" i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𝐒</m:t>
                          </m:r>
                        </m:e>
                      </m:d>
                      <m:r>
                        <a:rPr lang="en-US" b="1" i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}"/>
                          <m:ctrlPr>
                            <a:rPr lang="en-US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1" i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sSub>
                            <m:sSubPr>
                              <m:ctrlPr>
                                <a:rPr lang="en-US" b="1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1" i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𝐜</m:t>
                              </m:r>
                            </m:e>
                            <m:sub>
                              <m:r>
                                <a:rPr lang="en-US" b="1" i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b="1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1" i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𝐮</m:t>
                              </m:r>
                            </m:e>
                            <m:sub>
                              <m:r>
                                <a:rPr lang="en-US" b="1" i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b>
                          </m:sSub>
                          <m:r>
                            <a:rPr lang="en-US" b="1" i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b="1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1" i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𝐜</m:t>
                              </m:r>
                            </m:e>
                            <m:sub>
                              <m:r>
                                <a:rPr lang="en-US" b="1" i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b="1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1" i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𝐮</m:t>
                              </m:r>
                            </m:e>
                            <m:sub>
                              <m:r>
                                <a:rPr lang="en-US" b="1" i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b>
                          </m:sSub>
                          <m:r>
                            <a:rPr lang="en-US" b="1" i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b="1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1" i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𝐜</m:t>
                              </m:r>
                            </m:e>
                            <m:sub>
                              <m:r>
                                <a:rPr lang="en-US" b="1" i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𝟑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b="1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1" i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𝐮</m:t>
                              </m:r>
                            </m:e>
                            <m:sub>
                              <m:r>
                                <a:rPr lang="en-US" b="1" i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𝟑</m:t>
                              </m:r>
                            </m:sub>
                          </m:sSub>
                          <m:r>
                            <a:rPr lang="en-US" b="1" i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+…+</m:t>
                          </m:r>
                          <m:sSub>
                            <m:sSubPr>
                              <m:ctrlPr>
                                <a:rPr lang="en-US" b="1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1" i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𝐜</m:t>
                              </m:r>
                            </m:e>
                            <m:sub>
                              <m:r>
                                <a:rPr lang="en-US" b="1" i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𝐧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b="1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1" i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𝐮</m:t>
                              </m:r>
                            </m:e>
                            <m:sub>
                              <m:r>
                                <a:rPr lang="en-US" b="1" i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𝐧</m:t>
                              </m:r>
                            </m:sub>
                          </m:sSub>
                          <m:r>
                            <a:rPr lang="en-US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 / </m:t>
                          </m:r>
                          <m:sSub>
                            <m:sSubPr>
                              <m:ctrlPr>
                                <a:rPr lang="en-US" b="1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1" i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𝐜</m:t>
                              </m:r>
                            </m:e>
                            <m:sub>
                              <m:r>
                                <a:rPr lang="en-US" b="1" i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b>
                          </m:sSub>
                          <m:r>
                            <a:rPr lang="en-US" b="1" i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b="1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1" i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𝐜</m:t>
                              </m:r>
                            </m:e>
                            <m:sub>
                              <m:r>
                                <a:rPr lang="en-US" b="1" i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b>
                          </m:sSub>
                          <m:r>
                            <a:rPr lang="en-US" b="1" i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b="1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1" i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𝐜</m:t>
                              </m:r>
                            </m:e>
                            <m:sub>
                              <m:r>
                                <a:rPr lang="en-US" b="1" i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𝟑</m:t>
                              </m:r>
                            </m:sub>
                          </m:sSub>
                          <m:r>
                            <a:rPr lang="en-US" b="1" i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,…,</m:t>
                          </m:r>
                          <m:sSub>
                            <m:sSubPr>
                              <m:ctrlPr>
                                <a:rPr lang="en-US" b="1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1" i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𝐜</m:t>
                              </m:r>
                            </m:e>
                            <m:sub>
                              <m:r>
                                <a:rPr lang="en-US" b="1" i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𝐧</m:t>
                              </m:r>
                            </m:sub>
                          </m:sSub>
                          <m:r>
                            <a:rPr lang="en-US" b="1" i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∈</m:t>
                          </m:r>
                          <m:r>
                            <a:rPr lang="en-US" b="1" i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ℝ</m:t>
                          </m:r>
                        </m:e>
                      </m:d>
                    </m:oMath>
                  </m:oMathPara>
                </a14:m>
                <a:endParaRPr lang="en-IN" b="1" dirty="0"/>
              </a:p>
              <a:p>
                <a:r>
                  <a:rPr lang="en-US" dirty="0"/>
                  <a:t>The span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S</m:t>
                    </m:r>
                  </m:oMath>
                </a14:m>
                <a:r>
                  <a:rPr lang="en-US" dirty="0"/>
                  <a:t> consists of all vectors that can be generated using the vectors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S</m:t>
                    </m:r>
                  </m:oMath>
                </a14:m>
                <a:r>
                  <a:rPr lang="en-US" dirty="0"/>
                  <a:t>.</a:t>
                </a:r>
                <a:endParaRPr lang="en-IN" b="1" dirty="0">
                  <a:solidFill>
                    <a:srgbClr val="FF0000"/>
                  </a:solidFill>
                  <a:latin typeface="+mj-lt"/>
                </a:endParaRP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71" r="-107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964887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Spanning Set</a:t>
            </a:r>
            <a:endParaRPr lang="en-I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131180" y="863445"/>
                <a:ext cx="11929641" cy="2565556"/>
              </a:xfrm>
            </p:spPr>
            <p:txBody>
              <a:bodyPr/>
              <a:lstStyle/>
              <a:p>
                <a:pPr lvl="0"/>
                <a:r>
                  <a:rPr lang="en-US" dirty="0"/>
                  <a:t>Let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V</m:t>
                    </m:r>
                  </m:oMath>
                </a14:m>
                <a:r>
                  <a:rPr lang="en-US" dirty="0"/>
                  <a:t> be a vector space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S</m:t>
                    </m:r>
                    <m:r>
                      <a:rPr lang="en-US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>
                                <a:latin typeface="Cambria Math" panose="02040503050406030204" pitchFamily="18" charset="0"/>
                              </a:rPr>
                              <m:t>u</m:t>
                            </m:r>
                          </m:e>
                          <m:sub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>
                            <a:latin typeface="Cambria Math" panose="02040503050406030204" pitchFamily="18" charset="0"/>
                          </a:rPr>
                          <m:t>, 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>
                                <a:latin typeface="Cambria Math" panose="02040503050406030204" pitchFamily="18" charset="0"/>
                              </a:rPr>
                              <m:t>u</m:t>
                            </m:r>
                          </m:e>
                          <m:sub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>
                            <a:latin typeface="Cambria Math" panose="02040503050406030204" pitchFamily="18" charset="0"/>
                          </a:rPr>
                          <m:t>, 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>
                                <a:latin typeface="Cambria Math" panose="02040503050406030204" pitchFamily="18" charset="0"/>
                              </a:rPr>
                              <m:t>u</m:t>
                            </m:r>
                          </m:e>
                          <m:sub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  <m:r>
                          <a:rPr lang="en-US">
                            <a:latin typeface="Cambria Math" panose="02040503050406030204" pitchFamily="18" charset="0"/>
                          </a:rPr>
                          <m:t>, …,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>
                                <a:latin typeface="Cambria Math" panose="02040503050406030204" pitchFamily="18" charset="0"/>
                              </a:rPr>
                              <m:t>u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>
                                <a:latin typeface="Cambria Math" panose="02040503050406030204" pitchFamily="18" charset="0"/>
                              </a:rPr>
                              <m:t>n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 </m:t>
                        </m:r>
                      </m:e>
                    </m:d>
                  </m:oMath>
                </a14:m>
                <a:r>
                  <a:rPr lang="en-US" dirty="0"/>
                  <a:t> be a finite subset of</a:t>
                </a:r>
                <a14:m>
                  <m:oMath xmlns:m="http://schemas.openxmlformats.org/officeDocument/2006/math">
                    <m:r>
                      <a:rPr lang="en-US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V</m:t>
                    </m:r>
                  </m:oMath>
                </a14:m>
                <a:r>
                  <a:rPr lang="en-US" dirty="0"/>
                  <a:t>. The set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S</m:t>
                    </m:r>
                  </m:oMath>
                </a14:m>
                <a:r>
                  <a:rPr lang="en-US" dirty="0"/>
                  <a:t> is called a spanning set of V if every vector in V can be expressed as a linear combination of the vectors in S.</a:t>
                </a:r>
              </a:p>
              <a:p>
                <a:pPr marL="0" indent="0">
                  <a:buNone/>
                </a:pPr>
                <a:r>
                  <a:rPr lang="en-US" dirty="0"/>
                  <a:t>i.e.,</a:t>
                </a:r>
                <a:r>
                  <a:rPr lang="en-US" dirty="0">
                    <a:solidFill>
                      <a:srgbClr val="FF000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b="1" i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𝐕</m:t>
                    </m:r>
                    <m:r>
                      <a:rPr lang="en-US" b="1" i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1" i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𝐬𝐩𝐚𝐧</m:t>
                    </m:r>
                    <m:d>
                      <m:dPr>
                        <m:ctrlPr>
                          <a:rPr lang="en-US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 i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𝐒</m:t>
                        </m:r>
                      </m:e>
                    </m:d>
                    <m:r>
                      <a:rPr lang="en-US" b="1" i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US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 i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sSub>
                          <m:sSubPr>
                            <m:ctrlPr>
                              <a:rPr lang="en-US" b="1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𝐜</m:t>
                            </m:r>
                          </m:e>
                          <m:sub>
                            <m:r>
                              <a:rPr lang="en-US" b="1" i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  <m:sSub>
                          <m:sSubPr>
                            <m:ctrlPr>
                              <a:rPr lang="en-US" b="1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𝐮</m:t>
                            </m:r>
                          </m:e>
                          <m:sub>
                            <m:r>
                              <a:rPr lang="en-US" b="1" i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  <m:r>
                          <a:rPr lang="en-US" b="1" i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b="1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𝐜</m:t>
                            </m:r>
                          </m:e>
                          <m:sub>
                            <m:r>
                              <a:rPr lang="en-US" b="1" i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b>
                        </m:sSub>
                        <m:sSub>
                          <m:sSubPr>
                            <m:ctrlPr>
                              <a:rPr lang="en-US" b="1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𝐮</m:t>
                            </m:r>
                          </m:e>
                          <m:sub>
                            <m:r>
                              <a:rPr lang="en-US" b="1" i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b>
                        </m:sSub>
                        <m:r>
                          <a:rPr lang="en-US" b="1" i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b="1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𝐜</m:t>
                            </m:r>
                          </m:e>
                          <m:sub>
                            <m:r>
                              <a:rPr lang="en-US" b="1" i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𝟑</m:t>
                            </m:r>
                          </m:sub>
                        </m:sSub>
                        <m:sSub>
                          <m:sSubPr>
                            <m:ctrlPr>
                              <a:rPr lang="en-US" b="1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𝐮</m:t>
                            </m:r>
                          </m:e>
                          <m:sub>
                            <m:r>
                              <a:rPr lang="en-US" b="1" i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𝟑</m:t>
                            </m:r>
                          </m:sub>
                        </m:sSub>
                        <m:r>
                          <a:rPr lang="en-US" b="1" i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+…+</m:t>
                        </m:r>
                        <m:sSub>
                          <m:sSubPr>
                            <m:ctrlPr>
                              <a:rPr lang="en-US" b="1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𝐜</m:t>
                            </m:r>
                          </m:e>
                          <m:sub>
                            <m:r>
                              <a:rPr lang="en-US" b="1" i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𝐧</m:t>
                            </m:r>
                          </m:sub>
                        </m:sSub>
                        <m:sSub>
                          <m:sSubPr>
                            <m:ctrlPr>
                              <a:rPr lang="en-US" b="1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𝐮</m:t>
                            </m:r>
                          </m:e>
                          <m:sub>
                            <m:r>
                              <a:rPr lang="en-US" b="1" i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𝐧</m:t>
                            </m:r>
                          </m:sub>
                        </m:sSub>
                        <m:r>
                          <a:rPr lang="en-US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 / </m:t>
                        </m:r>
                        <m:sSub>
                          <m:sSubPr>
                            <m:ctrlPr>
                              <a:rPr lang="en-US" b="1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𝐜</m:t>
                            </m:r>
                          </m:e>
                          <m:sub>
                            <m:r>
                              <a:rPr lang="en-US" b="1" i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  <m:r>
                          <a:rPr lang="en-US" b="1" i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b="1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𝐜</m:t>
                            </m:r>
                          </m:e>
                          <m:sub>
                            <m:r>
                              <a:rPr lang="en-US" b="1" i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b>
                        </m:sSub>
                        <m:r>
                          <a:rPr lang="en-US" b="1" i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b="1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𝐜</m:t>
                            </m:r>
                          </m:e>
                          <m:sub>
                            <m:r>
                              <a:rPr lang="en-US" b="1" i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𝟑</m:t>
                            </m:r>
                          </m:sub>
                        </m:sSub>
                        <m:r>
                          <a:rPr lang="en-US" b="1" i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,…,</m:t>
                        </m:r>
                        <m:sSub>
                          <m:sSubPr>
                            <m:ctrlPr>
                              <a:rPr lang="en-US" b="1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𝐜</m:t>
                            </m:r>
                          </m:e>
                          <m:sub>
                            <m:r>
                              <a:rPr lang="en-US" b="1" i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𝐧</m:t>
                            </m:r>
                          </m:sub>
                        </m:sSub>
                        <m:r>
                          <a:rPr lang="en-US" b="1" i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∈</m:t>
                        </m:r>
                        <m:r>
                          <a:rPr lang="en-US" b="1" i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ℝ</m:t>
                        </m:r>
                      </m:e>
                    </m:d>
                  </m:oMath>
                </a14:m>
                <a:endParaRPr lang="en-IN" b="1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31180" y="863445"/>
                <a:ext cx="11929641" cy="2565556"/>
              </a:xfrm>
              <a:blipFill>
                <a:blip r:embed="rId2"/>
                <a:stretch>
                  <a:fillRect l="-1074" r="-107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97563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/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US" dirty="0"/>
                  <a:t>Procedure to check whether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dirty="0">
                        <a:latin typeface="Cambria Math" panose="02040503050406030204" pitchFamily="18" charset="0"/>
                      </a:rPr>
                      <m:t>S</m:t>
                    </m:r>
                  </m:oMath>
                </a14:m>
                <a:r>
                  <a:rPr lang="en-US" dirty="0"/>
                  <a:t> spans the vector space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dirty="0">
                        <a:latin typeface="Cambria Math" panose="02040503050406030204" pitchFamily="18" charset="0"/>
                      </a:rPr>
                      <m:t>V</m:t>
                    </m:r>
                  </m:oMath>
                </a14:m>
                <a:endParaRPr lang="en-IN" dirty="0"/>
              </a:p>
            </p:txBody>
          </p:sp>
        </mc:Choice>
        <mc:Fallback xmlns="">
          <p:sp>
            <p:nvSpPr>
              <p:cNvPr id="2" name="Title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400" t="-8547" b="-1965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131180" y="863444"/>
                <a:ext cx="11929641" cy="5579886"/>
              </a:xfrm>
            </p:spPr>
            <p:txBody>
              <a:bodyPr/>
              <a:lstStyle/>
              <a:p>
                <a:pPr lvl="0"/>
                <a:r>
                  <a:rPr lang="en-US" dirty="0"/>
                  <a:t>Let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S</m:t>
                    </m:r>
                    <m:r>
                      <a:rPr lang="en-US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>
                                <a:latin typeface="Cambria Math" panose="02040503050406030204" pitchFamily="18" charset="0"/>
                              </a:rPr>
                              <m:t>u</m:t>
                            </m:r>
                          </m:e>
                          <m:sub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>
                            <a:latin typeface="Cambria Math" panose="02040503050406030204" pitchFamily="18" charset="0"/>
                          </a:rPr>
                          <m:t>, 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>
                                <a:latin typeface="Cambria Math" panose="02040503050406030204" pitchFamily="18" charset="0"/>
                              </a:rPr>
                              <m:t>u</m:t>
                            </m:r>
                          </m:e>
                          <m:sub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>
                            <a:latin typeface="Cambria Math" panose="02040503050406030204" pitchFamily="18" charset="0"/>
                          </a:rPr>
                          <m:t>, 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>
                                <a:latin typeface="Cambria Math" panose="02040503050406030204" pitchFamily="18" charset="0"/>
                              </a:rPr>
                              <m:t>u</m:t>
                            </m:r>
                          </m:e>
                          <m:sub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  <m:r>
                          <a:rPr lang="en-US">
                            <a:latin typeface="Cambria Math" panose="02040503050406030204" pitchFamily="18" charset="0"/>
                          </a:rPr>
                          <m:t>, …,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>
                                <a:latin typeface="Cambria Math" panose="02040503050406030204" pitchFamily="18" charset="0"/>
                              </a:rPr>
                              <m:t>u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>
                                <a:latin typeface="Cambria Math" panose="02040503050406030204" pitchFamily="18" charset="0"/>
                              </a:rPr>
                              <m:t>n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 </m:t>
                        </m:r>
                      </m:e>
                    </m:d>
                  </m:oMath>
                </a14:m>
                <a:r>
                  <a:rPr lang="en-IN" b="1" dirty="0"/>
                  <a:t>.</a:t>
                </a:r>
              </a:p>
              <a:p>
                <a:pPr marL="1058862" lvl="1" indent="-514350">
                  <a:buFont typeface="+mj-lt"/>
                  <a:buAutoNum type="arabicPeriod"/>
                </a:pPr>
                <a:r>
                  <a:rPr lang="en-US" dirty="0"/>
                  <a:t>Choose an arbitrary vector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b</m:t>
                    </m:r>
                    <m:r>
                      <a:rPr lang="en-US"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V</m:t>
                    </m:r>
                  </m:oMath>
                </a14:m>
                <a:r>
                  <a:rPr lang="en-US" dirty="0"/>
                  <a:t>.</a:t>
                </a:r>
                <a:endParaRPr lang="en-IN" dirty="0"/>
              </a:p>
              <a:p>
                <a:pPr marL="1058862" lvl="1" indent="-514350">
                  <a:buFont typeface="+mj-lt"/>
                  <a:buAutoNum type="arabicPeriod"/>
                </a:pPr>
                <a:r>
                  <a:rPr lang="en-US" dirty="0"/>
                  <a:t>Express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b</m:t>
                    </m:r>
                  </m:oMath>
                </a14:m>
                <a:r>
                  <a:rPr lang="en-US" dirty="0"/>
                  <a:t> as a linear combination of the vectors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S</m:t>
                    </m:r>
                  </m:oMath>
                </a14:m>
                <a:r>
                  <a:rPr lang="en-US" dirty="0"/>
                  <a:t>:</a:t>
                </a:r>
                <a:endParaRPr lang="en-IN" dirty="0"/>
              </a:p>
              <a:p>
                <a:pPr marL="544512" lvl="1" indent="0" algn="ctr">
                  <a:buNone/>
                </a:pPr>
                <a:r>
                  <a:rPr lang="en-US" dirty="0"/>
                  <a:t>i.e.,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𝐜</m:t>
                        </m:r>
                      </m:e>
                      <m:sub>
                        <m:r>
                          <a:rPr lang="en-US" b="1" i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  <m:sSub>
                      <m:sSubPr>
                        <m:ctrlPr>
                          <a:rPr lang="en-US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𝐮</m:t>
                        </m:r>
                      </m:e>
                      <m:sub>
                        <m:r>
                          <a:rPr lang="en-US" b="1" i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  <m:r>
                      <a:rPr lang="en-US" b="1" i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𝐜</m:t>
                        </m:r>
                      </m:e>
                      <m:sub>
                        <m:r>
                          <a:rPr lang="en-US" b="1" i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sub>
                    </m:sSub>
                    <m:sSub>
                      <m:sSubPr>
                        <m:ctrlPr>
                          <a:rPr lang="en-US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𝐮</m:t>
                        </m:r>
                      </m:e>
                      <m:sub>
                        <m:r>
                          <a:rPr lang="en-US" b="1" i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sub>
                    </m:sSub>
                    <m:r>
                      <a:rPr lang="en-US" b="1" i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𝐜</m:t>
                        </m:r>
                      </m:e>
                      <m:sub>
                        <m:r>
                          <a:rPr lang="en-US" b="1" i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𝟑</m:t>
                        </m:r>
                      </m:sub>
                    </m:sSub>
                    <m:sSub>
                      <m:sSubPr>
                        <m:ctrlPr>
                          <a:rPr lang="en-US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𝐮</m:t>
                        </m:r>
                      </m:e>
                      <m:sub>
                        <m:r>
                          <a:rPr lang="en-US" b="1" i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𝟑</m:t>
                        </m:r>
                      </m:sub>
                    </m:sSub>
                    <m:r>
                      <a:rPr lang="en-US" b="1" i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+…+</m:t>
                    </m:r>
                    <m:sSub>
                      <m:sSubPr>
                        <m:ctrlPr>
                          <a:rPr lang="en-US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𝐜</m:t>
                        </m:r>
                      </m:e>
                      <m:sub>
                        <m:r>
                          <a:rPr lang="en-US" b="1" i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𝐧</m:t>
                        </m:r>
                      </m:sub>
                    </m:sSub>
                    <m:sSub>
                      <m:sSubPr>
                        <m:ctrlPr>
                          <a:rPr lang="en-US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𝐮</m:t>
                        </m:r>
                      </m:e>
                      <m:sub>
                        <m:r>
                          <a:rPr lang="en-US" b="1" i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𝐧</m:t>
                        </m:r>
                      </m:sub>
                    </m:sSub>
                    <m:r>
                      <a:rPr lang="en-US" b="1" i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1" i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𝐛</m:t>
                    </m:r>
                  </m:oMath>
                </a14:m>
                <a:r>
                  <a:rPr lang="en-US" dirty="0"/>
                  <a:t>………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</m:oMath>
                </a14:m>
                <a:endParaRPr lang="en-IN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31180" y="863444"/>
                <a:ext cx="11929641" cy="5579886"/>
              </a:xfrm>
              <a:blipFill>
                <a:blip r:embed="rId3"/>
                <a:stretch>
                  <a:fillRect l="-97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552742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/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US" dirty="0"/>
                  <a:t>Procedure to check whether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dirty="0">
                        <a:latin typeface="Cambria Math" panose="02040503050406030204" pitchFamily="18" charset="0"/>
                      </a:rPr>
                      <m:t>S</m:t>
                    </m:r>
                  </m:oMath>
                </a14:m>
                <a:r>
                  <a:rPr lang="en-US" dirty="0"/>
                  <a:t> spans the vector space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dirty="0">
                        <a:latin typeface="Cambria Math" panose="02040503050406030204" pitchFamily="18" charset="0"/>
                      </a:rPr>
                      <m:t>V</m:t>
                    </m:r>
                  </m:oMath>
                </a14:m>
                <a:endParaRPr lang="en-IN" dirty="0"/>
              </a:p>
            </p:txBody>
          </p:sp>
        </mc:Choice>
        <mc:Fallback xmlns="">
          <p:sp>
            <p:nvSpPr>
              <p:cNvPr id="2" name="Title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400" t="-8547" b="-1965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131180" y="863444"/>
                <a:ext cx="11929641" cy="4761179"/>
              </a:xfrm>
            </p:spPr>
            <p:txBody>
              <a:bodyPr/>
              <a:lstStyle/>
              <a:p>
                <a:pPr marL="1058862" lvl="1" indent="-514350">
                  <a:buFont typeface="+mj-lt"/>
                  <a:buAutoNum type="arabicPeriod" startAt="3"/>
                </a:pPr>
                <a:r>
                  <a:rPr lang="en-US" dirty="0"/>
                  <a:t>Form the corresponding system of linear equations and check its consistency.</a:t>
                </a:r>
              </a:p>
              <a:p>
                <a:pPr marL="1762125" lvl="3" indent="-514350"/>
                <a:r>
                  <a:rPr lang="en-US" dirty="0"/>
                  <a:t>If the system of equations in </a:t>
                </a:r>
                <a14:m>
                  <m:oMath xmlns:m="http://schemas.openxmlformats.org/officeDocument/2006/math">
                    <m:r>
                      <a:rPr lang="en-US">
                        <a:latin typeface="Cambria Math" panose="02040503050406030204" pitchFamily="18" charset="0"/>
                      </a:rPr>
                      <m:t>(1)</m:t>
                    </m:r>
                  </m:oMath>
                </a14:m>
                <a:r>
                  <a:rPr lang="en-US" dirty="0"/>
                  <a:t> is consistent for all choices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b</m:t>
                    </m:r>
                    <m:r>
                      <a:rPr lang="en-US"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V</m:t>
                    </m:r>
                    <m:r>
                      <a:rPr lang="en-US"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lang="en-US" dirty="0"/>
                  <a:t> then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S</m:t>
                    </m:r>
                    <m:r>
                      <a:rPr lang="en-US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>
                                <a:latin typeface="Cambria Math" panose="02040503050406030204" pitchFamily="18" charset="0"/>
                              </a:rPr>
                              <m:t>u</m:t>
                            </m:r>
                          </m:e>
                          <m:sub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>
                            <a:latin typeface="Cambria Math" panose="02040503050406030204" pitchFamily="18" charset="0"/>
                          </a:rPr>
                          <m:t>, 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>
                                <a:latin typeface="Cambria Math" panose="02040503050406030204" pitchFamily="18" charset="0"/>
                              </a:rPr>
                              <m:t>u</m:t>
                            </m:r>
                          </m:e>
                          <m:sub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>
                            <a:latin typeface="Cambria Math" panose="02040503050406030204" pitchFamily="18" charset="0"/>
                          </a:rPr>
                          <m:t>, 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>
                                <a:latin typeface="Cambria Math" panose="02040503050406030204" pitchFamily="18" charset="0"/>
                              </a:rPr>
                              <m:t>u</m:t>
                            </m:r>
                          </m:e>
                          <m:sub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  <m:r>
                          <a:rPr lang="en-US">
                            <a:latin typeface="Cambria Math" panose="02040503050406030204" pitchFamily="18" charset="0"/>
                          </a:rPr>
                          <m:t>, …,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>
                                <a:latin typeface="Cambria Math" panose="02040503050406030204" pitchFamily="18" charset="0"/>
                              </a:rPr>
                              <m:t>u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>
                                <a:latin typeface="Cambria Math" panose="02040503050406030204" pitchFamily="18" charset="0"/>
                              </a:rPr>
                              <m:t>n</m:t>
                            </m:r>
                          </m:sub>
                        </m:sSub>
                      </m:e>
                    </m:d>
                    <m:r>
                      <a:rPr lang="en-US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spans the vector space</a:t>
                </a:r>
                <a14:m>
                  <m:oMath xmlns:m="http://schemas.openxmlformats.org/officeDocument/2006/math">
                    <m:r>
                      <a:rPr lang="en-US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V</m:t>
                    </m:r>
                  </m:oMath>
                </a14:m>
                <a:r>
                  <a:rPr lang="en-US" dirty="0"/>
                  <a:t>.</a:t>
                </a:r>
              </a:p>
              <a:p>
                <a:pPr marL="1247775" lvl="3" indent="0" algn="ctr">
                  <a:buNone/>
                </a:pPr>
                <a:r>
                  <a:rPr lang="en-US" dirty="0"/>
                  <a:t>i.e.,</a:t>
                </a:r>
                <a:r>
                  <a:rPr lang="en-US" dirty="0">
                    <a:solidFill>
                      <a:srgbClr val="FF000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b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𝐒𝐩𝐚𝐧</m:t>
                    </m:r>
                    <m:d>
                      <m:dPr>
                        <m:ctrlPr>
                          <a:rPr lang="en-US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𝐒</m:t>
                        </m:r>
                      </m:e>
                    </m:d>
                    <m:r>
                      <a:rPr lang="en-US" b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𝐕</m:t>
                    </m:r>
                  </m:oMath>
                </a14:m>
                <a:r>
                  <a:rPr lang="en-US" dirty="0"/>
                  <a:t>.</a:t>
                </a:r>
                <a:endParaRPr lang="en-IN" dirty="0"/>
              </a:p>
              <a:p>
                <a:pPr marL="1762125" lvl="3" indent="-514350"/>
                <a:r>
                  <a:rPr lang="en-US" dirty="0"/>
                  <a:t>If the system of equations in </a:t>
                </a:r>
                <a14:m>
                  <m:oMath xmlns:m="http://schemas.openxmlformats.org/officeDocument/2006/math">
                    <m:r>
                      <a:rPr lang="en-US">
                        <a:latin typeface="Cambria Math" panose="02040503050406030204" pitchFamily="18" charset="0"/>
                      </a:rPr>
                      <m:t>(1)</m:t>
                    </m:r>
                  </m:oMath>
                </a14:m>
                <a:r>
                  <a:rPr lang="en-US" dirty="0"/>
                  <a:t> is inconsistent for some choice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b</m:t>
                    </m:r>
                    <m:r>
                      <a:rPr lang="en-US"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V</m:t>
                    </m:r>
                    <m:r>
                      <a:rPr lang="en-US"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lang="en-US" dirty="0"/>
                  <a:t> then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S</m:t>
                    </m:r>
                    <m:r>
                      <a:rPr lang="en-US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>
                                <a:latin typeface="Cambria Math" panose="02040503050406030204" pitchFamily="18" charset="0"/>
                              </a:rPr>
                              <m:t>u</m:t>
                            </m:r>
                          </m:e>
                          <m:sub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>
                            <a:latin typeface="Cambria Math" panose="02040503050406030204" pitchFamily="18" charset="0"/>
                          </a:rPr>
                          <m:t>, 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>
                                <a:latin typeface="Cambria Math" panose="02040503050406030204" pitchFamily="18" charset="0"/>
                              </a:rPr>
                              <m:t>u</m:t>
                            </m:r>
                          </m:e>
                          <m:sub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>
                            <a:latin typeface="Cambria Math" panose="02040503050406030204" pitchFamily="18" charset="0"/>
                          </a:rPr>
                          <m:t>, 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>
                                <a:latin typeface="Cambria Math" panose="02040503050406030204" pitchFamily="18" charset="0"/>
                              </a:rPr>
                              <m:t>u</m:t>
                            </m:r>
                          </m:e>
                          <m:sub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  <m:r>
                          <a:rPr lang="en-US">
                            <a:latin typeface="Cambria Math" panose="02040503050406030204" pitchFamily="18" charset="0"/>
                          </a:rPr>
                          <m:t>, …,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>
                                <a:latin typeface="Cambria Math" panose="02040503050406030204" pitchFamily="18" charset="0"/>
                              </a:rPr>
                              <m:t>u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>
                                <a:latin typeface="Cambria Math" panose="02040503050406030204" pitchFamily="18" charset="0"/>
                              </a:rPr>
                              <m:t>n</m:t>
                            </m:r>
                          </m:sub>
                        </m:sSub>
                      </m:e>
                    </m:d>
                    <m:r>
                      <a:rPr lang="en-US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does not span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V</m:t>
                    </m:r>
                    <m:r>
                      <a:rPr lang="en-US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en-IN" dirty="0"/>
              </a:p>
              <a:p>
                <a:pPr marL="1247775" lvl="3" indent="0">
                  <a:buNone/>
                </a:pPr>
                <a:endParaRPr lang="en-IN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31180" y="863444"/>
                <a:ext cx="11929641" cy="4761179"/>
              </a:xfrm>
              <a:blipFill>
                <a:blip r:embed="rId3"/>
                <a:stretch>
                  <a:fillRect r="-107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519806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Remarks</a:t>
            </a:r>
            <a:endParaRPr lang="en-I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131180" y="863444"/>
                <a:ext cx="11929641" cy="4051456"/>
              </a:xfrm>
            </p:spPr>
            <p:txBody>
              <a:bodyPr/>
              <a:lstStyle/>
              <a:p>
                <a:pPr lvl="0"/>
                <a:r>
                  <a:rPr lang="en-US" dirty="0"/>
                  <a:t>The </a:t>
                </a:r>
                <a:r>
                  <a:rPr lang="en-US" b="1" dirty="0">
                    <a:solidFill>
                      <a:srgbClr val="FF0000"/>
                    </a:solidFill>
                  </a:rPr>
                  <a:t>span </a:t>
                </a:r>
                <a:r>
                  <a:rPr lang="en-US" dirty="0"/>
                  <a:t>of a set of vectors is always a </a:t>
                </a:r>
                <a:r>
                  <a:rPr lang="en-US" b="1" dirty="0">
                    <a:solidFill>
                      <a:srgbClr val="FF0000"/>
                    </a:solidFill>
                  </a:rPr>
                  <a:t>subspace</a:t>
                </a:r>
                <a:r>
                  <a:rPr lang="en-US" dirty="0"/>
                  <a:t> of the vector space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V</m:t>
                    </m:r>
                  </m:oMath>
                </a14:m>
                <a:r>
                  <a:rPr lang="en-US" dirty="0"/>
                  <a:t>.</a:t>
                </a:r>
                <a:endParaRPr lang="en-IN" dirty="0"/>
              </a:p>
              <a:p>
                <a:pPr lvl="0"/>
                <a:r>
                  <a:rPr lang="en-US" dirty="0"/>
                  <a:t>The </a:t>
                </a:r>
                <a:r>
                  <a:rPr lang="en-US" b="1" dirty="0">
                    <a:solidFill>
                      <a:srgbClr val="FF0000"/>
                    </a:solidFill>
                  </a:rPr>
                  <a:t>span</a:t>
                </a:r>
                <a:r>
                  <a:rPr lang="en-US" dirty="0"/>
                  <a:t>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S</m:t>
                    </m:r>
                  </m:oMath>
                </a14:m>
                <a:r>
                  <a:rPr lang="en-US" dirty="0"/>
                  <a:t> is the </a:t>
                </a:r>
                <a:r>
                  <a:rPr lang="en-US" b="1" dirty="0">
                    <a:solidFill>
                      <a:srgbClr val="FF0000"/>
                    </a:solidFill>
                  </a:rPr>
                  <a:t>smallest subspace</a:t>
                </a:r>
                <a:r>
                  <a:rPr lang="en-US" dirty="0"/>
                  <a:t>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V</m:t>
                    </m:r>
                  </m:oMath>
                </a14:m>
                <a:r>
                  <a:rPr lang="en-US" dirty="0"/>
                  <a:t> containing all the vectors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S</m:t>
                    </m:r>
                  </m:oMath>
                </a14:m>
                <a:r>
                  <a:rPr lang="en-US" dirty="0"/>
                  <a:t>.</a:t>
                </a:r>
                <a:endParaRPr lang="en-IN" dirty="0"/>
              </a:p>
              <a:p>
                <a:pPr lvl="0"/>
                <a:r>
                  <a:rPr lang="en-US" dirty="0"/>
                  <a:t>If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Span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S</m:t>
                        </m:r>
                      </m:e>
                    </m:d>
                    <m:r>
                      <a:rPr lang="en-US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V</m:t>
                    </m:r>
                    <m:r>
                      <a:rPr lang="en-US"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lang="en-US" dirty="0"/>
                  <a:t> then the set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S</m:t>
                    </m:r>
                  </m:oMath>
                </a14:m>
                <a:r>
                  <a:rPr lang="en-US" dirty="0"/>
                  <a:t> is called a </a:t>
                </a:r>
                <a:r>
                  <a:rPr lang="en-US" b="1" dirty="0">
                    <a:solidFill>
                      <a:srgbClr val="FF0000"/>
                    </a:solidFill>
                  </a:rPr>
                  <a:t>spanning set</a:t>
                </a:r>
                <a:r>
                  <a:rPr lang="en-US" dirty="0"/>
                  <a:t>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V</m:t>
                    </m:r>
                  </m:oMath>
                </a14:m>
                <a:r>
                  <a:rPr lang="en-US" dirty="0"/>
                  <a:t>.</a:t>
                </a:r>
                <a:endParaRPr lang="en-IN" dirty="0"/>
              </a:p>
              <a:p>
                <a:pPr lvl="0"/>
                <a:r>
                  <a:rPr lang="en-US" dirty="0">
                    <a:solidFill>
                      <a:srgbClr val="002060"/>
                    </a:solidFill>
                  </a:rPr>
                  <a:t>Different sets of vectors may have the same span</a:t>
                </a:r>
                <a:r>
                  <a:rPr lang="en-US" dirty="0"/>
                  <a:t>ning set.</a:t>
                </a:r>
                <a:endParaRPr lang="en-IN" dirty="0">
                  <a:solidFill>
                    <a:srgbClr val="002060"/>
                  </a:solidFill>
                </a:endParaRPr>
              </a:p>
              <a:p>
                <a:r>
                  <a:rPr lang="en-US" dirty="0">
                    <a:solidFill>
                      <a:srgbClr val="002060"/>
                    </a:solidFill>
                  </a:rPr>
                  <a:t>If a vector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i="0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v</m:t>
                    </m:r>
                    <m:r>
                      <a:rPr lang="en-US" b="0" i="1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US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S</m:t>
                    </m:r>
                  </m:oMath>
                </a14:m>
                <a:r>
                  <a:rPr lang="en-US" dirty="0">
                    <a:solidFill>
                      <a:srgbClr val="002060"/>
                    </a:solidFill>
                  </a:rPr>
                  <a:t> can be written as a linear combination of the remaining vectors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S</m:t>
                    </m:r>
                  </m:oMath>
                </a14:m>
                <a:r>
                  <a:rPr lang="en-US" dirty="0">
                    <a:solidFill>
                      <a:srgbClr val="002060"/>
                    </a:solidFill>
                  </a:rPr>
                  <a:t>, then removing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v</m:t>
                    </m:r>
                  </m:oMath>
                </a14:m>
                <a:r>
                  <a:rPr lang="en-US" dirty="0">
                    <a:solidFill>
                      <a:srgbClr val="002060"/>
                    </a:solidFill>
                  </a:rPr>
                  <a:t> from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S</m:t>
                    </m:r>
                  </m:oMath>
                </a14:m>
                <a:r>
                  <a:rPr lang="en-US" dirty="0">
                    <a:solidFill>
                      <a:srgbClr val="002060"/>
                    </a:solidFill>
                  </a:rPr>
                  <a:t> does not change the span</a:t>
                </a:r>
                <a:r>
                  <a:rPr lang="en-US" dirty="0"/>
                  <a:t>.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31180" y="863444"/>
                <a:ext cx="11929641" cy="4051456"/>
              </a:xfrm>
              <a:blipFill>
                <a:blip r:embed="rId2"/>
                <a:stretch>
                  <a:fillRect l="-971" r="-1074" b="-15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799690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3A795C-3F85-D658-6DC6-FA9721BB14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AE6C0FEF-1015-B9FD-C763-66C9445745F9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IN" dirty="0"/>
                  <a:t>Method:3 </a:t>
                </a:r>
                <a14:m>
                  <m:oMath xmlns:m="http://schemas.openxmlformats.org/officeDocument/2006/math">
                    <m:r>
                      <a:rPr lang="en-I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⇝</m:t>
                    </m:r>
                  </m:oMath>
                </a14:m>
                <a:r>
                  <a:rPr lang="en-IN" dirty="0"/>
                  <a:t> Example:17</a:t>
                </a:r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AE6C0FEF-1015-B9FD-C763-66C9445745F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400" t="-8547" b="-1965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9EEC6D62-A8E1-3CCE-5180-C89445E9D872}"/>
              </a:ext>
            </a:extLst>
          </p:cNvPr>
          <p:cNvSpPr/>
          <p:nvPr/>
        </p:nvSpPr>
        <p:spPr>
          <a:xfrm>
            <a:off x="122279" y="1616590"/>
            <a:ext cx="1450657" cy="468000"/>
          </a:xfrm>
          <a:prstGeom prst="roundRect">
            <a:avLst/>
          </a:prstGeom>
          <a:gradFill>
            <a:gsLst>
              <a:gs pos="10000">
                <a:srgbClr val="0E47A1"/>
              </a:gs>
              <a:gs pos="100000">
                <a:srgbClr val="03A9F5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en-IN" sz="2800" dirty="0">
                <a:solidFill>
                  <a:schemeClr val="bg1"/>
                </a:solidFill>
              </a:rPr>
              <a:t>Solution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4" name="Content Placeholder 4">
                <a:extLst>
                  <a:ext uri="{FF2B5EF4-FFF2-40B4-BE49-F238E27FC236}">
                    <a16:creationId xmlns:a16="http://schemas.microsoft.com/office/drawing/2014/main" id="{4E739BDA-F9F6-4CF9-911F-7CB8AB0A6FCB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604480" y="465172"/>
                <a:ext cx="11324711" cy="1125690"/>
              </a:xfrm>
              <a:prstGeom prst="rect">
                <a:avLst/>
              </a:prstGeom>
              <a:noFill/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vert="horz" lIns="91440" tIns="45720" rIns="91440" bIns="45720" rtlCol="0" anchor="ctr">
                <a:noAutofit/>
              </a:bodyPr>
              <a:lstStyle>
                <a:lvl1pPr marL="265113" indent="-265113" algn="just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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809625" indent="-352425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 algn="l">
                  <a:lnSpc>
                    <a:spcPct val="150000"/>
                  </a:lnSpc>
                  <a:buNone/>
                </a:pPr>
                <a:r>
                  <a:rPr lang="en-US" sz="2800" dirty="0">
                    <a:solidFill>
                      <a:srgbClr val="002060"/>
                    </a:solidFill>
                  </a:rPr>
                  <a:t>Does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S</m:t>
                    </m:r>
                    <m:r>
                      <a:rPr lang="en-US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US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ctrlPr>
                              <a:rPr lang="en-US" sz="280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80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1, </m:t>
                            </m:r>
                            <m:r>
                              <a:rPr lang="en-IN" sz="280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−2</m:t>
                            </m:r>
                            <m:r>
                              <a:rPr lang="en-US" sz="280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, </m:t>
                            </m:r>
                            <m:r>
                              <a:rPr lang="en-IN" sz="280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d>
                        <m:r>
                          <a:rPr lang="en-US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, </m:t>
                        </m:r>
                        <m:d>
                          <m:dPr>
                            <m:ctrlPr>
                              <a:rPr lang="en-IN" sz="280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80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  <m:r>
                              <a:rPr lang="en-US" sz="280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, </m:t>
                            </m:r>
                            <m:r>
                              <a:rPr lang="en-IN" sz="280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  <m:r>
                              <a:rPr lang="en-US" sz="280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, </m:t>
                            </m:r>
                            <m:r>
                              <a:rPr lang="en-IN" sz="280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e>
                        </m:d>
                        <m:r>
                          <a:rPr lang="en-US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d>
                          <m:dPr>
                            <m:ctrlPr>
                              <a:rPr lang="en-IN" sz="280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80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US" sz="280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, </m:t>
                            </m:r>
                            <m:r>
                              <a:rPr lang="en-IN" sz="280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  <m:r>
                              <a:rPr lang="en-US" sz="280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, </m:t>
                            </m:r>
                            <m:r>
                              <a:rPr lang="en-IN" sz="280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8</m:t>
                            </m:r>
                          </m:e>
                        </m:d>
                      </m:e>
                    </m:d>
                  </m:oMath>
                </a14:m>
                <a:r>
                  <a:rPr lang="en-US" sz="2800" dirty="0">
                    <a:solidFill>
                      <a:srgbClr val="002060"/>
                    </a:solidFill>
                  </a:rPr>
                  <a:t> span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n-US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lang="en-US" sz="2800" dirty="0">
                    <a:solidFill>
                      <a:srgbClr val="002060"/>
                    </a:solidFill>
                  </a:rPr>
                  <a:t>? Justify with reason.</a:t>
                </a:r>
              </a:p>
            </p:txBody>
          </p:sp>
        </mc:Choice>
        <mc:Fallback xmlns="">
          <p:sp>
            <p:nvSpPr>
              <p:cNvPr id="34" name="Content Placeholder 4">
                <a:extLst>
                  <a:ext uri="{FF2B5EF4-FFF2-40B4-BE49-F238E27FC236}">
                    <a16:creationId xmlns:a16="http://schemas.microsoft.com/office/drawing/2014/main" id="{4E739BDA-F9F6-4CF9-911F-7CB8AB0A6FC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04480" y="465172"/>
                <a:ext cx="11324711" cy="1125690"/>
              </a:xfrm>
              <a:prstGeom prst="rect">
                <a:avLst/>
              </a:prstGeom>
              <a:blipFill>
                <a:blip r:embed="rId3"/>
                <a:stretch>
                  <a:fillRect l="-1076"/>
                </a:stretch>
              </a:blipFill>
              <a:ln w="12700" cap="flat" cmpd="sng" algn="ctr">
                <a:noFill/>
                <a:prstDash val="solid"/>
                <a:miter lim="800000"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5" name="Rectangle: Rounded Corners 34">
            <a:extLst>
              <a:ext uri="{FF2B5EF4-FFF2-40B4-BE49-F238E27FC236}">
                <a16:creationId xmlns:a16="http://schemas.microsoft.com/office/drawing/2014/main" id="{2CB46D94-2570-D874-4F3A-18EA466D57FD}"/>
              </a:ext>
            </a:extLst>
          </p:cNvPr>
          <p:cNvSpPr/>
          <p:nvPr/>
        </p:nvSpPr>
        <p:spPr>
          <a:xfrm>
            <a:off x="122279" y="854244"/>
            <a:ext cx="1450657" cy="468000"/>
          </a:xfrm>
          <a:prstGeom prst="roundRect">
            <a:avLst/>
          </a:prstGeom>
          <a:gradFill>
            <a:gsLst>
              <a:gs pos="10000">
                <a:srgbClr val="0E47A1"/>
              </a:gs>
              <a:gs pos="100000">
                <a:srgbClr val="03A9F5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r>
              <a:rPr lang="en-IN" sz="2800" dirty="0">
                <a:solidFill>
                  <a:schemeClr val="bg1"/>
                </a:solidFill>
              </a:rPr>
              <a:t>Example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Content Placeholder 4">
                <a:extLst>
                  <a:ext uri="{FF2B5EF4-FFF2-40B4-BE49-F238E27FC236}">
                    <a16:creationId xmlns:a16="http://schemas.microsoft.com/office/drawing/2014/main" id="{F8FE7808-6070-3058-1843-37B57D298DA3}"/>
                  </a:ext>
                </a:extLst>
              </p:cNvPr>
              <p:cNvSpPr txBox="1">
                <a:spLocks/>
              </p:cNvSpPr>
              <p:nvPr/>
            </p:nvSpPr>
            <p:spPr>
              <a:xfrm flipH="1">
                <a:off x="1504355" y="1583714"/>
                <a:ext cx="4591646" cy="544460"/>
              </a:xfrm>
              <a:prstGeom prst="rect">
                <a:avLst/>
              </a:prstGeom>
              <a:noFill/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vert="horz" lIns="91440" tIns="45720" rIns="91440" bIns="45720" rtlCol="0" anchor="ctr">
                <a:noAutofit/>
              </a:bodyPr>
              <a:lstStyle>
                <a:lvl1pPr marL="265113" indent="-265113" algn="just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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809625" indent="-352425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118745" indent="0">
                  <a:lnSpc>
                    <a:spcPct val="115000"/>
                  </a:lnSpc>
                  <a:spcAft>
                    <a:spcPts val="800"/>
                  </a:spcAft>
                  <a:buNone/>
                </a:pPr>
                <a:r>
                  <a:rPr lang="en-US" sz="2800" dirty="0">
                    <a:solidFill>
                      <a:srgbClr val="3A4A6A"/>
                    </a:solidFill>
                  </a:rPr>
                  <a:t>Let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800">
                        <a:solidFill>
                          <a:srgbClr val="3A4A6A"/>
                        </a:solidFill>
                        <a:latin typeface="Cambria Math" panose="02040503050406030204" pitchFamily="18" charset="0"/>
                      </a:rPr>
                      <m:t>u</m:t>
                    </m:r>
                    <m:r>
                      <a:rPr lang="en-US" sz="2800">
                        <a:solidFill>
                          <a:srgbClr val="3A4A6A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Shruti" panose="020B0502040204020203" pitchFamily="34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sz="2800" b="0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Shruti" panose="020B0502040204020203" pitchFamily="34" charset="0"/>
                          </a:rPr>
                          <m:t>a</m:t>
                        </m:r>
                        <m:r>
                          <a:rPr lang="en-US" sz="2800" i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Shruti" panose="020B0502040204020203" pitchFamily="34" charset="0"/>
                          </a:rPr>
                          <m:t>,</m:t>
                        </m:r>
                        <m:r>
                          <m:rPr>
                            <m:sty m:val="p"/>
                          </m:rPr>
                          <a:rPr lang="en-US" sz="2800" b="0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Shruti" panose="020B0502040204020203" pitchFamily="34" charset="0"/>
                          </a:rPr>
                          <m:t>b</m:t>
                        </m:r>
                        <m:r>
                          <a:rPr lang="en-US" sz="2800" i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Shruti" panose="020B0502040204020203" pitchFamily="34" charset="0"/>
                          </a:rPr>
                          <m:t>,</m:t>
                        </m:r>
                        <m:r>
                          <m:rPr>
                            <m:sty m:val="p"/>
                          </m:rPr>
                          <a:rPr lang="en-US" sz="2800" b="0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Shruti" panose="020B0502040204020203" pitchFamily="34" charset="0"/>
                          </a:rPr>
                          <m:t>c</m:t>
                        </m:r>
                      </m:e>
                    </m:d>
                    <m:r>
                      <a:rPr lang="en-IN" sz="2800" i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Shruti" panose="020B0502040204020203" pitchFamily="34" charset="0"/>
                      </a:rPr>
                      <m:t>∈</m:t>
                    </m:r>
                    <m:sSup>
                      <m:sSupPr>
                        <m:ctrlPr>
                          <a:rPr lang="en-US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Shruti" panose="020B0502040204020203" pitchFamily="34" charset="0"/>
                          </a:rPr>
                        </m:ctrlPr>
                      </m:sSupPr>
                      <m:e>
                        <m:r>
                          <a:rPr lang="en-US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Shruti" panose="020B0502040204020203" pitchFamily="34" charset="0"/>
                          </a:rPr>
                          <m:t>ℝ</m:t>
                        </m:r>
                      </m:e>
                      <m:sup>
                        <m:r>
                          <a:rPr lang="en-US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Shruti" panose="020B0502040204020203" pitchFamily="34" charset="0"/>
                          </a:rPr>
                          <m:t>3</m:t>
                        </m:r>
                      </m:sup>
                    </m:sSup>
                  </m:oMath>
                </a14:m>
                <a:endParaRPr lang="en-US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21" name="Content Placeholder 4">
                <a:extLst>
                  <a:ext uri="{FF2B5EF4-FFF2-40B4-BE49-F238E27FC236}">
                    <a16:creationId xmlns:a16="http://schemas.microsoft.com/office/drawing/2014/main" id="{F8FE7808-6070-3058-1843-37B57D298DA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1504355" y="1583714"/>
                <a:ext cx="4591646" cy="544460"/>
              </a:xfrm>
              <a:prstGeom prst="rect">
                <a:avLst/>
              </a:prstGeom>
              <a:blipFill>
                <a:blip r:embed="rId4"/>
                <a:stretch>
                  <a:fillRect l="-266" t="-6742" b="-32584"/>
                </a:stretch>
              </a:blipFill>
              <a:ln w="12700" cap="flat" cmpd="sng" algn="ctr">
                <a:noFill/>
                <a:prstDash val="solid"/>
                <a:miter lim="800000"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Content Placeholder 4">
                <a:extLst>
                  <a:ext uri="{FF2B5EF4-FFF2-40B4-BE49-F238E27FC236}">
                    <a16:creationId xmlns:a16="http://schemas.microsoft.com/office/drawing/2014/main" id="{BF4617CF-F891-0C68-131C-65E9FF001686}"/>
                  </a:ext>
                </a:extLst>
              </p:cNvPr>
              <p:cNvSpPr txBox="1">
                <a:spLocks/>
              </p:cNvSpPr>
              <p:nvPr/>
            </p:nvSpPr>
            <p:spPr>
              <a:xfrm flipH="1">
                <a:off x="-1191" y="2898449"/>
                <a:ext cx="8827692" cy="543600"/>
              </a:xfrm>
              <a:prstGeom prst="rect">
                <a:avLst/>
              </a:prstGeom>
              <a:noFill/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vert="horz" lIns="91440" tIns="45720" rIns="91440" bIns="45720" rtlCol="0" anchor="ctr">
                <a:noAutofit/>
              </a:bodyPr>
              <a:lstStyle>
                <a:defPPr>
                  <a:defRPr lang="en-US"/>
                </a:defPPr>
                <a:lvl1pPr marL="118745" algn="just">
                  <a:lnSpc>
                    <a:spcPct val="115000"/>
                  </a:lnSpc>
                  <a:spcBef>
                    <a:spcPts val="1000"/>
                  </a:spcBef>
                  <a:spcAft>
                    <a:spcPts val="800"/>
                  </a:spcAft>
                  <a:buClr>
                    <a:schemeClr val="accent6"/>
                  </a:buClr>
                  <a:buFont typeface="Wingdings 3" panose="05040102010807070707" pitchFamily="18" charset="2"/>
                  <a:buNone/>
                  <a:defRPr sz="2800">
                    <a:solidFill>
                      <a:srgbClr val="3A4A6A"/>
                    </a:solidFill>
                  </a:defRPr>
                </a:lvl1pPr>
              </a:lstStyle>
              <a:p>
                <a:pPr>
                  <a:lnSpc>
                    <a:spcPct val="9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i="1" dirty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⇒</m:t>
                      </m:r>
                      <m:d>
                        <m:dPr>
                          <m:ctrlPr>
                            <a:rPr lang="en-US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Shruti" panose="020B0502040204020203" pitchFamily="34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Shruti" panose="020B0502040204020203" pitchFamily="34" charset="0"/>
                            </a:rPr>
                            <m:t>a</m:t>
                          </m:r>
                          <m:r>
                            <a:rPr lang="en-US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Shruti" panose="020B0502040204020203" pitchFamily="34" charset="0"/>
                            </a:rPr>
                            <m:t>,</m:t>
                          </m:r>
                          <m:r>
                            <m:rPr>
                              <m:sty m:val="p"/>
                            </m:rPr>
                            <a:rPr lang="en-US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Shruti" panose="020B0502040204020203" pitchFamily="34" charset="0"/>
                            </a:rPr>
                            <m:t>b</m:t>
                          </m:r>
                          <m:r>
                            <a:rPr lang="en-US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Shruti" panose="020B0502040204020203" pitchFamily="34" charset="0"/>
                            </a:rPr>
                            <m:t>,</m:t>
                          </m:r>
                          <m:r>
                            <m:rPr>
                              <m:sty m:val="p"/>
                            </m:rPr>
                            <a:rPr lang="en-US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Shruti" panose="020B0502040204020203" pitchFamily="34" charset="0"/>
                            </a:rPr>
                            <m:t>c</m:t>
                          </m:r>
                        </m:e>
                      </m:d>
                      <m:r>
                        <a:rPr lang="en-US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k</m:t>
                          </m:r>
                        </m:e>
                        <m:sub>
                          <m:r>
                            <a:rPr lang="en-US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d>
                        <m:dPr>
                          <m:ctrlPr>
                            <a:rPr lang="en-US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1, </m:t>
                          </m:r>
                          <m:r>
                            <a:rPr lang="en-IN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−2</m:t>
                          </m:r>
                          <m:r>
                            <a:rPr lang="en-US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IN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</m:d>
                      <m:r>
                        <a:rPr lang="en-US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k</m:t>
                          </m:r>
                        </m:e>
                        <m:sub>
                          <m:r>
                            <a:rPr lang="en-US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d>
                        <m:dPr>
                          <m:ctrlPr>
                            <a:rPr lang="en-IN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  <m:r>
                            <a:rPr lang="en-US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IN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5</m:t>
                          </m:r>
                          <m:r>
                            <a:rPr lang="en-US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IN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5</m:t>
                          </m:r>
                        </m:e>
                      </m:d>
                      <m:r>
                        <a:rPr lang="en-US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k</m:t>
                          </m:r>
                        </m:e>
                        <m:sub>
                          <m:r>
                            <a:rPr lang="en-US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d>
                        <m:dPr>
                          <m:ctrlPr>
                            <a:rPr lang="en-IN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IN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  <m:r>
                            <a:rPr lang="en-US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IN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8</m:t>
                          </m:r>
                        </m:e>
                      </m:d>
                    </m:oMath>
                  </m:oMathPara>
                </a14:m>
                <a:endParaRPr lang="en-US" i="1" dirty="0">
                  <a:solidFill>
                    <a:srgbClr val="002060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23" name="Content Placeholder 4">
                <a:extLst>
                  <a:ext uri="{FF2B5EF4-FFF2-40B4-BE49-F238E27FC236}">
                    <a16:creationId xmlns:a16="http://schemas.microsoft.com/office/drawing/2014/main" id="{BF4617CF-F891-0C68-131C-65E9FF00168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-1191" y="2898449"/>
                <a:ext cx="8827692" cy="54360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 w="12700" cap="flat" cmpd="sng" algn="ctr">
                <a:noFill/>
                <a:prstDash val="solid"/>
                <a:miter lim="800000"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Content Placeholder 4">
                <a:extLst>
                  <a:ext uri="{FF2B5EF4-FFF2-40B4-BE49-F238E27FC236}">
                    <a16:creationId xmlns:a16="http://schemas.microsoft.com/office/drawing/2014/main" id="{89163715-BC29-E470-061B-F3C3EE71B454}"/>
                  </a:ext>
                </a:extLst>
              </p:cNvPr>
              <p:cNvSpPr txBox="1">
                <a:spLocks/>
              </p:cNvSpPr>
              <p:nvPr/>
            </p:nvSpPr>
            <p:spPr>
              <a:xfrm flipH="1">
                <a:off x="-1191" y="3556086"/>
                <a:ext cx="11664000" cy="543600"/>
              </a:xfrm>
              <a:prstGeom prst="rect">
                <a:avLst/>
              </a:prstGeom>
              <a:noFill/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vert="horz" lIns="91440" tIns="45720" rIns="91440" bIns="45720" rtlCol="0" anchor="ctr">
                <a:noAutofit/>
              </a:bodyPr>
              <a:lstStyle>
                <a:defPPr>
                  <a:defRPr lang="en-US"/>
                </a:defPPr>
                <a:lvl1pPr marL="118745" algn="just">
                  <a:lnSpc>
                    <a:spcPct val="115000"/>
                  </a:lnSpc>
                  <a:spcBef>
                    <a:spcPts val="1000"/>
                  </a:spcBef>
                  <a:spcAft>
                    <a:spcPts val="800"/>
                  </a:spcAft>
                  <a:buClr>
                    <a:schemeClr val="accent6"/>
                  </a:buClr>
                  <a:buFont typeface="Wingdings 3" panose="05040102010807070707" pitchFamily="18" charset="2"/>
                  <a:buNone/>
                  <a:defRPr sz="2800">
                    <a:solidFill>
                      <a:srgbClr val="3A4A6A"/>
                    </a:solidFill>
                  </a:defRPr>
                </a:lvl1pPr>
              </a:lstStyle>
              <a:p>
                <a:pPr>
                  <a:lnSpc>
                    <a:spcPct val="9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i="1" dirty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⇒</m:t>
                      </m:r>
                      <m:d>
                        <m:dPr>
                          <m:ctrlPr>
                            <a:rPr lang="en-US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Shruti" panose="020B0502040204020203" pitchFamily="34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Shruti" panose="020B0502040204020203" pitchFamily="34" charset="0"/>
                            </a:rPr>
                            <m:t>a</m:t>
                          </m:r>
                          <m:r>
                            <a:rPr lang="en-US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Shruti" panose="020B0502040204020203" pitchFamily="34" charset="0"/>
                            </a:rPr>
                            <m:t>,</m:t>
                          </m:r>
                          <m:r>
                            <m:rPr>
                              <m:sty m:val="p"/>
                            </m:rPr>
                            <a:rPr lang="en-US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Shruti" panose="020B0502040204020203" pitchFamily="34" charset="0"/>
                            </a:rPr>
                            <m:t>b</m:t>
                          </m:r>
                          <m:r>
                            <a:rPr lang="en-US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Shruti" panose="020B0502040204020203" pitchFamily="34" charset="0"/>
                            </a:rPr>
                            <m:t>,</m:t>
                          </m:r>
                          <m:r>
                            <m:rPr>
                              <m:sty m:val="p"/>
                            </m:rPr>
                            <a:rPr lang="en-US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Shruti" panose="020B0502040204020203" pitchFamily="34" charset="0"/>
                            </a:rPr>
                            <m:t>c</m:t>
                          </m:r>
                        </m:e>
                      </m:d>
                      <m:r>
                        <a:rPr lang="en-US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IN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1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i="1">
                                  <a:latin typeface="Cambria Math" panose="02040503050406030204" pitchFamily="18" charset="0"/>
                                </a:rPr>
                                <m:t>k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+0</m:t>
                          </m:r>
                          <m:sSub>
                            <m:sSubPr>
                              <m:ctrlPr>
                                <a:rPr lang="en-US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k</m:t>
                              </m:r>
                            </m:e>
                            <m:sub>
                              <m:r>
                                <a:rPr lang="en-US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+2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i="1">
                                  <a:latin typeface="Cambria Math" panose="02040503050406030204" pitchFamily="18" charset="0"/>
                                </a:rPr>
                                <m:t>k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r>
                            <a:rPr lang="en-US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−2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i="1">
                                  <a:latin typeface="Cambria Math" panose="02040503050406030204" pitchFamily="18" charset="0"/>
                                </a:rPr>
                                <m:t>k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+5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i="1">
                                  <a:latin typeface="Cambria Math" panose="02040503050406030204" pitchFamily="18" charset="0"/>
                                </a:rPr>
                                <m:t>k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IN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  <m:sSub>
                            <m:sSubPr>
                              <m:ctrlPr>
                                <a:rPr lang="en-US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k</m:t>
                              </m:r>
                            </m:e>
                            <m:sub>
                              <m:r>
                                <a:rPr lang="en-US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r>
                            <a:rPr lang="en-US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m:rPr>
                                  <m:sty m:val="p"/>
                                </m:rPr>
                                <a:rPr lang="en-US" i="1">
                                  <a:latin typeface="Cambria Math" panose="02040503050406030204" pitchFamily="18" charset="0"/>
                                </a:rPr>
                                <m:t>k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+5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i="1">
                                  <a:latin typeface="Cambria Math" panose="02040503050406030204" pitchFamily="18" charset="0"/>
                                </a:rPr>
                                <m:t>k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+8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i="1">
                                  <a:latin typeface="Cambria Math" panose="02040503050406030204" pitchFamily="18" charset="0"/>
                                </a:rPr>
                                <m:t>k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d>
                    </m:oMath>
                  </m:oMathPara>
                </a14:m>
                <a:endParaRPr lang="en-US" i="1" dirty="0">
                  <a:solidFill>
                    <a:srgbClr val="002060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27" name="Content Placeholder 4">
                <a:extLst>
                  <a:ext uri="{FF2B5EF4-FFF2-40B4-BE49-F238E27FC236}">
                    <a16:creationId xmlns:a16="http://schemas.microsoft.com/office/drawing/2014/main" id="{89163715-BC29-E470-061B-F3C3EE71B45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-1191" y="3556086"/>
                <a:ext cx="11664000" cy="54360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ln w="12700" cap="flat" cmpd="sng" algn="ctr">
                <a:noFill/>
                <a:prstDash val="solid"/>
                <a:miter lim="800000"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8" name="Content Placeholder 4">
            <a:extLst>
              <a:ext uri="{FF2B5EF4-FFF2-40B4-BE49-F238E27FC236}">
                <a16:creationId xmlns:a16="http://schemas.microsoft.com/office/drawing/2014/main" id="{1A2EE99E-860B-EE9D-4F59-C6C2CE57581D}"/>
              </a:ext>
            </a:extLst>
          </p:cNvPr>
          <p:cNvSpPr txBox="1">
            <a:spLocks/>
          </p:cNvSpPr>
          <p:nvPr/>
        </p:nvSpPr>
        <p:spPr>
          <a:xfrm flipH="1">
            <a:off x="122279" y="4187089"/>
            <a:ext cx="6138822" cy="5436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defPPr>
              <a:defRPr lang="en-US"/>
            </a:defPPr>
            <a:lvl1pPr marL="118745" algn="just">
              <a:lnSpc>
                <a:spcPct val="115000"/>
              </a:lnSpc>
              <a:spcBef>
                <a:spcPts val="1000"/>
              </a:spcBef>
              <a:spcAft>
                <a:spcPts val="800"/>
              </a:spcAft>
              <a:buClr>
                <a:schemeClr val="accent6"/>
              </a:buClr>
              <a:buFont typeface="Wingdings 3" panose="05040102010807070707" pitchFamily="18" charset="2"/>
              <a:buNone/>
              <a:defRPr sz="2800">
                <a:solidFill>
                  <a:srgbClr val="3A4A6A"/>
                </a:solidFill>
              </a:defRPr>
            </a:lvl1pPr>
          </a:lstStyle>
          <a:p>
            <a:pPr>
              <a:lnSpc>
                <a:spcPct val="90000"/>
              </a:lnSpc>
            </a:pPr>
            <a:r>
              <a:rPr lang="en-US" i="0" dirty="0">
                <a:solidFill>
                  <a:srgbClr val="002060"/>
                </a:solidFill>
                <a:latin typeface="+mj-lt"/>
              </a:rPr>
              <a:t>Comparing both the sides, we have </a:t>
            </a:r>
            <a:endParaRPr lang="en-US" dirty="0">
              <a:solidFill>
                <a:srgbClr val="002060"/>
              </a:solidFill>
              <a:latin typeface="Cambria Math" panose="020405030504060302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9" name="Content Placeholder 4">
                <a:extLst>
                  <a:ext uri="{FF2B5EF4-FFF2-40B4-BE49-F238E27FC236}">
                    <a16:creationId xmlns:a16="http://schemas.microsoft.com/office/drawing/2014/main" id="{DA3FB432-213C-F5B1-722C-0AC4D2E3EC74}"/>
                  </a:ext>
                </a:extLst>
              </p:cNvPr>
              <p:cNvSpPr txBox="1">
                <a:spLocks/>
              </p:cNvSpPr>
              <p:nvPr/>
            </p:nvSpPr>
            <p:spPr>
              <a:xfrm flipH="1">
                <a:off x="252808" y="4818092"/>
                <a:ext cx="11850291" cy="595428"/>
              </a:xfrm>
              <a:prstGeom prst="rect">
                <a:avLst/>
              </a:prstGeom>
              <a:noFill/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vert="horz" lIns="91440" tIns="45720" rIns="91440" bIns="45720" rtlCol="0" anchor="ctr">
                <a:noAutofit/>
              </a:bodyPr>
              <a:lstStyle>
                <a:defPPr>
                  <a:defRPr lang="en-US"/>
                </a:defPPr>
                <a:lvl1pPr marL="118745" algn="just">
                  <a:lnSpc>
                    <a:spcPct val="115000"/>
                  </a:lnSpc>
                  <a:spcBef>
                    <a:spcPts val="1000"/>
                  </a:spcBef>
                  <a:spcAft>
                    <a:spcPts val="800"/>
                  </a:spcAft>
                  <a:buClr>
                    <a:schemeClr val="accent6"/>
                  </a:buClr>
                  <a:buFont typeface="Wingdings 3" panose="05040102010807070707" pitchFamily="18" charset="2"/>
                  <a:buNone/>
                  <a:defRPr sz="2800">
                    <a:solidFill>
                      <a:srgbClr val="3A4A6A"/>
                    </a:solidFill>
                  </a:defRPr>
                </a:lvl1pPr>
              </a:lstStyle>
              <a:p>
                <a:pPr algn="l">
                  <a:lnSpc>
                    <a:spcPct val="125000"/>
                  </a:lnSpc>
                </a:pP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b>
                      <m:sSubPr>
                        <m:ctrlPr>
                          <a:rPr lang="en-US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k</m:t>
                        </m:r>
                      </m:e>
                      <m:sub>
                        <m:r>
                          <a:rPr lang="en-US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IN" b="0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+0</m:t>
                    </m:r>
                    <m:sSub>
                      <m:sSubPr>
                        <m:ctrlPr>
                          <a:rPr lang="en-US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k</m:t>
                        </m:r>
                      </m:e>
                      <m:sub>
                        <m:r>
                          <a:rPr lang="en-US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IN" b="0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+2</m:t>
                    </m:r>
                    <m:sSub>
                      <m:sSubPr>
                        <m:ctrlPr>
                          <a:rPr lang="en-US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k</m:t>
                        </m:r>
                      </m:e>
                      <m:sub>
                        <m:r>
                          <a:rPr lang="en-US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US" b="0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a</m:t>
                    </m:r>
                    <m:r>
                      <a:rPr lang="en-US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lang="en-US" b="0" i="1" dirty="0">
                    <a:solidFill>
                      <a:srgbClr val="002060"/>
                    </a:solidFill>
                    <a:latin typeface="Cambria Math" panose="02040503050406030204" pitchFamily="18" charset="0"/>
                  </a:rPr>
                  <a:t>     </a:t>
                </a:r>
                <a14:m>
                  <m:oMath xmlns:m="http://schemas.openxmlformats.org/officeDocument/2006/math">
                    <m:r>
                      <a:rPr lang="en-IN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−2</m:t>
                    </m:r>
                    <m:sSub>
                      <m:sSubPr>
                        <m:ctrlPr>
                          <a:rPr lang="en-US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b="0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k</m:t>
                        </m:r>
                      </m:e>
                      <m:sub>
                        <m:r>
                          <a:rPr lang="en-US" b="0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b="0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5</m:t>
                    </m:r>
                    <m:sSub>
                      <m:sSubPr>
                        <m:ctrlPr>
                          <a:rPr lang="en-US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k</m:t>
                        </m:r>
                      </m:e>
                      <m:sub>
                        <m:r>
                          <a:rPr lang="en-US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b="0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0</m:t>
                    </m:r>
                    <m:sSub>
                      <m:sSubPr>
                        <m:ctrlPr>
                          <a:rPr lang="en-US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k</m:t>
                        </m:r>
                      </m:e>
                      <m:sub>
                        <m:r>
                          <a:rPr lang="en-US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US" b="0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b</m:t>
                    </m:r>
                    <m:r>
                      <a:rPr lang="en-US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lang="en-US" b="0" i="1" dirty="0">
                    <a:solidFill>
                      <a:srgbClr val="002060"/>
                    </a:solidFill>
                    <a:latin typeface="Cambria Math" panose="02040503050406030204" pitchFamily="18" charset="0"/>
                  </a:rPr>
                  <a:t>  </a:t>
                </a:r>
                <a:r>
                  <a:rPr lang="en-US" b="0" i="0" dirty="0">
                    <a:solidFill>
                      <a:srgbClr val="002060"/>
                    </a:solidFill>
                    <a:latin typeface="+mj-lt"/>
                  </a:rPr>
                  <a:t>and</a:t>
                </a:r>
                <a:r>
                  <a:rPr lang="en-US" b="0" i="1" dirty="0">
                    <a:solidFill>
                      <a:srgbClr val="002060"/>
                    </a:solidFill>
                    <a:latin typeface="Cambria Math" panose="02040503050406030204" pitchFamily="18" charset="0"/>
                  </a:rPr>
                  <a:t>  </a:t>
                </a:r>
                <a14:m>
                  <m:oMath xmlns:m="http://schemas.openxmlformats.org/officeDocument/2006/math">
                    <m:r>
                      <a:rPr lang="en-IN" b="0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b>
                      <m:sSubPr>
                        <m:ctrlPr>
                          <a:rPr lang="en-US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k</m:t>
                        </m:r>
                      </m:e>
                      <m:sub>
                        <m:r>
                          <a:rPr lang="en-US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IN" b="0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+5</m:t>
                    </m:r>
                    <m:sSub>
                      <m:sSubPr>
                        <m:ctrlPr>
                          <a:rPr lang="en-US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k</m:t>
                        </m:r>
                      </m:e>
                      <m:sub>
                        <m:r>
                          <a:rPr lang="en-US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b="0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8</m:t>
                    </m:r>
                    <m:sSub>
                      <m:sSubPr>
                        <m:ctrlPr>
                          <a:rPr lang="en-US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k</m:t>
                        </m:r>
                      </m:e>
                      <m:sub>
                        <m:r>
                          <a:rPr lang="en-US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US" b="0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c</m:t>
                    </m:r>
                  </m:oMath>
                </a14:m>
                <a:endParaRPr lang="en-US" dirty="0">
                  <a:solidFill>
                    <a:srgbClr val="002060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29" name="Content Placeholder 4">
                <a:extLst>
                  <a:ext uri="{FF2B5EF4-FFF2-40B4-BE49-F238E27FC236}">
                    <a16:creationId xmlns:a16="http://schemas.microsoft.com/office/drawing/2014/main" id="{DA3FB432-213C-F5B1-722C-0AC4D2E3EC7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252808" y="4818092"/>
                <a:ext cx="11850291" cy="595428"/>
              </a:xfrm>
              <a:prstGeom prst="rect">
                <a:avLst/>
              </a:prstGeom>
              <a:blipFill>
                <a:blip r:embed="rId7"/>
                <a:stretch>
                  <a:fillRect b="-28571"/>
                </a:stretch>
              </a:blipFill>
              <a:ln w="12700" cap="flat" cmpd="sng" algn="ctr">
                <a:noFill/>
                <a:prstDash val="solid"/>
                <a:miter lim="800000"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0" name="Content Placeholder 4">
                <a:extLst>
                  <a:ext uri="{FF2B5EF4-FFF2-40B4-BE49-F238E27FC236}">
                    <a16:creationId xmlns:a16="http://schemas.microsoft.com/office/drawing/2014/main" id="{F8FE7808-6070-3058-1843-37B57D298DA3}"/>
                  </a:ext>
                </a:extLst>
              </p:cNvPr>
              <p:cNvSpPr txBox="1">
                <a:spLocks/>
              </p:cNvSpPr>
              <p:nvPr/>
            </p:nvSpPr>
            <p:spPr>
              <a:xfrm flipH="1">
                <a:off x="122279" y="2242211"/>
                <a:ext cx="9544337" cy="544460"/>
              </a:xfrm>
              <a:prstGeom prst="rect">
                <a:avLst/>
              </a:prstGeom>
              <a:noFill/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vert="horz" lIns="91440" tIns="45720" rIns="91440" bIns="45720" rtlCol="0" anchor="ctr">
                <a:noAutofit/>
              </a:bodyPr>
              <a:lstStyle>
                <a:lvl1pPr marL="265113" indent="-265113" algn="just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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809625" indent="-352425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</a:pPr>
                <a:r>
                  <a:rPr lang="en-US" sz="2800" dirty="0">
                    <a:solidFill>
                      <a:srgbClr val="3A4A6A"/>
                    </a:solidFill>
                  </a:rPr>
                  <a:t>Now,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800">
                        <a:solidFill>
                          <a:srgbClr val="3A4A6A"/>
                        </a:solidFill>
                        <a:latin typeface="Cambria Math" panose="02040503050406030204" pitchFamily="18" charset="0"/>
                      </a:rPr>
                      <m:t>u</m:t>
                    </m:r>
                    <m:r>
                      <a:rPr lang="en-US" sz="2800">
                        <a:solidFill>
                          <a:srgbClr val="3A4A6A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k</m:t>
                        </m:r>
                      </m:e>
                      <m:sub>
                        <m:r>
                          <a:rPr lang="en-US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d>
                      <m:dPr>
                        <m:ctrlPr>
                          <a:rPr lang="en-US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1, </m:t>
                        </m:r>
                        <m:r>
                          <a:rPr lang="en-IN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−2</m:t>
                        </m:r>
                        <m:r>
                          <a:rPr lang="en-US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IN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d>
                    <m:r>
                      <a:rPr lang="en-US" sz="2800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k</m:t>
                        </m:r>
                      </m:e>
                      <m:sub>
                        <m:r>
                          <a:rPr lang="en-US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d>
                      <m:dPr>
                        <m:ctrlPr>
                          <a:rPr lang="en-IN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a:rPr lang="en-US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IN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a:rPr lang="en-US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IN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e>
                    </m:d>
                    <m:r>
                      <a:rPr lang="en-US" sz="2800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k</m:t>
                        </m:r>
                      </m:e>
                      <m:sub>
                        <m:r>
                          <a:rPr lang="en-US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d>
                      <m:dPr>
                        <m:ctrlPr>
                          <a:rPr lang="en-IN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IN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a:rPr lang="en-US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IN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e>
                    </m:d>
                  </m:oMath>
                </a14:m>
                <a:endParaRPr lang="en-US" sz="2800" i="1" dirty="0">
                  <a:solidFill>
                    <a:srgbClr val="002060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40" name="Content Placeholder 4">
                <a:extLst>
                  <a:ext uri="{FF2B5EF4-FFF2-40B4-BE49-F238E27FC236}">
                    <a16:creationId xmlns:a16="http://schemas.microsoft.com/office/drawing/2014/main" id="{F8FE7808-6070-3058-1843-37B57D298DA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122279" y="2242211"/>
                <a:ext cx="9544337" cy="544460"/>
              </a:xfrm>
              <a:prstGeom prst="rect">
                <a:avLst/>
              </a:prstGeom>
              <a:blipFill>
                <a:blip r:embed="rId12"/>
                <a:stretch>
                  <a:fillRect l="-1277" t="-12360" b="-25843"/>
                </a:stretch>
              </a:blipFill>
              <a:ln w="12700" cap="flat" cmpd="sng" algn="ctr">
                <a:noFill/>
                <a:prstDash val="solid"/>
                <a:miter lim="800000"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738136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/>
      <p:bldP spid="23" grpId="0"/>
      <p:bldP spid="27" grpId="0"/>
      <p:bldP spid="28" grpId="0"/>
      <p:bldP spid="29" grpId="0"/>
      <p:bldP spid="40" grpId="0"/>
    </p:bldLst>
  </p:timing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8A4B4A-CF9F-DEE4-ACCA-1DC3494F92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0BA9B6D6-1692-DD7D-9035-0BC63300A29B}"/>
              </a:ext>
            </a:extLst>
          </p:cNvPr>
          <p:cNvGrpSpPr/>
          <p:nvPr/>
        </p:nvGrpSpPr>
        <p:grpSpPr>
          <a:xfrm>
            <a:off x="1837995" y="3453274"/>
            <a:ext cx="3341292" cy="1370924"/>
            <a:chOff x="1837995" y="3453274"/>
            <a:chExt cx="3341292" cy="1370924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" name="Rectangle 4">
                  <a:extLst>
                    <a:ext uri="{FF2B5EF4-FFF2-40B4-BE49-F238E27FC236}">
                      <a16:creationId xmlns:a16="http://schemas.microsoft.com/office/drawing/2014/main" id="{F417118A-890D-78AC-7969-6E5C305166EB}"/>
                    </a:ext>
                  </a:extLst>
                </p:cNvPr>
                <p:cNvSpPr/>
                <p:nvPr/>
              </p:nvSpPr>
              <p:spPr>
                <a:xfrm>
                  <a:off x="4158321" y="3474836"/>
                  <a:ext cx="786201" cy="126647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800" i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sty m:val="p"/>
                                </m:rPr>
                                <a:rPr lang="en-US" sz="2800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a</m:t>
                              </m:r>
                            </m:e>
                          </m:mr>
                          <m:mr>
                            <m:e>
                              <m:r>
                                <m:rPr>
                                  <m:sty m:val="p"/>
                                </m:rPr>
                                <a:rPr lang="en-US" sz="2800" b="0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b</m:t>
                              </m:r>
                            </m:e>
                          </m:mr>
                          <m:mr>
                            <m:e>
                              <m:r>
                                <m:rPr>
                                  <m:sty m:val="p"/>
                                </m:rPr>
                                <a:rPr lang="en-US" sz="2800" b="0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c</m:t>
                              </m:r>
                            </m:e>
                          </m:mr>
                        </m:m>
                      </m:oMath>
                    </m:oMathPara>
                  </a14:m>
                  <a:endParaRPr lang="en-IN" sz="2800" dirty="0">
                    <a:solidFill>
                      <a:srgbClr val="002060"/>
                    </a:solidFill>
                  </a:endParaRPr>
                </a:p>
              </p:txBody>
            </p:sp>
          </mc:Choice>
          <mc:Fallback xmlns="">
            <p:sp>
              <p:nvSpPr>
                <p:cNvPr id="5" name="Rectangle 4">
                  <a:extLst>
                    <a:ext uri="{FF2B5EF4-FFF2-40B4-BE49-F238E27FC236}">
                      <a16:creationId xmlns:a16="http://schemas.microsoft.com/office/drawing/2014/main" id="{F417118A-890D-78AC-7969-6E5C305166EB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158321" y="3474836"/>
                  <a:ext cx="786201" cy="1266470"/>
                </a:xfrm>
                <a:prstGeom prst="rect">
                  <a:avLst/>
                </a:prstGeom>
                <a:blipFill>
                  <a:blip r:embed="rId2"/>
                  <a:stretch>
                    <a:fillRect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17838E14-6DA2-7161-1D38-3708A3561FC2}"/>
                </a:ext>
              </a:extLst>
            </p:cNvPr>
            <p:cNvGrpSpPr/>
            <p:nvPr/>
          </p:nvGrpSpPr>
          <p:grpSpPr>
            <a:xfrm>
              <a:off x="1837995" y="3453274"/>
              <a:ext cx="3341292" cy="1370924"/>
              <a:chOff x="1772218" y="3451006"/>
              <a:chExt cx="2858691" cy="1485224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3" name="Rectangle 32">
                    <a:extLst>
                      <a:ext uri="{FF2B5EF4-FFF2-40B4-BE49-F238E27FC236}">
                        <a16:creationId xmlns:a16="http://schemas.microsoft.com/office/drawing/2014/main" id="{8A52081F-953E-59EE-F76D-87B48440A334}"/>
                      </a:ext>
                    </a:extLst>
                  </p:cNvPr>
                  <p:cNvSpPr/>
                  <p:nvPr/>
                </p:nvSpPr>
                <p:spPr>
                  <a:xfrm>
                    <a:off x="1772218" y="3451006"/>
                    <a:ext cx="2858691" cy="1485224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d>
                            <m:dPr>
                              <m:begChr m:val="["/>
                              <m:endChr m:val="]"/>
                              <m:ctrlPr>
                                <a:rPr lang="en-US" sz="2800" b="0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800" b="0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m>
                                <m:mPr>
                                  <m:mcs>
                                    <m:mc>
                                      <m:mcPr>
                                        <m:count m:val="3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IN" sz="2800" b="0" i="1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IN" sz="2800" b="0" i="1" smtClean="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 </m:t>
                                    </m:r>
                                    <m:r>
                                      <a:rPr lang="en-IN" sz="2800" b="0" i="1" smtClean="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  </m:t>
                                    </m:r>
                                    <m:r>
                                      <a:rPr lang="en-US" sz="2800" b="0" i="1" smtClean="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e>
                                  <m:e>
                                    <m:r>
                                      <a:rPr lang="en-IN" sz="2800" b="0" i="1" smtClean="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  <m:e>
                                    <m:r>
                                      <a:rPr lang="en-IN" sz="2800" b="0" i="1" smtClean="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e>
                                </m:mr>
                                <m:mr>
                                  <m:e>
                                    <m:r>
                                      <a:rPr lang="en-IN" sz="2800" b="0" i="1" smtClean="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en-US" sz="2800" b="0" i="1" smtClean="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e>
                                  <m:e>
                                    <m:r>
                                      <a:rPr lang="en-IN" sz="2800" b="0" i="1" smtClean="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5</m:t>
                                    </m:r>
                                  </m:e>
                                  <m:e>
                                    <m:r>
                                      <a:rPr lang="en-IN" sz="2800" b="0" i="1" smtClean="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</m:mr>
                                <m:mr>
                                  <m:e>
                                    <m:r>
                                      <a:rPr lang="en-IN" sz="2800" b="0" i="1" smtClean="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   2</m:t>
                                    </m:r>
                                  </m:e>
                                  <m:e>
                                    <m:r>
                                      <a:rPr lang="en-IN" sz="2800" b="0" i="1" smtClean="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5</m:t>
                                    </m:r>
                                  </m:e>
                                  <m:e>
                                    <m:r>
                                      <a:rPr lang="en-IN" sz="2800" b="0" i="1" smtClean="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8</m:t>
                                    </m:r>
                                  </m:e>
                                </m:mr>
                              </m:m>
                              <m:r>
                                <a:rPr lang="en-US" sz="2800" b="0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          </m:t>
                              </m:r>
                              <m:r>
                                <a:rPr lang="en-GB" sz="2800" b="0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e>
                          </m:d>
                        </m:oMath>
                      </m:oMathPara>
                    </a14:m>
                    <a:endParaRPr lang="en-IN" sz="2800" dirty="0">
                      <a:solidFill>
                        <a:srgbClr val="002060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33" name="Rectangle 32">
                    <a:extLst>
                      <a:ext uri="{FF2B5EF4-FFF2-40B4-BE49-F238E27FC236}">
                        <a16:creationId xmlns:a16="http://schemas.microsoft.com/office/drawing/2014/main" id="{8A52081F-953E-59EE-F76D-87B48440A334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772218" y="3451006"/>
                    <a:ext cx="2858691" cy="1485224"/>
                  </a:xfrm>
                  <a:prstGeom prst="rect">
                    <a:avLst/>
                  </a:prstGeom>
                  <a:blipFill>
                    <a:blip r:embed="rId3"/>
                    <a:stretch>
                      <a:fillRect/>
                    </a:stretch>
                  </a:blipFill>
                  <a:ln>
                    <a:noFill/>
                  </a:ln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36" name="Straight Connector 35">
                <a:extLst>
                  <a:ext uri="{FF2B5EF4-FFF2-40B4-BE49-F238E27FC236}">
                    <a16:creationId xmlns:a16="http://schemas.microsoft.com/office/drawing/2014/main" id="{E8C9F747-7AD3-F1ED-91D7-CB0859012F13}"/>
                  </a:ext>
                </a:extLst>
              </p:cNvPr>
              <p:cNvCxnSpPr/>
              <p:nvPr/>
            </p:nvCxnSpPr>
            <p:spPr>
              <a:xfrm>
                <a:off x="3757406" y="3514747"/>
                <a:ext cx="0" cy="1326050"/>
              </a:xfrm>
              <a:prstGeom prst="line">
                <a:avLst/>
              </a:prstGeom>
              <a:ln w="3810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A131C871-AEE2-66C5-22F0-F2A8AFB673B4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IN" dirty="0"/>
                  <a:t>Method:3 </a:t>
                </a:r>
                <a14:m>
                  <m:oMath xmlns:m="http://schemas.openxmlformats.org/officeDocument/2006/math">
                    <m:r>
                      <a:rPr lang="en-I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⇝</m:t>
                    </m:r>
                  </m:oMath>
                </a14:m>
                <a:r>
                  <a:rPr lang="en-IN" dirty="0"/>
                  <a:t> Example:17(continue)</a:t>
                </a:r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A131C871-AEE2-66C5-22F0-F2A8AFB673B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4"/>
                <a:stretch>
                  <a:fillRect l="-400" t="-8547" b="-1965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Content Placeholder 4">
                <a:extLst>
                  <a:ext uri="{FF2B5EF4-FFF2-40B4-BE49-F238E27FC236}">
                    <a16:creationId xmlns:a16="http://schemas.microsoft.com/office/drawing/2014/main" id="{16E27A61-A74A-EBC5-7216-484AC2382B5F}"/>
                  </a:ext>
                </a:extLst>
              </p:cNvPr>
              <p:cNvSpPr txBox="1">
                <a:spLocks/>
              </p:cNvSpPr>
              <p:nvPr/>
            </p:nvSpPr>
            <p:spPr>
              <a:xfrm flipH="1">
                <a:off x="252808" y="848497"/>
                <a:ext cx="4027765" cy="1813787"/>
              </a:xfrm>
              <a:prstGeom prst="rect">
                <a:avLst/>
              </a:prstGeom>
              <a:noFill/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vert="horz" lIns="91440" tIns="45720" rIns="91440" bIns="45720" rtlCol="0" anchor="ctr">
                <a:noAutofit/>
              </a:bodyPr>
              <a:lstStyle>
                <a:defPPr>
                  <a:defRPr lang="en-US"/>
                </a:defPPr>
                <a:lvl1pPr marL="118745" algn="just">
                  <a:lnSpc>
                    <a:spcPct val="115000"/>
                  </a:lnSpc>
                  <a:spcBef>
                    <a:spcPts val="1000"/>
                  </a:spcBef>
                  <a:spcAft>
                    <a:spcPts val="800"/>
                  </a:spcAft>
                  <a:buClr>
                    <a:schemeClr val="accent6"/>
                  </a:buClr>
                  <a:buFont typeface="Wingdings 3" panose="05040102010807070707" pitchFamily="18" charset="2"/>
                  <a:buNone/>
                  <a:defRPr sz="2800">
                    <a:solidFill>
                      <a:srgbClr val="3A4A6A"/>
                    </a:solidFill>
                  </a:defRPr>
                </a:lvl1pPr>
              </a:lstStyle>
              <a:p>
                <a:pPr algn="l">
                  <a:lnSpc>
                    <a:spcPct val="9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    </m:t>
                      </m:r>
                      <m:r>
                        <a:rPr lang="en-US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  <m:sSub>
                        <m:sSubPr>
                          <m:ctrlPr>
                            <a:rPr lang="en-US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k</m:t>
                          </m:r>
                        </m:e>
                        <m:sub>
                          <m:r>
                            <a:rPr lang="en-US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IN" i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+0</m:t>
                      </m:r>
                      <m:sSub>
                        <m:sSubPr>
                          <m:ctrlPr>
                            <a:rPr lang="en-US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k</m:t>
                          </m:r>
                        </m:e>
                        <m:sub>
                          <m:r>
                            <a:rPr lang="en-US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IN" i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+2</m:t>
                      </m:r>
                      <m:sSub>
                        <m:sSubPr>
                          <m:ctrlPr>
                            <a:rPr lang="en-US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k</m:t>
                          </m:r>
                        </m:e>
                        <m:sub>
                          <m:r>
                            <a:rPr lang="en-US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i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a</m:t>
                      </m:r>
                    </m:oMath>
                  </m:oMathPara>
                </a14:m>
                <a:endParaRPr lang="en-US" dirty="0">
                  <a:solidFill>
                    <a:srgbClr val="002060"/>
                  </a:solidFill>
                  <a:latin typeface="Cambria Math" panose="02040503050406030204" pitchFamily="18" charset="0"/>
                </a:endParaRPr>
              </a:p>
              <a:p>
                <a:pPr algn="l">
                  <a:lnSpc>
                    <a:spcPct val="90000"/>
                  </a:lnSpc>
                </a:pPr>
                <a14:m>
                  <m:oMath xmlns:m="http://schemas.openxmlformats.org/officeDocument/2006/math">
                    <m:r>
                      <a:rPr lang="en-IN" i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−2</m:t>
                    </m:r>
                    <m:sSub>
                      <m:sSubPr>
                        <m:ctrlPr>
                          <a:rPr lang="en-US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i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k</m:t>
                        </m:r>
                      </m:e>
                      <m:sub>
                        <m:r>
                          <a:rPr lang="en-US" i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i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i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5</m:t>
                    </m:r>
                    <m:sSub>
                      <m:sSubPr>
                        <m:ctrlPr>
                          <a:rPr lang="en-US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i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k</m:t>
                        </m:r>
                      </m:e>
                      <m:sub>
                        <m:r>
                          <a:rPr lang="en-US" i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i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i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0</m:t>
                    </m:r>
                    <m:sSub>
                      <m:sSubPr>
                        <m:ctrlPr>
                          <a:rPr lang="en-US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i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k</m:t>
                        </m:r>
                      </m:e>
                      <m:sub>
                        <m:r>
                          <a:rPr lang="en-US" i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US" i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b</m:t>
                    </m:r>
                  </m:oMath>
                </a14:m>
                <a:r>
                  <a:rPr lang="en-US" dirty="0">
                    <a:solidFill>
                      <a:srgbClr val="002060"/>
                    </a:solidFill>
                    <a:latin typeface="Cambria Math" panose="02040503050406030204" pitchFamily="18" charset="0"/>
                  </a:rPr>
                  <a:t> </a:t>
                </a:r>
              </a:p>
              <a:p>
                <a:pPr algn="l">
                  <a:lnSpc>
                    <a:spcPct val="90000"/>
                  </a:lnSpc>
                </a:pPr>
                <a14:m>
                  <m:oMath xmlns:m="http://schemas.openxmlformats.org/officeDocument/2006/math">
                    <m:r>
                      <a:rPr lang="en-US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    </m:t>
                    </m:r>
                    <m:r>
                      <a:rPr lang="en-IN" i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b>
                      <m:sSubPr>
                        <m:ctrlPr>
                          <a:rPr lang="en-US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i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k</m:t>
                        </m:r>
                      </m:e>
                      <m:sub>
                        <m:r>
                          <a:rPr lang="en-US" i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IN" i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+5</m:t>
                    </m:r>
                    <m:sSub>
                      <m:sSubPr>
                        <m:ctrlPr>
                          <a:rPr lang="en-US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i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k</m:t>
                        </m:r>
                      </m:e>
                      <m:sub>
                        <m:r>
                          <a:rPr lang="en-US" i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i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i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8</m:t>
                    </m:r>
                    <m:sSub>
                      <m:sSubPr>
                        <m:ctrlPr>
                          <a:rPr lang="en-US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i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k</m:t>
                        </m:r>
                      </m:e>
                      <m:sub>
                        <m:r>
                          <a:rPr lang="en-US" i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US" i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c</m:t>
                    </m:r>
                  </m:oMath>
                </a14:m>
                <a:r>
                  <a:rPr lang="en-US" i="1" dirty="0">
                    <a:solidFill>
                      <a:srgbClr val="002060"/>
                    </a:solidFill>
                    <a:latin typeface="Cambria Math" panose="02040503050406030204" pitchFamily="18" charset="0"/>
                  </a:rPr>
                  <a:t> </a:t>
                </a:r>
              </a:p>
            </p:txBody>
          </p:sp>
        </mc:Choice>
        <mc:Fallback xmlns="">
          <p:sp>
            <p:nvSpPr>
              <p:cNvPr id="29" name="Content Placeholder 4">
                <a:extLst>
                  <a:ext uri="{FF2B5EF4-FFF2-40B4-BE49-F238E27FC236}">
                    <a16:creationId xmlns:a16="http://schemas.microsoft.com/office/drawing/2014/main" id="{16E27A61-A74A-EBC5-7216-484AC2382B5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252808" y="848497"/>
                <a:ext cx="4027765" cy="1813787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 w="12700" cap="flat" cmpd="sng" algn="ctr">
                <a:noFill/>
                <a:prstDash val="solid"/>
                <a:miter lim="800000"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Rectangle 13">
            <a:extLst>
              <a:ext uri="{FF2B5EF4-FFF2-40B4-BE49-F238E27FC236}">
                <a16:creationId xmlns:a16="http://schemas.microsoft.com/office/drawing/2014/main" id="{748FD3A7-A988-C981-98B7-F6B868FDE8FF}"/>
              </a:ext>
            </a:extLst>
          </p:cNvPr>
          <p:cNvSpPr/>
          <p:nvPr/>
        </p:nvSpPr>
        <p:spPr>
          <a:xfrm>
            <a:off x="252808" y="2799580"/>
            <a:ext cx="6020992" cy="54360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r>
              <a:rPr lang="en-IN" sz="2800" dirty="0">
                <a:solidFill>
                  <a:srgbClr val="002060"/>
                </a:solidFill>
              </a:rPr>
              <a:t>The Augmented matrix of the </a:t>
            </a:r>
            <a:r>
              <a:rPr lang="en-US" sz="2800" dirty="0">
                <a:solidFill>
                  <a:srgbClr val="002060"/>
                </a:solidFill>
              </a:rPr>
              <a:t>system is</a:t>
            </a:r>
            <a:endParaRPr lang="en-IN" sz="2800" b="1" dirty="0">
              <a:solidFill>
                <a:srgbClr val="00206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B0BAA46A-5E60-01EF-8454-2F99B9504D74}"/>
                  </a:ext>
                </a:extLst>
              </p:cNvPr>
              <p:cNvSpPr/>
              <p:nvPr/>
            </p:nvSpPr>
            <p:spPr>
              <a:xfrm>
                <a:off x="252808" y="3848776"/>
                <a:ext cx="1728392" cy="543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IN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d>
                            <m:dPr>
                              <m:begChr m:val=""/>
                              <m:endChr m:val="|"/>
                              <m:ctrlPr>
                                <a:rPr lang="en-IN" sz="2800" b="0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m:rPr>
                                  <m:sty m:val="p"/>
                                </m:rPr>
                                <a:rPr lang="en-IN" sz="2800" b="0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A</m:t>
                              </m:r>
                              <m:r>
                                <a:rPr lang="en-IN" sz="2800" b="0" i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e>
                          </m:d>
                          <m: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B</m:t>
                          </m:r>
                          <m: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d>
                      <m:r>
                        <a:rPr lang="en-IN" sz="2800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  <a:p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621C6629-897D-4685-8AB6-97C2187F442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2808" y="3848776"/>
                <a:ext cx="1728392" cy="54360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6670677B-64B7-01CB-0D8B-CB0DEA41E798}"/>
                  </a:ext>
                </a:extLst>
              </p:cNvPr>
              <p:cNvSpPr/>
              <p:nvPr/>
            </p:nvSpPr>
            <p:spPr>
              <a:xfrm>
                <a:off x="2055552" y="4851400"/>
                <a:ext cx="1623409" cy="564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28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2800" b="1" i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𝐑</m:t>
                          </m:r>
                        </m:e>
                        <m:sub>
                          <m:r>
                            <a:rPr lang="en-GB" sz="2800" b="1" i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𝟏𝟐</m:t>
                          </m:r>
                        </m:sub>
                      </m:sSub>
                      <m:d>
                        <m:dPr>
                          <m:ctrlPr>
                            <a:rPr lang="en-GB" sz="28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2800" b="1" i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e>
                      </m:d>
                      <m:r>
                        <a:rPr lang="en-IN" sz="2800" b="1" i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</m:oMath>
                  </m:oMathPara>
                </a14:m>
                <a:endParaRPr lang="en-IN" sz="28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6670677B-64B7-01CB-0D8B-CB0DEA41E79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55552" y="4851400"/>
                <a:ext cx="1623409" cy="56488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Rectangle: Rounded Corners 37">
            <a:extLst>
              <a:ext uri="{FF2B5EF4-FFF2-40B4-BE49-F238E27FC236}">
                <a16:creationId xmlns:a16="http://schemas.microsoft.com/office/drawing/2014/main" id="{C23C8852-12D4-0359-F932-9FDF57F1804C}"/>
              </a:ext>
            </a:extLst>
          </p:cNvPr>
          <p:cNvSpPr/>
          <p:nvPr/>
        </p:nvSpPr>
        <p:spPr>
          <a:xfrm>
            <a:off x="6078000" y="861732"/>
            <a:ext cx="36000" cy="5662800"/>
          </a:xfrm>
          <a:prstGeom prst="roundRect">
            <a:avLst/>
          </a:prstGeom>
          <a:gradFill>
            <a:gsLst>
              <a:gs pos="10000">
                <a:srgbClr val="0E47A1"/>
              </a:gs>
              <a:gs pos="100000">
                <a:srgbClr val="03A9F5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algn="ctr"/>
            <a:r>
              <a:rPr lang="en-IN" sz="2800" b="1" dirty="0">
                <a:solidFill>
                  <a:schemeClr val="bg1"/>
                </a:solidFill>
              </a:rPr>
              <a:t>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E28AA582-ECCB-5069-619E-FB788BF11506}"/>
                  </a:ext>
                </a:extLst>
              </p:cNvPr>
              <p:cNvSpPr/>
              <p:nvPr/>
            </p:nvSpPr>
            <p:spPr>
              <a:xfrm>
                <a:off x="3440795" y="4851400"/>
                <a:ext cx="1623409" cy="564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28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2800" b="1" i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𝐑</m:t>
                          </m:r>
                        </m:e>
                        <m:sub>
                          <m:r>
                            <a:rPr lang="en-GB" sz="2800" b="1" i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  <m:r>
                            <a:rPr lang="en-IN" sz="2800" b="1" i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𝟑</m:t>
                          </m:r>
                        </m:sub>
                      </m:sSub>
                      <m:d>
                        <m:dPr>
                          <m:ctrlPr>
                            <a:rPr lang="en-GB" sz="28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2800" b="1" i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IN" sz="2800" b="1" i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e>
                      </m:d>
                    </m:oMath>
                  </m:oMathPara>
                </a14:m>
                <a:endParaRPr lang="en-IN" sz="28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E28AA582-ECCB-5069-619E-FB788BF1150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40795" y="4851400"/>
                <a:ext cx="1623409" cy="564880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Rectangle 31">
                <a:extLst>
                  <a:ext uri="{FF2B5EF4-FFF2-40B4-BE49-F238E27FC236}">
                    <a16:creationId xmlns:a16="http://schemas.microsoft.com/office/drawing/2014/main" id="{7E5369E6-82B2-0478-5469-7F290CDD07D5}"/>
                  </a:ext>
                </a:extLst>
              </p:cNvPr>
              <p:cNvSpPr/>
              <p:nvPr/>
            </p:nvSpPr>
            <p:spPr>
              <a:xfrm>
                <a:off x="8832399" y="1068428"/>
                <a:ext cx="1466092" cy="12664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m>
                        <m:mPr>
                          <m:mcs>
                            <m:mc>
                              <m:mcPr>
                                <m:count m:val="1"/>
                                <m:mcJc m:val="center"/>
                              </m:mcPr>
                            </m:mc>
                          </m:mcs>
                          <m:ctrlPr>
                            <a:rPr lang="en-IN" sz="280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mPr>
                        <m:mr>
                          <m:e>
                            <m:r>
                              <m:rPr>
                                <m:sty m:val="p"/>
                              </m:rPr>
                              <a:rPr lang="en-US" sz="2800" i="0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a</m:t>
                            </m:r>
                          </m:e>
                        </m:mr>
                        <m:mr>
                          <m:e>
                            <m:r>
                              <a:rPr lang="en-US" sz="2800" b="0" i="0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m:rPr>
                                <m:sty m:val="p"/>
                              </m:rPr>
                              <a:rPr lang="en-US" sz="2800" b="0" i="0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a</m:t>
                            </m:r>
                            <m:r>
                              <a:rPr lang="en-US" sz="2800" b="0" i="0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m:rPr>
                                <m:sty m:val="p"/>
                              </m:rPr>
                              <a:rPr lang="en-US" sz="2800" b="0" i="0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b</m:t>
                            </m:r>
                          </m:e>
                        </m:mr>
                        <m:mr>
                          <m:e>
                            <m:r>
                              <a:rPr lang="en-US" sz="2800" b="0" i="0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−2</m:t>
                            </m:r>
                            <m:r>
                              <m:rPr>
                                <m:sty m:val="p"/>
                              </m:rPr>
                              <a:rPr lang="en-US" sz="2800" b="0" i="0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a</m:t>
                            </m:r>
                            <m:r>
                              <a:rPr lang="en-US" sz="2800" b="0" i="0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m:rPr>
                                <m:sty m:val="p"/>
                              </m:rPr>
                              <a:rPr lang="en-US" sz="2800" b="0" i="0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c</m:t>
                            </m:r>
                          </m:e>
                        </m:mr>
                      </m:m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32" name="Rectangle 31">
                <a:extLst>
                  <a:ext uri="{FF2B5EF4-FFF2-40B4-BE49-F238E27FC236}">
                    <a16:creationId xmlns:a16="http://schemas.microsoft.com/office/drawing/2014/main" id="{7E5369E6-82B2-0478-5469-7F290CDD07D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32399" y="1068428"/>
                <a:ext cx="1466092" cy="1266470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0" name="Group 39">
            <a:extLst>
              <a:ext uri="{FF2B5EF4-FFF2-40B4-BE49-F238E27FC236}">
                <a16:creationId xmlns:a16="http://schemas.microsoft.com/office/drawing/2014/main" id="{BE8A1BA3-2AE7-33AA-DC94-BA1B187D0CFA}"/>
              </a:ext>
            </a:extLst>
          </p:cNvPr>
          <p:cNvGrpSpPr/>
          <p:nvPr/>
        </p:nvGrpSpPr>
        <p:grpSpPr>
          <a:xfrm>
            <a:off x="6582701" y="1069928"/>
            <a:ext cx="4196951" cy="1370924"/>
            <a:chOff x="-1424139" y="3211395"/>
            <a:chExt cx="3590763" cy="1485224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2" name="Rectangle 41">
                  <a:extLst>
                    <a:ext uri="{FF2B5EF4-FFF2-40B4-BE49-F238E27FC236}">
                      <a16:creationId xmlns:a16="http://schemas.microsoft.com/office/drawing/2014/main" id="{F503F055-070B-967D-2A46-3218E21D9EC0}"/>
                    </a:ext>
                  </a:extLst>
                </p:cNvPr>
                <p:cNvSpPr/>
                <p:nvPr/>
              </p:nvSpPr>
              <p:spPr>
                <a:xfrm>
                  <a:off x="-1424139" y="3211395"/>
                  <a:ext cx="3590763" cy="148522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r>
                    <a:rPr lang="en-IN" sz="2800" b="0" dirty="0">
                      <a:solidFill>
                        <a:srgbClr val="002060"/>
                      </a:solidFill>
                    </a:rPr>
                    <a:t>~ </a:t>
                  </a:r>
                  <a14:m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US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n-IN" sz="2800" b="0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sz="2800" b="0" i="1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IN" sz="2800" b="0" i="1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IN" sz="2800" b="0" i="1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mr>
                            <m:mr>
                              <m:e>
                                <m:r>
                                  <a:rPr lang="en-IN" sz="2800" b="0" i="1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IN" sz="2800" b="0" i="1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e>
                              <m:e>
                                <m:r>
                                  <a:rPr lang="en-IN" sz="2800" b="0" i="1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e>
                            </m:mr>
                            <m:mr>
                              <m:e>
                                <m:r>
                                  <a:rPr lang="en-IN" sz="2800" b="0" i="1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IN" sz="2800" b="0" i="1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e>
                              <m:e>
                                <m:r>
                                  <a:rPr lang="en-IN" sz="2800" b="0" i="1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e>
                            </m:mr>
                          </m:m>
                          <m:r>
                            <a:rPr lang="en-US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                     </m:t>
                          </m:r>
                          <m:r>
                            <a:rPr lang="en-GB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d>
                    </m:oMath>
                  </a14:m>
                  <a:endParaRPr lang="en-IN" sz="2800" dirty="0">
                    <a:solidFill>
                      <a:srgbClr val="002060"/>
                    </a:solidFill>
                  </a:endParaRPr>
                </a:p>
              </p:txBody>
            </p:sp>
          </mc:Choice>
          <mc:Fallback xmlns="">
            <p:sp>
              <p:nvSpPr>
                <p:cNvPr id="42" name="Rectangle 41">
                  <a:extLst>
                    <a:ext uri="{FF2B5EF4-FFF2-40B4-BE49-F238E27FC236}">
                      <a16:creationId xmlns:a16="http://schemas.microsoft.com/office/drawing/2014/main" id="{F503F055-070B-967D-2A46-3218E21D9EC0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-1424139" y="3211395"/>
                  <a:ext cx="3590763" cy="1485224"/>
                </a:xfrm>
                <a:prstGeom prst="rect">
                  <a:avLst/>
                </a:prstGeom>
                <a:blipFill>
                  <a:blip r:embed="rId16"/>
                  <a:stretch>
                    <a:fillRect l="-3052"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9DAE9F9F-D414-12AE-F50A-CB9F17B4D243}"/>
                </a:ext>
              </a:extLst>
            </p:cNvPr>
            <p:cNvCxnSpPr/>
            <p:nvPr/>
          </p:nvCxnSpPr>
          <p:spPr>
            <a:xfrm>
              <a:off x="362562" y="3242593"/>
              <a:ext cx="0" cy="1326050"/>
            </a:xfrm>
            <a:prstGeom prst="line">
              <a:avLst/>
            </a:prstGeom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5" name="Group 44">
            <a:extLst>
              <a:ext uri="{FF2B5EF4-FFF2-40B4-BE49-F238E27FC236}">
                <a16:creationId xmlns:a16="http://schemas.microsoft.com/office/drawing/2014/main" id="{7BD007D5-9CE0-8D56-3CD7-D07FA7F6A0BB}"/>
              </a:ext>
            </a:extLst>
          </p:cNvPr>
          <p:cNvGrpSpPr/>
          <p:nvPr/>
        </p:nvGrpSpPr>
        <p:grpSpPr>
          <a:xfrm>
            <a:off x="6598049" y="3562693"/>
            <a:ext cx="4560950" cy="1370924"/>
            <a:chOff x="1833958" y="3480476"/>
            <a:chExt cx="3692619" cy="1485224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7" name="Rectangle 46">
                  <a:extLst>
                    <a:ext uri="{FF2B5EF4-FFF2-40B4-BE49-F238E27FC236}">
                      <a16:creationId xmlns:a16="http://schemas.microsoft.com/office/drawing/2014/main" id="{9AFD2E0B-0516-EE39-12F2-F77E6106D34E}"/>
                    </a:ext>
                  </a:extLst>
                </p:cNvPr>
                <p:cNvSpPr/>
                <p:nvPr/>
              </p:nvSpPr>
              <p:spPr>
                <a:xfrm>
                  <a:off x="1833958" y="3480476"/>
                  <a:ext cx="3692619" cy="148522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r>
                    <a:rPr lang="en-IN" sz="2800" b="0" dirty="0">
                      <a:solidFill>
                        <a:srgbClr val="002060"/>
                      </a:solidFill>
                    </a:rPr>
                    <a:t>~ </a:t>
                  </a:r>
                  <a14:m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US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n-IN" sz="2800" b="0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sz="2800" b="0" i="1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IN" sz="2800" b="0" i="1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IN" sz="2800" b="0" i="1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mr>
                            <m:mr>
                              <m:e>
                                <m:r>
                                  <a:rPr lang="en-IN" sz="2800" b="0" i="1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IN" sz="2800" b="0" i="1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e>
                              <m:e>
                                <m:r>
                                  <a:rPr lang="en-IN" sz="2800" b="0" i="1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e>
                            </m:mr>
                            <m:mr>
                              <m:e>
                                <m:r>
                                  <a:rPr lang="en-IN" sz="2800" b="0" i="1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IN" sz="2800" b="0" i="1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IN" sz="2800" b="0" i="1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</m:m>
                          <m:r>
                            <a:rPr lang="en-US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                            </m:t>
                          </m:r>
                          <m:r>
                            <a:rPr lang="en-GB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d>
                    </m:oMath>
                  </a14:m>
                  <a:endParaRPr lang="en-IN" sz="2800" dirty="0">
                    <a:solidFill>
                      <a:srgbClr val="002060"/>
                    </a:solidFill>
                  </a:endParaRPr>
                </a:p>
              </p:txBody>
            </p:sp>
          </mc:Choice>
          <mc:Fallback xmlns="">
            <p:sp>
              <p:nvSpPr>
                <p:cNvPr id="47" name="Rectangle 46">
                  <a:extLst>
                    <a:ext uri="{FF2B5EF4-FFF2-40B4-BE49-F238E27FC236}">
                      <a16:creationId xmlns:a16="http://schemas.microsoft.com/office/drawing/2014/main" id="{9AFD2E0B-0516-EE39-12F2-F77E6106D34E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833958" y="3480476"/>
                  <a:ext cx="3692619" cy="1485224"/>
                </a:xfrm>
                <a:prstGeom prst="rect">
                  <a:avLst/>
                </a:prstGeom>
                <a:blipFill>
                  <a:blip r:embed="rId17"/>
                  <a:stretch>
                    <a:fillRect l="-2670"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48" name="Straight Connector 47">
              <a:extLst>
                <a:ext uri="{FF2B5EF4-FFF2-40B4-BE49-F238E27FC236}">
                  <a16:creationId xmlns:a16="http://schemas.microsoft.com/office/drawing/2014/main" id="{9C8BA5DC-BFD8-0F02-4E3C-D840BCEC52F2}"/>
                </a:ext>
              </a:extLst>
            </p:cNvPr>
            <p:cNvCxnSpPr/>
            <p:nvPr/>
          </p:nvCxnSpPr>
          <p:spPr>
            <a:xfrm>
              <a:off x="3616209" y="3514747"/>
              <a:ext cx="0" cy="1326050"/>
            </a:xfrm>
            <a:prstGeom prst="line">
              <a:avLst/>
            </a:prstGeom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49" name="Rectangle 48">
                <a:extLst>
                  <a:ext uri="{FF2B5EF4-FFF2-40B4-BE49-F238E27FC236}">
                    <a16:creationId xmlns:a16="http://schemas.microsoft.com/office/drawing/2014/main" id="{4B0EB81B-E554-BE73-F1BC-F0F4EE0E6935}"/>
                  </a:ext>
                </a:extLst>
              </p:cNvPr>
              <p:cNvSpPr/>
              <p:nvPr/>
            </p:nvSpPr>
            <p:spPr>
              <a:xfrm>
                <a:off x="6862072" y="2763868"/>
                <a:ext cx="1623409" cy="564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28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2800" b="1" i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𝐑</m:t>
                          </m:r>
                        </m:e>
                        <m:sub>
                          <m:r>
                            <a:rPr lang="en-IN" sz="28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𝟐𝟑</m:t>
                          </m:r>
                        </m:sub>
                      </m:sSub>
                      <m:d>
                        <m:dPr>
                          <m:ctrlPr>
                            <a:rPr lang="en-GB" sz="28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2800" b="1" i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IN" sz="2800" b="1" i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e>
                      </m:d>
                    </m:oMath>
                  </m:oMathPara>
                </a14:m>
                <a:endParaRPr lang="en-IN" sz="28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49" name="Rectangle 48">
                <a:extLst>
                  <a:ext uri="{FF2B5EF4-FFF2-40B4-BE49-F238E27FC236}">
                    <a16:creationId xmlns:a16="http://schemas.microsoft.com/office/drawing/2014/main" id="{4B0EB81B-E554-BE73-F1BC-F0F4EE0E693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62072" y="2763868"/>
                <a:ext cx="1623409" cy="564880"/>
              </a:xfrm>
              <a:prstGeom prst="rect">
                <a:avLst/>
              </a:prstGeom>
              <a:blipFill>
                <a:blip r:embed="rId18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0" name="Rectangle 49">
                <a:extLst>
                  <a:ext uri="{FF2B5EF4-FFF2-40B4-BE49-F238E27FC236}">
                    <a16:creationId xmlns:a16="http://schemas.microsoft.com/office/drawing/2014/main" id="{F0DE5B05-8E3A-472C-AB0B-CBDE3A3CD91D}"/>
                  </a:ext>
                </a:extLst>
              </p:cNvPr>
              <p:cNvSpPr/>
              <p:nvPr/>
            </p:nvSpPr>
            <p:spPr>
              <a:xfrm>
                <a:off x="8806572" y="3534254"/>
                <a:ext cx="2274103" cy="12664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m>
                        <m:mPr>
                          <m:mcs>
                            <m:mc>
                              <m:mcPr>
                                <m:count m:val="1"/>
                                <m:mcJc m:val="center"/>
                              </m:mcPr>
                            </m:mc>
                          </m:mcs>
                          <m:ctrlPr>
                            <a:rPr lang="en-IN" sz="280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mPr>
                        <m:mr>
                          <m:e>
                            <m:r>
                              <m:rPr>
                                <m:sty m:val="p"/>
                              </m:rPr>
                              <a:rPr lang="en-US" sz="2800" i="0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a</m:t>
                            </m:r>
                          </m:e>
                        </m:mr>
                        <m:mr>
                          <m:e>
                            <m:r>
                              <a:rPr lang="en-US" sz="2800" b="0" i="0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m:rPr>
                                <m:sty m:val="p"/>
                              </m:rPr>
                              <a:rPr lang="en-US" sz="2800" b="0" i="0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a</m:t>
                            </m:r>
                            <m:r>
                              <a:rPr lang="en-US" sz="2800" b="0" i="0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m:rPr>
                                <m:sty m:val="p"/>
                              </m:rPr>
                              <a:rPr lang="en-US" sz="2800" b="0" i="0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b</m:t>
                            </m:r>
                          </m:e>
                        </m:mr>
                        <m:mr>
                          <m:e>
                            <m:r>
                              <a:rPr lang="en-US" sz="2800" b="0" i="0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−4</m:t>
                            </m:r>
                            <m:r>
                              <m:rPr>
                                <m:sty m:val="p"/>
                              </m:rPr>
                              <a:rPr lang="en-US" sz="2800" b="0" i="0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a</m:t>
                            </m:r>
                            <m:r>
                              <a:rPr lang="en-US" sz="2800" b="0" i="0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m:rPr>
                                <m:sty m:val="p"/>
                              </m:rPr>
                              <a:rPr lang="en-US" sz="2800" b="0" i="0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b</m:t>
                            </m:r>
                            <m:r>
                              <a:rPr lang="en-US" sz="2800" b="0" i="0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m:rPr>
                                <m:sty m:val="p"/>
                              </m:rPr>
                              <a:rPr lang="en-US" sz="2800" b="0" i="0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c</m:t>
                            </m:r>
                          </m:e>
                        </m:mr>
                      </m:m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50" name="Rectangle 49">
                <a:extLst>
                  <a:ext uri="{FF2B5EF4-FFF2-40B4-BE49-F238E27FC236}">
                    <a16:creationId xmlns:a16="http://schemas.microsoft.com/office/drawing/2014/main" id="{F0DE5B05-8E3A-472C-AB0B-CBDE3A3CD91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06572" y="3534254"/>
                <a:ext cx="2274103" cy="1266470"/>
              </a:xfrm>
              <a:prstGeom prst="rect">
                <a:avLst/>
              </a:prstGeom>
              <a:blipFill>
                <a:blip r:embed="rId19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796840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5" grpId="0"/>
      <p:bldP spid="8" grpId="0"/>
      <p:bldP spid="16" grpId="0" animBg="1"/>
      <p:bldP spid="17" grpId="0"/>
      <p:bldP spid="32" grpId="0"/>
      <p:bldP spid="49" grpId="0"/>
      <p:bldP spid="50" grpId="0"/>
    </p:bldLst>
  </p:timing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EFDAE0-297D-3782-FB9E-6D74F33648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264E8149-ACF8-C169-C2A2-516A48F60B25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IN" dirty="0"/>
                  <a:t>Method:3 </a:t>
                </a:r>
                <a14:m>
                  <m:oMath xmlns:m="http://schemas.openxmlformats.org/officeDocument/2006/math">
                    <m:r>
                      <a:rPr lang="en-I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⇝</m:t>
                    </m:r>
                  </m:oMath>
                </a14:m>
                <a:r>
                  <a:rPr lang="en-IN" dirty="0"/>
                  <a:t> Example:17(continue)</a:t>
                </a:r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264E8149-ACF8-C169-C2A2-516A48F60B2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400" t="-8547" b="-1965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5" name="Rectangle 64">
                <a:extLst>
                  <a:ext uri="{FF2B5EF4-FFF2-40B4-BE49-F238E27FC236}">
                    <a16:creationId xmlns:a16="http://schemas.microsoft.com/office/drawing/2014/main" id="{54F026A2-E57F-2FB9-2477-9B7246E2BD68}"/>
                  </a:ext>
                </a:extLst>
              </p:cNvPr>
              <p:cNvSpPr/>
              <p:nvPr/>
            </p:nvSpPr>
            <p:spPr>
              <a:xfrm>
                <a:off x="266657" y="2535737"/>
                <a:ext cx="6197644" cy="543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r>
                  <a:rPr lang="en-IN" sz="2800" dirty="0">
                    <a:solidFill>
                      <a:srgbClr val="002060"/>
                    </a:solidFill>
                  </a:rPr>
                  <a:t>If </a:t>
                </a:r>
                <a14:m>
                  <m:oMath xmlns:m="http://schemas.openxmlformats.org/officeDocument/2006/math">
                    <m:r>
                      <a:rPr lang="en-US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−4</m:t>
                    </m:r>
                    <m:r>
                      <m:rPr>
                        <m:sty m:val="p"/>
                      </m:rPr>
                      <a:rPr lang="en-US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a</m:t>
                    </m:r>
                    <m:r>
                      <a:rPr lang="en-US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US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b</m:t>
                    </m:r>
                    <m:r>
                      <a:rPr lang="en-US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US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c</m:t>
                    </m:r>
                    <m:r>
                      <a:rPr lang="en-US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≠0,</m:t>
                    </m:r>
                  </m:oMath>
                </a14:m>
                <a:r>
                  <a:rPr lang="en-IN" sz="2800" dirty="0">
                    <a:solidFill>
                      <a:srgbClr val="002060"/>
                    </a:solidFill>
                  </a:rPr>
                  <a:t> then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80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ρ</m:t>
                    </m:r>
                    <m:d>
                      <m:dPr>
                        <m:ctrlPr>
                          <a:rPr lang="en-US" sz="28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sz="2800" b="0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A</m:t>
                        </m:r>
                      </m:e>
                    </m:d>
                    <m:r>
                      <a:rPr lang="en-US" sz="2800" i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≠</m:t>
                    </m:r>
                    <m:r>
                      <m:rPr>
                        <m:sty m:val="p"/>
                      </m:rPr>
                      <a:rPr lang="en-IN" sz="2800" i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ρ</m:t>
                    </m:r>
                    <m:d>
                      <m:dPr>
                        <m:ctrlPr>
                          <a:rPr lang="en-US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sz="2800" i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A</m:t>
                        </m:r>
                        <m:r>
                          <a:rPr lang="en-US" sz="2800" b="0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|</m:t>
                        </m:r>
                        <m:r>
                          <m:rPr>
                            <m:sty m:val="p"/>
                          </m:rPr>
                          <a:rPr lang="en-US" sz="2800" b="0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B</m:t>
                        </m:r>
                      </m:e>
                    </m:d>
                  </m:oMath>
                </a14:m>
                <a:endParaRPr lang="en-IN" sz="2800" b="1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65" name="Rectangle 64">
                <a:extLst>
                  <a:ext uri="{FF2B5EF4-FFF2-40B4-BE49-F238E27FC236}">
                    <a16:creationId xmlns:a16="http://schemas.microsoft.com/office/drawing/2014/main" id="{54F026A2-E57F-2FB9-2477-9B7246E2BD6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6657" y="2535737"/>
                <a:ext cx="6197644" cy="543600"/>
              </a:xfrm>
              <a:prstGeom prst="rect">
                <a:avLst/>
              </a:prstGeom>
              <a:blipFill>
                <a:blip r:embed="rId9"/>
                <a:stretch>
                  <a:fillRect l="-2067" t="-12360" b="-26966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835E85EF-2A5A-FCD1-B95A-A8D0242F02EC}"/>
                  </a:ext>
                </a:extLst>
              </p:cNvPr>
              <p:cNvSpPr/>
              <p:nvPr/>
            </p:nvSpPr>
            <p:spPr>
              <a:xfrm>
                <a:off x="224558" y="3208249"/>
                <a:ext cx="8763044" cy="543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r>
                  <a:rPr lang="en-IN" sz="2800" dirty="0">
                    <a:solidFill>
                      <a:srgbClr val="002060"/>
                    </a:solidFill>
                  </a:rPr>
                  <a:t>So, System is inconsistent for some choices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a</m:t>
                    </m:r>
                    <m:r>
                      <a:rPr lang="en-US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, </m:t>
                    </m:r>
                    <m:r>
                      <m:rPr>
                        <m:sty m:val="p"/>
                      </m:rPr>
                      <a:rPr lang="en-US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b</m:t>
                    </m:r>
                    <m:r>
                      <a:rPr lang="en-US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and</m:t>
                    </m:r>
                    <m:r>
                      <a:rPr lang="en-US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c</m:t>
                    </m:r>
                  </m:oMath>
                </a14:m>
                <a:r>
                  <a:rPr lang="en-IN" sz="2800" dirty="0">
                    <a:solidFill>
                      <a:srgbClr val="002060"/>
                    </a:solidFill>
                  </a:rPr>
                  <a:t>.</a:t>
                </a:r>
                <a:endParaRPr lang="en-IN" sz="2800" b="1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835E85EF-2A5A-FCD1-B95A-A8D0242F02E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4558" y="3208249"/>
                <a:ext cx="8763044" cy="543600"/>
              </a:xfrm>
              <a:prstGeom prst="rect">
                <a:avLst/>
              </a:prstGeom>
              <a:blipFill>
                <a:blip r:embed="rId13"/>
                <a:stretch>
                  <a:fillRect l="-1461" t="-11236" b="-26966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FDC03375-C45F-C340-016B-B89623D903B2}"/>
                  </a:ext>
                </a:extLst>
              </p:cNvPr>
              <p:cNvSpPr/>
              <p:nvPr/>
            </p:nvSpPr>
            <p:spPr>
              <a:xfrm>
                <a:off x="224557" y="3851844"/>
                <a:ext cx="8763044" cy="543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r>
                  <a:rPr lang="en-IN" sz="2800" dirty="0">
                    <a:solidFill>
                      <a:srgbClr val="002060"/>
                    </a:solidFill>
                  </a:rPr>
                  <a:t>Hence,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b="0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en-US" sz="2800" i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, −</m:t>
                        </m:r>
                        <m:r>
                          <a:rPr lang="en-US" sz="2800" b="0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sz="2800" i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sz="2800" b="0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d>
                    <m:r>
                      <a:rPr lang="en-US" sz="2800" i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, </m:t>
                    </m:r>
                    <m:d>
                      <m:dPr>
                        <m:ctrlPr>
                          <a:rPr lang="en-US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b="0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a:rPr lang="en-US" sz="2800" i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sz="2800" b="0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a:rPr lang="en-US" sz="2800" i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sz="2800" b="0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e>
                    </m:d>
                    <m:r>
                      <a:rPr lang="en-US" sz="2800" i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, </m:t>
                    </m:r>
                    <m:d>
                      <m:dPr>
                        <m:ctrlPr>
                          <a:rPr lang="en-US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b="0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sz="2800" i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sz="2800" b="0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a:rPr lang="en-US" sz="2800" i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, 8</m:t>
                        </m:r>
                      </m:e>
                    </m:d>
                  </m:oMath>
                </a14:m>
                <a:r>
                  <a:rPr lang="en-IN" sz="2800" dirty="0">
                    <a:solidFill>
                      <a:srgbClr val="002060"/>
                    </a:solidFill>
                  </a:rPr>
                  <a:t> </a:t>
                </a:r>
                <a:r>
                  <a:rPr lang="en-IN" sz="2800" b="1" dirty="0">
                    <a:solidFill>
                      <a:srgbClr val="FF0000"/>
                    </a:solidFill>
                  </a:rPr>
                  <a:t>does</a:t>
                </a:r>
                <a:r>
                  <a:rPr lang="en-IN" sz="2800" dirty="0">
                    <a:solidFill>
                      <a:srgbClr val="002060"/>
                    </a:solidFill>
                  </a:rPr>
                  <a:t> </a:t>
                </a:r>
                <a:r>
                  <a:rPr lang="en-IN" sz="2800" b="1" dirty="0">
                    <a:solidFill>
                      <a:srgbClr val="FF0000"/>
                    </a:solidFill>
                  </a:rPr>
                  <a:t>not</a:t>
                </a:r>
                <a:r>
                  <a:rPr lang="en-IN" sz="2800" dirty="0">
                    <a:solidFill>
                      <a:srgbClr val="002060"/>
                    </a:solidFill>
                  </a:rPr>
                  <a:t> </a:t>
                </a:r>
                <a:r>
                  <a:rPr lang="en-US" sz="2800" dirty="0">
                    <a:solidFill>
                      <a:srgbClr val="002060"/>
                    </a:solidFill>
                  </a:rPr>
                  <a:t>span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800" i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n-US" sz="2800" i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lang="en-US" sz="2800" dirty="0">
                    <a:solidFill>
                      <a:srgbClr val="002060"/>
                    </a:solidFill>
                  </a:rPr>
                  <a:t>.</a:t>
                </a:r>
                <a:endParaRPr lang="en-IN" sz="2800" b="1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FDC03375-C45F-C340-016B-B89623D903B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4557" y="3851844"/>
                <a:ext cx="8763044" cy="543600"/>
              </a:xfrm>
              <a:prstGeom prst="rect">
                <a:avLst/>
              </a:prstGeom>
              <a:blipFill>
                <a:blip r:embed="rId14"/>
                <a:stretch>
                  <a:fillRect l="-1461" t="-11236" b="-28090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4" name="Group 23">
            <a:extLst>
              <a:ext uri="{FF2B5EF4-FFF2-40B4-BE49-F238E27FC236}">
                <a16:creationId xmlns:a16="http://schemas.microsoft.com/office/drawing/2014/main" id="{4A7C8035-2146-4287-A5EE-C898332FEADC}"/>
              </a:ext>
            </a:extLst>
          </p:cNvPr>
          <p:cNvGrpSpPr/>
          <p:nvPr/>
        </p:nvGrpSpPr>
        <p:grpSpPr>
          <a:xfrm>
            <a:off x="224557" y="940992"/>
            <a:ext cx="4560950" cy="1370924"/>
            <a:chOff x="1833958" y="3480476"/>
            <a:chExt cx="3692619" cy="1485224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5" name="Rectangle 24">
                  <a:extLst>
                    <a:ext uri="{FF2B5EF4-FFF2-40B4-BE49-F238E27FC236}">
                      <a16:creationId xmlns:a16="http://schemas.microsoft.com/office/drawing/2014/main" id="{80CC0302-69C4-42D0-BC6B-CB1F73248B65}"/>
                    </a:ext>
                  </a:extLst>
                </p:cNvPr>
                <p:cNvSpPr/>
                <p:nvPr/>
              </p:nvSpPr>
              <p:spPr>
                <a:xfrm>
                  <a:off x="1833958" y="3480476"/>
                  <a:ext cx="3692619" cy="148522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r>
                    <a:rPr lang="en-IN" sz="2800" b="0" dirty="0">
                      <a:solidFill>
                        <a:srgbClr val="002060"/>
                      </a:solidFill>
                    </a:rPr>
                    <a:t>~ </a:t>
                  </a:r>
                  <a14:m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US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n-IN" sz="2800" b="0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sz="2800" b="0" i="1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IN" sz="2800" b="0" i="1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IN" sz="2800" b="0" i="1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mr>
                            <m:mr>
                              <m:e>
                                <m:r>
                                  <a:rPr lang="en-IN" sz="2800" b="0" i="1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IN" sz="2800" b="0" i="1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e>
                              <m:e>
                                <m:r>
                                  <a:rPr lang="en-IN" sz="2800" b="0" i="1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e>
                            </m:mr>
                            <m:mr>
                              <m:e>
                                <m:r>
                                  <a:rPr lang="en-IN" sz="2800" b="0" i="1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IN" sz="2800" b="0" i="1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IN" sz="2800" b="0" i="1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</m:m>
                          <m:r>
                            <a:rPr lang="en-US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                            </m:t>
                          </m:r>
                          <m:r>
                            <a:rPr lang="en-GB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d>
                    </m:oMath>
                  </a14:m>
                  <a:endParaRPr lang="en-IN" sz="2800" dirty="0">
                    <a:solidFill>
                      <a:srgbClr val="002060"/>
                    </a:solidFill>
                  </a:endParaRPr>
                </a:p>
              </p:txBody>
            </p:sp>
          </mc:Choice>
          <mc:Fallback xmlns="">
            <p:sp>
              <p:nvSpPr>
                <p:cNvPr id="25" name="Rectangle 24">
                  <a:extLst>
                    <a:ext uri="{FF2B5EF4-FFF2-40B4-BE49-F238E27FC236}">
                      <a16:creationId xmlns:a16="http://schemas.microsoft.com/office/drawing/2014/main" id="{80CC0302-69C4-42D0-BC6B-CB1F73248B65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833958" y="3480476"/>
                  <a:ext cx="3692619" cy="1485224"/>
                </a:xfrm>
                <a:prstGeom prst="rect">
                  <a:avLst/>
                </a:prstGeom>
                <a:blipFill>
                  <a:blip r:embed="rId15"/>
                  <a:stretch>
                    <a:fillRect l="-2807"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DD3C203B-BFDC-4876-9E3D-197D457E41FF}"/>
                </a:ext>
              </a:extLst>
            </p:cNvPr>
            <p:cNvCxnSpPr/>
            <p:nvPr/>
          </p:nvCxnSpPr>
          <p:spPr>
            <a:xfrm>
              <a:off x="3616209" y="3514747"/>
              <a:ext cx="0" cy="1326050"/>
            </a:xfrm>
            <a:prstGeom prst="line">
              <a:avLst/>
            </a:prstGeom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7" name="Rectangle 26">
                <a:extLst>
                  <a:ext uri="{FF2B5EF4-FFF2-40B4-BE49-F238E27FC236}">
                    <a16:creationId xmlns:a16="http://schemas.microsoft.com/office/drawing/2014/main" id="{8638D155-2D7A-44C9-81E8-7D07221D42EC}"/>
                  </a:ext>
                </a:extLst>
              </p:cNvPr>
              <p:cNvSpPr/>
              <p:nvPr/>
            </p:nvSpPr>
            <p:spPr>
              <a:xfrm>
                <a:off x="2433080" y="912553"/>
                <a:ext cx="2274103" cy="12664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m>
                        <m:mPr>
                          <m:mcs>
                            <m:mc>
                              <m:mcPr>
                                <m:count m:val="1"/>
                                <m:mcJc m:val="center"/>
                              </m:mcPr>
                            </m:mc>
                          </m:mcs>
                          <m:ctrlPr>
                            <a:rPr lang="en-IN" sz="280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mPr>
                        <m:mr>
                          <m:e>
                            <m:r>
                              <m:rPr>
                                <m:sty m:val="p"/>
                              </m:rPr>
                              <a:rPr lang="en-US" sz="2800" i="0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a</m:t>
                            </m:r>
                          </m:e>
                        </m:mr>
                        <m:mr>
                          <m:e>
                            <m:r>
                              <a:rPr lang="en-US" sz="2800" b="0" i="0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m:rPr>
                                <m:sty m:val="p"/>
                              </m:rPr>
                              <a:rPr lang="en-US" sz="2800" b="0" i="0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a</m:t>
                            </m:r>
                            <m:r>
                              <a:rPr lang="en-US" sz="2800" b="0" i="0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m:rPr>
                                <m:sty m:val="p"/>
                              </m:rPr>
                              <a:rPr lang="en-US" sz="2800" b="0" i="0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b</m:t>
                            </m:r>
                          </m:e>
                        </m:mr>
                        <m:mr>
                          <m:e>
                            <m:r>
                              <a:rPr lang="en-US" sz="2800" b="0" i="0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−4</m:t>
                            </m:r>
                            <m:r>
                              <m:rPr>
                                <m:sty m:val="p"/>
                              </m:rPr>
                              <a:rPr lang="en-US" sz="2800" b="0" i="0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a</m:t>
                            </m:r>
                            <m:r>
                              <a:rPr lang="en-US" sz="2800" b="0" i="0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m:rPr>
                                <m:sty m:val="p"/>
                              </m:rPr>
                              <a:rPr lang="en-US" sz="2800" b="0" i="0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b</m:t>
                            </m:r>
                            <m:r>
                              <a:rPr lang="en-US" sz="2800" b="0" i="0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m:rPr>
                                <m:sty m:val="p"/>
                              </m:rPr>
                              <a:rPr lang="en-US" sz="2800" b="0" i="0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c</m:t>
                            </m:r>
                          </m:e>
                        </m:mr>
                      </m:m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27" name="Rectangle 26">
                <a:extLst>
                  <a:ext uri="{FF2B5EF4-FFF2-40B4-BE49-F238E27FC236}">
                    <a16:creationId xmlns:a16="http://schemas.microsoft.com/office/drawing/2014/main" id="{8638D155-2D7A-44C9-81E8-7D07221D42E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33080" y="912553"/>
                <a:ext cx="2274103" cy="1266470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082384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5" grpId="0"/>
      <p:bldP spid="10" grpId="0"/>
      <p:bldP spid="11" grpId="0"/>
    </p:bldLst>
  </p:timing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07658B-B208-07C7-5599-42AD7D352B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8E133FDB-A72E-EA03-291C-29FB4D2482DE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IN" dirty="0"/>
                  <a:t>Method:3 </a:t>
                </a:r>
                <a14:m>
                  <m:oMath xmlns:m="http://schemas.openxmlformats.org/officeDocument/2006/math">
                    <m:r>
                      <a:rPr lang="en-IN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⇝</m:t>
                    </m:r>
                  </m:oMath>
                </a14:m>
                <a:r>
                  <a:rPr lang="en-IN" dirty="0"/>
                  <a:t> Example:13</a:t>
                </a:r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8E133FDB-A72E-EA03-291C-29FB4D2482D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400" t="-8547" b="-1965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35972A2E-25D7-C897-9D78-CA14AF0D56C8}"/>
              </a:ext>
            </a:extLst>
          </p:cNvPr>
          <p:cNvSpPr/>
          <p:nvPr/>
        </p:nvSpPr>
        <p:spPr>
          <a:xfrm>
            <a:off x="122278" y="2082741"/>
            <a:ext cx="1450657" cy="468000"/>
          </a:xfrm>
          <a:prstGeom prst="roundRect">
            <a:avLst/>
          </a:prstGeom>
          <a:gradFill>
            <a:gsLst>
              <a:gs pos="10000">
                <a:srgbClr val="0E47A1"/>
              </a:gs>
              <a:gs pos="100000">
                <a:srgbClr val="03A9F5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en-IN" sz="2800" dirty="0">
                <a:solidFill>
                  <a:schemeClr val="bg1"/>
                </a:solidFill>
              </a:rPr>
              <a:t>Solution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4" name="Content Placeholder 4">
                <a:extLst>
                  <a:ext uri="{FF2B5EF4-FFF2-40B4-BE49-F238E27FC236}">
                    <a16:creationId xmlns:a16="http://schemas.microsoft.com/office/drawing/2014/main" id="{02B74671-0FAF-5DCE-135B-C123CD3885CF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604480" y="773202"/>
                <a:ext cx="10587520" cy="1171712"/>
              </a:xfrm>
              <a:prstGeom prst="rect">
                <a:avLst/>
              </a:prstGeom>
              <a:noFill/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vert="horz" lIns="91440" tIns="45720" rIns="91440" bIns="45720" rtlCol="0" anchor="ctr">
                <a:noAutofit/>
              </a:bodyPr>
              <a:lstStyle>
                <a:lvl1pPr marL="265113" indent="-265113" algn="just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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809625" indent="-352425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 algn="l">
                  <a:lnSpc>
                    <a:spcPct val="150000"/>
                  </a:lnSpc>
                  <a:buNone/>
                </a:pPr>
                <a:r>
                  <a:rPr lang="en-US" sz="2800" b="1" dirty="0">
                    <a:solidFill>
                      <a:srgbClr val="FF0000"/>
                    </a:solidFill>
                    <a:ea typeface="Calibri" panose="020F0502020204030204" pitchFamily="34" charset="0"/>
                    <a:cs typeface="Shruti" panose="020B0502040204020203" pitchFamily="34" charset="0"/>
                  </a:rPr>
                  <a:t>Determine</a:t>
                </a:r>
                <a:r>
                  <a:rPr lang="en-US" sz="2800" dirty="0">
                    <a:solidFill>
                      <a:srgbClr val="002060"/>
                    </a:solidFill>
                    <a:ea typeface="Calibri" panose="020F0502020204030204" pitchFamily="34" charset="0"/>
                    <a:cs typeface="Shruti" panose="020B0502040204020203" pitchFamily="34" charset="0"/>
                  </a:rPr>
                  <a:t> whether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Shruti" panose="020B0502040204020203" pitchFamily="34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Shruti" panose="020B0502040204020203" pitchFamily="34" charset="0"/>
                          </a:rPr>
                          <m:t>v</m:t>
                        </m:r>
                      </m:e>
                      <m:sub>
                        <m:r>
                          <a:rPr lang="en-US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Shruti" panose="020B0502040204020203" pitchFamily="34" charset="0"/>
                          </a:rPr>
                          <m:t>1</m:t>
                        </m:r>
                      </m:sub>
                    </m:sSub>
                    <m:r>
                      <a:rPr lang="en-US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Shruti" panose="020B0502040204020203" pitchFamily="34" charset="0"/>
                      </a:rPr>
                      <m:t>=</m:t>
                    </m:r>
                    <m:d>
                      <m:dPr>
                        <m:ctrlPr>
                          <a:rPr lang="en-US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Shruti" panose="020B0502040204020203" pitchFamily="34" charset="0"/>
                          </a:rPr>
                        </m:ctrlPr>
                      </m:dPr>
                      <m:e>
                        <m:r>
                          <a:rPr lang="en-US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Shruti" panose="020B0502040204020203" pitchFamily="34" charset="0"/>
                          </a:rPr>
                          <m:t>2, 2, 2</m:t>
                        </m:r>
                      </m:e>
                    </m:d>
                    <m:r>
                      <a:rPr lang="en-US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Shruti" panose="020B0502040204020203" pitchFamily="34" charset="0"/>
                      </a:rPr>
                      <m:t>, </m:t>
                    </m:r>
                    <m:sSub>
                      <m:sSubPr>
                        <m:ctrlPr>
                          <a:rPr lang="en-US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Shruti" panose="020B0502040204020203" pitchFamily="34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Shruti" panose="020B0502040204020203" pitchFamily="34" charset="0"/>
                          </a:rPr>
                          <m:t>v</m:t>
                        </m:r>
                      </m:e>
                      <m:sub>
                        <m:r>
                          <a:rPr lang="en-US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Shruti" panose="020B0502040204020203" pitchFamily="34" charset="0"/>
                          </a:rPr>
                          <m:t>2</m:t>
                        </m:r>
                      </m:sub>
                    </m:sSub>
                    <m:r>
                      <a:rPr lang="en-US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Shruti" panose="020B0502040204020203" pitchFamily="34" charset="0"/>
                      </a:rPr>
                      <m:t>=</m:t>
                    </m:r>
                    <m:d>
                      <m:dPr>
                        <m:ctrlPr>
                          <a:rPr lang="en-US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Shruti" panose="020B0502040204020203" pitchFamily="34" charset="0"/>
                          </a:rPr>
                        </m:ctrlPr>
                      </m:dPr>
                      <m:e>
                        <m:r>
                          <a:rPr lang="en-US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Shruti" panose="020B0502040204020203" pitchFamily="34" charset="0"/>
                          </a:rPr>
                          <m:t>0, 0, 3</m:t>
                        </m:r>
                      </m:e>
                    </m:d>
                    <m:r>
                      <a:rPr lang="en-US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Shruti" panose="020B0502040204020203" pitchFamily="34" charset="0"/>
                      </a:rPr>
                      <m:t> &amp; </m:t>
                    </m:r>
                    <m:sSub>
                      <m:sSubPr>
                        <m:ctrlPr>
                          <a:rPr lang="en-US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Shruti" panose="020B0502040204020203" pitchFamily="34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Shruti" panose="020B0502040204020203" pitchFamily="34" charset="0"/>
                          </a:rPr>
                          <m:t>v</m:t>
                        </m:r>
                      </m:e>
                      <m:sub>
                        <m:r>
                          <a:rPr lang="en-US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Shruti" panose="020B0502040204020203" pitchFamily="34" charset="0"/>
                          </a:rPr>
                          <m:t>3</m:t>
                        </m:r>
                      </m:sub>
                    </m:sSub>
                    <m:r>
                      <a:rPr lang="en-US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Shruti" panose="020B0502040204020203" pitchFamily="34" charset="0"/>
                      </a:rPr>
                      <m:t>=</m:t>
                    </m:r>
                    <m:d>
                      <m:dPr>
                        <m:ctrlPr>
                          <a:rPr lang="en-US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Shruti" panose="020B0502040204020203" pitchFamily="34" charset="0"/>
                          </a:rPr>
                        </m:ctrlPr>
                      </m:dPr>
                      <m:e>
                        <m:r>
                          <a:rPr lang="en-US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Shruti" panose="020B0502040204020203" pitchFamily="34" charset="0"/>
                          </a:rPr>
                          <m:t>0, 1, 1</m:t>
                        </m:r>
                      </m:e>
                    </m:d>
                    <m:r>
                      <a:rPr lang="en-US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Shruti" panose="020B0502040204020203" pitchFamily="34" charset="0"/>
                      </a:rPr>
                      <m:t> </m:t>
                    </m:r>
                  </m:oMath>
                </a14:m>
                <a:r>
                  <a:rPr lang="en-US" sz="2800" dirty="0">
                    <a:solidFill>
                      <a:srgbClr val="002060"/>
                    </a:solidFill>
                    <a:ea typeface="Calibri" panose="020F0502020204030204" pitchFamily="34" charset="0"/>
                    <a:cs typeface="Shruti" panose="020B0502040204020203" pitchFamily="34" charset="0"/>
                  </a:rPr>
                  <a:t>span the vector space</a:t>
                </a:r>
                <a14:m>
                  <m:oMath xmlns:m="http://schemas.openxmlformats.org/officeDocument/2006/math">
                    <m:r>
                      <a:rPr lang="en-US" sz="2800" i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Shruti" panose="020B0502040204020203" pitchFamily="34" charset="0"/>
                      </a:rPr>
                      <m:t> </m:t>
                    </m:r>
                    <m:sSup>
                      <m:sSupPr>
                        <m:ctrlPr>
                          <a:rPr lang="en-US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Shruti" panose="020B0502040204020203" pitchFamily="34" charset="0"/>
                          </a:rPr>
                        </m:ctrlPr>
                      </m:sSupPr>
                      <m:e>
                        <m:r>
                          <a:rPr lang="en-US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Shruti" panose="020B0502040204020203" pitchFamily="34" charset="0"/>
                          </a:rPr>
                          <m:t>ℝ</m:t>
                        </m:r>
                      </m:e>
                      <m:sup>
                        <m:r>
                          <a:rPr lang="en-US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Shruti" panose="020B0502040204020203" pitchFamily="34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lang="en-US" sz="2800" dirty="0">
                    <a:solidFill>
                      <a:srgbClr val="002060"/>
                    </a:solidFill>
                    <a:ea typeface="Calibri" panose="020F0502020204030204" pitchFamily="34" charset="0"/>
                    <a:cs typeface="Shruti" panose="020B0502040204020203" pitchFamily="34" charset="0"/>
                  </a:rPr>
                  <a:t>.</a:t>
                </a:r>
              </a:p>
            </p:txBody>
          </p:sp>
        </mc:Choice>
        <mc:Fallback xmlns="">
          <p:sp>
            <p:nvSpPr>
              <p:cNvPr id="34" name="Content Placeholder 4">
                <a:extLst>
                  <a:ext uri="{FF2B5EF4-FFF2-40B4-BE49-F238E27FC236}">
                    <a16:creationId xmlns:a16="http://schemas.microsoft.com/office/drawing/2014/main" id="{02B74671-0FAF-5DCE-135B-C123CD3885C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04480" y="773202"/>
                <a:ext cx="10587520" cy="1171712"/>
              </a:xfrm>
              <a:prstGeom prst="rect">
                <a:avLst/>
              </a:prstGeom>
              <a:blipFill>
                <a:blip r:embed="rId3"/>
                <a:stretch>
                  <a:fillRect l="-1151" b="-20313"/>
                </a:stretch>
              </a:blipFill>
              <a:ln w="12700" cap="flat" cmpd="sng" algn="ctr">
                <a:noFill/>
                <a:prstDash val="solid"/>
                <a:miter lim="800000"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5" name="Rectangle: Rounded Corners 34">
            <a:extLst>
              <a:ext uri="{FF2B5EF4-FFF2-40B4-BE49-F238E27FC236}">
                <a16:creationId xmlns:a16="http://schemas.microsoft.com/office/drawing/2014/main" id="{736E9383-FA9F-C1A0-280F-51F545C54229}"/>
              </a:ext>
            </a:extLst>
          </p:cNvPr>
          <p:cNvSpPr/>
          <p:nvPr/>
        </p:nvSpPr>
        <p:spPr>
          <a:xfrm>
            <a:off x="122279" y="854244"/>
            <a:ext cx="1450657" cy="468000"/>
          </a:xfrm>
          <a:prstGeom prst="roundRect">
            <a:avLst/>
          </a:prstGeom>
          <a:gradFill>
            <a:gsLst>
              <a:gs pos="10000">
                <a:srgbClr val="0E47A1"/>
              </a:gs>
              <a:gs pos="100000">
                <a:srgbClr val="03A9F5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r>
              <a:rPr lang="en-IN" sz="2800" dirty="0">
                <a:solidFill>
                  <a:schemeClr val="bg1"/>
                </a:solidFill>
              </a:rPr>
              <a:t>Example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Content Placeholder 4">
                <a:extLst>
                  <a:ext uri="{FF2B5EF4-FFF2-40B4-BE49-F238E27FC236}">
                    <a16:creationId xmlns:a16="http://schemas.microsoft.com/office/drawing/2014/main" id="{943E8303-3F55-8D0E-0F03-4169E7B80343}"/>
                  </a:ext>
                </a:extLst>
              </p:cNvPr>
              <p:cNvSpPr txBox="1">
                <a:spLocks/>
              </p:cNvSpPr>
              <p:nvPr/>
            </p:nvSpPr>
            <p:spPr>
              <a:xfrm flipH="1">
                <a:off x="122278" y="3083214"/>
                <a:ext cx="5102865" cy="1375506"/>
              </a:xfrm>
              <a:prstGeom prst="rect">
                <a:avLst/>
              </a:prstGeom>
              <a:noFill/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vert="horz" lIns="91440" tIns="45720" rIns="91440" bIns="45720" rtlCol="0" anchor="ctr">
                <a:noAutofit/>
              </a:bodyPr>
              <a:lstStyle>
                <a:lvl1pPr marL="265113" indent="-265113" algn="just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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809625" indent="-352425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118745" indent="0">
                  <a:lnSpc>
                    <a:spcPct val="115000"/>
                  </a:lnSpc>
                  <a:spcAft>
                    <a:spcPts val="800"/>
                  </a:spcAft>
                  <a:buNone/>
                </a:pPr>
                <a:r>
                  <a:rPr lang="en-US" sz="2800" dirty="0">
                    <a:solidFill>
                      <a:srgbClr val="002060"/>
                    </a:solidFill>
                    <a:latin typeface="+mj-lt"/>
                  </a:rPr>
                  <a:t>Now, </a:t>
                </a:r>
                <a14:m>
                  <m:oMath xmlns:m="http://schemas.openxmlformats.org/officeDocument/2006/math">
                    <m:r>
                      <a:rPr lang="en-US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Shruti" panose="020B0502040204020203" pitchFamily="34" charset="0"/>
                      </a:rPr>
                      <m:t>|</m:t>
                    </m:r>
                    <m:r>
                      <a:rPr lang="en-IN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Shruti" panose="020B0502040204020203" pitchFamily="34" charset="0"/>
                      </a:rPr>
                      <m:t> 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Shruti" panose="020B0502040204020203" pitchFamily="34" charset="0"/>
                      </a:rPr>
                      <m:t>A</m:t>
                    </m:r>
                    <m:r>
                      <a:rPr lang="en-IN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Shruti" panose="020B0502040204020203" pitchFamily="34" charset="0"/>
                      </a:rPr>
                      <m:t> | =</m:t>
                    </m:r>
                    <m:d>
                      <m:dPr>
                        <m:begChr m:val="|"/>
                        <m:endChr m:val="|"/>
                        <m:ctrlPr>
                          <a:rPr lang="en-IN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Shruti" panose="020B0502040204020203" pitchFamily="34" charset="0"/>
                          </a:rPr>
                        </m:ctrlPr>
                      </m:dPr>
                      <m:e>
                        <m:r>
                          <a:rPr lang="en-IN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Shruti" panose="020B0502040204020203" pitchFamily="34" charset="0"/>
                          </a:rPr>
                          <m:t> </m:t>
                        </m:r>
                        <m:m>
                          <m:mPr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>
                              <a:rPr lang="en-IN" sz="280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Shruti" panose="020B0502040204020203" pitchFamily="34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Shruti" panose="020B0502040204020203" pitchFamily="34" charset="0"/>
                                </a:rPr>
                                <m:t>2</m:t>
                              </m:r>
                            </m:e>
                            <m:e>
                              <m:r>
                                <a:rPr lang="en-US" sz="2800" b="0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Shruti" panose="020B0502040204020203" pitchFamily="34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sz="2800" b="0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Shruti" panose="020B0502040204020203" pitchFamily="34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US" sz="2800" b="0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Shruti" panose="020B0502040204020203" pitchFamily="34" charset="0"/>
                                </a:rPr>
                                <m:t>2</m:t>
                              </m:r>
                            </m:e>
                            <m:e>
                              <m: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Shruti" panose="020B0502040204020203" pitchFamily="34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sz="2800" b="0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Shruti" panose="020B0502040204020203" pitchFamily="34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lang="en-US" sz="2800" b="0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Shruti" panose="020B0502040204020203" pitchFamily="34" charset="0"/>
                                </a:rPr>
                                <m:t>2</m:t>
                              </m:r>
                            </m:e>
                            <m:e>
                              <m:r>
                                <a:rPr lang="en-US" sz="2800" b="0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Shruti" panose="020B0502040204020203" pitchFamily="34" charset="0"/>
                                </a:rPr>
                                <m:t>3</m:t>
                              </m:r>
                            </m:e>
                            <m:e>
                              <m:r>
                                <a:rPr lang="en-IN" sz="2800" b="0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Shruti" panose="020B0502040204020203" pitchFamily="34" charset="0"/>
                                </a:rPr>
                                <m:t>1</m:t>
                              </m:r>
                            </m:e>
                          </m:mr>
                        </m:m>
                        <m:r>
                          <a:rPr lang="en-IN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Shruti" panose="020B0502040204020203" pitchFamily="34" charset="0"/>
                          </a:rPr>
                          <m:t> </m:t>
                        </m:r>
                      </m:e>
                    </m:d>
                  </m:oMath>
                </a14:m>
                <a:endParaRPr lang="en-US" sz="2800" dirty="0">
                  <a:solidFill>
                    <a:srgbClr val="002060"/>
                  </a:solidFill>
                  <a:ea typeface="Calibri" panose="020F0502020204030204" pitchFamily="34" charset="0"/>
                  <a:cs typeface="Shruti" panose="020B0502040204020203" pitchFamily="34" charset="0"/>
                </a:endParaRPr>
              </a:p>
            </p:txBody>
          </p:sp>
        </mc:Choice>
        <mc:Fallback xmlns="">
          <p:sp>
            <p:nvSpPr>
              <p:cNvPr id="21" name="Content Placeholder 4">
                <a:extLst>
                  <a:ext uri="{FF2B5EF4-FFF2-40B4-BE49-F238E27FC236}">
                    <a16:creationId xmlns:a16="http://schemas.microsoft.com/office/drawing/2014/main" id="{943E8303-3F55-8D0E-0F03-4169E7B8034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122278" y="3083214"/>
                <a:ext cx="5102865" cy="1375506"/>
              </a:xfrm>
              <a:prstGeom prst="rect">
                <a:avLst/>
              </a:prstGeom>
              <a:blipFill>
                <a:blip r:embed="rId4"/>
                <a:stretch>
                  <a:fillRect l="-119"/>
                </a:stretch>
              </a:blipFill>
              <a:ln w="12700" cap="flat" cmpd="sng" algn="ctr">
                <a:noFill/>
                <a:prstDash val="solid"/>
                <a:miter lim="800000"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Rounded Rectangle 9"/>
          <p:cNvSpPr/>
          <p:nvPr/>
        </p:nvSpPr>
        <p:spPr>
          <a:xfrm>
            <a:off x="3518061" y="1470926"/>
            <a:ext cx="452484" cy="483868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Rounded Rectangle 10"/>
          <p:cNvSpPr/>
          <p:nvPr/>
        </p:nvSpPr>
        <p:spPr>
          <a:xfrm>
            <a:off x="4350110" y="813858"/>
            <a:ext cx="6482989" cy="529200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Content Placeholder 4">
                <a:extLst>
                  <a:ext uri="{FF2B5EF4-FFF2-40B4-BE49-F238E27FC236}">
                    <a16:creationId xmlns:a16="http://schemas.microsoft.com/office/drawing/2014/main" id="{943E8303-3F55-8D0E-0F03-4169E7B80343}"/>
                  </a:ext>
                </a:extLst>
              </p:cNvPr>
              <p:cNvSpPr txBox="1">
                <a:spLocks/>
              </p:cNvSpPr>
              <p:nvPr/>
            </p:nvSpPr>
            <p:spPr>
              <a:xfrm flipH="1">
                <a:off x="1509293" y="2107128"/>
                <a:ext cx="10479505" cy="940872"/>
              </a:xfrm>
              <a:prstGeom prst="rect">
                <a:avLst/>
              </a:prstGeom>
              <a:noFill/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vert="horz" lIns="91440" tIns="45720" rIns="91440" bIns="45720" rtlCol="0" anchor="ctr">
                <a:noAutofit/>
              </a:bodyPr>
              <a:lstStyle>
                <a:lvl1pPr marL="265113" indent="-265113" algn="just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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809625" indent="-352425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118745" indent="0">
                  <a:lnSpc>
                    <a:spcPct val="115000"/>
                  </a:lnSpc>
                  <a:spcAft>
                    <a:spcPts val="800"/>
                  </a:spcAft>
                  <a:buNone/>
                </a:pPr>
                <a:r>
                  <a:rPr lang="en-US" sz="2800" dirty="0">
                    <a:solidFill>
                      <a:srgbClr val="002060"/>
                    </a:solidFill>
                    <a:latin typeface="+mj-lt"/>
                  </a:rPr>
                  <a:t>We can check </a:t>
                </a:r>
                <a:r>
                  <a:rPr lang="en-US" sz="2800" dirty="0">
                    <a:solidFill>
                      <a:srgbClr val="002060"/>
                    </a:solidFill>
                    <a:ea typeface="Calibri" panose="020F0502020204030204" pitchFamily="34" charset="0"/>
                    <a:cs typeface="Shruti" panose="020B0502040204020203" pitchFamily="34" charset="0"/>
                  </a:rPr>
                  <a:t>whether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Shruti" panose="020B0502040204020203" pitchFamily="34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Shruti" panose="020B0502040204020203" pitchFamily="34" charset="0"/>
                          </a:rPr>
                          <m:t>v</m:t>
                        </m:r>
                      </m:e>
                      <m:sub>
                        <m:r>
                          <a:rPr lang="en-US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Shruti" panose="020B0502040204020203" pitchFamily="34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2800" dirty="0">
                    <a:solidFill>
                      <a:srgbClr val="002060"/>
                    </a:solidFill>
                    <a:latin typeface="+mj-lt"/>
                  </a:rPr>
                  <a:t>,</a:t>
                </a:r>
                <a:r>
                  <a:rPr lang="en-US" sz="2800" dirty="0">
                    <a:solidFill>
                      <a:srgbClr val="002060"/>
                    </a:solidFill>
                    <a:ea typeface="Calibri" panose="020F0502020204030204" pitchFamily="34" charset="0"/>
                    <a:cs typeface="Shruti" panose="020B0502040204020203" pitchFamily="34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Shruti" panose="020B0502040204020203" pitchFamily="34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Shruti" panose="020B0502040204020203" pitchFamily="34" charset="0"/>
                          </a:rPr>
                          <m:t>v</m:t>
                        </m:r>
                      </m:e>
                      <m:sub>
                        <m:r>
                          <a:rPr lang="en-IN" sz="2800" b="0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Shruti" panose="020B0502040204020203" pitchFamily="34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2800" dirty="0">
                    <a:solidFill>
                      <a:srgbClr val="002060"/>
                    </a:solidFill>
                    <a:latin typeface="+mj-lt"/>
                  </a:rPr>
                  <a:t>,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Shruti" panose="020B0502040204020203" pitchFamily="34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Shruti" panose="020B0502040204020203" pitchFamily="34" charset="0"/>
                          </a:rPr>
                          <m:t>v</m:t>
                        </m:r>
                      </m:e>
                      <m:sub>
                        <m:r>
                          <a:rPr lang="en-IN" sz="2800" b="0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Shruti" panose="020B0502040204020203" pitchFamily="34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lang="en-US" sz="2800" dirty="0">
                    <a:solidFill>
                      <a:srgbClr val="002060"/>
                    </a:solidFill>
                    <a:latin typeface="+mj-lt"/>
                  </a:rPr>
                  <a:t> spans the </a:t>
                </a:r>
                <a:r>
                  <a:rPr lang="en-US" sz="2800" dirty="0">
                    <a:solidFill>
                      <a:srgbClr val="002060"/>
                    </a:solidFill>
                    <a:ea typeface="Calibri" panose="020F0502020204030204" pitchFamily="34" charset="0"/>
                    <a:cs typeface="Shruti" panose="020B0502040204020203" pitchFamily="34" charset="0"/>
                  </a:rPr>
                  <a:t>vector space</a:t>
                </a:r>
                <a14:m>
                  <m:oMath xmlns:m="http://schemas.openxmlformats.org/officeDocument/2006/math">
                    <m:r>
                      <a:rPr lang="en-US" sz="2800" i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Shruti" panose="020B0502040204020203" pitchFamily="34" charset="0"/>
                      </a:rPr>
                      <m:t> </m:t>
                    </m:r>
                    <m:sSup>
                      <m:sSupPr>
                        <m:ctrlPr>
                          <a:rPr lang="en-US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Shruti" panose="020B0502040204020203" pitchFamily="34" charset="0"/>
                          </a:rPr>
                        </m:ctrlPr>
                      </m:sSupPr>
                      <m:e>
                        <m:r>
                          <a:rPr lang="en-US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Shruti" panose="020B0502040204020203" pitchFamily="34" charset="0"/>
                          </a:rPr>
                          <m:t>ℝ</m:t>
                        </m:r>
                      </m:e>
                      <m:sup>
                        <m:r>
                          <a:rPr lang="en-US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Shruti" panose="020B0502040204020203" pitchFamily="34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lang="en-US" sz="2800" dirty="0">
                    <a:solidFill>
                      <a:srgbClr val="002060"/>
                    </a:solidFill>
                    <a:latin typeface="+mj-lt"/>
                  </a:rPr>
                  <a:t> using determinant. </a:t>
                </a:r>
                <a:endParaRPr lang="en-US" sz="2800" dirty="0">
                  <a:solidFill>
                    <a:srgbClr val="002060"/>
                  </a:solidFill>
                  <a:ea typeface="Calibri" panose="020F0502020204030204" pitchFamily="34" charset="0"/>
                  <a:cs typeface="Shruti" panose="020B0502040204020203" pitchFamily="34" charset="0"/>
                </a:endParaRPr>
              </a:p>
            </p:txBody>
          </p:sp>
        </mc:Choice>
        <mc:Fallback xmlns="">
          <p:sp>
            <p:nvSpPr>
              <p:cNvPr id="12" name="Content Placeholder 4">
                <a:extLst>
                  <a:ext uri="{FF2B5EF4-FFF2-40B4-BE49-F238E27FC236}">
                    <a16:creationId xmlns:a16="http://schemas.microsoft.com/office/drawing/2014/main" id="{943E8303-3F55-8D0E-0F03-4169E7B8034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1509293" y="2107128"/>
                <a:ext cx="10479505" cy="940872"/>
              </a:xfrm>
              <a:prstGeom prst="rect">
                <a:avLst/>
              </a:prstGeom>
              <a:blipFill>
                <a:blip r:embed="rId5"/>
                <a:stretch>
                  <a:fillRect l="-116" t="-9091" r="-1163" b="-24026"/>
                </a:stretch>
              </a:blipFill>
              <a:ln w="12700" cap="flat" cmpd="sng" algn="ctr">
                <a:noFill/>
                <a:prstDash val="solid"/>
                <a:miter lim="800000"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Content Placeholder 4">
                <a:extLst>
                  <a:ext uri="{FF2B5EF4-FFF2-40B4-BE49-F238E27FC236}">
                    <a16:creationId xmlns:a16="http://schemas.microsoft.com/office/drawing/2014/main" id="{943E8303-3F55-8D0E-0F03-4169E7B80343}"/>
                  </a:ext>
                </a:extLst>
              </p:cNvPr>
              <p:cNvSpPr txBox="1">
                <a:spLocks/>
              </p:cNvSpPr>
              <p:nvPr/>
            </p:nvSpPr>
            <p:spPr>
              <a:xfrm flipH="1">
                <a:off x="3853084" y="3756684"/>
                <a:ext cx="1658716" cy="508927"/>
              </a:xfrm>
              <a:prstGeom prst="rect">
                <a:avLst/>
              </a:prstGeom>
              <a:noFill/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vert="horz" lIns="91440" tIns="45720" rIns="91440" bIns="45720" rtlCol="0" anchor="ctr">
                <a:noAutofit/>
              </a:bodyPr>
              <a:lstStyle>
                <a:lvl1pPr marL="265113" indent="-265113" algn="just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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809625" indent="-352425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118745" indent="0">
                  <a:lnSpc>
                    <a:spcPct val="115000"/>
                  </a:lnSpc>
                  <a:spcAft>
                    <a:spcPts val="8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IN" sz="280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Shruti" panose="020B0502040204020203" pitchFamily="34" charset="0"/>
                        </a:rPr>
                        <m:t>=</m:t>
                      </m:r>
                      <m: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Shruti" panose="020B0502040204020203" pitchFamily="34" charset="0"/>
                        </a:rPr>
                        <m:t>2</m:t>
                      </m:r>
                      <m:d>
                        <m:dPr>
                          <m:ctrlPr>
                            <a:rPr lang="en-IN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Shruti" panose="020B0502040204020203" pitchFamily="34" charset="0"/>
                            </a:rPr>
                          </m:ctrlPr>
                        </m:dPr>
                        <m:e>
                          <m:r>
                            <a:rPr lang="en-IN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Shruti" panose="020B0502040204020203" pitchFamily="34" charset="0"/>
                            </a:rPr>
                            <m:t>−3</m:t>
                          </m:r>
                        </m:e>
                      </m:d>
                    </m:oMath>
                  </m:oMathPara>
                </a14:m>
                <a:endParaRPr lang="en-US" sz="2800" dirty="0">
                  <a:solidFill>
                    <a:srgbClr val="002060"/>
                  </a:solidFill>
                  <a:ea typeface="Calibri" panose="020F0502020204030204" pitchFamily="34" charset="0"/>
                  <a:cs typeface="Shruti" panose="020B0502040204020203" pitchFamily="34" charset="0"/>
                </a:endParaRPr>
              </a:p>
            </p:txBody>
          </p:sp>
        </mc:Choice>
        <mc:Fallback xmlns="">
          <p:sp>
            <p:nvSpPr>
              <p:cNvPr id="14" name="Content Placeholder 4">
                <a:extLst>
                  <a:ext uri="{FF2B5EF4-FFF2-40B4-BE49-F238E27FC236}">
                    <a16:creationId xmlns:a16="http://schemas.microsoft.com/office/drawing/2014/main" id="{943E8303-3F55-8D0E-0F03-4169E7B8034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3853084" y="3756684"/>
                <a:ext cx="1658716" cy="508927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ln w="12700" cap="flat" cmpd="sng" algn="ctr">
                <a:noFill/>
                <a:prstDash val="solid"/>
                <a:miter lim="800000"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Content Placeholder 4">
                <a:extLst>
                  <a:ext uri="{FF2B5EF4-FFF2-40B4-BE49-F238E27FC236}">
                    <a16:creationId xmlns:a16="http://schemas.microsoft.com/office/drawing/2014/main" id="{943E8303-3F55-8D0E-0F03-4169E7B80343}"/>
                  </a:ext>
                </a:extLst>
              </p:cNvPr>
              <p:cNvSpPr txBox="1">
                <a:spLocks/>
              </p:cNvSpPr>
              <p:nvPr/>
            </p:nvSpPr>
            <p:spPr>
              <a:xfrm flipH="1">
                <a:off x="5326646" y="3758267"/>
                <a:ext cx="1816099" cy="508927"/>
              </a:xfrm>
              <a:prstGeom prst="rect">
                <a:avLst/>
              </a:prstGeom>
              <a:noFill/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vert="horz" lIns="91440" tIns="45720" rIns="91440" bIns="45720" rtlCol="0" anchor="ctr">
                <a:noAutofit/>
              </a:bodyPr>
              <a:lstStyle>
                <a:lvl1pPr marL="265113" indent="-265113" algn="just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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809625" indent="-352425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118745" indent="0">
                  <a:lnSpc>
                    <a:spcPct val="115000"/>
                  </a:lnSpc>
                  <a:spcAft>
                    <a:spcPts val="8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IN" sz="280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Shruti" panose="020B0502040204020203" pitchFamily="34" charset="0"/>
                        </a:rPr>
                        <m:t>=</m:t>
                      </m:r>
                      <m:r>
                        <a:rPr lang="en-IN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Shruti" panose="020B0502040204020203" pitchFamily="34" charset="0"/>
                        </a:rPr>
                        <m:t>−6≠0</m:t>
                      </m:r>
                    </m:oMath>
                  </m:oMathPara>
                </a14:m>
                <a:endParaRPr lang="en-US" sz="2800" dirty="0">
                  <a:solidFill>
                    <a:srgbClr val="002060"/>
                  </a:solidFill>
                  <a:ea typeface="Calibri" panose="020F0502020204030204" pitchFamily="34" charset="0"/>
                  <a:cs typeface="Shruti" panose="020B0502040204020203" pitchFamily="34" charset="0"/>
                </a:endParaRPr>
              </a:p>
            </p:txBody>
          </p:sp>
        </mc:Choice>
        <mc:Fallback xmlns="">
          <p:sp>
            <p:nvSpPr>
              <p:cNvPr id="15" name="Content Placeholder 4">
                <a:extLst>
                  <a:ext uri="{FF2B5EF4-FFF2-40B4-BE49-F238E27FC236}">
                    <a16:creationId xmlns:a16="http://schemas.microsoft.com/office/drawing/2014/main" id="{943E8303-3F55-8D0E-0F03-4169E7B8034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5326646" y="3758267"/>
                <a:ext cx="1816099" cy="508927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  <a:ln w="12700" cap="flat" cmpd="sng" algn="ctr">
                <a:noFill/>
                <a:prstDash val="solid"/>
                <a:miter lim="800000"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Content Placeholder 4">
            <a:extLst>
              <a:ext uri="{FF2B5EF4-FFF2-40B4-BE49-F238E27FC236}">
                <a16:creationId xmlns:a16="http://schemas.microsoft.com/office/drawing/2014/main" id="{B615FA3C-4A8C-87BF-65FC-DD7E7382A64B}"/>
              </a:ext>
            </a:extLst>
          </p:cNvPr>
          <p:cNvSpPr txBox="1">
            <a:spLocks/>
          </p:cNvSpPr>
          <p:nvPr/>
        </p:nvSpPr>
        <p:spPr>
          <a:xfrm flipH="1">
            <a:off x="122278" y="4600894"/>
            <a:ext cx="7015122" cy="5436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marL="265113" indent="-265113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Wingdings 3" panose="05040102010807070707" pitchFamily="18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9625" indent="-352425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 3" panose="05040102010807070707" pitchFamily="18" charset="2"/>
              <a:buChar char="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18745" indent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IN" sz="2800" dirty="0">
                <a:solidFill>
                  <a:srgbClr val="002060"/>
                </a:solidFill>
              </a:rPr>
              <a:t>So, the generating system is consistent.</a:t>
            </a:r>
            <a:endParaRPr lang="en-US" sz="2800" dirty="0">
              <a:solidFill>
                <a:srgbClr val="00206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Content Placeholder 4">
                <a:extLst>
                  <a:ext uri="{FF2B5EF4-FFF2-40B4-BE49-F238E27FC236}">
                    <a16:creationId xmlns:a16="http://schemas.microsoft.com/office/drawing/2014/main" id="{CE265650-D4E2-E41A-1812-4ABB21319CC2}"/>
                  </a:ext>
                </a:extLst>
              </p:cNvPr>
              <p:cNvSpPr txBox="1">
                <a:spLocks/>
              </p:cNvSpPr>
              <p:nvPr/>
            </p:nvSpPr>
            <p:spPr>
              <a:xfrm flipH="1">
                <a:off x="122278" y="5286668"/>
                <a:ext cx="7015122" cy="543600"/>
              </a:xfrm>
              <a:prstGeom prst="rect">
                <a:avLst/>
              </a:prstGeom>
              <a:noFill/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vert="horz" lIns="91440" tIns="45720" rIns="91440" bIns="45720" rtlCol="0" anchor="ctr">
                <a:noAutofit/>
              </a:bodyPr>
              <a:lstStyle>
                <a:lvl1pPr marL="265113" indent="-265113" algn="just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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809625" indent="-352425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118745" indent="0" algn="l">
                  <a:lnSpc>
                    <a:spcPct val="115000"/>
                  </a:lnSpc>
                  <a:spcAft>
                    <a:spcPts val="800"/>
                  </a:spcAft>
                  <a:buNone/>
                </a:pPr>
                <a:r>
                  <a:rPr lang="en-US" sz="2800" dirty="0">
                    <a:solidFill>
                      <a:srgbClr val="002060"/>
                    </a:solidFill>
                    <a:latin typeface="+mj-lt"/>
                  </a:rPr>
                  <a:t>Hence,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Shruti" panose="020B0502040204020203" pitchFamily="34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Shruti" panose="020B0502040204020203" pitchFamily="34" charset="0"/>
                          </a:rPr>
                          <m:t>v</m:t>
                        </m:r>
                      </m:e>
                      <m:sub>
                        <m:r>
                          <a:rPr lang="en-US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Shruti" panose="020B0502040204020203" pitchFamily="34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2800" dirty="0">
                    <a:solidFill>
                      <a:srgbClr val="002060"/>
                    </a:solidFill>
                  </a:rPr>
                  <a:t>,</a:t>
                </a:r>
                <a:r>
                  <a:rPr lang="en-US" sz="2800" dirty="0">
                    <a:solidFill>
                      <a:srgbClr val="002060"/>
                    </a:solidFill>
                    <a:ea typeface="Calibri" panose="020F0502020204030204" pitchFamily="34" charset="0"/>
                    <a:cs typeface="Shruti" panose="020B0502040204020203" pitchFamily="34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Shruti" panose="020B0502040204020203" pitchFamily="34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Shruti" panose="020B0502040204020203" pitchFamily="34" charset="0"/>
                          </a:rPr>
                          <m:t>v</m:t>
                        </m:r>
                      </m:e>
                      <m:sub>
                        <m:r>
                          <a:rPr lang="en-IN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Shruti" panose="020B0502040204020203" pitchFamily="34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2800" dirty="0">
                    <a:solidFill>
                      <a:srgbClr val="002060"/>
                    </a:solidFill>
                  </a:rPr>
                  <a:t>,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Shruti" panose="020B0502040204020203" pitchFamily="34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Shruti" panose="020B0502040204020203" pitchFamily="34" charset="0"/>
                          </a:rPr>
                          <m:t>v</m:t>
                        </m:r>
                      </m:e>
                      <m:sub>
                        <m:r>
                          <a:rPr lang="en-IN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Shruti" panose="020B0502040204020203" pitchFamily="34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lang="en-US" sz="2800" dirty="0">
                    <a:solidFill>
                      <a:srgbClr val="002060"/>
                    </a:solidFill>
                  </a:rPr>
                  <a:t> spans </a:t>
                </a:r>
                <a:r>
                  <a:rPr lang="en-US" sz="2800" dirty="0">
                    <a:solidFill>
                      <a:srgbClr val="002060"/>
                    </a:solidFill>
                    <a:ea typeface="Calibri" panose="020F0502020204030204" pitchFamily="34" charset="0"/>
                    <a:cs typeface="Shruti" panose="020B0502040204020203" pitchFamily="34" charset="0"/>
                  </a:rPr>
                  <a:t>vector space</a:t>
                </a:r>
                <a14:m>
                  <m:oMath xmlns:m="http://schemas.openxmlformats.org/officeDocument/2006/math">
                    <m:r>
                      <a:rPr lang="en-US" sz="2800" i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Shruti" panose="020B0502040204020203" pitchFamily="34" charset="0"/>
                      </a:rPr>
                      <m:t> </m:t>
                    </m:r>
                    <m:sSup>
                      <m:sSupPr>
                        <m:ctrlPr>
                          <a:rPr lang="en-US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Shruti" panose="020B0502040204020203" pitchFamily="34" charset="0"/>
                          </a:rPr>
                        </m:ctrlPr>
                      </m:sSupPr>
                      <m:e>
                        <m:r>
                          <a:rPr lang="en-US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Shruti" panose="020B0502040204020203" pitchFamily="34" charset="0"/>
                          </a:rPr>
                          <m:t>ℝ</m:t>
                        </m:r>
                      </m:e>
                      <m:sup>
                        <m:r>
                          <a:rPr lang="en-US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Shruti" panose="020B0502040204020203" pitchFamily="34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lang="en-US" sz="2800" dirty="0">
                    <a:solidFill>
                      <a:srgbClr val="002060"/>
                    </a:solidFill>
                    <a:latin typeface="+mj-lt"/>
                  </a:rPr>
                  <a:t>.</a:t>
                </a:r>
              </a:p>
            </p:txBody>
          </p:sp>
        </mc:Choice>
        <mc:Fallback xmlns="">
          <p:sp>
            <p:nvSpPr>
              <p:cNvPr id="17" name="Content Placeholder 4">
                <a:extLst>
                  <a:ext uri="{FF2B5EF4-FFF2-40B4-BE49-F238E27FC236}">
                    <a16:creationId xmlns:a16="http://schemas.microsoft.com/office/drawing/2014/main" id="{CE265650-D4E2-E41A-1812-4ABB21319CC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122278" y="5286668"/>
                <a:ext cx="7015122" cy="543600"/>
              </a:xfrm>
              <a:prstGeom prst="rect">
                <a:avLst/>
              </a:prstGeom>
              <a:blipFill>
                <a:blip r:embed="rId8"/>
                <a:stretch>
                  <a:fillRect l="-87" t="-8989" b="-29213"/>
                </a:stretch>
              </a:blipFill>
              <a:ln w="12700" cap="flat" cmpd="sng" algn="ctr">
                <a:noFill/>
                <a:prstDash val="solid"/>
                <a:miter lim="800000"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401005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/>
      <p:bldP spid="10" grpId="0" animBg="1"/>
      <p:bldP spid="11" grpId="0" animBg="1"/>
      <p:bldP spid="12" grpId="0"/>
      <p:bldP spid="14" grpId="0"/>
      <p:bldP spid="15" grpId="0"/>
      <p:bldP spid="16" grpId="0"/>
      <p:bldP spid="17" grpId="0"/>
    </p:bldLst>
  </p:timing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3A795C-3F85-D658-6DC6-FA9721BB14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AE6C0FEF-1015-B9FD-C763-66C9445745F9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IN" dirty="0"/>
                  <a:t>Method:3 </a:t>
                </a:r>
                <a14:m>
                  <m:oMath xmlns:m="http://schemas.openxmlformats.org/officeDocument/2006/math">
                    <m:r>
                      <a:rPr lang="en-I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⇝</m:t>
                    </m:r>
                  </m:oMath>
                </a14:m>
                <a:r>
                  <a:rPr lang="en-IN" dirty="0"/>
                  <a:t> Example:20</a:t>
                </a:r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AE6C0FEF-1015-B9FD-C763-66C9445745F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400" t="-8547" b="-1965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9EEC6D62-A8E1-3CCE-5180-C89445E9D872}"/>
              </a:ext>
            </a:extLst>
          </p:cNvPr>
          <p:cNvSpPr/>
          <p:nvPr/>
        </p:nvSpPr>
        <p:spPr>
          <a:xfrm>
            <a:off x="122278" y="2153039"/>
            <a:ext cx="1450657" cy="468000"/>
          </a:xfrm>
          <a:prstGeom prst="roundRect">
            <a:avLst/>
          </a:prstGeom>
          <a:gradFill>
            <a:gsLst>
              <a:gs pos="10000">
                <a:srgbClr val="0E47A1"/>
              </a:gs>
              <a:gs pos="100000">
                <a:srgbClr val="03A9F5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en-IN" sz="2800" dirty="0">
                <a:solidFill>
                  <a:schemeClr val="bg1"/>
                </a:solidFill>
              </a:rPr>
              <a:t>Solution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4" name="Content Placeholder 4">
                <a:extLst>
                  <a:ext uri="{FF2B5EF4-FFF2-40B4-BE49-F238E27FC236}">
                    <a16:creationId xmlns:a16="http://schemas.microsoft.com/office/drawing/2014/main" id="{4E739BDA-F9F6-4CF9-911F-7CB8AB0A6FCB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604480" y="798602"/>
                <a:ext cx="10587520" cy="1125690"/>
              </a:xfrm>
              <a:prstGeom prst="rect">
                <a:avLst/>
              </a:prstGeom>
              <a:noFill/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vert="horz" lIns="91440" tIns="45720" rIns="91440" bIns="45720" rtlCol="0" anchor="ctr">
                <a:noAutofit/>
              </a:bodyPr>
              <a:lstStyle>
                <a:lvl1pPr marL="265113" indent="-265113" algn="just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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809625" indent="-352425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 algn="l">
                  <a:lnSpc>
                    <a:spcPct val="150000"/>
                  </a:lnSpc>
                  <a:buNone/>
                </a:pPr>
                <a:r>
                  <a:rPr lang="en-US" sz="2800" dirty="0">
                    <a:solidFill>
                      <a:srgbClr val="3A4A6A"/>
                    </a:solidFill>
                  </a:rPr>
                  <a:t>Check whether the following polynomials span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i="1">
                            <a:solidFill>
                              <a:srgbClr val="3A4A6A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>
                            <a:solidFill>
                              <a:srgbClr val="3A4A6A"/>
                            </a:solidFill>
                            <a:latin typeface="Cambria Math" panose="02040503050406030204" pitchFamily="18" charset="0"/>
                          </a:rPr>
                          <m:t>ℙ</m:t>
                        </m:r>
                      </m:e>
                      <m:sub>
                        <m:r>
                          <a:rPr lang="en-US" sz="2800">
                            <a:solidFill>
                              <a:srgbClr val="3A4A6A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2800" dirty="0">
                    <a:solidFill>
                      <a:srgbClr val="3A4A6A"/>
                    </a:solidFill>
                  </a:rPr>
                  <a:t> or not.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i="1">
                            <a:solidFill>
                              <a:srgbClr val="3A4A6A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2800">
                            <a:solidFill>
                              <a:srgbClr val="3A4A6A"/>
                            </a:solidFill>
                            <a:latin typeface="Cambria Math" panose="02040503050406030204" pitchFamily="18" charset="0"/>
                          </a:rPr>
                          <m:t>p</m:t>
                        </m:r>
                      </m:e>
                      <m:sub>
                        <m:r>
                          <a:rPr lang="en-US" sz="2800">
                            <a:solidFill>
                              <a:srgbClr val="3A4A6A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800">
                        <a:solidFill>
                          <a:srgbClr val="3A4A6A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US" sz="2800">
                        <a:solidFill>
                          <a:srgbClr val="3A4A6A"/>
                        </a:solidFill>
                        <a:latin typeface="Cambria Math" panose="02040503050406030204" pitchFamily="18" charset="0"/>
                      </a:rPr>
                      <m:t>x</m:t>
                    </m:r>
                    <m:r>
                      <a:rPr lang="en-US" sz="2800">
                        <a:solidFill>
                          <a:srgbClr val="3A4A6A"/>
                        </a:solidFill>
                        <a:latin typeface="Cambria Math" panose="02040503050406030204" pitchFamily="18" charset="0"/>
                      </a:rPr>
                      <m:t>)=2+</m:t>
                    </m:r>
                    <m:sSup>
                      <m:sSupPr>
                        <m:ctrlPr>
                          <a:rPr lang="en-US" sz="2800" i="1">
                            <a:solidFill>
                              <a:srgbClr val="3A4A6A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sz="2800">
                            <a:solidFill>
                              <a:srgbClr val="3A4A6A"/>
                            </a:solidFill>
                            <a:latin typeface="Cambria Math" panose="02040503050406030204" pitchFamily="18" charset="0"/>
                          </a:rPr>
                          <m:t>x</m:t>
                        </m:r>
                      </m:e>
                      <m:sup>
                        <m:r>
                          <a:rPr lang="en-US" sz="2800">
                            <a:solidFill>
                              <a:srgbClr val="3A4A6A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sz="2800" dirty="0">
                    <a:solidFill>
                      <a:srgbClr val="3A4A6A"/>
                    </a:solidFill>
                  </a:rPr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i="1">
                            <a:solidFill>
                              <a:srgbClr val="3A4A6A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2800">
                            <a:solidFill>
                              <a:srgbClr val="3A4A6A"/>
                            </a:solidFill>
                            <a:latin typeface="Cambria Math" panose="02040503050406030204" pitchFamily="18" charset="0"/>
                          </a:rPr>
                          <m:t>p</m:t>
                        </m:r>
                      </m:e>
                      <m:sub>
                        <m:r>
                          <a:rPr lang="en-US" sz="2800">
                            <a:solidFill>
                              <a:srgbClr val="3A4A6A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2800">
                        <a:solidFill>
                          <a:srgbClr val="3A4A6A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US" sz="2800">
                        <a:solidFill>
                          <a:srgbClr val="3A4A6A"/>
                        </a:solidFill>
                        <a:latin typeface="Cambria Math" panose="02040503050406030204" pitchFamily="18" charset="0"/>
                      </a:rPr>
                      <m:t>x</m:t>
                    </m:r>
                    <m:r>
                      <a:rPr lang="en-US" sz="2800">
                        <a:solidFill>
                          <a:srgbClr val="3A4A6A"/>
                        </a:solidFill>
                        <a:latin typeface="Cambria Math" panose="02040503050406030204" pitchFamily="18" charset="0"/>
                      </a:rPr>
                      <m:t>)=1−</m:t>
                    </m:r>
                    <m:r>
                      <m:rPr>
                        <m:sty m:val="p"/>
                      </m:rPr>
                      <a:rPr lang="en-US" sz="2800">
                        <a:solidFill>
                          <a:srgbClr val="3A4A6A"/>
                        </a:solidFill>
                        <a:latin typeface="Cambria Math" panose="02040503050406030204" pitchFamily="18" charset="0"/>
                      </a:rPr>
                      <m:t>x</m:t>
                    </m:r>
                    <m:r>
                      <a:rPr lang="en-US" sz="2800">
                        <a:solidFill>
                          <a:srgbClr val="3A4A6A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en-US" sz="2800" i="1">
                            <a:solidFill>
                              <a:srgbClr val="3A4A6A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800">
                            <a:solidFill>
                              <a:srgbClr val="3A4A6A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US" sz="2800">
                            <a:solidFill>
                              <a:srgbClr val="3A4A6A"/>
                            </a:solidFill>
                            <a:latin typeface="Cambria Math" panose="02040503050406030204" pitchFamily="18" charset="0"/>
                          </a:rPr>
                          <m:t>x</m:t>
                        </m:r>
                      </m:e>
                      <m:sup>
                        <m:r>
                          <a:rPr lang="en-US" sz="2800">
                            <a:solidFill>
                              <a:srgbClr val="3A4A6A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sz="2800" dirty="0">
                    <a:solidFill>
                      <a:srgbClr val="3A4A6A"/>
                    </a:solidFill>
                  </a:rPr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i="1">
                            <a:solidFill>
                              <a:srgbClr val="3A4A6A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2800">
                            <a:solidFill>
                              <a:srgbClr val="3A4A6A"/>
                            </a:solidFill>
                            <a:latin typeface="Cambria Math" panose="02040503050406030204" pitchFamily="18" charset="0"/>
                          </a:rPr>
                          <m:t>p</m:t>
                        </m:r>
                      </m:e>
                      <m:sub>
                        <m:r>
                          <a:rPr lang="en-US" sz="2800">
                            <a:solidFill>
                              <a:srgbClr val="3A4A6A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US" sz="2800">
                        <a:solidFill>
                          <a:srgbClr val="3A4A6A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US" sz="2800">
                        <a:solidFill>
                          <a:srgbClr val="3A4A6A"/>
                        </a:solidFill>
                        <a:latin typeface="Cambria Math" panose="02040503050406030204" pitchFamily="18" charset="0"/>
                      </a:rPr>
                      <m:t>x</m:t>
                    </m:r>
                    <m:r>
                      <a:rPr lang="en-US" sz="2800">
                        <a:solidFill>
                          <a:srgbClr val="3A4A6A"/>
                        </a:solidFill>
                        <a:latin typeface="Cambria Math" panose="02040503050406030204" pitchFamily="18" charset="0"/>
                      </a:rPr>
                      <m:t>)=2+</m:t>
                    </m:r>
                    <m:r>
                      <m:rPr>
                        <m:sty m:val="p"/>
                      </m:rPr>
                      <a:rPr lang="en-US" sz="2800">
                        <a:solidFill>
                          <a:srgbClr val="3A4A6A"/>
                        </a:solidFill>
                        <a:latin typeface="Cambria Math" panose="02040503050406030204" pitchFamily="18" charset="0"/>
                      </a:rPr>
                      <m:t>x</m:t>
                    </m:r>
                  </m:oMath>
                </a14:m>
                <a:r>
                  <a:rPr lang="en-US" sz="2800" dirty="0">
                    <a:solidFill>
                      <a:srgbClr val="3A4A6A"/>
                    </a:solidFill>
                  </a:rPr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i="1">
                            <a:solidFill>
                              <a:srgbClr val="3A4A6A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2800">
                            <a:solidFill>
                              <a:srgbClr val="3A4A6A"/>
                            </a:solidFill>
                            <a:latin typeface="Cambria Math" panose="02040503050406030204" pitchFamily="18" charset="0"/>
                          </a:rPr>
                          <m:t>p</m:t>
                        </m:r>
                      </m:e>
                      <m:sub>
                        <m:r>
                          <a:rPr lang="en-US" sz="2800">
                            <a:solidFill>
                              <a:srgbClr val="3A4A6A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  <m:r>
                      <a:rPr lang="en-US" sz="2800">
                        <a:solidFill>
                          <a:srgbClr val="3A4A6A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US" sz="2800">
                        <a:solidFill>
                          <a:srgbClr val="3A4A6A"/>
                        </a:solidFill>
                        <a:latin typeface="Cambria Math" panose="02040503050406030204" pitchFamily="18" charset="0"/>
                      </a:rPr>
                      <m:t>x</m:t>
                    </m:r>
                    <m:r>
                      <a:rPr lang="en-US" sz="2800">
                        <a:solidFill>
                          <a:srgbClr val="3A4A6A"/>
                        </a:solidFill>
                        <a:latin typeface="Cambria Math" panose="02040503050406030204" pitchFamily="18" charset="0"/>
                      </a:rPr>
                      <m:t>)=4+</m:t>
                    </m:r>
                    <m:r>
                      <m:rPr>
                        <m:sty m:val="p"/>
                      </m:rPr>
                      <a:rPr lang="en-US" sz="2800">
                        <a:solidFill>
                          <a:srgbClr val="3A4A6A"/>
                        </a:solidFill>
                        <a:latin typeface="Cambria Math" panose="02040503050406030204" pitchFamily="18" charset="0"/>
                      </a:rPr>
                      <m:t>x</m:t>
                    </m:r>
                    <m:r>
                      <a:rPr lang="en-US" sz="2800">
                        <a:solidFill>
                          <a:srgbClr val="3A4A6A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en-US" sz="2800" i="1">
                            <a:solidFill>
                              <a:srgbClr val="3A4A6A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sz="2800">
                            <a:solidFill>
                              <a:srgbClr val="3A4A6A"/>
                            </a:solidFill>
                            <a:latin typeface="Cambria Math" panose="02040503050406030204" pitchFamily="18" charset="0"/>
                          </a:rPr>
                          <m:t>x</m:t>
                        </m:r>
                      </m:e>
                      <m:sup>
                        <m:r>
                          <a:rPr lang="en-US" sz="2800">
                            <a:solidFill>
                              <a:srgbClr val="3A4A6A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sz="2800" dirty="0">
                    <a:solidFill>
                      <a:srgbClr val="3A4A6A"/>
                    </a:solidFill>
                  </a:rPr>
                  <a:t>.</a:t>
                </a:r>
              </a:p>
            </p:txBody>
          </p:sp>
        </mc:Choice>
        <mc:Fallback xmlns="">
          <p:sp>
            <p:nvSpPr>
              <p:cNvPr id="34" name="Content Placeholder 4">
                <a:extLst>
                  <a:ext uri="{FF2B5EF4-FFF2-40B4-BE49-F238E27FC236}">
                    <a16:creationId xmlns:a16="http://schemas.microsoft.com/office/drawing/2014/main" id="{4E739BDA-F9F6-4CF9-911F-7CB8AB0A6FC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04480" y="798602"/>
                <a:ext cx="10587520" cy="1125690"/>
              </a:xfrm>
              <a:prstGeom prst="rect">
                <a:avLst/>
              </a:prstGeom>
              <a:blipFill>
                <a:blip r:embed="rId3"/>
                <a:stretch>
                  <a:fillRect l="-1151" t="-3784" r="-1842" b="-20000"/>
                </a:stretch>
              </a:blipFill>
              <a:ln w="12700" cap="flat" cmpd="sng" algn="ctr">
                <a:noFill/>
                <a:prstDash val="solid"/>
                <a:miter lim="800000"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5" name="Rectangle: Rounded Corners 34">
            <a:extLst>
              <a:ext uri="{FF2B5EF4-FFF2-40B4-BE49-F238E27FC236}">
                <a16:creationId xmlns:a16="http://schemas.microsoft.com/office/drawing/2014/main" id="{2CB46D94-2570-D874-4F3A-18EA466D57FD}"/>
              </a:ext>
            </a:extLst>
          </p:cNvPr>
          <p:cNvSpPr/>
          <p:nvPr/>
        </p:nvSpPr>
        <p:spPr>
          <a:xfrm>
            <a:off x="122279" y="854244"/>
            <a:ext cx="1450657" cy="468000"/>
          </a:xfrm>
          <a:prstGeom prst="roundRect">
            <a:avLst/>
          </a:prstGeom>
          <a:gradFill>
            <a:gsLst>
              <a:gs pos="10000">
                <a:srgbClr val="0E47A1"/>
              </a:gs>
              <a:gs pos="100000">
                <a:srgbClr val="03A9F5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r>
              <a:rPr lang="en-IN" sz="2800" dirty="0">
                <a:solidFill>
                  <a:schemeClr val="bg1"/>
                </a:solidFill>
              </a:rPr>
              <a:t>Example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Content Placeholder 4">
                <a:extLst>
                  <a:ext uri="{FF2B5EF4-FFF2-40B4-BE49-F238E27FC236}">
                    <a16:creationId xmlns:a16="http://schemas.microsoft.com/office/drawing/2014/main" id="{F8FE7808-6070-3058-1843-37B57D298DA3}"/>
                  </a:ext>
                </a:extLst>
              </p:cNvPr>
              <p:cNvSpPr txBox="1">
                <a:spLocks/>
              </p:cNvSpPr>
              <p:nvPr/>
            </p:nvSpPr>
            <p:spPr>
              <a:xfrm flipH="1">
                <a:off x="1504354" y="2120163"/>
                <a:ext cx="4756746" cy="544460"/>
              </a:xfrm>
              <a:prstGeom prst="rect">
                <a:avLst/>
              </a:prstGeom>
              <a:noFill/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vert="horz" lIns="91440" tIns="45720" rIns="91440" bIns="45720" rtlCol="0" anchor="ctr">
                <a:noAutofit/>
              </a:bodyPr>
              <a:lstStyle>
                <a:lvl1pPr marL="265113" indent="-265113" algn="just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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809625" indent="-352425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118745" indent="0">
                  <a:lnSpc>
                    <a:spcPct val="115000"/>
                  </a:lnSpc>
                  <a:spcAft>
                    <a:spcPts val="800"/>
                  </a:spcAft>
                  <a:buNone/>
                </a:pPr>
                <a:r>
                  <a:rPr lang="en-US" sz="2800" dirty="0">
                    <a:solidFill>
                      <a:srgbClr val="002060"/>
                    </a:solidFill>
                    <a:latin typeface="+mj-lt"/>
                  </a:rPr>
                  <a:t>Let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p</m:t>
                    </m:r>
                    <m:d>
                      <m:dPr>
                        <m:ctrlPr>
                          <a:rPr lang="en-IN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x</m:t>
                        </m:r>
                      </m:e>
                    </m:d>
                    <m:r>
                      <a:rPr lang="en-US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a</m:t>
                    </m:r>
                    <m:r>
                      <a:rPr lang="en-US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b</m:t>
                    </m:r>
                    <m:r>
                      <m:rPr>
                        <m:sty m:val="p"/>
                      </m:rPr>
                      <a:rPr lang="en-US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x</m:t>
                    </m:r>
                    <m:r>
                      <a:rPr lang="en-US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c</m:t>
                    </m:r>
                    <m:sSup>
                      <m:sSupPr>
                        <m:ctrlPr>
                          <a:rPr lang="en-US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x</m:t>
                        </m:r>
                      </m:e>
                      <m:sup>
                        <m:r>
                          <a:rPr lang="en-US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∈</m:t>
                    </m:r>
                    <m:sSub>
                      <m:sSubPr>
                        <m:ctrlPr>
                          <a:rPr lang="en-US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ℙ</m:t>
                        </m:r>
                      </m:e>
                      <m:sub>
                        <m:r>
                          <a:rPr lang="en-US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endParaRPr lang="en-US" sz="2800" dirty="0">
                  <a:solidFill>
                    <a:srgbClr val="002060"/>
                  </a:solidFill>
                  <a:latin typeface="+mj-lt"/>
                </a:endParaRPr>
              </a:p>
            </p:txBody>
          </p:sp>
        </mc:Choice>
        <mc:Fallback xmlns="">
          <p:sp>
            <p:nvSpPr>
              <p:cNvPr id="21" name="Content Placeholder 4">
                <a:extLst>
                  <a:ext uri="{FF2B5EF4-FFF2-40B4-BE49-F238E27FC236}">
                    <a16:creationId xmlns:a16="http://schemas.microsoft.com/office/drawing/2014/main" id="{F8FE7808-6070-3058-1843-37B57D298DA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1504354" y="2120163"/>
                <a:ext cx="4756746" cy="544460"/>
              </a:xfrm>
              <a:prstGeom prst="rect">
                <a:avLst/>
              </a:prstGeom>
              <a:blipFill>
                <a:blip r:embed="rId4"/>
                <a:stretch>
                  <a:fillRect l="-256" t="-8989" b="-30337"/>
                </a:stretch>
              </a:blipFill>
              <a:ln w="12700" cap="flat" cmpd="sng" algn="ctr">
                <a:noFill/>
                <a:prstDash val="solid"/>
                <a:miter lim="800000"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Content Placeholder 4">
                <a:extLst>
                  <a:ext uri="{FF2B5EF4-FFF2-40B4-BE49-F238E27FC236}">
                    <a16:creationId xmlns:a16="http://schemas.microsoft.com/office/drawing/2014/main" id="{BF4617CF-F891-0C68-131C-65E9FF001686}"/>
                  </a:ext>
                </a:extLst>
              </p:cNvPr>
              <p:cNvSpPr txBox="1">
                <a:spLocks/>
              </p:cNvSpPr>
              <p:nvPr/>
            </p:nvSpPr>
            <p:spPr>
              <a:xfrm flipH="1">
                <a:off x="24206" y="3663498"/>
                <a:ext cx="12148744" cy="543600"/>
              </a:xfrm>
              <a:prstGeom prst="rect">
                <a:avLst/>
              </a:prstGeom>
              <a:noFill/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vert="horz" lIns="91440" tIns="45720" rIns="91440" bIns="45720" rtlCol="0" anchor="ctr">
                <a:noAutofit/>
              </a:bodyPr>
              <a:lstStyle>
                <a:defPPr>
                  <a:defRPr lang="en-US"/>
                </a:defPPr>
                <a:lvl1pPr marL="118745" algn="just">
                  <a:lnSpc>
                    <a:spcPct val="115000"/>
                  </a:lnSpc>
                  <a:spcBef>
                    <a:spcPts val="1000"/>
                  </a:spcBef>
                  <a:spcAft>
                    <a:spcPts val="800"/>
                  </a:spcAft>
                  <a:buClr>
                    <a:schemeClr val="accent6"/>
                  </a:buClr>
                  <a:buFont typeface="Wingdings 3" panose="05040102010807070707" pitchFamily="18" charset="2"/>
                  <a:buNone/>
                  <a:defRPr sz="2800">
                    <a:solidFill>
                      <a:srgbClr val="3A4A6A"/>
                    </a:solidFill>
                  </a:defRPr>
                </a:lvl1pPr>
              </a:lstStyle>
              <a:p>
                <a:pPr>
                  <a:lnSpc>
                    <a:spcPct val="9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dirty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⇒</m:t>
                      </m:r>
                      <m:r>
                        <m:rPr>
                          <m:sty m:val="p"/>
                        </m:rPr>
                        <a:rPr lang="en-IN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a</m:t>
                      </m:r>
                      <m:r>
                        <a:rPr lang="en-US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m:rPr>
                          <m:sty m:val="p"/>
                        </m:rPr>
                        <a:rPr lang="en-IN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b</m:t>
                      </m:r>
                      <m:r>
                        <m:rPr>
                          <m:sty m:val="p"/>
                        </m:rPr>
                        <a:rPr lang="en-US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x</m:t>
                      </m:r>
                      <m:r>
                        <a:rPr lang="en-US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m:rPr>
                          <m:sty m:val="p"/>
                        </m:rPr>
                        <a:rPr lang="en-IN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c</m:t>
                      </m:r>
                      <m:sSup>
                        <m:sSupPr>
                          <m:ctrlPr>
                            <a:rPr lang="en-US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en-US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x</m:t>
                          </m:r>
                        </m:e>
                        <m:sup>
                          <m:r>
                            <a:rPr lang="en-US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k</m:t>
                          </m:r>
                        </m:e>
                        <m:sub>
                          <m:r>
                            <a:rPr lang="en-US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d>
                        <m:dPr>
                          <m:ctrlPr>
                            <a:rPr lang="en-US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2+</m:t>
                          </m:r>
                          <m:sSup>
                            <m:sSupPr>
                              <m:ctrlPr>
                                <a:rPr lang="en-US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n-US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x</m:t>
                              </m:r>
                            </m:e>
                            <m:sup>
                              <m:r>
                                <a:rPr lang="en-US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d>
                      <m:r>
                        <a:rPr lang="en-US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k</m:t>
                          </m:r>
                        </m:e>
                        <m:sub>
                          <m:r>
                            <a:rPr lang="en-US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d>
                        <m:dPr>
                          <m:ctrlPr>
                            <a:rPr lang="en-US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1−</m:t>
                          </m:r>
                          <m:r>
                            <m:rPr>
                              <m:sty m:val="p"/>
                            </m:rPr>
                            <a:rPr lang="en-US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x</m:t>
                          </m:r>
                          <m:r>
                            <a:rPr lang="en-US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en-US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m:rPr>
                                  <m:sty m:val="p"/>
                                </m:rPr>
                                <a:rPr lang="en-US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x</m:t>
                              </m:r>
                            </m:e>
                            <m:sup>
                              <m:r>
                                <a:rPr lang="en-US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d>
                      <m:r>
                        <a:rPr lang="en-US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k</m:t>
                          </m:r>
                        </m:e>
                        <m:sub>
                          <m:r>
                            <a:rPr lang="en-US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d>
                        <m:dPr>
                          <m:ctrlPr>
                            <a:rPr lang="en-US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2+</m:t>
                          </m:r>
                          <m:r>
                            <m:rPr>
                              <m:sty m:val="p"/>
                            </m:rPr>
                            <a:rPr lang="en-US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x</m:t>
                          </m:r>
                        </m:e>
                      </m:d>
                      <m:r>
                        <a:rPr lang="en-US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k</m:t>
                          </m:r>
                        </m:e>
                        <m:sub>
                          <m:r>
                            <a:rPr lang="en-IN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  <m:d>
                        <m:dPr>
                          <m:ctrlPr>
                            <a:rPr lang="en-US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4+</m:t>
                          </m:r>
                          <m:r>
                            <m:rPr>
                              <m:sty m:val="p"/>
                            </m:rPr>
                            <a:rPr lang="en-US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x</m:t>
                          </m:r>
                          <m:r>
                            <a:rPr lang="en-US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en-US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n-US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x</m:t>
                              </m:r>
                            </m:e>
                            <m:sup>
                              <m:r>
                                <a:rPr lang="en-US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en-US" dirty="0">
                  <a:solidFill>
                    <a:srgbClr val="002060"/>
                  </a:solidFill>
                  <a:latin typeface="+mj-lt"/>
                </a:endParaRPr>
              </a:p>
            </p:txBody>
          </p:sp>
        </mc:Choice>
        <mc:Fallback xmlns="">
          <p:sp>
            <p:nvSpPr>
              <p:cNvPr id="23" name="Content Placeholder 4">
                <a:extLst>
                  <a:ext uri="{FF2B5EF4-FFF2-40B4-BE49-F238E27FC236}">
                    <a16:creationId xmlns:a16="http://schemas.microsoft.com/office/drawing/2014/main" id="{BF4617CF-F891-0C68-131C-65E9FF00168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24206" y="3663498"/>
                <a:ext cx="12148744" cy="54360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 w="12700" cap="flat" cmpd="sng" algn="ctr">
                <a:noFill/>
                <a:prstDash val="solid"/>
                <a:miter lim="800000"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Content Placeholder 4">
                <a:extLst>
                  <a:ext uri="{FF2B5EF4-FFF2-40B4-BE49-F238E27FC236}">
                    <a16:creationId xmlns:a16="http://schemas.microsoft.com/office/drawing/2014/main" id="{89163715-BC29-E470-061B-F3C3EE71B454}"/>
                  </a:ext>
                </a:extLst>
              </p:cNvPr>
              <p:cNvSpPr txBox="1">
                <a:spLocks/>
              </p:cNvSpPr>
              <p:nvPr/>
            </p:nvSpPr>
            <p:spPr>
              <a:xfrm flipH="1">
                <a:off x="24206" y="4479879"/>
                <a:ext cx="9824645" cy="543600"/>
              </a:xfrm>
              <a:prstGeom prst="rect">
                <a:avLst/>
              </a:prstGeom>
              <a:noFill/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vert="horz" lIns="91440" tIns="45720" rIns="91440" bIns="45720" rtlCol="0" anchor="ctr">
                <a:noAutofit/>
              </a:bodyPr>
              <a:lstStyle>
                <a:defPPr>
                  <a:defRPr lang="en-US"/>
                </a:defPPr>
                <a:lvl1pPr marL="118745" algn="just">
                  <a:lnSpc>
                    <a:spcPct val="115000"/>
                  </a:lnSpc>
                  <a:spcBef>
                    <a:spcPts val="1000"/>
                  </a:spcBef>
                  <a:spcAft>
                    <a:spcPts val="800"/>
                  </a:spcAft>
                  <a:buClr>
                    <a:schemeClr val="accent6"/>
                  </a:buClr>
                  <a:buFont typeface="Wingdings 3" panose="05040102010807070707" pitchFamily="18" charset="2"/>
                  <a:buNone/>
                  <a:defRPr sz="2800">
                    <a:solidFill>
                      <a:srgbClr val="3A4A6A"/>
                    </a:solidFill>
                  </a:defRPr>
                </a:lvl1pPr>
              </a:lstStyle>
              <a:p>
                <a:pPr>
                  <a:lnSpc>
                    <a:spcPct val="9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dirty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⇒</m:t>
                      </m:r>
                      <m:r>
                        <m:rPr>
                          <m:sty m:val="p"/>
                        </m:rPr>
                        <a:rPr lang="en-IN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a</m:t>
                      </m:r>
                      <m:r>
                        <a:rPr lang="en-US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m:rPr>
                          <m:sty m:val="p"/>
                        </m:rPr>
                        <a:rPr lang="en-IN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b</m:t>
                      </m:r>
                      <m:r>
                        <m:rPr>
                          <m:sty m:val="p"/>
                        </m:rPr>
                        <a:rPr lang="en-US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x</m:t>
                      </m:r>
                      <m:r>
                        <a:rPr lang="en-US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m:rPr>
                          <m:sty m:val="p"/>
                        </m:rPr>
                        <a:rPr lang="en-IN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c</m:t>
                      </m:r>
                      <m:sSup>
                        <m:sSupPr>
                          <m:ctrlPr>
                            <a:rPr lang="en-US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en-US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x</m:t>
                          </m:r>
                        </m:e>
                        <m:sup>
                          <m:r>
                            <a:rPr lang="en-US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sSub>
                            <m:sSubPr>
                              <m:ctrlPr>
                                <a:rPr lang="en-US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k</m:t>
                              </m:r>
                            </m:e>
                            <m:sub>
                              <m:r>
                                <a:rPr lang="en-US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k</m:t>
                              </m:r>
                            </m:e>
                            <m:sub>
                              <m:r>
                                <a:rPr lang="en-US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+2</m:t>
                          </m:r>
                          <m:sSub>
                            <m:sSubPr>
                              <m:ctrlPr>
                                <a:rPr lang="en-US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k</m:t>
                              </m:r>
                            </m:e>
                            <m:sub>
                              <m:r>
                                <a:rPr lang="en-US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r>
                            <a:rPr lang="en-US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+4</m:t>
                          </m:r>
                          <m:sSub>
                            <m:sSubPr>
                              <m:ctrlPr>
                                <a:rPr lang="en-US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k</m:t>
                              </m:r>
                            </m:e>
                            <m:sub>
                              <m:r>
                                <a:rPr lang="en-US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sub>
                          </m:sSub>
                        </m:e>
                      </m:d>
                      <m:r>
                        <a:rPr lang="en-US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d>
                        <m:dPr>
                          <m:ctrlPr>
                            <a:rPr lang="en-US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k</m:t>
                              </m:r>
                            </m:e>
                            <m:sub>
                              <m:r>
                                <a:rPr lang="en-US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k</m:t>
                              </m:r>
                            </m:e>
                            <m:sub>
                              <m:r>
                                <a:rPr lang="en-US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r>
                            <a:rPr lang="en-US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k</m:t>
                              </m:r>
                            </m:e>
                            <m:sub>
                              <m:r>
                                <a:rPr lang="en-US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sub>
                          </m:sSub>
                        </m:e>
                      </m:d>
                      <m:r>
                        <m:rPr>
                          <m:sty m:val="p"/>
                        </m:rPr>
                        <a:rPr lang="en-US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x</m:t>
                      </m:r>
                    </m:oMath>
                  </m:oMathPara>
                </a14:m>
                <a:endParaRPr lang="en-US" dirty="0">
                  <a:solidFill>
                    <a:srgbClr val="002060"/>
                  </a:solidFill>
                  <a:latin typeface="+mj-lt"/>
                </a:endParaRPr>
              </a:p>
            </p:txBody>
          </p:sp>
        </mc:Choice>
        <mc:Fallback xmlns="">
          <p:sp>
            <p:nvSpPr>
              <p:cNvPr id="27" name="Content Placeholder 4">
                <a:extLst>
                  <a:ext uri="{FF2B5EF4-FFF2-40B4-BE49-F238E27FC236}">
                    <a16:creationId xmlns:a16="http://schemas.microsoft.com/office/drawing/2014/main" id="{89163715-BC29-E470-061B-F3C3EE71B45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24206" y="4479879"/>
                <a:ext cx="9824645" cy="54360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ln w="12700" cap="flat" cmpd="sng" algn="ctr">
                <a:noFill/>
                <a:prstDash val="solid"/>
                <a:miter lim="800000"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0" name="Content Placeholder 4">
                <a:extLst>
                  <a:ext uri="{FF2B5EF4-FFF2-40B4-BE49-F238E27FC236}">
                    <a16:creationId xmlns:a16="http://schemas.microsoft.com/office/drawing/2014/main" id="{F8FE7808-6070-3058-1843-37B57D298DA3}"/>
                  </a:ext>
                </a:extLst>
              </p:cNvPr>
              <p:cNvSpPr txBox="1">
                <a:spLocks/>
              </p:cNvSpPr>
              <p:nvPr/>
            </p:nvSpPr>
            <p:spPr>
              <a:xfrm flipH="1">
                <a:off x="122277" y="2892960"/>
                <a:ext cx="11631572" cy="544460"/>
              </a:xfrm>
              <a:prstGeom prst="rect">
                <a:avLst/>
              </a:prstGeom>
              <a:noFill/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vert="horz" lIns="91440" tIns="45720" rIns="91440" bIns="45720" rtlCol="0" anchor="ctr">
                <a:noAutofit/>
              </a:bodyPr>
              <a:lstStyle>
                <a:lvl1pPr marL="265113" indent="-265113" algn="just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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809625" indent="-352425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</a:pPr>
                <a:r>
                  <a:rPr lang="en-US" sz="2800" dirty="0">
                    <a:solidFill>
                      <a:srgbClr val="002060"/>
                    </a:solidFill>
                    <a:latin typeface="+mj-lt"/>
                  </a:rPr>
                  <a:t>Now,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p</m:t>
                    </m:r>
                    <m:d>
                      <m:dPr>
                        <m:ctrlPr>
                          <a:rPr lang="en-IN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x</m:t>
                        </m:r>
                      </m:e>
                    </m:d>
                    <m:r>
                      <a:rPr lang="en-US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k</m:t>
                        </m:r>
                      </m:e>
                      <m:sub>
                        <m:r>
                          <a:rPr lang="en-US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d>
                      <m:dPr>
                        <m:ctrlPr>
                          <a:rPr lang="en-US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800" i="1">
                                <a:solidFill>
                                  <a:srgbClr val="3A4A6A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sz="2800">
                                <a:solidFill>
                                  <a:srgbClr val="3A4A6A"/>
                                </a:solidFill>
                                <a:latin typeface="Cambria Math" panose="02040503050406030204" pitchFamily="18" charset="0"/>
                              </a:rPr>
                              <m:t>p</m:t>
                            </m:r>
                          </m:e>
                          <m:sub>
                            <m:r>
                              <a:rPr lang="en-US" sz="2800">
                                <a:solidFill>
                                  <a:srgbClr val="3A4A6A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sz="2800">
                            <a:solidFill>
                              <a:srgbClr val="3A4A6A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m:rPr>
                            <m:sty m:val="p"/>
                          </m:rPr>
                          <a:rPr lang="en-US" sz="2800">
                            <a:solidFill>
                              <a:srgbClr val="3A4A6A"/>
                            </a:solidFill>
                            <a:latin typeface="Cambria Math" panose="02040503050406030204" pitchFamily="18" charset="0"/>
                          </a:rPr>
                          <m:t>x</m:t>
                        </m:r>
                        <m:r>
                          <a:rPr lang="en-US" sz="2800">
                            <a:solidFill>
                              <a:srgbClr val="3A4A6A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d>
                    <m:r>
                      <a:rPr lang="en-US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k</m:t>
                        </m:r>
                      </m:e>
                      <m:sub>
                        <m:r>
                          <a:rPr lang="en-US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d>
                      <m:dPr>
                        <m:ctrlPr>
                          <a:rPr lang="en-US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800" i="1">
                                <a:solidFill>
                                  <a:srgbClr val="3A4A6A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sz="2800">
                                <a:solidFill>
                                  <a:srgbClr val="3A4A6A"/>
                                </a:solidFill>
                                <a:latin typeface="Cambria Math" panose="02040503050406030204" pitchFamily="18" charset="0"/>
                              </a:rPr>
                              <m:t>p</m:t>
                            </m:r>
                          </m:e>
                          <m:sub>
                            <m:r>
                              <a:rPr lang="en-US" sz="2800" b="0" i="0" smtClean="0">
                                <a:solidFill>
                                  <a:srgbClr val="3A4A6A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sz="2800">
                            <a:solidFill>
                              <a:srgbClr val="3A4A6A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m:rPr>
                            <m:sty m:val="p"/>
                          </m:rPr>
                          <a:rPr lang="en-US" sz="2800">
                            <a:solidFill>
                              <a:srgbClr val="3A4A6A"/>
                            </a:solidFill>
                            <a:latin typeface="Cambria Math" panose="02040503050406030204" pitchFamily="18" charset="0"/>
                          </a:rPr>
                          <m:t>x</m:t>
                        </m:r>
                        <m:r>
                          <a:rPr lang="en-US" sz="2800">
                            <a:solidFill>
                              <a:srgbClr val="3A4A6A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d>
                    <m:r>
                      <a:rPr lang="en-US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k</m:t>
                        </m:r>
                      </m:e>
                      <m:sub>
                        <m:r>
                          <a:rPr lang="en-US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d>
                      <m:dPr>
                        <m:ctrlPr>
                          <a:rPr lang="en-US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800" i="1">
                                <a:solidFill>
                                  <a:srgbClr val="3A4A6A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sz="2800">
                                <a:solidFill>
                                  <a:srgbClr val="3A4A6A"/>
                                </a:solidFill>
                                <a:latin typeface="Cambria Math" panose="02040503050406030204" pitchFamily="18" charset="0"/>
                              </a:rPr>
                              <m:t>p</m:t>
                            </m:r>
                          </m:e>
                          <m:sub>
                            <m:r>
                              <a:rPr lang="en-US" sz="2800" b="0" i="0" smtClean="0">
                                <a:solidFill>
                                  <a:srgbClr val="3A4A6A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  <m:r>
                          <a:rPr lang="en-US" sz="2800">
                            <a:solidFill>
                              <a:srgbClr val="3A4A6A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m:rPr>
                            <m:sty m:val="p"/>
                          </m:rPr>
                          <a:rPr lang="en-US" sz="2800">
                            <a:solidFill>
                              <a:srgbClr val="3A4A6A"/>
                            </a:solidFill>
                            <a:latin typeface="Cambria Math" panose="02040503050406030204" pitchFamily="18" charset="0"/>
                          </a:rPr>
                          <m:t>x</m:t>
                        </m:r>
                        <m:r>
                          <a:rPr lang="en-US" sz="2800">
                            <a:solidFill>
                              <a:srgbClr val="3A4A6A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d>
                    <m:r>
                      <a:rPr lang="en-US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k</m:t>
                        </m:r>
                      </m:e>
                      <m:sub>
                        <m:r>
                          <a:rPr lang="en-IN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  <m:d>
                      <m:dPr>
                        <m:ctrlPr>
                          <a:rPr lang="en-US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800" i="1">
                                <a:solidFill>
                                  <a:srgbClr val="3A4A6A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sz="2800">
                                <a:solidFill>
                                  <a:srgbClr val="3A4A6A"/>
                                </a:solidFill>
                                <a:latin typeface="Cambria Math" panose="02040503050406030204" pitchFamily="18" charset="0"/>
                              </a:rPr>
                              <m:t>p</m:t>
                            </m:r>
                          </m:e>
                          <m:sub>
                            <m:r>
                              <a:rPr lang="en-US" sz="2800" b="0" i="0" smtClean="0">
                                <a:solidFill>
                                  <a:srgbClr val="3A4A6A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sub>
                        </m:sSub>
                        <m:r>
                          <a:rPr lang="en-US" sz="2800">
                            <a:solidFill>
                              <a:srgbClr val="3A4A6A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m:rPr>
                            <m:sty m:val="p"/>
                          </m:rPr>
                          <a:rPr lang="en-US" sz="2800">
                            <a:solidFill>
                              <a:srgbClr val="3A4A6A"/>
                            </a:solidFill>
                            <a:latin typeface="Cambria Math" panose="02040503050406030204" pitchFamily="18" charset="0"/>
                          </a:rPr>
                          <m:t>x</m:t>
                        </m:r>
                        <m:r>
                          <a:rPr lang="en-US" sz="2800">
                            <a:solidFill>
                              <a:srgbClr val="3A4A6A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d>
                  </m:oMath>
                </a14:m>
                <a:endParaRPr lang="en-US" sz="2800" dirty="0">
                  <a:solidFill>
                    <a:srgbClr val="002060"/>
                  </a:solidFill>
                  <a:latin typeface="+mj-lt"/>
                </a:endParaRPr>
              </a:p>
            </p:txBody>
          </p:sp>
        </mc:Choice>
        <mc:Fallback xmlns="">
          <p:sp>
            <p:nvSpPr>
              <p:cNvPr id="40" name="Content Placeholder 4">
                <a:extLst>
                  <a:ext uri="{FF2B5EF4-FFF2-40B4-BE49-F238E27FC236}">
                    <a16:creationId xmlns:a16="http://schemas.microsoft.com/office/drawing/2014/main" id="{F8FE7808-6070-3058-1843-37B57D298DA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122277" y="2892960"/>
                <a:ext cx="11631572" cy="544460"/>
              </a:xfrm>
              <a:prstGeom prst="rect">
                <a:avLst/>
              </a:prstGeom>
              <a:blipFill>
                <a:blip r:embed="rId7"/>
                <a:stretch>
                  <a:fillRect l="-1048" t="-13483" b="-24719"/>
                </a:stretch>
              </a:blipFill>
              <a:ln w="12700" cap="flat" cmpd="sng" algn="ctr">
                <a:noFill/>
                <a:prstDash val="solid"/>
                <a:miter lim="800000"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Content Placeholder 4">
                <a:extLst>
                  <a:ext uri="{FF2B5EF4-FFF2-40B4-BE49-F238E27FC236}">
                    <a16:creationId xmlns:a16="http://schemas.microsoft.com/office/drawing/2014/main" id="{89163715-BC29-E470-061B-F3C3EE71B454}"/>
                  </a:ext>
                </a:extLst>
              </p:cNvPr>
              <p:cNvSpPr txBox="1">
                <a:spLocks/>
              </p:cNvSpPr>
              <p:nvPr/>
            </p:nvSpPr>
            <p:spPr>
              <a:xfrm flipH="1">
                <a:off x="6479441" y="5131214"/>
                <a:ext cx="3554373" cy="543600"/>
              </a:xfrm>
              <a:prstGeom prst="rect">
                <a:avLst/>
              </a:prstGeom>
              <a:noFill/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vert="horz" lIns="91440" tIns="45720" rIns="91440" bIns="45720" rtlCol="0" anchor="ctr">
                <a:noAutofit/>
              </a:bodyPr>
              <a:lstStyle>
                <a:defPPr>
                  <a:defRPr lang="en-US"/>
                </a:defPPr>
                <a:lvl1pPr marL="118745" algn="just">
                  <a:lnSpc>
                    <a:spcPct val="115000"/>
                  </a:lnSpc>
                  <a:spcBef>
                    <a:spcPts val="1000"/>
                  </a:spcBef>
                  <a:spcAft>
                    <a:spcPts val="800"/>
                  </a:spcAft>
                  <a:buClr>
                    <a:schemeClr val="accent6"/>
                  </a:buClr>
                  <a:buFont typeface="Wingdings 3" panose="05040102010807070707" pitchFamily="18" charset="2"/>
                  <a:buNone/>
                  <a:defRPr sz="2800">
                    <a:solidFill>
                      <a:srgbClr val="3A4A6A"/>
                    </a:solidFill>
                  </a:defRPr>
                </a:lvl1pPr>
              </a:lstStyle>
              <a:p>
                <a:pPr>
                  <a:lnSpc>
                    <a:spcPct val="9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IN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d>
                        <m:dPr>
                          <m:ctrlPr>
                            <a:rPr lang="en-US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k</m:t>
                              </m:r>
                            </m:e>
                            <m:sub>
                              <m:r>
                                <a:rPr lang="en-US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+2</m:t>
                          </m:r>
                          <m:sSub>
                            <m:sSubPr>
                              <m:ctrlPr>
                                <a:rPr lang="en-US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k</m:t>
                              </m:r>
                            </m:e>
                            <m:sub>
                              <m:r>
                                <a:rPr lang="en-US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k</m:t>
                              </m:r>
                            </m:e>
                            <m:sub>
                              <m:r>
                                <a:rPr lang="en-US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sub>
                          </m:sSub>
                        </m:e>
                      </m:d>
                      <m:sSup>
                        <m:sSupPr>
                          <m:ctrlPr>
                            <a:rPr lang="en-US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en-US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x</m:t>
                          </m:r>
                        </m:e>
                        <m:sup>
                          <m:r>
                            <a:rPr lang="en-US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US" dirty="0">
                  <a:solidFill>
                    <a:srgbClr val="002060"/>
                  </a:solidFill>
                  <a:latin typeface="+mj-lt"/>
                </a:endParaRPr>
              </a:p>
            </p:txBody>
          </p:sp>
        </mc:Choice>
        <mc:Fallback xmlns="">
          <p:sp>
            <p:nvSpPr>
              <p:cNvPr id="18" name="Content Placeholder 4">
                <a:extLst>
                  <a:ext uri="{FF2B5EF4-FFF2-40B4-BE49-F238E27FC236}">
                    <a16:creationId xmlns:a16="http://schemas.microsoft.com/office/drawing/2014/main" id="{89163715-BC29-E470-061B-F3C3EE71B45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6479441" y="5131214"/>
                <a:ext cx="3554373" cy="54360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  <a:ln w="12700" cap="flat" cmpd="sng" algn="ctr">
                <a:noFill/>
                <a:prstDash val="solid"/>
                <a:miter lim="800000"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679320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/>
      <p:bldP spid="23" grpId="0"/>
      <p:bldP spid="27" grpId="0"/>
      <p:bldP spid="40" grpId="0"/>
      <p:bldP spid="18" grpId="0"/>
    </p:bldLst>
  </p:timing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8A4B4A-CF9F-DEE4-ACCA-1DC3494F92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A131C871-AEE2-66C5-22F0-F2A8AFB673B4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IN" dirty="0"/>
                  <a:t>Method:3 </a:t>
                </a:r>
                <a14:m>
                  <m:oMath xmlns:m="http://schemas.openxmlformats.org/officeDocument/2006/math">
                    <m:r>
                      <a:rPr lang="en-I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⇝</m:t>
                    </m:r>
                  </m:oMath>
                </a14:m>
                <a:r>
                  <a:rPr lang="en-IN" dirty="0"/>
                  <a:t> Example:20(continue)</a:t>
                </a:r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A131C871-AEE2-66C5-22F0-F2A8AFB673B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400" t="-8547" b="-1965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Content Placeholder 4">
                <a:extLst>
                  <a:ext uri="{FF2B5EF4-FFF2-40B4-BE49-F238E27FC236}">
                    <a16:creationId xmlns:a16="http://schemas.microsoft.com/office/drawing/2014/main" id="{16E27A61-A74A-EBC5-7216-484AC2382B5F}"/>
                  </a:ext>
                </a:extLst>
              </p:cNvPr>
              <p:cNvSpPr txBox="1">
                <a:spLocks/>
              </p:cNvSpPr>
              <p:nvPr/>
            </p:nvSpPr>
            <p:spPr>
              <a:xfrm flipH="1">
                <a:off x="248636" y="3296671"/>
                <a:ext cx="4408092" cy="1822132"/>
              </a:xfrm>
              <a:prstGeom prst="rect">
                <a:avLst/>
              </a:prstGeom>
              <a:noFill/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vert="horz" lIns="91440" tIns="45720" rIns="91440" bIns="45720" rtlCol="0" anchor="ctr">
                <a:noAutofit/>
              </a:bodyPr>
              <a:lstStyle>
                <a:defPPr>
                  <a:defRPr lang="en-US"/>
                </a:defPPr>
                <a:lvl1pPr marL="118745" algn="just">
                  <a:lnSpc>
                    <a:spcPct val="115000"/>
                  </a:lnSpc>
                  <a:spcBef>
                    <a:spcPts val="1000"/>
                  </a:spcBef>
                  <a:spcAft>
                    <a:spcPts val="800"/>
                  </a:spcAft>
                  <a:buClr>
                    <a:schemeClr val="accent6"/>
                  </a:buClr>
                  <a:buFont typeface="Wingdings 3" panose="05040102010807070707" pitchFamily="18" charset="2"/>
                  <a:buNone/>
                  <a:defRPr sz="2800">
                    <a:solidFill>
                      <a:srgbClr val="3A4A6A"/>
                    </a:solidFill>
                  </a:defRPr>
                </a:lvl1pPr>
              </a:lstStyle>
              <a:p>
                <a:pPr algn="l">
                  <a:lnSpc>
                    <a:spcPct val="125000"/>
                  </a:lnSpc>
                </a:pPr>
                <a14:m>
                  <m:oMath xmlns:m="http://schemas.openxmlformats.org/officeDocument/2006/math">
                    <m:r>
                      <a:rPr lang="en-US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b>
                      <m:sSubPr>
                        <m:ctrlPr>
                          <a:rPr lang="en-US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k</m:t>
                        </m:r>
                      </m:e>
                      <m:sub>
                        <m:r>
                          <a:rPr lang="en-US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k</m:t>
                        </m:r>
                      </m:e>
                      <m:sub>
                        <m:r>
                          <a:rPr lang="en-US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+2</m:t>
                    </m:r>
                    <m:sSub>
                      <m:sSubPr>
                        <m:ctrlPr>
                          <a:rPr lang="en-US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k</m:t>
                        </m:r>
                      </m:e>
                      <m:sub>
                        <m:r>
                          <a:rPr lang="en-US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US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+4</m:t>
                    </m:r>
                    <m:sSub>
                      <m:sSubPr>
                        <m:ctrlPr>
                          <a:rPr lang="en-US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k</m:t>
                        </m:r>
                      </m:e>
                      <m:sub>
                        <m:r>
                          <a:rPr lang="en-US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  <m:r>
                      <a:rPr lang="en-US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a</m:t>
                    </m:r>
                  </m:oMath>
                </a14:m>
                <a:r>
                  <a:rPr lang="en-US" i="1" dirty="0">
                    <a:solidFill>
                      <a:srgbClr val="002060"/>
                    </a:solidFill>
                    <a:latin typeface="Cambria Math" panose="02040503050406030204" pitchFamily="18" charset="0"/>
                  </a:rPr>
                  <a:t> </a:t>
                </a:r>
              </a:p>
              <a:p>
                <a:pPr algn="l">
                  <a:lnSpc>
                    <a:spcPct val="125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k</m:t>
                          </m:r>
                        </m:e>
                        <m:sub>
                          <m:r>
                            <a:rPr lang="en-US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k</m:t>
                          </m:r>
                        </m:e>
                        <m:sub>
                          <m:r>
                            <a:rPr lang="en-US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k</m:t>
                          </m:r>
                        </m:e>
                        <m:sub>
                          <m:r>
                            <a:rPr lang="en-US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  <m:r>
                        <a:rPr lang="en-US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IN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b</m:t>
                      </m:r>
                    </m:oMath>
                  </m:oMathPara>
                </a14:m>
                <a:endParaRPr lang="en-US" i="1" dirty="0">
                  <a:solidFill>
                    <a:srgbClr val="002060"/>
                  </a:solidFill>
                  <a:latin typeface="Cambria Math" panose="02040503050406030204" pitchFamily="18" charset="0"/>
                </a:endParaRPr>
              </a:p>
              <a:p>
                <a:pPr algn="l">
                  <a:lnSpc>
                    <a:spcPct val="125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k</m:t>
                          </m:r>
                        </m:e>
                        <m:sub>
                          <m:r>
                            <a:rPr lang="en-US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+2</m:t>
                      </m:r>
                      <m:sSub>
                        <m:sSubPr>
                          <m:ctrlPr>
                            <a:rPr lang="en-US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k</m:t>
                          </m:r>
                        </m:e>
                        <m:sub>
                          <m:r>
                            <a:rPr lang="en-US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k</m:t>
                          </m:r>
                        </m:e>
                        <m:sub>
                          <m:r>
                            <a:rPr lang="en-US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  <m:r>
                        <a:rPr lang="en-US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IN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c</m:t>
                      </m:r>
                    </m:oMath>
                  </m:oMathPara>
                </a14:m>
                <a:endParaRPr lang="en-US" i="1" dirty="0">
                  <a:solidFill>
                    <a:srgbClr val="002060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29" name="Content Placeholder 4">
                <a:extLst>
                  <a:ext uri="{FF2B5EF4-FFF2-40B4-BE49-F238E27FC236}">
                    <a16:creationId xmlns:a16="http://schemas.microsoft.com/office/drawing/2014/main" id="{16E27A61-A74A-EBC5-7216-484AC2382B5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248636" y="3296671"/>
                <a:ext cx="4408092" cy="18221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 w="12700" cap="flat" cmpd="sng" algn="ctr">
                <a:noFill/>
                <a:prstDash val="solid"/>
                <a:miter lim="800000"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Rectangle 13">
            <a:extLst>
              <a:ext uri="{FF2B5EF4-FFF2-40B4-BE49-F238E27FC236}">
                <a16:creationId xmlns:a16="http://schemas.microsoft.com/office/drawing/2014/main" id="{748FD3A7-A988-C981-98B7-F6B868FDE8FF}"/>
              </a:ext>
            </a:extLst>
          </p:cNvPr>
          <p:cNvSpPr/>
          <p:nvPr/>
        </p:nvSpPr>
        <p:spPr>
          <a:xfrm>
            <a:off x="6240658" y="2569134"/>
            <a:ext cx="6020992" cy="54360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r>
              <a:rPr lang="en-IN" sz="2800" dirty="0">
                <a:solidFill>
                  <a:srgbClr val="002060"/>
                </a:solidFill>
              </a:rPr>
              <a:t>The Augmented matrix of the </a:t>
            </a:r>
            <a:r>
              <a:rPr lang="en-US" sz="2800" dirty="0">
                <a:solidFill>
                  <a:srgbClr val="002060"/>
                </a:solidFill>
              </a:rPr>
              <a:t>system is</a:t>
            </a:r>
            <a:endParaRPr lang="en-IN" sz="2800" b="1" dirty="0">
              <a:solidFill>
                <a:srgbClr val="00206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B0BAA46A-5E60-01EF-8454-2F99B9504D74}"/>
                  </a:ext>
                </a:extLst>
              </p:cNvPr>
              <p:cNvSpPr/>
              <p:nvPr/>
            </p:nvSpPr>
            <p:spPr>
              <a:xfrm>
                <a:off x="6240658" y="3618330"/>
                <a:ext cx="1728392" cy="543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IN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d>
                            <m:dPr>
                              <m:begChr m:val=""/>
                              <m:endChr m:val="|"/>
                              <m:ctrlPr>
                                <a:rPr lang="en-IN" sz="2800" b="0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m:rPr>
                                  <m:sty m:val="p"/>
                                </m:rPr>
                                <a:rPr lang="en-IN" sz="2800" b="0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A</m:t>
                              </m:r>
                              <m:r>
                                <a:rPr lang="en-IN" sz="2800" b="0" i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e>
                          </m:d>
                          <m: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B</m:t>
                          </m:r>
                          <m: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d>
                      <m:r>
                        <a:rPr lang="en-IN" sz="2800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  <a:p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B0BAA46A-5E60-01EF-8454-2F99B9504D7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40658" y="3618330"/>
                <a:ext cx="1728392" cy="54360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6670677B-64B7-01CB-0D8B-CB0DEA41E798}"/>
                  </a:ext>
                </a:extLst>
              </p:cNvPr>
              <p:cNvSpPr/>
              <p:nvPr/>
            </p:nvSpPr>
            <p:spPr>
              <a:xfrm>
                <a:off x="6240657" y="4654332"/>
                <a:ext cx="4244520" cy="136926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r>
                  <a:rPr lang="en-IN" sz="2800" dirty="0">
                    <a:solidFill>
                      <a:srgbClr val="002060"/>
                    </a:solidFill>
                  </a:rPr>
                  <a:t>First apply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sz="28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2800" b="1" i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𝐑</m:t>
                        </m:r>
                      </m:e>
                      <m:sub>
                        <m:r>
                          <a:rPr lang="en-GB" sz="2800" b="1" i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  <m:r>
                          <a:rPr lang="en-IN" sz="2800" b="1" i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𝟑</m:t>
                        </m:r>
                      </m:sub>
                    </m:sSub>
                    <m:d>
                      <m:dPr>
                        <m:ctrlPr>
                          <a:rPr lang="en-IN" sz="28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8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ctrlPr>
                              <a:rPr lang="en-IN" sz="28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8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IN" sz="28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  <m:r>
                              <a:rPr lang="en-IN" sz="28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 </m:t>
                            </m:r>
                          </m:num>
                          <m:den>
                            <m:r>
                              <a:rPr lang="en-GB" sz="2800" b="1" i="0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𝟐</m:t>
                            </m:r>
                          </m:den>
                        </m:f>
                      </m:e>
                    </m:d>
                  </m:oMath>
                </a14:m>
                <a:r>
                  <a:rPr lang="en-IN" sz="2800" b="1" dirty="0">
                    <a:solidFill>
                      <a:srgbClr val="FF0000"/>
                    </a:solidFill>
                  </a:rPr>
                  <a:t> </a:t>
                </a:r>
                <a:r>
                  <a:rPr lang="en-IN" sz="2800" dirty="0">
                    <a:solidFill>
                      <a:srgbClr val="002060"/>
                    </a:solidFill>
                  </a:rPr>
                  <a:t>and </a:t>
                </a:r>
              </a:p>
              <a:p>
                <a:r>
                  <a:rPr lang="en-IN" sz="2800" dirty="0">
                    <a:solidFill>
                      <a:srgbClr val="002060"/>
                    </a:solidFill>
                  </a:rPr>
                  <a:t>than apply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sz="28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2800" b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𝐑</m:t>
                        </m:r>
                      </m:e>
                      <m:sub>
                        <m:r>
                          <a:rPr lang="en-IN" sz="2800" b="1" i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  <m:r>
                          <a:rPr lang="en-IN" sz="2800" b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𝟑</m:t>
                        </m:r>
                      </m:sub>
                    </m:sSub>
                    <m:d>
                      <m:dPr>
                        <m:ctrlPr>
                          <a:rPr lang="en-IN" sz="28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IN" sz="28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8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IN" sz="28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𝟑</m:t>
                            </m:r>
                            <m:r>
                              <a:rPr lang="en-IN" sz="28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 </m:t>
                            </m:r>
                          </m:num>
                          <m:den>
                            <m:r>
                              <a:rPr lang="en-GB" sz="2800" b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𝟐</m:t>
                            </m:r>
                          </m:den>
                        </m:f>
                      </m:e>
                    </m:d>
                  </m:oMath>
                </a14:m>
                <a:endParaRPr lang="en-IN" sz="28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6670677B-64B7-01CB-0D8B-CB0DEA41E79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40657" y="4654332"/>
                <a:ext cx="4244520" cy="1369266"/>
              </a:xfrm>
              <a:prstGeom prst="rect">
                <a:avLst/>
              </a:prstGeom>
              <a:blipFill>
                <a:blip r:embed="rId5"/>
                <a:stretch>
                  <a:fillRect l="-3017" b="-5357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7" name="Group 6"/>
          <p:cNvGrpSpPr/>
          <p:nvPr/>
        </p:nvGrpSpPr>
        <p:grpSpPr>
          <a:xfrm>
            <a:off x="7643637" y="3239940"/>
            <a:ext cx="3970147" cy="1300380"/>
            <a:chOff x="14781608" y="1317570"/>
            <a:chExt cx="3970147" cy="1300380"/>
          </a:xfrm>
        </p:grpSpPr>
        <p:grpSp>
          <p:nvGrpSpPr>
            <p:cNvPr id="37" name="Group 36">
              <a:extLst>
                <a:ext uri="{FF2B5EF4-FFF2-40B4-BE49-F238E27FC236}">
                  <a16:creationId xmlns:a16="http://schemas.microsoft.com/office/drawing/2014/main" id="{0E1A892E-8340-92A5-1657-2903DD709EB7}"/>
                </a:ext>
              </a:extLst>
            </p:cNvPr>
            <p:cNvGrpSpPr/>
            <p:nvPr/>
          </p:nvGrpSpPr>
          <p:grpSpPr>
            <a:xfrm>
              <a:off x="14781608" y="1317570"/>
              <a:ext cx="3970147" cy="1300380"/>
              <a:chOff x="1833958" y="3480476"/>
              <a:chExt cx="2309590" cy="1485224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8" name="Rectangle 37">
                    <a:extLst>
                      <a:ext uri="{FF2B5EF4-FFF2-40B4-BE49-F238E27FC236}">
                        <a16:creationId xmlns:a16="http://schemas.microsoft.com/office/drawing/2014/main" id="{862B086A-69F1-75EE-7550-2EC9B4CB3F79}"/>
                      </a:ext>
                    </a:extLst>
                  </p:cNvPr>
                  <p:cNvSpPr/>
                  <p:nvPr/>
                </p:nvSpPr>
                <p:spPr>
                  <a:xfrm>
                    <a:off x="1833958" y="3480476"/>
                    <a:ext cx="2309590" cy="1485224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d>
                            <m:dPr>
                              <m:begChr m:val="["/>
                              <m:endChr m:val="]"/>
                              <m:ctrlPr>
                                <a:rPr lang="en-IN" sz="2800" b="0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IN" sz="2800" b="0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m>
                                <m:mPr>
                                  <m:mcs>
                                    <m:mc>
                                      <m:mcPr>
                                        <m:count m:val="3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IN" sz="2800" b="0" i="1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IN" sz="2800" b="0" i="1" smtClean="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e>
                                  <m:e>
                                    <m:r>
                                      <a:rPr lang="en-IN" sz="2800" b="0" i="1" smtClean="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   1</m:t>
                                    </m:r>
                                  </m:e>
                                  <m:e>
                                    <m:m>
                                      <m:mPr>
                                        <m:mcs>
                                          <m:mc>
                                            <m:mcPr>
                                              <m:count m:val="2"/>
                                              <m:mcJc m:val="center"/>
                                            </m:mcPr>
                                          </m:mc>
                                        </m:mcs>
                                        <m:ctrlPr>
                                          <a:rPr lang="en-IN" sz="2800" b="0" i="1" smtClean="0">
                                            <a:solidFill>
                                              <a:srgbClr val="00206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mPr>
                                      <m:mr>
                                        <m:e>
                                          <m:r>
                                            <m:rPr>
                                              <m:brk m:alnAt="7"/>
                                            </m:rPr>
                                            <a:rPr lang="en-IN" sz="2800" b="0" i="1" smtClean="0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e>
                                        <m:e>
                                          <m:r>
                                            <a:rPr lang="en-IN" sz="2800" b="0" i="1" smtClean="0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4</m:t>
                                          </m:r>
                                        </m:e>
                                      </m:mr>
                                    </m:m>
                                  </m:e>
                                </m:mr>
                                <m:mr>
                                  <m:e>
                                    <m:r>
                                      <a:rPr lang="en-IN" sz="2800" b="0" i="1" smtClean="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  <m:e>
                                    <m:r>
                                      <a:rPr lang="en-IN" sz="2800" b="0" i="1" smtClean="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−1</m:t>
                                    </m:r>
                                  </m:e>
                                  <m:e>
                                    <m:m>
                                      <m:mPr>
                                        <m:mcs>
                                          <m:mc>
                                            <m:mcPr>
                                              <m:count m:val="2"/>
                                              <m:mcJc m:val="center"/>
                                            </m:mcPr>
                                          </m:mc>
                                        </m:mcs>
                                        <m:ctrlPr>
                                          <a:rPr lang="en-IN" sz="2800" b="0" i="1" smtClean="0">
                                            <a:solidFill>
                                              <a:srgbClr val="00206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mPr>
                                      <m:mr>
                                        <m:e>
                                          <m:r>
                                            <m:rPr>
                                              <m:brk m:alnAt="7"/>
                                            </m:rPr>
                                            <a:rPr lang="en-IN" sz="2800" b="0" i="1" smtClean="0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1</m:t>
                                          </m:r>
                                        </m:e>
                                        <m:e>
                                          <m:r>
                                            <a:rPr lang="en-IN" sz="2800" b="0" i="1" smtClean="0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1</m:t>
                                          </m:r>
                                        </m:e>
                                      </m:mr>
                                    </m:m>
                                  </m:e>
                                </m:mr>
                                <m:mr>
                                  <m:e>
                                    <m:r>
                                      <a:rPr lang="en-IN" sz="2800" b="0" i="1" smtClean="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e>
                                  <m:e>
                                    <m:r>
                                      <a:rPr lang="en-IN" sz="2800" b="0" i="1" smtClean="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   2</m:t>
                                    </m:r>
                                  </m:e>
                                  <m:e>
                                    <m:m>
                                      <m:mPr>
                                        <m:mcs>
                                          <m:mc>
                                            <m:mcPr>
                                              <m:count m:val="2"/>
                                              <m:mcJc m:val="center"/>
                                            </m:mcPr>
                                          </m:mc>
                                        </m:mcs>
                                        <m:ctrlPr>
                                          <a:rPr lang="en-IN" sz="2800" b="0" i="1" smtClean="0">
                                            <a:solidFill>
                                              <a:srgbClr val="00206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mPr>
                                      <m:mr>
                                        <m:e>
                                          <m:r>
                                            <m:rPr>
                                              <m:brk m:alnAt="7"/>
                                            </m:rPr>
                                            <a:rPr lang="en-IN" sz="2800" b="0" i="1" smtClean="0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0</m:t>
                                          </m:r>
                                        </m:e>
                                        <m:e>
                                          <m:r>
                                            <a:rPr lang="en-IN" sz="2800" b="0" i="1" smtClean="0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1</m:t>
                                          </m:r>
                                        </m:e>
                                      </m:mr>
                                    </m:m>
                                  </m:e>
                                </m:mr>
                              </m:m>
                              <m:r>
                                <a:rPr lang="en-IN" sz="2800" b="0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            </m:t>
                              </m:r>
                            </m:e>
                          </m:d>
                        </m:oMath>
                      </m:oMathPara>
                    </a14:m>
                    <a:endParaRPr lang="en-IN" sz="2800" dirty="0">
                      <a:solidFill>
                        <a:srgbClr val="002060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38" name="Rectangle 37">
                    <a:extLst>
                      <a:ext uri="{FF2B5EF4-FFF2-40B4-BE49-F238E27FC236}">
                        <a16:creationId xmlns:a16="http://schemas.microsoft.com/office/drawing/2014/main" id="{862B086A-69F1-75EE-7550-2EC9B4CB3F79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833958" y="3480476"/>
                    <a:ext cx="2309590" cy="1485224"/>
                  </a:xfrm>
                  <a:prstGeom prst="rect">
                    <a:avLst/>
                  </a:prstGeom>
                  <a:blipFill>
                    <a:blip r:embed="rId8"/>
                    <a:stretch>
                      <a:fillRect/>
                    </a:stretch>
                  </a:blipFill>
                  <a:ln>
                    <a:noFill/>
                  </a:ln>
                </p:spPr>
                <p:txBody>
                  <a:bodyPr/>
                  <a:lstStyle/>
                  <a:p>
                    <a:r>
                      <a:rPr lang="en-IN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39" name="Straight Connector 38">
                <a:extLst>
                  <a:ext uri="{FF2B5EF4-FFF2-40B4-BE49-F238E27FC236}">
                    <a16:creationId xmlns:a16="http://schemas.microsoft.com/office/drawing/2014/main" id="{F2C04DEC-D65E-B458-C847-DA82B55DEDE8}"/>
                  </a:ext>
                </a:extLst>
              </p:cNvPr>
              <p:cNvCxnSpPr/>
              <p:nvPr/>
            </p:nvCxnSpPr>
            <p:spPr>
              <a:xfrm>
                <a:off x="3495859" y="3545271"/>
                <a:ext cx="0" cy="1323713"/>
              </a:xfrm>
              <a:prstGeom prst="line">
                <a:avLst/>
              </a:prstGeom>
              <a:ln w="3810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" name="Rectangle 17">
                  <a:extLst>
                    <a:ext uri="{FF2B5EF4-FFF2-40B4-BE49-F238E27FC236}">
                      <a16:creationId xmlns:a16="http://schemas.microsoft.com/office/drawing/2014/main" id="{F2F3C166-9145-A6A1-CC92-5500B425BACF}"/>
                    </a:ext>
                  </a:extLst>
                </p:cNvPr>
                <p:cNvSpPr/>
                <p:nvPr/>
              </p:nvSpPr>
              <p:spPr>
                <a:xfrm>
                  <a:off x="17623148" y="1351480"/>
                  <a:ext cx="786201" cy="126647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800" i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sty m:val="p"/>
                                </m:rPr>
                                <a:rPr lang="en-IN" sz="2800" b="0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a</m:t>
                              </m:r>
                            </m:e>
                          </m:mr>
                          <m:mr>
                            <m:e>
                              <m:r>
                                <m:rPr>
                                  <m:sty m:val="p"/>
                                </m:rPr>
                                <a:rPr lang="en-IN" sz="2800" b="0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b</m:t>
                              </m:r>
                            </m:e>
                          </m:mr>
                          <m:mr>
                            <m:e>
                              <m:r>
                                <m:rPr>
                                  <m:sty m:val="p"/>
                                </m:rPr>
                                <a:rPr lang="en-IN" sz="2800" b="0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c</m:t>
                              </m:r>
                            </m:e>
                          </m:mr>
                        </m:m>
                      </m:oMath>
                    </m:oMathPara>
                  </a14:m>
                  <a:endParaRPr lang="en-IN" sz="2800" dirty="0">
                    <a:solidFill>
                      <a:srgbClr val="002060"/>
                    </a:solidFill>
                  </a:endParaRPr>
                </a:p>
              </p:txBody>
            </p:sp>
          </mc:Choice>
          <mc:Fallback xmlns="">
            <p:sp>
              <p:nvSpPr>
                <p:cNvPr id="18" name="Rectangle 17">
                  <a:extLst>
                    <a:ext uri="{FF2B5EF4-FFF2-40B4-BE49-F238E27FC236}">
                      <a16:creationId xmlns:a16="http://schemas.microsoft.com/office/drawing/2014/main" id="{F2F3C166-9145-A6A1-CC92-5500B425BACF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7623148" y="1351480"/>
                  <a:ext cx="786201" cy="1266470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Content Placeholder 4">
                <a:extLst>
                  <a:ext uri="{FF2B5EF4-FFF2-40B4-BE49-F238E27FC236}">
                    <a16:creationId xmlns:a16="http://schemas.microsoft.com/office/drawing/2014/main" id="{89163715-BC29-E470-061B-F3C3EE71B454}"/>
                  </a:ext>
                </a:extLst>
              </p:cNvPr>
              <p:cNvSpPr txBox="1">
                <a:spLocks/>
              </p:cNvSpPr>
              <p:nvPr/>
            </p:nvSpPr>
            <p:spPr>
              <a:xfrm flipH="1">
                <a:off x="248636" y="964251"/>
                <a:ext cx="9824645" cy="543600"/>
              </a:xfrm>
              <a:prstGeom prst="rect">
                <a:avLst/>
              </a:prstGeom>
              <a:noFill/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vert="horz" lIns="91440" tIns="45720" rIns="91440" bIns="45720" rtlCol="0" anchor="ctr">
                <a:noAutofit/>
              </a:bodyPr>
              <a:lstStyle>
                <a:defPPr>
                  <a:defRPr lang="en-US"/>
                </a:defPPr>
                <a:lvl1pPr marL="118745" algn="just">
                  <a:lnSpc>
                    <a:spcPct val="115000"/>
                  </a:lnSpc>
                  <a:spcBef>
                    <a:spcPts val="1000"/>
                  </a:spcBef>
                  <a:spcAft>
                    <a:spcPts val="800"/>
                  </a:spcAft>
                  <a:buClr>
                    <a:schemeClr val="accent6"/>
                  </a:buClr>
                  <a:buFont typeface="Wingdings 3" panose="05040102010807070707" pitchFamily="18" charset="2"/>
                  <a:buNone/>
                  <a:defRPr sz="2800">
                    <a:solidFill>
                      <a:srgbClr val="3A4A6A"/>
                    </a:solidFill>
                  </a:defRPr>
                </a:lvl1pPr>
              </a:lstStyle>
              <a:p>
                <a:pPr>
                  <a:lnSpc>
                    <a:spcPct val="9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dirty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⇒</m:t>
                      </m:r>
                      <m:r>
                        <m:rPr>
                          <m:sty m:val="p"/>
                        </m:rPr>
                        <a:rPr lang="en-IN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a</m:t>
                      </m:r>
                      <m:r>
                        <a:rPr lang="en-US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m:rPr>
                          <m:sty m:val="p"/>
                        </m:rPr>
                        <a:rPr lang="en-IN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b</m:t>
                      </m:r>
                      <m:r>
                        <m:rPr>
                          <m:sty m:val="p"/>
                        </m:rPr>
                        <a:rPr lang="en-US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x</m:t>
                      </m:r>
                      <m:r>
                        <a:rPr lang="en-US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m:rPr>
                          <m:sty m:val="p"/>
                        </m:rPr>
                        <a:rPr lang="en-IN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c</m:t>
                      </m:r>
                      <m:sSup>
                        <m:sSupPr>
                          <m:ctrlPr>
                            <a:rPr lang="en-US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en-US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x</m:t>
                          </m:r>
                        </m:e>
                        <m:sup>
                          <m:r>
                            <a:rPr lang="en-US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sSub>
                            <m:sSubPr>
                              <m:ctrlPr>
                                <a:rPr lang="en-US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k</m:t>
                              </m:r>
                            </m:e>
                            <m:sub>
                              <m:r>
                                <a:rPr lang="en-US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k</m:t>
                              </m:r>
                            </m:e>
                            <m:sub>
                              <m:r>
                                <a:rPr lang="en-US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+2</m:t>
                          </m:r>
                          <m:sSub>
                            <m:sSubPr>
                              <m:ctrlPr>
                                <a:rPr lang="en-US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k</m:t>
                              </m:r>
                            </m:e>
                            <m:sub>
                              <m:r>
                                <a:rPr lang="en-US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r>
                            <a:rPr lang="en-US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+4</m:t>
                          </m:r>
                          <m:sSub>
                            <m:sSubPr>
                              <m:ctrlPr>
                                <a:rPr lang="en-US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k</m:t>
                              </m:r>
                            </m:e>
                            <m:sub>
                              <m:r>
                                <a:rPr lang="en-US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sub>
                          </m:sSub>
                        </m:e>
                      </m:d>
                      <m:r>
                        <a:rPr lang="en-US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d>
                        <m:dPr>
                          <m:ctrlPr>
                            <a:rPr lang="en-US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k</m:t>
                              </m:r>
                            </m:e>
                            <m:sub>
                              <m:r>
                                <a:rPr lang="en-US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k</m:t>
                              </m:r>
                            </m:e>
                            <m:sub>
                              <m:r>
                                <a:rPr lang="en-US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r>
                            <a:rPr lang="en-US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k</m:t>
                              </m:r>
                            </m:e>
                            <m:sub>
                              <m:r>
                                <a:rPr lang="en-US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sub>
                          </m:sSub>
                        </m:e>
                      </m:d>
                      <m:r>
                        <m:rPr>
                          <m:sty m:val="p"/>
                        </m:rPr>
                        <a:rPr lang="en-US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x</m:t>
                      </m:r>
                    </m:oMath>
                  </m:oMathPara>
                </a14:m>
                <a:endParaRPr lang="en-US" dirty="0">
                  <a:solidFill>
                    <a:srgbClr val="002060"/>
                  </a:solidFill>
                  <a:latin typeface="+mj-lt"/>
                </a:endParaRPr>
              </a:p>
            </p:txBody>
          </p:sp>
        </mc:Choice>
        <mc:Fallback xmlns="">
          <p:sp>
            <p:nvSpPr>
              <p:cNvPr id="23" name="Content Placeholder 4">
                <a:extLst>
                  <a:ext uri="{FF2B5EF4-FFF2-40B4-BE49-F238E27FC236}">
                    <a16:creationId xmlns:a16="http://schemas.microsoft.com/office/drawing/2014/main" id="{89163715-BC29-E470-061B-F3C3EE71B45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248636" y="964251"/>
                <a:ext cx="9824645" cy="543600"/>
              </a:xfrm>
              <a:prstGeom prst="rect">
                <a:avLst/>
              </a:prstGeom>
              <a:blipFill>
                <a:blip r:embed="rId20"/>
                <a:stretch>
                  <a:fillRect/>
                </a:stretch>
              </a:blipFill>
              <a:ln w="12700" cap="flat" cmpd="sng" algn="ctr">
                <a:noFill/>
                <a:prstDash val="solid"/>
                <a:miter lim="800000"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5" name="Content Placeholder 4">
            <a:extLst>
              <a:ext uri="{FF2B5EF4-FFF2-40B4-BE49-F238E27FC236}">
                <a16:creationId xmlns:a16="http://schemas.microsoft.com/office/drawing/2014/main" id="{1A2EE99E-860B-EE9D-4F59-C6C2CE57581D}"/>
              </a:ext>
            </a:extLst>
          </p:cNvPr>
          <p:cNvSpPr txBox="1">
            <a:spLocks/>
          </p:cNvSpPr>
          <p:nvPr/>
        </p:nvSpPr>
        <p:spPr>
          <a:xfrm flipH="1">
            <a:off x="130962" y="2569134"/>
            <a:ext cx="5313761" cy="5436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defPPr>
              <a:defRPr lang="en-US"/>
            </a:defPPr>
            <a:lvl1pPr marL="118745" algn="just">
              <a:lnSpc>
                <a:spcPct val="115000"/>
              </a:lnSpc>
              <a:spcBef>
                <a:spcPts val="1000"/>
              </a:spcBef>
              <a:spcAft>
                <a:spcPts val="800"/>
              </a:spcAft>
              <a:buClr>
                <a:schemeClr val="accent6"/>
              </a:buClr>
              <a:buFont typeface="Wingdings 3" panose="05040102010807070707" pitchFamily="18" charset="2"/>
              <a:buNone/>
              <a:defRPr sz="2800">
                <a:solidFill>
                  <a:srgbClr val="3A4A6A"/>
                </a:solidFill>
              </a:defRPr>
            </a:lvl1pPr>
          </a:lstStyle>
          <a:p>
            <a:pPr>
              <a:lnSpc>
                <a:spcPct val="90000"/>
              </a:lnSpc>
            </a:pPr>
            <a:r>
              <a:rPr lang="en-US" i="0" dirty="0">
                <a:solidFill>
                  <a:srgbClr val="002060"/>
                </a:solidFill>
                <a:latin typeface="+mj-lt"/>
              </a:rPr>
              <a:t>Comparing both the sides, we have </a:t>
            </a:r>
            <a:endParaRPr lang="en-US" dirty="0">
              <a:solidFill>
                <a:srgbClr val="002060"/>
              </a:solidFill>
              <a:latin typeface="Cambria Math" panose="020405030504060302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7" name="Content Placeholder 4">
                <a:extLst>
                  <a:ext uri="{FF2B5EF4-FFF2-40B4-BE49-F238E27FC236}">
                    <a16:creationId xmlns:a16="http://schemas.microsoft.com/office/drawing/2014/main" id="{89163715-BC29-E470-061B-F3C3EE71B454}"/>
                  </a:ext>
                </a:extLst>
              </p:cNvPr>
              <p:cNvSpPr txBox="1">
                <a:spLocks/>
              </p:cNvSpPr>
              <p:nvPr/>
            </p:nvSpPr>
            <p:spPr>
              <a:xfrm flipH="1">
                <a:off x="6683822" y="1527219"/>
                <a:ext cx="3554373" cy="543600"/>
              </a:xfrm>
              <a:prstGeom prst="rect">
                <a:avLst/>
              </a:prstGeom>
              <a:noFill/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vert="horz" lIns="91440" tIns="45720" rIns="91440" bIns="45720" rtlCol="0" anchor="ctr">
                <a:noAutofit/>
              </a:bodyPr>
              <a:lstStyle>
                <a:defPPr>
                  <a:defRPr lang="en-US"/>
                </a:defPPr>
                <a:lvl1pPr marL="118745" algn="just">
                  <a:lnSpc>
                    <a:spcPct val="115000"/>
                  </a:lnSpc>
                  <a:spcBef>
                    <a:spcPts val="1000"/>
                  </a:spcBef>
                  <a:spcAft>
                    <a:spcPts val="800"/>
                  </a:spcAft>
                  <a:buClr>
                    <a:schemeClr val="accent6"/>
                  </a:buClr>
                  <a:buFont typeface="Wingdings 3" panose="05040102010807070707" pitchFamily="18" charset="2"/>
                  <a:buNone/>
                  <a:defRPr sz="2800">
                    <a:solidFill>
                      <a:srgbClr val="3A4A6A"/>
                    </a:solidFill>
                  </a:defRPr>
                </a:lvl1pPr>
              </a:lstStyle>
              <a:p>
                <a:pPr>
                  <a:lnSpc>
                    <a:spcPct val="9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IN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d>
                        <m:dPr>
                          <m:ctrlPr>
                            <a:rPr lang="en-US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k</m:t>
                              </m:r>
                            </m:e>
                            <m:sub>
                              <m:r>
                                <a:rPr lang="en-US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+2</m:t>
                          </m:r>
                          <m:sSub>
                            <m:sSubPr>
                              <m:ctrlPr>
                                <a:rPr lang="en-US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k</m:t>
                              </m:r>
                            </m:e>
                            <m:sub>
                              <m:r>
                                <a:rPr lang="en-US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k</m:t>
                              </m:r>
                            </m:e>
                            <m:sub>
                              <m:r>
                                <a:rPr lang="en-US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sub>
                          </m:sSub>
                        </m:e>
                      </m:d>
                      <m:sSup>
                        <m:sSupPr>
                          <m:ctrlPr>
                            <a:rPr lang="en-US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en-US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x</m:t>
                          </m:r>
                        </m:e>
                        <m:sup>
                          <m:r>
                            <a:rPr lang="en-US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US" dirty="0">
                  <a:solidFill>
                    <a:srgbClr val="002060"/>
                  </a:solidFill>
                  <a:latin typeface="+mj-lt"/>
                </a:endParaRPr>
              </a:p>
            </p:txBody>
          </p:sp>
        </mc:Choice>
        <mc:Fallback xmlns="">
          <p:sp>
            <p:nvSpPr>
              <p:cNvPr id="27" name="Content Placeholder 4">
                <a:extLst>
                  <a:ext uri="{FF2B5EF4-FFF2-40B4-BE49-F238E27FC236}">
                    <a16:creationId xmlns:a16="http://schemas.microsoft.com/office/drawing/2014/main" id="{89163715-BC29-E470-061B-F3C3EE71B45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6683822" y="1527219"/>
                <a:ext cx="3554373" cy="543600"/>
              </a:xfrm>
              <a:prstGeom prst="rect">
                <a:avLst/>
              </a:prstGeom>
              <a:blipFill>
                <a:blip r:embed="rId21"/>
                <a:stretch>
                  <a:fillRect/>
                </a:stretch>
              </a:blipFill>
              <a:ln w="12700" cap="flat" cmpd="sng" algn="ctr">
                <a:noFill/>
                <a:prstDash val="solid"/>
                <a:miter lim="800000"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8" name="Rectangle: Rounded Corners 37">
            <a:extLst>
              <a:ext uri="{FF2B5EF4-FFF2-40B4-BE49-F238E27FC236}">
                <a16:creationId xmlns:a16="http://schemas.microsoft.com/office/drawing/2014/main" id="{C23C8852-12D4-0359-F932-9FDF57F1804C}"/>
              </a:ext>
            </a:extLst>
          </p:cNvPr>
          <p:cNvSpPr/>
          <p:nvPr/>
        </p:nvSpPr>
        <p:spPr>
          <a:xfrm>
            <a:off x="6078000" y="2559904"/>
            <a:ext cx="36000" cy="3600000"/>
          </a:xfrm>
          <a:prstGeom prst="roundRect">
            <a:avLst/>
          </a:prstGeom>
          <a:gradFill>
            <a:gsLst>
              <a:gs pos="10000">
                <a:srgbClr val="0E47A1"/>
              </a:gs>
              <a:gs pos="100000">
                <a:srgbClr val="03A9F5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algn="ctr"/>
            <a:r>
              <a:rPr lang="en-IN" sz="2800" b="1" dirty="0">
                <a:solidFill>
                  <a:schemeClr val="bg1"/>
                </a:solidFill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8323757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/>
      <p:bldP spid="14" grpId="0"/>
      <p:bldP spid="15" grpId="0"/>
      <p:bldP spid="8" grpId="0"/>
      <p:bldP spid="25" grpId="0"/>
      <p:bldP spid="28" grpId="0" animBg="1"/>
    </p:bldLst>
  </p:timing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8A4B4A-CF9F-DEE4-ACCA-1DC3494F92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A131C871-AEE2-66C5-22F0-F2A8AFB673B4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IN" dirty="0"/>
                  <a:t>Method:3 </a:t>
                </a:r>
                <a14:m>
                  <m:oMath xmlns:m="http://schemas.openxmlformats.org/officeDocument/2006/math">
                    <m:r>
                      <a:rPr lang="en-I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⇝</m:t>
                    </m:r>
                  </m:oMath>
                </a14:m>
                <a:r>
                  <a:rPr lang="en-IN" dirty="0"/>
                  <a:t> Example:20(continue)</a:t>
                </a:r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A131C871-AEE2-66C5-22F0-F2A8AFB673B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400" t="-8547" b="-1965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8" name="Rectangle 57">
                <a:extLst>
                  <a:ext uri="{FF2B5EF4-FFF2-40B4-BE49-F238E27FC236}">
                    <a16:creationId xmlns:a16="http://schemas.microsoft.com/office/drawing/2014/main" id="{748FD3A7-A988-C981-98B7-F6B868FDE8FF}"/>
                  </a:ext>
                </a:extLst>
              </p:cNvPr>
              <p:cNvSpPr/>
              <p:nvPr/>
            </p:nvSpPr>
            <p:spPr>
              <a:xfrm>
                <a:off x="127000" y="848078"/>
                <a:ext cx="6711943" cy="543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r>
                  <a:rPr lang="en-IN" sz="2800" dirty="0">
                    <a:solidFill>
                      <a:srgbClr val="002060"/>
                    </a:solidFill>
                  </a:rPr>
                  <a:t>The Row Echelon form of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IN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d>
                          <m:dPr>
                            <m:begChr m:val=""/>
                            <m:endChr m:val="|"/>
                            <m:ctrlPr>
                              <a:rPr lang="en-IN" sz="280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m:rPr>
                                <m:sty m:val="p"/>
                              </m:rPr>
                              <a:rPr lang="en-IN" sz="280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A</m:t>
                            </m:r>
                            <m:r>
                              <a:rPr lang="en-IN" sz="280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 </m:t>
                            </m:r>
                          </m:e>
                        </m:d>
                        <m:r>
                          <a:rPr lang="en-IN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B</m:t>
                        </m:r>
                        <m:r>
                          <a:rPr lang="en-IN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</m:e>
                    </m:d>
                  </m:oMath>
                </a14:m>
                <a:r>
                  <a:rPr lang="en-IN" sz="2800" dirty="0">
                    <a:solidFill>
                      <a:srgbClr val="002060"/>
                    </a:solidFill>
                  </a:rPr>
                  <a:t> is </a:t>
                </a:r>
                <a:endParaRPr lang="en-IN" sz="2800" b="1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58" name="Rectangle 57">
                <a:extLst>
                  <a:ext uri="{FF2B5EF4-FFF2-40B4-BE49-F238E27FC236}">
                    <a16:creationId xmlns:a16="http://schemas.microsoft.com/office/drawing/2014/main" id="{748FD3A7-A988-C981-98B7-F6B868FDE8F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7000" y="848078"/>
                <a:ext cx="6711943" cy="543600"/>
              </a:xfrm>
              <a:prstGeom prst="rect">
                <a:avLst/>
              </a:prstGeom>
              <a:blipFill>
                <a:blip r:embed="rId19"/>
                <a:stretch>
                  <a:fillRect l="-1907" t="-11236" b="-26966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0" name="Group 9"/>
          <p:cNvGrpSpPr/>
          <p:nvPr/>
        </p:nvGrpSpPr>
        <p:grpSpPr>
          <a:xfrm>
            <a:off x="127000" y="1528555"/>
            <a:ext cx="6497023" cy="2490240"/>
            <a:chOff x="12345827" y="3057570"/>
            <a:chExt cx="6497023" cy="2490240"/>
          </a:xfrm>
        </p:grpSpPr>
        <p:grpSp>
          <p:nvGrpSpPr>
            <p:cNvPr id="59" name="Group 58">
              <a:extLst>
                <a:ext uri="{FF2B5EF4-FFF2-40B4-BE49-F238E27FC236}">
                  <a16:creationId xmlns:a16="http://schemas.microsoft.com/office/drawing/2014/main" id="{0E1A892E-8340-92A5-1657-2903DD709EB7}"/>
                </a:ext>
              </a:extLst>
            </p:cNvPr>
            <p:cNvGrpSpPr/>
            <p:nvPr/>
          </p:nvGrpSpPr>
          <p:grpSpPr>
            <a:xfrm>
              <a:off x="12345827" y="3057570"/>
              <a:ext cx="6497023" cy="2490240"/>
              <a:chOff x="1833958" y="3462392"/>
              <a:chExt cx="2309590" cy="1503308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60" name="Rectangle 59">
                    <a:extLst>
                      <a:ext uri="{FF2B5EF4-FFF2-40B4-BE49-F238E27FC236}">
                        <a16:creationId xmlns:a16="http://schemas.microsoft.com/office/drawing/2014/main" id="{862B086A-69F1-75EE-7550-2EC9B4CB3F79}"/>
                      </a:ext>
                    </a:extLst>
                  </p:cNvPr>
                  <p:cNvSpPr/>
                  <p:nvPr/>
                </p:nvSpPr>
                <p:spPr>
                  <a:xfrm>
                    <a:off x="1833958" y="3480476"/>
                    <a:ext cx="2309590" cy="1485224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IN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~ 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en-IN" sz="2800" b="0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IN" sz="2800" b="0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m>
                                <m:mPr>
                                  <m:mcs>
                                    <m:mc>
                                      <m:mcPr>
                                        <m:count m:val="3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IN" sz="2800" b="0" i="1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eqArr>
                                      <m:eqArrPr>
                                        <m:ctrlPr>
                                          <a:rPr lang="en-IN" sz="2800" b="0" i="1" smtClean="0">
                                            <a:solidFill>
                                              <a:srgbClr val="00206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eqArrPr>
                                      <m:e>
                                        <m:r>
                                          <m:rPr>
                                            <m:brk m:alnAt="7"/>
                                          </m:rPr>
                                          <a:rPr lang="en-IN" sz="2800" b="0" i="1" smtClean="0">
                                            <a:solidFill>
                                              <a:srgbClr val="00206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e>
                                      <m:e/>
                                    </m:eqArr>
                                  </m:e>
                                  <m:e>
                                    <m:eqArr>
                                      <m:eqArrPr>
                                        <m:ctrlPr>
                                          <a:rPr lang="en-IN" sz="2800" b="0" i="1" smtClean="0">
                                            <a:solidFill>
                                              <a:srgbClr val="00206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eqArrPr>
                                      <m:e>
                                        <m:r>
                                          <a:rPr lang="en-IN" sz="2800" b="0" i="1" smtClean="0">
                                            <a:solidFill>
                                              <a:srgbClr val="00206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   1</m:t>
                                        </m:r>
                                      </m:e>
                                      <m:e/>
                                    </m:eqArr>
                                  </m:e>
                                  <m:e>
                                    <m:m>
                                      <m:mPr>
                                        <m:mcs>
                                          <m:mc>
                                            <m:mcPr>
                                              <m:count m:val="2"/>
                                              <m:mcJc m:val="center"/>
                                            </m:mcPr>
                                          </m:mc>
                                        </m:mcs>
                                        <m:ctrlPr>
                                          <a:rPr lang="en-IN" sz="2800" b="0" i="1" smtClean="0">
                                            <a:solidFill>
                                              <a:srgbClr val="00206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mPr>
                                      <m:mr>
                                        <m:e>
                                          <m:eqArr>
                                            <m:eqArrPr>
                                              <m:ctrlPr>
                                                <a:rPr lang="en-IN" sz="2800" b="0" i="1" smtClean="0">
                                                  <a:solidFill>
                                                    <a:srgbClr val="002060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eqArrPr>
                                            <m:e>
                                              <m:r>
                                                <m:rPr>
                                                  <m:brk m:alnAt="7"/>
                                                </m:rPr>
                                                <a:rPr lang="en-IN" sz="2800" b="0" i="1" smtClean="0">
                                                  <a:solidFill>
                                                    <a:srgbClr val="002060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2</m:t>
                                              </m:r>
                                            </m:e>
                                            <m:e/>
                                          </m:eqArr>
                                        </m:e>
                                        <m:e>
                                          <m:eqArr>
                                            <m:eqArrPr>
                                              <m:ctrlPr>
                                                <a:rPr lang="en-IN" sz="2800" b="0" i="1" smtClean="0">
                                                  <a:solidFill>
                                                    <a:srgbClr val="002060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eqArrPr>
                                            <m:e>
                                              <m:r>
                                                <a:rPr lang="en-IN" sz="2800" b="0" i="1" smtClean="0">
                                                  <a:solidFill>
                                                    <a:srgbClr val="002060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  4</m:t>
                                              </m:r>
                                            </m:e>
                                            <m:e/>
                                          </m:eqArr>
                                        </m:e>
                                      </m:mr>
                                    </m:m>
                                  </m:e>
                                </m:mr>
                                <m:mr>
                                  <m:e>
                                    <m:eqArr>
                                      <m:eqArrPr>
                                        <m:ctrlPr>
                                          <a:rPr lang="en-IN" sz="2800" b="0" i="1" smtClean="0">
                                            <a:solidFill>
                                              <a:srgbClr val="00206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eqArrPr>
                                      <m:e>
                                        <m:r>
                                          <a:rPr lang="en-IN" sz="2800" b="0" i="1" smtClean="0">
                                            <a:solidFill>
                                              <a:srgbClr val="00206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0</m:t>
                                        </m:r>
                                      </m:e>
                                      <m:e/>
                                    </m:eqArr>
                                  </m:e>
                                  <m:e>
                                    <m:eqArr>
                                      <m:eqArrPr>
                                        <m:ctrlPr>
                                          <a:rPr lang="en-IN" sz="2800" b="0" i="1" smtClean="0">
                                            <a:solidFill>
                                              <a:srgbClr val="00206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eqArrPr>
                                      <m:e>
                                        <m:r>
                                          <a:rPr lang="en-IN" sz="2800" b="0" i="1" smtClean="0">
                                            <a:solidFill>
                                              <a:srgbClr val="00206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−1</m:t>
                                        </m:r>
                                      </m:e>
                                      <m:e/>
                                    </m:eqArr>
                                  </m:e>
                                  <m:e>
                                    <m:eqArr>
                                      <m:eqArrPr>
                                        <m:ctrlPr>
                                          <a:rPr lang="en-IN" sz="2800" b="0" i="1" smtClean="0">
                                            <a:solidFill>
                                              <a:srgbClr val="00206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eqArrPr>
                                      <m:e>
                                        <m:m>
                                          <m:mPr>
                                            <m:mcs>
                                              <m:mc>
                                                <m:mcPr>
                                                  <m:count m:val="2"/>
                                                  <m:mcJc m:val="center"/>
                                                </m:mcPr>
                                              </m:mc>
                                            </m:mcs>
                                            <m:ctrlPr>
                                              <a:rPr lang="en-IN" sz="2800" b="0" i="1" smtClean="0">
                                                <a:solidFill>
                                                  <a:srgbClr val="002060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mPr>
                                          <m:mr>
                                            <m:e>
                                              <m:r>
                                                <m:rPr>
                                                  <m:brk m:alnAt="7"/>
                                                </m:rPr>
                                                <a:rPr lang="en-IN" sz="2800" b="0" i="1" smtClean="0">
                                                  <a:solidFill>
                                                    <a:srgbClr val="002060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1</m:t>
                                              </m:r>
                                            </m:e>
                                            <m:e>
                                              <m:r>
                                                <a:rPr lang="en-IN" sz="2800" b="0" i="1" smtClean="0">
                                                  <a:solidFill>
                                                    <a:srgbClr val="002060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  1</m:t>
                                              </m:r>
                                            </m:e>
                                          </m:mr>
                                        </m:m>
                                      </m:e>
                                      <m:e/>
                                    </m:eqArr>
                                  </m:e>
                                </m:mr>
                                <m:mr>
                                  <m:e>
                                    <m:r>
                                      <a:rPr lang="en-IN" sz="2800" b="0" i="1" smtClean="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  <m:e>
                                    <m:r>
                                      <a:rPr lang="en-IN" sz="2800" b="0" i="1" smtClean="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   0</m:t>
                                    </m:r>
                                  </m:e>
                                  <m:e>
                                    <m:m>
                                      <m:mPr>
                                        <m:mcs>
                                          <m:mc>
                                            <m:mcPr>
                                              <m:count m:val="2"/>
                                              <m:mcJc m:val="center"/>
                                            </m:mcPr>
                                          </m:mc>
                                        </m:mcs>
                                        <m:ctrlPr>
                                          <a:rPr lang="en-IN" sz="2800" b="0" i="1" smtClean="0">
                                            <a:solidFill>
                                              <a:srgbClr val="00206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mPr>
                                      <m:mr>
                                        <m:e>
                                          <m:f>
                                            <m:fPr>
                                              <m:ctrlPr>
                                                <a:rPr lang="en-IN" sz="2800" b="0" i="1" smtClean="0">
                                                  <a:solidFill>
                                                    <a:srgbClr val="002060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fPr>
                                            <m:num>
                                              <m:r>
                                                <m:rPr>
                                                  <m:brk m:alnAt="7"/>
                                                </m:rPr>
                                                <a:rPr lang="en-IN" sz="2800" b="0" i="1" smtClean="0">
                                                  <a:solidFill>
                                                    <a:srgbClr val="002060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1</m:t>
                                              </m:r>
                                            </m:num>
                                            <m:den>
                                              <m:r>
                                                <m:rPr>
                                                  <m:brk m:alnAt="7"/>
                                                </m:rPr>
                                                <a:rPr lang="en-IN" sz="2800" b="0" i="1" smtClean="0">
                                                  <a:solidFill>
                                                    <a:srgbClr val="002060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2</m:t>
                                              </m:r>
                                            </m:den>
                                          </m:f>
                                        </m:e>
                                        <m:e>
                                          <m:r>
                                            <a:rPr lang="en-IN" sz="2800" b="0" i="1" smtClean="0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  </m:t>
                                          </m:r>
                                          <m:f>
                                            <m:fPr>
                                              <m:ctrlPr>
                                                <a:rPr lang="en-IN" sz="2800" b="0" i="1" smtClean="0">
                                                  <a:solidFill>
                                                    <a:srgbClr val="002060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fPr>
                                            <m:num>
                                              <m:r>
                                                <a:rPr lang="en-IN" sz="2800" b="0" i="1" smtClean="0">
                                                  <a:solidFill>
                                                    <a:srgbClr val="002060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 1 </m:t>
                                              </m:r>
                                            </m:num>
                                            <m:den>
                                              <m:r>
                                                <a:rPr lang="en-IN" sz="2800" b="0" i="1" smtClean="0">
                                                  <a:solidFill>
                                                    <a:srgbClr val="002060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2</m:t>
                                              </m:r>
                                            </m:den>
                                          </m:f>
                                        </m:e>
                                      </m:mr>
                                    </m:m>
                                  </m:e>
                                </m:mr>
                              </m:m>
                              <m:r>
                                <a:rPr lang="en-IN" sz="2800" b="0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                                   </m:t>
                              </m:r>
                            </m:e>
                          </m:d>
                        </m:oMath>
                      </m:oMathPara>
                    </a14:m>
                    <a:endParaRPr lang="en-IN" sz="2800" dirty="0">
                      <a:solidFill>
                        <a:srgbClr val="002060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60" name="Rectangle 59">
                    <a:extLst>
                      <a:ext uri="{FF2B5EF4-FFF2-40B4-BE49-F238E27FC236}">
                        <a16:creationId xmlns:a16="http://schemas.microsoft.com/office/drawing/2014/main" id="{862B086A-69F1-75EE-7550-2EC9B4CB3F79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833958" y="3480476"/>
                    <a:ext cx="2309590" cy="1485224"/>
                  </a:xfrm>
                  <a:prstGeom prst="rect">
                    <a:avLst/>
                  </a:prstGeom>
                  <a:blipFill>
                    <a:blip r:embed="rId20"/>
                    <a:stretch>
                      <a:fillRect/>
                    </a:stretch>
                  </a:blipFill>
                  <a:ln>
                    <a:noFill/>
                  </a:ln>
                </p:spPr>
                <p:txBody>
                  <a:bodyPr/>
                  <a:lstStyle/>
                  <a:p>
                    <a:r>
                      <a:rPr lang="en-IN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61" name="Straight Connector 60">
                <a:extLst>
                  <a:ext uri="{FF2B5EF4-FFF2-40B4-BE49-F238E27FC236}">
                    <a16:creationId xmlns:a16="http://schemas.microsoft.com/office/drawing/2014/main" id="{F2C04DEC-D65E-B458-C847-DA82B55DEDE8}"/>
                  </a:ext>
                </a:extLst>
              </p:cNvPr>
              <p:cNvCxnSpPr/>
              <p:nvPr/>
            </p:nvCxnSpPr>
            <p:spPr>
              <a:xfrm>
                <a:off x="3113212" y="3462392"/>
                <a:ext cx="0" cy="1456086"/>
              </a:xfrm>
              <a:prstGeom prst="line">
                <a:avLst/>
              </a:prstGeom>
              <a:ln w="3810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2" name="Rectangle 61">
                  <a:extLst>
                    <a:ext uri="{FF2B5EF4-FFF2-40B4-BE49-F238E27FC236}">
                      <a16:creationId xmlns:a16="http://schemas.microsoft.com/office/drawing/2014/main" id="{F2F3C166-9145-A6A1-CC92-5500B425BACF}"/>
                    </a:ext>
                  </a:extLst>
                </p:cNvPr>
                <p:cNvSpPr/>
                <p:nvPr/>
              </p:nvSpPr>
              <p:spPr>
                <a:xfrm>
                  <a:off x="15978038" y="3122433"/>
                  <a:ext cx="2510444" cy="2425377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800" i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eqArr>
                                <m:eqArrPr>
                                  <m:ctrlPr>
                                    <a:rPr lang="en-IN" sz="2800" b="0" i="1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eqArr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IN" sz="2800" b="0" i="0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a</m:t>
                                  </m:r>
                                </m:e>
                                <m:e/>
                              </m:eqArr>
                            </m:e>
                          </m:mr>
                          <m:mr>
                            <m:e>
                              <m:eqArr>
                                <m:eqArrPr>
                                  <m:ctrlPr>
                                    <a:rPr lang="en-IN" sz="2800" b="0" i="1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eqArr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IN" sz="2800" b="0" i="0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b</m:t>
                                  </m:r>
                                </m:e>
                                <m:e/>
                              </m:eqArr>
                            </m:e>
                          </m:mr>
                          <m:mr>
                            <m:e>
                              <m:r>
                                <m:rPr>
                                  <m:sty m:val="p"/>
                                </m:rPr>
                                <a:rPr lang="en-IN" sz="2800" b="0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c</m:t>
                              </m:r>
                              <m:r>
                                <a:rPr lang="en-IN" sz="2800" b="0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f>
                                <m:fPr>
                                  <m:ctrlPr>
                                    <a:rPr lang="en-IN" sz="2800" b="0" i="1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IN" sz="2800" b="0" i="0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 1 </m:t>
                                  </m:r>
                                </m:num>
                                <m:den>
                                  <m:r>
                                    <a:rPr lang="en-IN" sz="2800" b="0" i="0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  <m:r>
                                <m:rPr>
                                  <m:sty m:val="p"/>
                                </m:rPr>
                                <a:rPr lang="en-IN" sz="2800" b="0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a</m:t>
                              </m:r>
                              <m:r>
                                <a:rPr lang="en-IN" sz="2800" b="0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f>
                                <m:fPr>
                                  <m:ctrlPr>
                                    <a:rPr lang="en-IN" sz="2800" b="0" i="1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IN" sz="2800" b="0" i="0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 3 </m:t>
                                  </m:r>
                                </m:num>
                                <m:den>
                                  <m:r>
                                    <a:rPr lang="en-IN" sz="2800" b="0" i="0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  <m:r>
                                <m:rPr>
                                  <m:sty m:val="p"/>
                                </m:rPr>
                                <a:rPr lang="en-IN" sz="2800" b="0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b</m:t>
                              </m:r>
                            </m:e>
                          </m:mr>
                        </m:m>
                      </m:oMath>
                    </m:oMathPara>
                  </a14:m>
                  <a:endParaRPr lang="en-IN" sz="2800" dirty="0">
                    <a:solidFill>
                      <a:srgbClr val="002060"/>
                    </a:solidFill>
                  </a:endParaRPr>
                </a:p>
              </p:txBody>
            </p:sp>
          </mc:Choice>
          <mc:Fallback xmlns="">
            <p:sp>
              <p:nvSpPr>
                <p:cNvPr id="62" name="Rectangle 61">
                  <a:extLst>
                    <a:ext uri="{FF2B5EF4-FFF2-40B4-BE49-F238E27FC236}">
                      <a16:creationId xmlns:a16="http://schemas.microsoft.com/office/drawing/2014/main" id="{F2F3C166-9145-A6A1-CC92-5500B425BACF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5978038" y="3122433"/>
                  <a:ext cx="2510444" cy="2425377"/>
                </a:xfrm>
                <a:prstGeom prst="rect">
                  <a:avLst/>
                </a:prstGeom>
                <a:blipFill>
                  <a:blip r:embed="rId21"/>
                  <a:stretch>
                    <a:fillRect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63" name="Rectangle 62">
                <a:extLst>
                  <a:ext uri="{FF2B5EF4-FFF2-40B4-BE49-F238E27FC236}">
                    <a16:creationId xmlns:a16="http://schemas.microsoft.com/office/drawing/2014/main" id="{1073AFBA-D271-1643-1F5B-01DCFDB307CE}"/>
                  </a:ext>
                </a:extLst>
              </p:cNvPr>
              <p:cNvSpPr/>
              <p:nvPr/>
            </p:nvSpPr>
            <p:spPr>
              <a:xfrm>
                <a:off x="127000" y="4156694"/>
                <a:ext cx="5218713" cy="543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r>
                  <a:rPr lang="en-IN" sz="2800" dirty="0">
                    <a:solidFill>
                      <a:srgbClr val="002060"/>
                    </a:solidFill>
                  </a:rPr>
                  <a:t>Here,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ρ</m:t>
                    </m:r>
                    <m:d>
                      <m:dPr>
                        <m:ctrlPr>
                          <a:rPr lang="en-IN" sz="28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800" b="0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A</m:t>
                        </m:r>
                      </m:e>
                    </m:d>
                    <m:r>
                      <a:rPr lang="en-IN" sz="2800" b="0" i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ρ</m:t>
                    </m:r>
                    <m:d>
                      <m:dPr>
                        <m:ctrlPr>
                          <a:rPr lang="en-IN" sz="28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800" b="0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A</m:t>
                        </m:r>
                      </m:e>
                      <m:e>
                        <m:r>
                          <m:rPr>
                            <m:sty m:val="p"/>
                          </m:rPr>
                          <a:rPr lang="en-IN" sz="2800" b="0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B</m:t>
                        </m:r>
                      </m:e>
                    </m:d>
                    <m:r>
                      <a:rPr lang="en-IN" sz="2800" b="0" i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=3&lt;4(</m:t>
                    </m:r>
                    <m:r>
                      <m:rPr>
                        <m:sty m:val="p"/>
                      </m:rPr>
                      <a:rPr lang="en-IN" sz="2800" b="0" i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n</m:t>
                    </m:r>
                    <m:r>
                      <a:rPr lang="en-IN" sz="2800" b="0" i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IN" sz="2800" b="1" dirty="0">
                    <a:solidFill>
                      <a:srgbClr val="002060"/>
                    </a:solidFill>
                  </a:rPr>
                  <a:t> </a:t>
                </a:r>
              </a:p>
            </p:txBody>
          </p:sp>
        </mc:Choice>
        <mc:Fallback xmlns="">
          <p:sp>
            <p:nvSpPr>
              <p:cNvPr id="63" name="Rectangle 62">
                <a:extLst>
                  <a:ext uri="{FF2B5EF4-FFF2-40B4-BE49-F238E27FC236}">
                    <a16:creationId xmlns:a16="http://schemas.microsoft.com/office/drawing/2014/main" id="{1073AFBA-D271-1643-1F5B-01DCFDB307C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7000" y="4156694"/>
                <a:ext cx="5218713" cy="543600"/>
              </a:xfrm>
              <a:prstGeom prst="rect">
                <a:avLst/>
              </a:prstGeom>
              <a:blipFill>
                <a:blip r:embed="rId22"/>
                <a:stretch>
                  <a:fillRect l="-2453" t="-12360" b="-26966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4" name="Content Placeholder 4">
            <a:extLst>
              <a:ext uri="{FF2B5EF4-FFF2-40B4-BE49-F238E27FC236}">
                <a16:creationId xmlns:a16="http://schemas.microsoft.com/office/drawing/2014/main" id="{B615FA3C-4A8C-87BF-65FC-DD7E7382A64B}"/>
              </a:ext>
            </a:extLst>
          </p:cNvPr>
          <p:cNvSpPr txBox="1">
            <a:spLocks/>
          </p:cNvSpPr>
          <p:nvPr/>
        </p:nvSpPr>
        <p:spPr>
          <a:xfrm flipH="1">
            <a:off x="4283" y="4838193"/>
            <a:ext cx="10020300" cy="5436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marL="265113" indent="-265113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Wingdings 3" panose="05040102010807070707" pitchFamily="18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9625" indent="-352425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 3" panose="05040102010807070707" pitchFamily="18" charset="2"/>
              <a:buChar char="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18745" indent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IN" sz="2800" dirty="0">
                <a:solidFill>
                  <a:srgbClr val="002060"/>
                </a:solidFill>
              </a:rPr>
              <a:t>So, System has infinitely many solutions. </a:t>
            </a:r>
            <a:r>
              <a:rPr lang="en-IN" sz="2800" b="1" dirty="0">
                <a:solidFill>
                  <a:srgbClr val="FF0000"/>
                </a:solidFill>
              </a:rPr>
              <a:t>i.e. consistent system</a:t>
            </a:r>
            <a:endParaRPr lang="en-US" sz="2800" b="1" dirty="0">
              <a:solidFill>
                <a:srgbClr val="FF0000"/>
              </a:solidFill>
              <a:latin typeface="+mj-lt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5" name="Content Placeholder 4">
                <a:extLst>
                  <a:ext uri="{FF2B5EF4-FFF2-40B4-BE49-F238E27FC236}">
                    <a16:creationId xmlns:a16="http://schemas.microsoft.com/office/drawing/2014/main" id="{CE265650-D4E2-E41A-1812-4ABB21319CC2}"/>
                  </a:ext>
                </a:extLst>
              </p:cNvPr>
              <p:cNvSpPr txBox="1">
                <a:spLocks/>
              </p:cNvSpPr>
              <p:nvPr/>
            </p:nvSpPr>
            <p:spPr>
              <a:xfrm flipH="1">
                <a:off x="0" y="5518670"/>
                <a:ext cx="10591800" cy="543600"/>
              </a:xfrm>
              <a:prstGeom prst="rect">
                <a:avLst/>
              </a:prstGeom>
              <a:noFill/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vert="horz" lIns="91440" tIns="45720" rIns="91440" bIns="45720" rtlCol="0" anchor="ctr">
                <a:noAutofit/>
              </a:bodyPr>
              <a:lstStyle>
                <a:lvl1pPr marL="265113" indent="-265113" algn="just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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809625" indent="-352425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118745" indent="0" algn="l">
                  <a:lnSpc>
                    <a:spcPct val="115000"/>
                  </a:lnSpc>
                  <a:spcAft>
                    <a:spcPts val="800"/>
                  </a:spcAft>
                  <a:buNone/>
                </a:pPr>
                <a:r>
                  <a:rPr lang="en-US" sz="2800" dirty="0">
                    <a:solidFill>
                      <a:srgbClr val="002060"/>
                    </a:solidFill>
                    <a:latin typeface="+mj-lt"/>
                  </a:rPr>
                  <a:t>Hence,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i="1">
                            <a:solidFill>
                              <a:srgbClr val="3A4A6A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2800">
                            <a:solidFill>
                              <a:srgbClr val="3A4A6A"/>
                            </a:solidFill>
                            <a:latin typeface="Cambria Math" panose="02040503050406030204" pitchFamily="18" charset="0"/>
                          </a:rPr>
                          <m:t>p</m:t>
                        </m:r>
                      </m:e>
                      <m:sub>
                        <m:r>
                          <a:rPr lang="en-US" sz="2800">
                            <a:solidFill>
                              <a:srgbClr val="3A4A6A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2800" dirty="0">
                    <a:solidFill>
                      <a:srgbClr val="002060"/>
                    </a:solidFill>
                    <a:ea typeface="Calibri" panose="020F0502020204030204" pitchFamily="34" charset="0"/>
                    <a:cs typeface="Shruti" panose="020B0502040204020203" pitchFamily="34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800" b="0" i="0" smtClean="0">
                        <a:solidFill>
                          <a:srgbClr val="3A4A6A"/>
                        </a:solidFill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US" sz="2800" i="1">
                            <a:solidFill>
                              <a:srgbClr val="3A4A6A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2800">
                            <a:solidFill>
                              <a:srgbClr val="3A4A6A"/>
                            </a:solidFill>
                            <a:latin typeface="Cambria Math" panose="02040503050406030204" pitchFamily="18" charset="0"/>
                          </a:rPr>
                          <m:t>p</m:t>
                        </m:r>
                      </m:e>
                      <m:sub>
                        <m:r>
                          <a:rPr lang="en-IN" sz="2800" b="0" i="0" smtClean="0">
                            <a:solidFill>
                              <a:srgbClr val="3A4A6A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2800" dirty="0">
                    <a:solidFill>
                      <a:srgbClr val="002060"/>
                    </a:solidFill>
                    <a:ea typeface="Calibri" panose="020F0502020204030204" pitchFamily="34" charset="0"/>
                    <a:cs typeface="Shruti" panose="020B0502040204020203" pitchFamily="34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800">
                        <a:solidFill>
                          <a:srgbClr val="3A4A6A"/>
                        </a:solidFill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US" sz="2800" i="1">
                            <a:solidFill>
                              <a:srgbClr val="3A4A6A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2800">
                            <a:solidFill>
                              <a:srgbClr val="3A4A6A"/>
                            </a:solidFill>
                            <a:latin typeface="Cambria Math" panose="02040503050406030204" pitchFamily="18" charset="0"/>
                          </a:rPr>
                          <m:t>p</m:t>
                        </m:r>
                      </m:e>
                      <m:sub>
                        <m:r>
                          <a:rPr lang="en-IN" sz="2800" b="0" i="0" smtClean="0">
                            <a:solidFill>
                              <a:srgbClr val="3A4A6A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lang="en-US" sz="2800" dirty="0">
                    <a:solidFill>
                      <a:srgbClr val="002060"/>
                    </a:solidFill>
                    <a:ea typeface="Calibri" panose="020F0502020204030204" pitchFamily="34" charset="0"/>
                    <a:cs typeface="Shruti" panose="020B0502040204020203" pitchFamily="34" charset="0"/>
                  </a:rPr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sz="28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Shruti" panose="020B0502040204020203" pitchFamily="34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IN" sz="2800" b="0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Shruti" panose="020B0502040204020203" pitchFamily="34" charset="0"/>
                          </a:rPr>
                          <m:t>p</m:t>
                        </m:r>
                      </m:e>
                      <m:sub>
                        <m:r>
                          <a:rPr lang="en-IN" sz="2800" b="0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Shruti" panose="020B0502040204020203" pitchFamily="34" charset="0"/>
                          </a:rPr>
                          <m:t>4</m:t>
                        </m:r>
                      </m:sub>
                    </m:sSub>
                  </m:oMath>
                </a14:m>
                <a:r>
                  <a:rPr lang="en-US" sz="2800" dirty="0">
                    <a:solidFill>
                      <a:srgbClr val="002060"/>
                    </a:solidFill>
                    <a:latin typeface="+mj-lt"/>
                  </a:rPr>
                  <a:t> spans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i="1">
                            <a:solidFill>
                              <a:srgbClr val="3A4A6A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>
                            <a:solidFill>
                              <a:srgbClr val="3A4A6A"/>
                            </a:solidFill>
                            <a:latin typeface="Cambria Math" panose="02040503050406030204" pitchFamily="18" charset="0"/>
                          </a:rPr>
                          <m:t>ℙ</m:t>
                        </m:r>
                      </m:e>
                      <m:sub>
                        <m:r>
                          <a:rPr lang="en-US" sz="2800">
                            <a:solidFill>
                              <a:srgbClr val="3A4A6A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2800" dirty="0">
                    <a:solidFill>
                      <a:srgbClr val="002060"/>
                    </a:solidFill>
                    <a:latin typeface="+mj-lt"/>
                  </a:rPr>
                  <a:t>.</a:t>
                </a:r>
              </a:p>
            </p:txBody>
          </p:sp>
        </mc:Choice>
        <mc:Fallback xmlns="">
          <p:sp>
            <p:nvSpPr>
              <p:cNvPr id="65" name="Content Placeholder 4">
                <a:extLst>
                  <a:ext uri="{FF2B5EF4-FFF2-40B4-BE49-F238E27FC236}">
                    <a16:creationId xmlns:a16="http://schemas.microsoft.com/office/drawing/2014/main" id="{CE265650-D4E2-E41A-1812-4ABB21319CC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0" y="5518670"/>
                <a:ext cx="10591800" cy="543600"/>
              </a:xfrm>
              <a:prstGeom prst="rect">
                <a:avLst/>
              </a:prstGeom>
              <a:blipFill>
                <a:blip r:embed="rId23"/>
                <a:stretch>
                  <a:fillRect l="-58" t="-8989" b="-29213"/>
                </a:stretch>
              </a:blipFill>
              <a:ln w="12700" cap="flat" cmpd="sng" algn="ctr">
                <a:noFill/>
                <a:prstDash val="solid"/>
                <a:miter lim="800000"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Rectangle 21">
                <a:extLst>
                  <a:ext uri="{FF2B5EF4-FFF2-40B4-BE49-F238E27FC236}">
                    <a16:creationId xmlns:a16="http://schemas.microsoft.com/office/drawing/2014/main" id="{1073AFBA-D271-1643-1F5B-01DCFDB307CE}"/>
                  </a:ext>
                </a:extLst>
              </p:cNvPr>
              <p:cNvSpPr/>
              <p:nvPr/>
            </p:nvSpPr>
            <p:spPr>
              <a:xfrm>
                <a:off x="1638967" y="4160435"/>
                <a:ext cx="663591" cy="543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IN" sz="2800" b="1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22" name="Rectangle 21">
                <a:extLst>
                  <a:ext uri="{FF2B5EF4-FFF2-40B4-BE49-F238E27FC236}">
                    <a16:creationId xmlns:a16="http://schemas.microsoft.com/office/drawing/2014/main" id="{1073AFBA-D271-1643-1F5B-01DCFDB307C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38967" y="4160435"/>
                <a:ext cx="663591" cy="543600"/>
              </a:xfrm>
              <a:prstGeom prst="rect">
                <a:avLst/>
              </a:prstGeom>
              <a:blipFill>
                <a:blip r:embed="rId24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Rectangle 22">
                <a:extLst>
                  <a:ext uri="{FF2B5EF4-FFF2-40B4-BE49-F238E27FC236}">
                    <a16:creationId xmlns:a16="http://schemas.microsoft.com/office/drawing/2014/main" id="{1073AFBA-D271-1643-1F5B-01DCFDB307CE}"/>
                  </a:ext>
                </a:extLst>
              </p:cNvPr>
              <p:cNvSpPr/>
              <p:nvPr/>
            </p:nvSpPr>
            <p:spPr>
              <a:xfrm>
                <a:off x="3241020" y="4159303"/>
                <a:ext cx="793951" cy="543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3</m:t>
                      </m:r>
                    </m:oMath>
                  </m:oMathPara>
                </a14:m>
                <a:endParaRPr lang="en-IN" sz="2800" b="1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23" name="Rectangle 22">
                <a:extLst>
                  <a:ext uri="{FF2B5EF4-FFF2-40B4-BE49-F238E27FC236}">
                    <a16:creationId xmlns:a16="http://schemas.microsoft.com/office/drawing/2014/main" id="{1073AFBA-D271-1643-1F5B-01DCFDB307C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41020" y="4159303"/>
                <a:ext cx="793951" cy="543600"/>
              </a:xfrm>
              <a:prstGeom prst="rect">
                <a:avLst/>
              </a:prstGeom>
              <a:blipFill>
                <a:blip r:embed="rId25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Rounded Rectangle 2"/>
          <p:cNvSpPr/>
          <p:nvPr/>
        </p:nvSpPr>
        <p:spPr>
          <a:xfrm>
            <a:off x="884560" y="1397006"/>
            <a:ext cx="2754394" cy="2628139"/>
          </a:xfrm>
          <a:prstGeom prst="roundRect">
            <a:avLst/>
          </a:prstGeom>
          <a:noFill/>
          <a:ln w="38100">
            <a:solidFill>
              <a:schemeClr val="tx1">
                <a:lumMod val="90000"/>
                <a:lumOff val="1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5" name="Rounded Rectangle 24"/>
          <p:cNvSpPr/>
          <p:nvPr/>
        </p:nvSpPr>
        <p:spPr>
          <a:xfrm>
            <a:off x="883007" y="1390215"/>
            <a:ext cx="5363459" cy="2654420"/>
          </a:xfrm>
          <a:prstGeom prst="roundRect">
            <a:avLst/>
          </a:prstGeom>
          <a:noFill/>
          <a:ln w="3810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6" name="Rectangle 25">
                <a:extLst>
                  <a:ext uri="{FF2B5EF4-FFF2-40B4-BE49-F238E27FC236}">
                    <a16:creationId xmlns:a16="http://schemas.microsoft.com/office/drawing/2014/main" id="{1073AFBA-D271-1643-1F5B-01DCFDB307CE}"/>
                  </a:ext>
                </a:extLst>
              </p:cNvPr>
              <p:cNvSpPr/>
              <p:nvPr/>
            </p:nvSpPr>
            <p:spPr>
              <a:xfrm>
                <a:off x="3930264" y="4150344"/>
                <a:ext cx="1998515" cy="543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&lt;4</m:t>
                      </m:r>
                      <m:r>
                        <a:rPr lang="en-US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n</m:t>
                      </m:r>
                    </m:oMath>
                  </m:oMathPara>
                </a14:m>
                <a:endParaRPr lang="en-IN" sz="2800" b="1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26" name="Rectangle 25">
                <a:extLst>
                  <a:ext uri="{FF2B5EF4-FFF2-40B4-BE49-F238E27FC236}">
                    <a16:creationId xmlns:a16="http://schemas.microsoft.com/office/drawing/2014/main" id="{1073AFBA-D271-1643-1F5B-01DCFDB307C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0264" y="4150344"/>
                <a:ext cx="1998515" cy="543600"/>
              </a:xfrm>
              <a:prstGeom prst="rect">
                <a:avLst/>
              </a:prstGeom>
              <a:blipFill>
                <a:blip r:embed="rId26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262271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4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8" grpId="0"/>
      <p:bldP spid="63" grpId="0"/>
      <p:bldP spid="64" grpId="0"/>
      <p:bldP spid="65" grpId="0"/>
      <p:bldP spid="22" grpId="0"/>
      <p:bldP spid="23" grpId="0"/>
      <p:bldP spid="3" grpId="0" animBg="1"/>
      <p:bldP spid="3" grpId="1" animBg="1"/>
      <p:bldP spid="25" grpId="0" animBg="1"/>
      <p:bldP spid="25" grpId="1" animBg="1"/>
      <p:bldP spid="26" grpId="0"/>
    </p:bldLst>
  </p:timing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Method-4</a:t>
            </a:r>
            <a:br>
              <a:rPr lang="en-US" dirty="0"/>
            </a:br>
            <a:r>
              <a:rPr lang="en-US" dirty="0"/>
              <a:t>Linear Dependence and Independence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DD1B15B0-DB21-4AD4-8A0D-08E74D04D8C7}"/>
              </a:ext>
            </a:extLst>
          </p:cNvPr>
          <p:cNvSpPr txBox="1">
            <a:spLocks/>
          </p:cNvSpPr>
          <p:nvPr/>
        </p:nvSpPr>
        <p:spPr>
          <a:xfrm>
            <a:off x="838200" y="2002632"/>
            <a:ext cx="10515600" cy="285273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6000" b="1" kern="1200" dirty="0">
                <a:gradFill flip="none" rotWithShape="1">
                  <a:gsLst>
                    <a:gs pos="0">
                      <a:srgbClr val="1D3064"/>
                    </a:gs>
                    <a:gs pos="100000">
                      <a:schemeClr val="tx2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endParaRPr lang="en-IN" dirty="0">
              <a:gradFill flip="none" rotWithShape="1">
                <a:gsLst>
                  <a:gs pos="10000">
                    <a:schemeClr val="accent6">
                      <a:lumMod val="50000"/>
                    </a:schemeClr>
                  </a:gs>
                  <a:gs pos="100000">
                    <a:schemeClr val="accent6"/>
                  </a:gs>
                </a:gsLst>
                <a:lin ang="0" scaled="1"/>
                <a:tileRect/>
              </a:gradFill>
            </a:endParaRPr>
          </a:p>
          <a:p>
            <a:endParaRPr lang="en-IN" dirty="0">
              <a:gradFill flip="none" rotWithShape="1">
                <a:gsLst>
                  <a:gs pos="10000">
                    <a:schemeClr val="accent6">
                      <a:lumMod val="50000"/>
                    </a:schemeClr>
                  </a:gs>
                  <a:gs pos="100000">
                    <a:schemeClr val="accent6"/>
                  </a:gs>
                </a:gsLst>
                <a:lin ang="0" scaled="1"/>
                <a:tileRect/>
              </a:gradFill>
            </a:endParaRPr>
          </a:p>
        </p:txBody>
      </p:sp>
    </p:spTree>
    <p:extLst>
      <p:ext uri="{BB962C8B-B14F-4D97-AF65-F5344CB8AC3E}">
        <p14:creationId xmlns:p14="http://schemas.microsoft.com/office/powerpoint/2010/main" val="992589391"/>
      </p:ext>
    </p:extLst>
  </p:cSld>
  <p:clrMapOvr>
    <a:masterClrMapping/>
  </p:clrMapOvr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Linearly Dependent Set and Linearly Independent Set</a:t>
            </a:r>
            <a:endParaRPr lang="en-I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/>
                <a:r>
                  <a:rPr lang="en-US" dirty="0"/>
                  <a:t>Let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S</m:t>
                    </m:r>
                    <m:r>
                      <a:rPr lang="en-US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>
                                <a:latin typeface="Cambria Math" panose="02040503050406030204" pitchFamily="18" charset="0"/>
                              </a:rPr>
                              <m:t>u</m:t>
                            </m:r>
                          </m:e>
                          <m:sub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>
                            <a:latin typeface="Cambria Math" panose="02040503050406030204" pitchFamily="18" charset="0"/>
                          </a:rPr>
                          <m:t>, 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>
                                <a:latin typeface="Cambria Math" panose="02040503050406030204" pitchFamily="18" charset="0"/>
                              </a:rPr>
                              <m:t>u</m:t>
                            </m:r>
                          </m:e>
                          <m:sub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>
                            <a:latin typeface="Cambria Math" panose="02040503050406030204" pitchFamily="18" charset="0"/>
                          </a:rPr>
                          <m:t>, 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>
                                <a:latin typeface="Cambria Math" panose="02040503050406030204" pitchFamily="18" charset="0"/>
                              </a:rPr>
                              <m:t>u</m:t>
                            </m:r>
                          </m:e>
                          <m:sub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  <m:r>
                          <a:rPr lang="en-US">
                            <a:latin typeface="Cambria Math" panose="02040503050406030204" pitchFamily="18" charset="0"/>
                          </a:rPr>
                          <m:t>, …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m:rPr>
                                <m:sty m:val="p"/>
                              </m:rPr>
                              <a:rPr lang="en-US">
                                <a:latin typeface="Cambria Math" panose="02040503050406030204" pitchFamily="18" charset="0"/>
                              </a:rPr>
                              <m:t>u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>
                                <a:latin typeface="Cambria Math" panose="02040503050406030204" pitchFamily="18" charset="0"/>
                              </a:rPr>
                              <m:t>n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dirty="0"/>
                  <a:t> be a set of vectors from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V</m:t>
                    </m:r>
                  </m:oMath>
                </a14:m>
                <a:r>
                  <a:rPr lang="en-US" dirty="0"/>
                  <a:t>.</a:t>
                </a:r>
                <a:endParaRPr lang="en-IN" dirty="0"/>
              </a:p>
              <a:p>
                <a:pPr algn="l"/>
                <a:r>
                  <a:rPr lang="en-US" dirty="0"/>
                  <a:t>Consider the system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𝐜</m:t>
                        </m:r>
                      </m:e>
                      <m:sub>
                        <m:r>
                          <a:rPr lang="en-US" b="1" i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  <m:sSub>
                      <m:sSubPr>
                        <m:ctrlPr>
                          <a:rPr lang="en-US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𝐮</m:t>
                        </m:r>
                      </m:e>
                      <m:sub>
                        <m:r>
                          <a:rPr lang="en-US" b="1" i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  <m:r>
                      <a:rPr lang="en-US" b="1" i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𝐜</m:t>
                        </m:r>
                      </m:e>
                      <m:sub>
                        <m:r>
                          <a:rPr lang="en-US" b="1" i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sub>
                    </m:sSub>
                    <m:sSub>
                      <m:sSubPr>
                        <m:ctrlPr>
                          <a:rPr lang="en-US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𝐮</m:t>
                        </m:r>
                      </m:e>
                      <m:sub>
                        <m:r>
                          <a:rPr lang="en-US" b="1" i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sub>
                    </m:sSub>
                    <m:r>
                      <a:rPr lang="en-US" b="1" i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𝐜</m:t>
                        </m:r>
                      </m:e>
                      <m:sub>
                        <m:r>
                          <a:rPr lang="en-US" b="1" i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𝟑</m:t>
                        </m:r>
                      </m:sub>
                    </m:sSub>
                    <m:sSub>
                      <m:sSubPr>
                        <m:ctrlPr>
                          <a:rPr lang="en-US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𝐮</m:t>
                        </m:r>
                      </m:e>
                      <m:sub>
                        <m:r>
                          <a:rPr lang="en-US" b="1" i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𝟑</m:t>
                        </m:r>
                      </m:sub>
                    </m:sSub>
                    <m:r>
                      <a:rPr lang="en-US" b="1" i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+…+</m:t>
                    </m:r>
                    <m:sSub>
                      <m:sSubPr>
                        <m:ctrlPr>
                          <a:rPr lang="en-US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𝐜</m:t>
                        </m:r>
                      </m:e>
                      <m:sub>
                        <m:r>
                          <a:rPr lang="en-US" b="1" i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𝐧</m:t>
                        </m:r>
                      </m:sub>
                    </m:sSub>
                    <m:sSub>
                      <m:sSubPr>
                        <m:ctrlPr>
                          <a:rPr lang="en-US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𝐮</m:t>
                        </m:r>
                      </m:e>
                      <m:sub>
                        <m:r>
                          <a:rPr lang="en-US" b="1" i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𝐧</m:t>
                        </m:r>
                      </m:sub>
                    </m:sSub>
                    <m:r>
                      <a:rPr lang="en-US" b="1" i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1" i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𝟎</m:t>
                    </m:r>
                  </m:oMath>
                </a14:m>
                <a:r>
                  <a:rPr lang="en-US" dirty="0"/>
                  <a:t>, </a:t>
                </a:r>
              </a:p>
              <a:p>
                <a:pPr marL="0" indent="0" algn="l">
                  <a:buNone/>
                </a:pPr>
                <a:r>
                  <a:rPr lang="en-US" dirty="0"/>
                  <a:t>   									where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c</m:t>
                        </m:r>
                      </m:e>
                      <m:sub>
                        <m:r>
                          <a:rPr lang="en-US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c</m:t>
                        </m:r>
                      </m:e>
                      <m:sub>
                        <m:r>
                          <a:rPr lang="en-US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>
                        <a:latin typeface="Cambria Math" panose="02040503050406030204" pitchFamily="18" charset="0"/>
                      </a:rPr>
                      <m:t>,…,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c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n</m:t>
                        </m:r>
                      </m:sub>
                    </m:sSub>
                    <m:r>
                      <a:rPr lang="en-US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ℝ</m:t>
                    </m:r>
                    <m:r>
                      <a:rPr lang="en-US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en-IN" dirty="0"/>
              </a:p>
              <a:p>
                <a:pPr lvl="1"/>
                <a:r>
                  <a:rPr lang="en-US" dirty="0"/>
                  <a:t>If above system has only the </a:t>
                </a:r>
                <a:r>
                  <a:rPr lang="en-US" b="1" dirty="0">
                    <a:solidFill>
                      <a:srgbClr val="FF0000"/>
                    </a:solidFill>
                  </a:rPr>
                  <a:t>trivial (unique) solution</a:t>
                </a:r>
                <a:r>
                  <a:rPr lang="en-US" dirty="0"/>
                  <a:t>, then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S</m:t>
                    </m:r>
                  </m:oMath>
                </a14:m>
                <a:r>
                  <a:rPr lang="en-US" dirty="0"/>
                  <a:t> is said to be a </a:t>
                </a:r>
                <a:r>
                  <a:rPr lang="en-US" b="1" dirty="0">
                    <a:solidFill>
                      <a:srgbClr val="FF0000"/>
                    </a:solidFill>
                  </a:rPr>
                  <a:t>linearly independent (L.I.) set</a:t>
                </a:r>
                <a:r>
                  <a:rPr lang="en-US" dirty="0"/>
                  <a:t>.</a:t>
                </a:r>
                <a:endParaRPr lang="en-IN" dirty="0"/>
              </a:p>
              <a:p>
                <a:pPr lvl="1"/>
                <a:r>
                  <a:rPr lang="en-US" dirty="0"/>
                  <a:t>If above system has </a:t>
                </a:r>
                <a:r>
                  <a:rPr lang="en-US" b="1" dirty="0">
                    <a:solidFill>
                      <a:srgbClr val="FF0000"/>
                    </a:solidFill>
                  </a:rPr>
                  <a:t>nontrivial solution (infinite solution)</a:t>
                </a:r>
                <a:r>
                  <a:rPr lang="en-US" dirty="0"/>
                  <a:t>, then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S</m:t>
                    </m:r>
                  </m:oMath>
                </a14:m>
                <a:r>
                  <a:rPr lang="en-US" dirty="0"/>
                  <a:t> is said to be </a:t>
                </a:r>
                <a:r>
                  <a:rPr lang="en-US" b="1" dirty="0">
                    <a:solidFill>
                      <a:srgbClr val="FF0000"/>
                    </a:solidFill>
                  </a:rPr>
                  <a:t>linearly dependent (L.D.) set</a:t>
                </a:r>
                <a:r>
                  <a:rPr lang="en-US" dirty="0"/>
                  <a:t>.</a:t>
                </a:r>
                <a:endParaRPr lang="en-IN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71" r="-107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767963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Remarks</a:t>
            </a:r>
            <a:endParaRPr lang="en-I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/>
                <a:r>
                  <a:rPr lang="en-US" dirty="0"/>
                  <a:t>If a set of vectors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S</m:t>
                    </m:r>
                    <m:r>
                      <a:rPr lang="en-US">
                        <a:latin typeface="Cambria Math" panose="02040503050406030204" pitchFamily="18" charset="0"/>
                      </a:rPr>
                      <m:t>= </m:t>
                    </m:r>
                    <m:d>
                      <m:dPr>
                        <m:begChr m:val="{"/>
                        <m:endChr m:val="}"/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>
                                <a:latin typeface="Cambria Math" panose="02040503050406030204" pitchFamily="18" charset="0"/>
                              </a:rPr>
                              <m:t>u</m:t>
                            </m:r>
                          </m:e>
                          <m:sub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>
                            <a:latin typeface="Cambria Math" panose="02040503050406030204" pitchFamily="18" charset="0"/>
                          </a:rPr>
                          <m:t>, 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>
                                <a:latin typeface="Cambria Math" panose="02040503050406030204" pitchFamily="18" charset="0"/>
                              </a:rPr>
                              <m:t>u</m:t>
                            </m:r>
                          </m:e>
                          <m:sub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>
                            <a:latin typeface="Cambria Math" panose="02040503050406030204" pitchFamily="18" charset="0"/>
                          </a:rPr>
                          <m:t>, 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>
                                <a:latin typeface="Cambria Math" panose="02040503050406030204" pitchFamily="18" charset="0"/>
                              </a:rPr>
                              <m:t>u</m:t>
                            </m:r>
                          </m:e>
                          <m:sub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  <m:r>
                          <a:rPr lang="en-US">
                            <a:latin typeface="Cambria Math" panose="02040503050406030204" pitchFamily="18" charset="0"/>
                          </a:rPr>
                          <m:t>, …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m:rPr>
                                <m:sty m:val="p"/>
                              </m:rPr>
                              <a:rPr lang="en-US">
                                <a:latin typeface="Cambria Math" panose="02040503050406030204" pitchFamily="18" charset="0"/>
                              </a:rPr>
                              <m:t>u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>
                                <a:latin typeface="Cambria Math" panose="02040503050406030204" pitchFamily="18" charset="0"/>
                              </a:rPr>
                              <m:t>n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dirty="0"/>
                  <a:t> from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V</m:t>
                    </m:r>
                  </m:oMath>
                </a14:m>
                <a:r>
                  <a:rPr lang="en-US" dirty="0"/>
                  <a:t> contains the </a:t>
                </a:r>
                <a:r>
                  <a:rPr lang="en-US" b="1" dirty="0">
                    <a:solidFill>
                      <a:srgbClr val="FF0000"/>
                    </a:solidFill>
                  </a:rPr>
                  <a:t>zero vector</a:t>
                </a:r>
                <a:r>
                  <a:rPr lang="en-US" dirty="0"/>
                  <a:t>, then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S</m:t>
                    </m:r>
                  </m:oMath>
                </a14:m>
                <a:r>
                  <a:rPr lang="en-US" dirty="0"/>
                  <a:t> is </a:t>
                </a:r>
                <a:r>
                  <a:rPr lang="en-US" b="1" dirty="0">
                    <a:solidFill>
                      <a:srgbClr val="FF0000"/>
                    </a:solidFill>
                  </a:rPr>
                  <a:t>linearly dependent</a:t>
                </a:r>
                <a:r>
                  <a:rPr lang="en-US" dirty="0"/>
                  <a:t>.</a:t>
                </a:r>
              </a:p>
              <a:p>
                <a:pPr lvl="1"/>
                <a:r>
                  <a:rPr lang="en-US" b="1" dirty="0"/>
                  <a:t>Example: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S</m:t>
                    </m:r>
                    <m:r>
                      <a:rPr lang="en-US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1, 2, 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d>
                        <m:r>
                          <a:rPr lang="en-US">
                            <a:latin typeface="Cambria Math" panose="02040503050406030204" pitchFamily="18" charset="0"/>
                          </a:rPr>
                          <m:t>,</m:t>
                        </m:r>
                        <m:d>
                          <m:dPr>
                            <m:ctrlPr>
                              <a:rPr lang="en-US" b="1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1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𝟎</m:t>
                            </m:r>
                            <m:r>
                              <a:rPr lang="en-US" b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, </m:t>
                            </m:r>
                            <m:r>
                              <a:rPr lang="en-US" b="1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𝟎</m:t>
                            </m:r>
                            <m:r>
                              <a:rPr lang="en-US" b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, </m:t>
                            </m:r>
                            <m:r>
                              <a:rPr lang="en-US" b="1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𝟎</m:t>
                            </m:r>
                          </m:e>
                        </m:d>
                        <m:r>
                          <a:rPr lang="en-US">
                            <a:latin typeface="Cambria Math" panose="02040503050406030204" pitchFamily="18" charset="0"/>
                          </a:rPr>
                          <m:t>,</m:t>
                        </m:r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1, 2, 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d>
                      </m:e>
                    </m:d>
                  </m:oMath>
                </a14:m>
                <a:r>
                  <a:rPr lang="en-IN" dirty="0"/>
                  <a:t> is linearly dependent.</a:t>
                </a:r>
              </a:p>
              <a:p>
                <a:pPr lvl="0"/>
                <a:r>
                  <a:rPr lang="en-US" dirty="0"/>
                  <a:t>A </a:t>
                </a:r>
                <a:r>
                  <a:rPr lang="en-US" b="1" dirty="0">
                    <a:solidFill>
                      <a:srgbClr val="FF0000"/>
                    </a:solidFill>
                  </a:rPr>
                  <a:t>singleton set</a:t>
                </a:r>
                <a:r>
                  <a:rPr lang="en-US" dirty="0"/>
                  <a:t> containing a </a:t>
                </a:r>
                <a:r>
                  <a:rPr lang="en-US" b="1" dirty="0">
                    <a:solidFill>
                      <a:srgbClr val="FF0000"/>
                    </a:solidFill>
                  </a:rPr>
                  <a:t>nonzero vector</a:t>
                </a:r>
                <a:r>
                  <a:rPr lang="en-US" dirty="0"/>
                  <a:t> is linearly independent.</a:t>
                </a:r>
              </a:p>
              <a:p>
                <a:pPr lvl="1"/>
                <a:r>
                  <a:rPr lang="en-US" b="1" dirty="0"/>
                  <a:t>Example: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S</m:t>
                    </m:r>
                    <m:r>
                      <a:rPr lang="en-US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d>
                          <m:dPr>
                            <m:ctrlPr>
                              <a:rPr lang="en-US" b="1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1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  <m:r>
                              <a:rPr lang="en-US" b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, </m:t>
                            </m:r>
                            <m:r>
                              <a:rPr lang="en-US" b="1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𝟐</m:t>
                            </m:r>
                            <m:r>
                              <a:rPr lang="en-US" b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, </m:t>
                            </m:r>
                            <m:r>
                              <a:rPr lang="en-US" b="1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b="1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</m:e>
                        </m:d>
                        <m:r>
                          <a:rPr lang="en-US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</m:e>
                    </m:d>
                  </m:oMath>
                </a14:m>
                <a:r>
                  <a:rPr lang="en-IN" dirty="0"/>
                  <a:t> is linearly independent.</a:t>
                </a:r>
              </a:p>
              <a:p>
                <a:pPr lvl="0"/>
                <a:r>
                  <a:rPr lang="en-US" dirty="0"/>
                  <a:t>A set of nonzero vectors is </a:t>
                </a:r>
                <a:r>
                  <a:rPr lang="en-US" b="1" dirty="0">
                    <a:solidFill>
                      <a:srgbClr val="FF0000"/>
                    </a:solidFill>
                  </a:rPr>
                  <a:t>linearly dependent</a:t>
                </a:r>
                <a:r>
                  <a:rPr lang="en-US" dirty="0"/>
                  <a:t> if and only if </a:t>
                </a:r>
                <a:r>
                  <a:rPr lang="en-US" b="1" dirty="0">
                    <a:solidFill>
                      <a:srgbClr val="FF0000"/>
                    </a:solidFill>
                  </a:rPr>
                  <a:t>at least one</a:t>
                </a:r>
                <a:r>
                  <a:rPr lang="en-US" dirty="0"/>
                  <a:t> of the vectors can be expressed as a </a:t>
                </a:r>
                <a:r>
                  <a:rPr lang="en-US" b="1" dirty="0">
                    <a:solidFill>
                      <a:srgbClr val="FF0000"/>
                    </a:solidFill>
                  </a:rPr>
                  <a:t>linear combination of other vector/s</a:t>
                </a:r>
                <a:r>
                  <a:rPr lang="en-US" dirty="0"/>
                  <a:t> in the set.</a:t>
                </a:r>
                <a:endParaRPr lang="en-IN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71" r="-107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999013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Remarks</a:t>
            </a:r>
            <a:endParaRPr lang="en-I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/>
                <a:r>
                  <a:rPr lang="en-US" dirty="0"/>
                  <a:t>Let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S</m:t>
                    </m:r>
                    <m:r>
                      <a:rPr lang="en-US">
                        <a:latin typeface="Cambria Math" panose="02040503050406030204" pitchFamily="18" charset="0"/>
                      </a:rPr>
                      <m:t>= </m:t>
                    </m:r>
                    <m:d>
                      <m:dPr>
                        <m:begChr m:val="{"/>
                        <m:endChr m:val="}"/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>
                                <a:latin typeface="Cambria Math" panose="02040503050406030204" pitchFamily="18" charset="0"/>
                              </a:rPr>
                              <m:t>u</m:t>
                            </m:r>
                          </m:e>
                          <m:sub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>
                            <a:latin typeface="Cambria Math" panose="02040503050406030204" pitchFamily="18" charset="0"/>
                          </a:rPr>
                          <m:t>, 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>
                                <a:latin typeface="Cambria Math" panose="02040503050406030204" pitchFamily="18" charset="0"/>
                              </a:rPr>
                              <m:t>u</m:t>
                            </m:r>
                          </m:e>
                          <m:sub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>
                            <a:latin typeface="Cambria Math" panose="02040503050406030204" pitchFamily="18" charset="0"/>
                          </a:rPr>
                          <m:t>, 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>
                                <a:latin typeface="Cambria Math" panose="02040503050406030204" pitchFamily="18" charset="0"/>
                              </a:rPr>
                              <m:t>u</m:t>
                            </m:r>
                          </m:e>
                          <m:sub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  <m:r>
                          <a:rPr lang="en-US">
                            <a:latin typeface="Cambria Math" panose="02040503050406030204" pitchFamily="18" charset="0"/>
                          </a:rPr>
                          <m:t>, …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m:rPr>
                                <m:sty m:val="p"/>
                              </m:rPr>
                              <a:rPr lang="en-US">
                                <a:latin typeface="Cambria Math" panose="02040503050406030204" pitchFamily="18" charset="0"/>
                              </a:rPr>
                              <m:t>u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>
                                <a:latin typeface="Cambria Math" panose="02040503050406030204" pitchFamily="18" charset="0"/>
                              </a:rPr>
                              <m:t>n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dirty="0"/>
                  <a:t> be a set of vectors in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m</m:t>
                        </m:r>
                      </m:sup>
                    </m:sSup>
                  </m:oMath>
                </a14:m>
                <a:r>
                  <a:rPr lang="en-US" dirty="0"/>
                  <a:t> with n elements. If </a:t>
                </a:r>
                <a14:m>
                  <m:oMath xmlns:m="http://schemas.openxmlformats.org/officeDocument/2006/math">
                    <m:r>
                      <a:rPr lang="en-US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𝐦</m:t>
                    </m:r>
                    <m:r>
                      <a:rPr lang="en-US" b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US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𝐧</m:t>
                    </m:r>
                    <m:r>
                      <a:rPr lang="en-US"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lang="en-US" dirty="0"/>
                  <a:t> then the set S is </a:t>
                </a:r>
                <a:r>
                  <a:rPr lang="en-US" b="1" dirty="0">
                    <a:solidFill>
                      <a:srgbClr val="FF0000"/>
                    </a:solidFill>
                  </a:rPr>
                  <a:t>linearly dependent</a:t>
                </a:r>
                <a:r>
                  <a:rPr lang="en-US" dirty="0"/>
                  <a:t>.</a:t>
                </a:r>
                <a:endParaRPr lang="en-IN" dirty="0"/>
              </a:p>
              <a:p>
                <a:pPr lvl="1"/>
                <a:r>
                  <a:rPr lang="en-US" dirty="0"/>
                  <a:t>For Ex: Let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S</m:t>
                    </m:r>
                    <m:r>
                      <a:rPr lang="en-US">
                        <a:latin typeface="Cambria Math" panose="02040503050406030204" pitchFamily="18" charset="0"/>
                      </a:rPr>
                      <m:t> = </m:t>
                    </m:r>
                    <m:d>
                      <m:dPr>
                        <m:begChr m:val="{"/>
                        <m:endChr m:val="}"/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1, 2, 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d>
                        <m:r>
                          <a:rPr lang="en-US">
                            <a:latin typeface="Cambria Math" panose="02040503050406030204" pitchFamily="18" charset="0"/>
                          </a:rPr>
                          <m:t>, </m:t>
                        </m:r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1, 2, 1</m:t>
                            </m:r>
                          </m:e>
                        </m:d>
                        <m:r>
                          <a:rPr lang="en-US">
                            <a:latin typeface="Cambria Math" panose="02040503050406030204" pitchFamily="18" charset="0"/>
                          </a:rPr>
                          <m:t>,</m:t>
                        </m:r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1, 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2, 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d>
                        <m:r>
                          <a:rPr lang="en-US">
                            <a:latin typeface="Cambria Math" panose="02040503050406030204" pitchFamily="18" charset="0"/>
                          </a:rPr>
                          <m:t>,</m:t>
                        </m:r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1, 2, 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d>
                      </m:e>
                    </m:d>
                    <m:r>
                      <a:rPr lang="en-US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en-IN" dirty="0"/>
              </a:p>
              <a:p>
                <a:pPr marL="1257300" lvl="2" indent="-444500"/>
                <a:r>
                  <a:rPr lang="en-US" i="0" dirty="0">
                    <a:latin typeface="+mj-lt"/>
                  </a:rPr>
                  <a:t>Here,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m</m:t>
                    </m:r>
                    <m:r>
                      <a:rPr lang="en-US">
                        <a:latin typeface="Cambria Math" panose="02040503050406030204" pitchFamily="18" charset="0"/>
                      </a:rPr>
                      <m:t>=3</m:t>
                    </m:r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n</m:t>
                    </m:r>
                    <m:r>
                      <a:rPr lang="en-US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|"/>
                        <m:endChr m:val="|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S</m:t>
                        </m:r>
                        <m:r>
                          <a:rPr lang="en-US">
                            <a:latin typeface="Cambria Math" panose="02040503050406030204" pitchFamily="18" charset="0"/>
                          </a:rPr>
                          <m:t> </m:t>
                        </m:r>
                      </m:e>
                    </m:d>
                    <m:r>
                      <a:rPr lang="en-US">
                        <a:latin typeface="Cambria Math" panose="02040503050406030204" pitchFamily="18" charset="0"/>
                      </a:rPr>
                      <m:t>=4</m:t>
                    </m:r>
                  </m:oMath>
                </a14:m>
                <a:r>
                  <a:rPr lang="en-US" dirty="0"/>
                  <a:t>.</a:t>
                </a:r>
                <a:endParaRPr lang="en-IN" dirty="0"/>
              </a:p>
              <a:p>
                <a:pPr marL="1257300" lvl="2" indent="-444500"/>
                <a:r>
                  <a:rPr lang="en-US" dirty="0"/>
                  <a:t>Here,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m</m:t>
                    </m:r>
                    <m:r>
                      <a:rPr lang="en-US">
                        <a:latin typeface="Cambria Math" panose="02040503050406030204" pitchFamily="18" charset="0"/>
                      </a:rPr>
                      <m:t>&lt;</m:t>
                    </m:r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n</m:t>
                    </m:r>
                  </m:oMath>
                </a14:m>
                <a:r>
                  <a:rPr lang="en-US" dirty="0"/>
                  <a:t>. </a:t>
                </a:r>
              </a:p>
              <a:p>
                <a:pPr marL="1257300" lvl="2" indent="-444500"/>
                <a:r>
                  <a:rPr lang="en-US" dirty="0"/>
                  <a:t>Hence,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S</m:t>
                    </m:r>
                  </m:oMath>
                </a14:m>
                <a:r>
                  <a:rPr lang="en-US" dirty="0"/>
                  <a:t> is linearly dependent.</a:t>
                </a:r>
                <a:endParaRPr lang="en-IN" dirty="0"/>
              </a:p>
              <a:p>
                <a:pPr lvl="0"/>
                <a:r>
                  <a:rPr lang="en-US" dirty="0"/>
                  <a:t>Every </a:t>
                </a:r>
                <a:r>
                  <a:rPr lang="en-US" b="1" dirty="0">
                    <a:solidFill>
                      <a:srgbClr val="FF0000"/>
                    </a:solidFill>
                  </a:rPr>
                  <a:t>subset</a:t>
                </a:r>
                <a:r>
                  <a:rPr lang="en-US" dirty="0"/>
                  <a:t> of a linearly independent set is linearly independent.</a:t>
                </a:r>
                <a:endParaRPr lang="en-IN" dirty="0"/>
              </a:p>
              <a:p>
                <a:r>
                  <a:rPr lang="en-US" dirty="0"/>
                  <a:t>Every </a:t>
                </a:r>
                <a:r>
                  <a:rPr lang="en-US" b="1" dirty="0">
                    <a:solidFill>
                      <a:srgbClr val="FF0000"/>
                    </a:solidFill>
                  </a:rPr>
                  <a:t>superset</a:t>
                </a:r>
                <a:r>
                  <a:rPr lang="en-US" dirty="0"/>
                  <a:t> of a linearly dependent set is linearly dependent.</a:t>
                </a:r>
                <a:endParaRPr lang="en-IN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7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731919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ECFC8A-BC0D-5D72-FE99-20313653BC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FDFDD70C-3AAE-183B-5AED-36C59E3E9B77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IN" dirty="0"/>
                  <a:t>Method:4 </a:t>
                </a:r>
                <a14:m>
                  <m:oMath xmlns:m="http://schemas.openxmlformats.org/officeDocument/2006/math">
                    <m:r>
                      <a:rPr lang="en-I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⇝</m:t>
                    </m:r>
                  </m:oMath>
                </a14:m>
                <a:r>
                  <a:rPr lang="en-IN" dirty="0"/>
                  <a:t> Example:1</a:t>
                </a:r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FDFDD70C-3AAE-183B-5AED-36C59E3E9B7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3"/>
                <a:stretch>
                  <a:fillRect l="-400" t="-8547" b="-1965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Content Placeholder 4">
            <a:extLst>
              <a:ext uri="{FF2B5EF4-FFF2-40B4-BE49-F238E27FC236}">
                <a16:creationId xmlns:a16="http://schemas.microsoft.com/office/drawing/2014/main" id="{CAE77E5B-BF33-5497-20B0-3BFB83C99976}"/>
              </a:ext>
            </a:extLst>
          </p:cNvPr>
          <p:cNvSpPr txBox="1">
            <a:spLocks/>
          </p:cNvSpPr>
          <p:nvPr/>
        </p:nvSpPr>
        <p:spPr>
          <a:xfrm>
            <a:off x="205273" y="800163"/>
            <a:ext cx="1558214" cy="522081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marL="265113" indent="-265113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Wingdings 3" panose="05040102010807070707" pitchFamily="18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9625" indent="-352425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 3" panose="05040102010807070707" pitchFamily="18" charset="2"/>
              <a:buChar char="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endParaRPr lang="en-IN" sz="2800" b="1" dirty="0">
              <a:solidFill>
                <a:schemeClr val="tx2"/>
              </a:solidFill>
            </a:endParaRP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E7272109-8DE2-50AC-004B-6C788F2ADE24}"/>
              </a:ext>
            </a:extLst>
          </p:cNvPr>
          <p:cNvSpPr/>
          <p:nvPr/>
        </p:nvSpPr>
        <p:spPr>
          <a:xfrm>
            <a:off x="122278" y="1531827"/>
            <a:ext cx="1450657" cy="468000"/>
          </a:xfrm>
          <a:prstGeom prst="roundRect">
            <a:avLst/>
          </a:prstGeom>
          <a:gradFill>
            <a:gsLst>
              <a:gs pos="10000">
                <a:srgbClr val="0E47A1"/>
              </a:gs>
              <a:gs pos="100000">
                <a:srgbClr val="03A9F5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en-IN" sz="2800" dirty="0">
                <a:solidFill>
                  <a:schemeClr val="bg1"/>
                </a:solidFill>
              </a:rPr>
              <a:t>Solution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4" name="Content Placeholder 4">
                <a:extLst>
                  <a:ext uri="{FF2B5EF4-FFF2-40B4-BE49-F238E27FC236}">
                    <a16:creationId xmlns:a16="http://schemas.microsoft.com/office/drawing/2014/main" id="{ED23B262-736E-4535-FBA7-00FB33ACCCF0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572936" y="731979"/>
                <a:ext cx="10041132" cy="711201"/>
              </a:xfrm>
              <a:prstGeom prst="rect">
                <a:avLst/>
              </a:prstGeom>
              <a:noFill/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vert="horz" lIns="91440" tIns="45720" rIns="91440" bIns="45720" rtlCol="0" anchor="ctr">
                <a:noAutofit/>
              </a:bodyPr>
              <a:lstStyle>
                <a:lvl1pPr marL="265113" indent="-265113" algn="just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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809625" indent="-352425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 algn="l">
                  <a:lnSpc>
                    <a:spcPct val="150000"/>
                  </a:lnSpc>
                  <a:buNone/>
                </a:pPr>
                <a:r>
                  <a:rPr lang="en-US" sz="2800" dirty="0">
                    <a:solidFill>
                      <a:srgbClr val="002060"/>
                    </a:solidFill>
                  </a:rPr>
                  <a:t>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800" i="0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S</m:t>
                    </m:r>
                    <m:r>
                      <a:rPr lang="en-US" sz="2800" i="0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={(0,0,</m:t>
                    </m:r>
                    <m:r>
                      <a:rPr lang="en-US" sz="2800" i="1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0),(1,2,3)}</m:t>
                    </m:r>
                  </m:oMath>
                </a14:m>
                <a:r>
                  <a:rPr lang="en-US" sz="2800" dirty="0">
                    <a:solidFill>
                      <a:srgbClr val="002060"/>
                    </a:solidFill>
                  </a:rPr>
                  <a:t> is linearly dependent or independent. Why? </a:t>
                </a:r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34" name="Content Placeholder 4">
                <a:extLst>
                  <a:ext uri="{FF2B5EF4-FFF2-40B4-BE49-F238E27FC236}">
                    <a16:creationId xmlns:a16="http://schemas.microsoft.com/office/drawing/2014/main" id="{ED23B262-736E-4535-FBA7-00FB33ACCCF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72936" y="731979"/>
                <a:ext cx="10041132" cy="711201"/>
              </a:xfrm>
              <a:prstGeom prst="rect">
                <a:avLst/>
              </a:prstGeom>
              <a:blipFill>
                <a:blip r:embed="rId4"/>
                <a:stretch>
                  <a:fillRect l="-1214" b="-15385"/>
                </a:stretch>
              </a:blipFill>
              <a:ln w="12700" cap="flat" cmpd="sng" algn="ctr">
                <a:noFill/>
                <a:prstDash val="solid"/>
                <a:miter lim="800000"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5" name="Rectangle: Rounded Corners 34">
            <a:extLst>
              <a:ext uri="{FF2B5EF4-FFF2-40B4-BE49-F238E27FC236}">
                <a16:creationId xmlns:a16="http://schemas.microsoft.com/office/drawing/2014/main" id="{7FC45F7B-4A36-49BB-E330-CB7BC1EEC8DC}"/>
              </a:ext>
            </a:extLst>
          </p:cNvPr>
          <p:cNvSpPr/>
          <p:nvPr/>
        </p:nvSpPr>
        <p:spPr>
          <a:xfrm>
            <a:off x="122279" y="854244"/>
            <a:ext cx="1450657" cy="468000"/>
          </a:xfrm>
          <a:prstGeom prst="roundRect">
            <a:avLst/>
          </a:prstGeom>
          <a:gradFill>
            <a:gsLst>
              <a:gs pos="10000">
                <a:srgbClr val="0E47A1"/>
              </a:gs>
              <a:gs pos="100000">
                <a:srgbClr val="03A9F5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r>
              <a:rPr lang="en-IN" sz="2800" dirty="0">
                <a:solidFill>
                  <a:schemeClr val="bg1"/>
                </a:solidFill>
              </a:rPr>
              <a:t>Example</a:t>
            </a:r>
          </a:p>
        </p:txBody>
      </p:sp>
      <p:sp>
        <p:nvSpPr>
          <p:cNvPr id="23" name="Content Placeholder 4">
            <a:extLst>
              <a:ext uri="{FF2B5EF4-FFF2-40B4-BE49-F238E27FC236}">
                <a16:creationId xmlns:a16="http://schemas.microsoft.com/office/drawing/2014/main" id="{63305C07-F1B9-4158-AB35-36DE134F7E08}"/>
              </a:ext>
            </a:extLst>
          </p:cNvPr>
          <p:cNvSpPr txBox="1">
            <a:spLocks/>
          </p:cNvSpPr>
          <p:nvPr/>
        </p:nvSpPr>
        <p:spPr>
          <a:xfrm flipH="1">
            <a:off x="6958939" y="107357"/>
            <a:ext cx="4571801" cy="5400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marL="265113" indent="-265113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Wingdings 3" panose="05040102010807070707" pitchFamily="18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9625" indent="-352425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 3" panose="05040102010807070707" pitchFamily="18" charset="2"/>
              <a:buChar char="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18745" indent="0" algn="l">
              <a:lnSpc>
                <a:spcPct val="115000"/>
              </a:lnSpc>
              <a:spcAft>
                <a:spcPts val="800"/>
              </a:spcAft>
              <a:buNone/>
            </a:pPr>
            <a:endParaRPr lang="en-US" sz="3600" b="1" dirty="0">
              <a:solidFill>
                <a:srgbClr val="3D0FE7"/>
              </a:solidFill>
              <a:latin typeface="Cambria Math" panose="020405030504060302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1" name="Content Placeholder 4">
                <a:extLst>
                  <a:ext uri="{FF2B5EF4-FFF2-40B4-BE49-F238E27FC236}">
                    <a16:creationId xmlns:a16="http://schemas.microsoft.com/office/drawing/2014/main" id="{B2ED5508-4152-4C4D-B631-5D19C5F6CD5F}"/>
                  </a:ext>
                </a:extLst>
              </p:cNvPr>
              <p:cNvSpPr txBox="1">
                <a:spLocks/>
              </p:cNvSpPr>
              <p:nvPr/>
            </p:nvSpPr>
            <p:spPr>
              <a:xfrm flipH="1">
                <a:off x="122278" y="3440602"/>
                <a:ext cx="3598822" cy="605827"/>
              </a:xfrm>
              <a:prstGeom prst="rect">
                <a:avLst/>
              </a:prstGeom>
              <a:noFill/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vert="horz" lIns="91440" tIns="45720" rIns="91440" bIns="45720" rtlCol="0" anchor="ctr">
                <a:noAutofit/>
              </a:bodyPr>
              <a:lstStyle>
                <a:lvl1pPr marL="265113" indent="-265113" algn="just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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809625" indent="-352425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lnSpc>
                    <a:spcPct val="150000"/>
                  </a:lnSpc>
                  <a:spcAft>
                    <a:spcPts val="800"/>
                  </a:spcAft>
                  <a:buNone/>
                </a:pPr>
                <a:r>
                  <a:rPr lang="en-US" sz="2800" i="0" dirty="0">
                    <a:solidFill>
                      <a:srgbClr val="002060"/>
                    </a:solidFill>
                    <a:latin typeface="+mj-lt"/>
                  </a:rPr>
                  <a:t>Here,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0, 0, 0</m:t>
                        </m:r>
                      </m:e>
                    </m:d>
                    <m:r>
                      <a:rPr lang="en-US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US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S</m:t>
                    </m:r>
                  </m:oMath>
                </a14:m>
                <a:endParaRPr lang="en-US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31" name="Content Placeholder 4">
                <a:extLst>
                  <a:ext uri="{FF2B5EF4-FFF2-40B4-BE49-F238E27FC236}">
                    <a16:creationId xmlns:a16="http://schemas.microsoft.com/office/drawing/2014/main" id="{B2ED5508-4152-4C4D-B631-5D19C5F6CD5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122278" y="3440602"/>
                <a:ext cx="3598822" cy="605827"/>
              </a:xfrm>
              <a:prstGeom prst="rect">
                <a:avLst/>
              </a:prstGeom>
              <a:blipFill>
                <a:blip r:embed="rId5"/>
                <a:stretch>
                  <a:fillRect l="-3390" b="-27000"/>
                </a:stretch>
              </a:blipFill>
              <a:ln w="12700" cap="flat" cmpd="sng" algn="ctr">
                <a:noFill/>
                <a:prstDash val="solid"/>
                <a:miter lim="800000"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Content Placeholder 4">
                <a:extLst>
                  <a:ext uri="{FF2B5EF4-FFF2-40B4-BE49-F238E27FC236}">
                    <a16:creationId xmlns:a16="http://schemas.microsoft.com/office/drawing/2014/main" id="{9FCA6DEB-1220-4888-9706-602C43CC8645}"/>
                  </a:ext>
                </a:extLst>
              </p:cNvPr>
              <p:cNvSpPr txBox="1">
                <a:spLocks/>
              </p:cNvSpPr>
              <p:nvPr/>
            </p:nvSpPr>
            <p:spPr>
              <a:xfrm flipH="1">
                <a:off x="122278" y="4167365"/>
                <a:ext cx="4809506" cy="540000"/>
              </a:xfrm>
              <a:prstGeom prst="rect">
                <a:avLst/>
              </a:prstGeom>
              <a:noFill/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vert="horz" lIns="91440" tIns="45720" rIns="91440" bIns="45720" rtlCol="0" anchor="ctr">
                <a:noAutofit/>
              </a:bodyPr>
              <a:lstStyle>
                <a:lvl1pPr marL="265113" indent="-265113" algn="just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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809625" indent="-352425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</a:pPr>
                <a:r>
                  <a:rPr lang="en-US" sz="2800" dirty="0">
                    <a:solidFill>
                      <a:srgbClr val="002060"/>
                    </a:solidFill>
                    <a:latin typeface="+mj-lt"/>
                  </a:rPr>
                  <a:t>Hence,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S</m:t>
                    </m:r>
                  </m:oMath>
                </a14:m>
                <a:r>
                  <a:rPr lang="en-US" sz="2800" dirty="0">
                    <a:solidFill>
                      <a:srgbClr val="002060"/>
                    </a:solidFill>
                    <a:latin typeface="+mj-lt"/>
                  </a:rPr>
                  <a:t> is linearly dependent.</a:t>
                </a:r>
                <a:endParaRPr lang="en-IN" sz="2800" dirty="0">
                  <a:solidFill>
                    <a:srgbClr val="002060"/>
                  </a:solidFill>
                  <a:latin typeface="+mj-lt"/>
                </a:endParaRPr>
              </a:p>
            </p:txBody>
          </p:sp>
        </mc:Choice>
        <mc:Fallback xmlns="">
          <p:sp>
            <p:nvSpPr>
              <p:cNvPr id="17" name="Content Placeholder 4">
                <a:extLst>
                  <a:ext uri="{FF2B5EF4-FFF2-40B4-BE49-F238E27FC236}">
                    <a16:creationId xmlns:a16="http://schemas.microsoft.com/office/drawing/2014/main" id="{9FCA6DEB-1220-4888-9706-602C43CC864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122278" y="4167365"/>
                <a:ext cx="4809506" cy="540000"/>
              </a:xfrm>
              <a:prstGeom prst="rect">
                <a:avLst/>
              </a:prstGeom>
              <a:blipFill>
                <a:blip r:embed="rId6"/>
                <a:stretch>
                  <a:fillRect l="-2535" t="-14773" b="-26136"/>
                </a:stretch>
              </a:blipFill>
              <a:ln w="12700" cap="flat" cmpd="sng" algn="ctr">
                <a:noFill/>
                <a:prstDash val="solid"/>
                <a:miter lim="800000"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Content Placeholder 4">
                <a:extLst>
                  <a:ext uri="{FF2B5EF4-FFF2-40B4-BE49-F238E27FC236}">
                    <a16:creationId xmlns:a16="http://schemas.microsoft.com/office/drawing/2014/main" id="{FB3579D2-D86F-4B93-931B-6FEA16028A3F}"/>
                  </a:ext>
                </a:extLst>
              </p:cNvPr>
              <p:cNvSpPr txBox="1">
                <a:spLocks/>
              </p:cNvSpPr>
              <p:nvPr/>
            </p:nvSpPr>
            <p:spPr>
              <a:xfrm flipH="1">
                <a:off x="122278" y="2102049"/>
                <a:ext cx="11614068" cy="1217617"/>
              </a:xfrm>
              <a:prstGeom prst="rect">
                <a:avLst/>
              </a:prstGeom>
              <a:noFill/>
              <a:ln w="12700" cap="flat" cmpd="sng" algn="ctr">
                <a:solidFill>
                  <a:srgbClr val="FF0000"/>
                </a:solidFill>
                <a:prstDash val="lgDash"/>
                <a:miter lim="800000"/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vert="horz" lIns="91440" tIns="45720" rIns="91440" bIns="45720" rtlCol="0" anchor="ctr">
                <a:noAutofit/>
              </a:bodyPr>
              <a:lstStyle>
                <a:lvl1pPr marL="265113" indent="-265113" algn="just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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809625" indent="-352425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lvl="0" indent="0" algn="l">
                  <a:lnSpc>
                    <a:spcPct val="150000"/>
                  </a:lnSpc>
                  <a:buNone/>
                </a:pPr>
                <a:r>
                  <a:rPr lang="en-US" sz="2800" i="0" dirty="0">
                    <a:solidFill>
                      <a:srgbClr val="002060"/>
                    </a:solidFill>
                    <a:latin typeface="+mj-lt"/>
                  </a:rPr>
                  <a:t>We</a:t>
                </a:r>
                <a:r>
                  <a:rPr lang="en-US" sz="2800" b="0" i="0" dirty="0">
                    <a:solidFill>
                      <a:srgbClr val="002060"/>
                    </a:solidFill>
                    <a:latin typeface="+mj-lt"/>
                  </a:rPr>
                  <a:t> know that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S</m:t>
                    </m:r>
                    <m:r>
                      <a:rPr lang="en-US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 </m:t>
                    </m:r>
                    <m:d>
                      <m:dPr>
                        <m:begChr m:val="{"/>
                        <m:endChr m:val="}"/>
                        <m:ctrlPr>
                          <a:rPr lang="en-US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80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sz="280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u</m:t>
                            </m:r>
                          </m:e>
                          <m:sub>
                            <m:r>
                              <a:rPr lang="en-US" sz="280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, </m:t>
                        </m:r>
                        <m:sSub>
                          <m:sSubPr>
                            <m:ctrlPr>
                              <a:rPr lang="en-US" sz="280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sz="280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u</m:t>
                            </m:r>
                          </m:e>
                          <m:sub>
                            <m:r>
                              <a:rPr lang="en-US" sz="280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, </m:t>
                        </m:r>
                        <m:sSub>
                          <m:sSubPr>
                            <m:ctrlPr>
                              <a:rPr lang="en-US" sz="280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sz="280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u</m:t>
                            </m:r>
                          </m:e>
                          <m:sub>
                            <m:r>
                              <a:rPr lang="en-US" sz="280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  <m:r>
                          <a:rPr lang="en-US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, …,</m:t>
                        </m:r>
                        <m:sSub>
                          <m:sSubPr>
                            <m:ctrlPr>
                              <a:rPr lang="en-US" sz="280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sz="280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u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sz="280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n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sz="2800" dirty="0">
                    <a:solidFill>
                      <a:srgbClr val="002060"/>
                    </a:solidFill>
                    <a:latin typeface="+mj-lt"/>
                  </a:rPr>
                  <a:t> from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V</m:t>
                    </m:r>
                  </m:oMath>
                </a14:m>
                <a:r>
                  <a:rPr lang="en-US" sz="2800" dirty="0">
                    <a:solidFill>
                      <a:srgbClr val="002060"/>
                    </a:solidFill>
                    <a:latin typeface="+mj-lt"/>
                  </a:rPr>
                  <a:t> contains the </a:t>
                </a:r>
                <a:r>
                  <a:rPr lang="en-US" sz="2800" b="1" dirty="0">
                    <a:solidFill>
                      <a:srgbClr val="FF0000"/>
                    </a:solidFill>
                    <a:latin typeface="+mj-lt"/>
                  </a:rPr>
                  <a:t>zero vector</a:t>
                </a:r>
                <a:r>
                  <a:rPr lang="en-US" sz="2800" dirty="0">
                    <a:solidFill>
                      <a:srgbClr val="002060"/>
                    </a:solidFill>
                    <a:latin typeface="+mj-lt"/>
                  </a:rPr>
                  <a:t>, then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S</m:t>
                    </m:r>
                  </m:oMath>
                </a14:m>
                <a:r>
                  <a:rPr lang="en-US" sz="2800" dirty="0">
                    <a:solidFill>
                      <a:srgbClr val="002060"/>
                    </a:solidFill>
                    <a:latin typeface="+mj-lt"/>
                  </a:rPr>
                  <a:t> is </a:t>
                </a:r>
                <a:r>
                  <a:rPr lang="en-US" sz="2800" b="1" dirty="0">
                    <a:solidFill>
                      <a:srgbClr val="FF0000"/>
                    </a:solidFill>
                    <a:latin typeface="+mj-lt"/>
                  </a:rPr>
                  <a:t>linearly dependent</a:t>
                </a:r>
                <a:r>
                  <a:rPr lang="en-US" sz="2800" dirty="0">
                    <a:solidFill>
                      <a:srgbClr val="002060"/>
                    </a:solidFill>
                  </a:rPr>
                  <a:t>.</a:t>
                </a:r>
                <a:endParaRPr lang="en-IN" sz="2800" b="1" dirty="0">
                  <a:solidFill>
                    <a:srgbClr val="002060"/>
                  </a:solidFill>
                  <a:latin typeface="+mj-lt"/>
                </a:endParaRPr>
              </a:p>
            </p:txBody>
          </p:sp>
        </mc:Choice>
        <mc:Fallback xmlns="">
          <p:sp>
            <p:nvSpPr>
              <p:cNvPr id="18" name="Content Placeholder 4">
                <a:extLst>
                  <a:ext uri="{FF2B5EF4-FFF2-40B4-BE49-F238E27FC236}">
                    <a16:creationId xmlns:a16="http://schemas.microsoft.com/office/drawing/2014/main" id="{FB3579D2-D86F-4B93-931B-6FEA16028A3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122278" y="2102049"/>
                <a:ext cx="11614068" cy="1217617"/>
              </a:xfrm>
              <a:prstGeom prst="rect">
                <a:avLst/>
              </a:prstGeom>
              <a:blipFill>
                <a:blip r:embed="rId7"/>
                <a:stretch>
                  <a:fillRect l="-996" b="-13861"/>
                </a:stretch>
              </a:blipFill>
              <a:ln w="12700" cap="flat" cmpd="sng" algn="ctr">
                <a:solidFill>
                  <a:srgbClr val="FF0000"/>
                </a:solidFill>
                <a:prstDash val="lgDash"/>
                <a:miter lim="800000"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380676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/>
      <p:bldP spid="17" grpId="0"/>
      <p:bldP spid="18" grpId="0" animBg="1"/>
    </p:bldLst>
  </p:timing>
</p:sld>
</file>

<file path=ppt/slides/slide1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ECFC8A-BC0D-5D72-FE99-20313653BC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FDFDD70C-3AAE-183B-5AED-36C59E3E9B77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IN" dirty="0"/>
                  <a:t>Method:4 </a:t>
                </a:r>
                <a14:m>
                  <m:oMath xmlns:m="http://schemas.openxmlformats.org/officeDocument/2006/math">
                    <m:r>
                      <a:rPr lang="en-I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⇝</m:t>
                    </m:r>
                  </m:oMath>
                </a14:m>
                <a:r>
                  <a:rPr lang="en-IN" dirty="0"/>
                  <a:t> Example:4</a:t>
                </a:r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FDFDD70C-3AAE-183B-5AED-36C59E3E9B7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3"/>
                <a:stretch>
                  <a:fillRect l="-400" t="-8547" b="-1965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Content Placeholder 4">
            <a:extLst>
              <a:ext uri="{FF2B5EF4-FFF2-40B4-BE49-F238E27FC236}">
                <a16:creationId xmlns:a16="http://schemas.microsoft.com/office/drawing/2014/main" id="{CAE77E5B-BF33-5497-20B0-3BFB83C99976}"/>
              </a:ext>
            </a:extLst>
          </p:cNvPr>
          <p:cNvSpPr txBox="1">
            <a:spLocks/>
          </p:cNvSpPr>
          <p:nvPr/>
        </p:nvSpPr>
        <p:spPr>
          <a:xfrm>
            <a:off x="205273" y="800163"/>
            <a:ext cx="1558214" cy="522081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marL="265113" indent="-265113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Wingdings 3" panose="05040102010807070707" pitchFamily="18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9625" indent="-352425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 3" panose="05040102010807070707" pitchFamily="18" charset="2"/>
              <a:buChar char="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endParaRPr lang="en-IN" sz="2800" b="1" dirty="0">
              <a:solidFill>
                <a:schemeClr val="tx2"/>
              </a:solidFill>
            </a:endParaRP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E7272109-8DE2-50AC-004B-6C788F2ADE24}"/>
              </a:ext>
            </a:extLst>
          </p:cNvPr>
          <p:cNvSpPr/>
          <p:nvPr/>
        </p:nvSpPr>
        <p:spPr>
          <a:xfrm>
            <a:off x="122278" y="1531827"/>
            <a:ext cx="1450657" cy="468000"/>
          </a:xfrm>
          <a:prstGeom prst="roundRect">
            <a:avLst/>
          </a:prstGeom>
          <a:gradFill>
            <a:gsLst>
              <a:gs pos="10000">
                <a:srgbClr val="0E47A1"/>
              </a:gs>
              <a:gs pos="100000">
                <a:srgbClr val="03A9F5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en-IN" sz="2800" dirty="0">
                <a:solidFill>
                  <a:schemeClr val="bg1"/>
                </a:solidFill>
              </a:rPr>
              <a:t>Solution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4" name="Content Placeholder 4">
                <a:extLst>
                  <a:ext uri="{FF2B5EF4-FFF2-40B4-BE49-F238E27FC236}">
                    <a16:creationId xmlns:a16="http://schemas.microsoft.com/office/drawing/2014/main" id="{ED23B262-736E-4535-FBA7-00FB33ACCCF0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572936" y="731979"/>
                <a:ext cx="10041132" cy="711201"/>
              </a:xfrm>
              <a:prstGeom prst="rect">
                <a:avLst/>
              </a:prstGeom>
              <a:noFill/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vert="horz" lIns="91440" tIns="45720" rIns="91440" bIns="45720" rtlCol="0" anchor="ctr">
                <a:noAutofit/>
              </a:bodyPr>
              <a:lstStyle>
                <a:lvl1pPr marL="265113" indent="-265113" algn="just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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809625" indent="-352425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 algn="l">
                  <a:lnSpc>
                    <a:spcPct val="150000"/>
                  </a:lnSpc>
                  <a:buNone/>
                </a:pPr>
                <a:r>
                  <a:rPr lang="en-US" sz="2800" dirty="0">
                    <a:solidFill>
                      <a:srgbClr val="002060"/>
                    </a:solidFill>
                  </a:rPr>
                  <a:t>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800" dirty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S</m:t>
                    </m:r>
                    <m:r>
                      <a:rPr lang="en-US" sz="2800" dirty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US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ctrlPr>
                              <a:rPr lang="en-US" sz="280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80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2, 4, 6</m:t>
                            </m:r>
                          </m:e>
                        </m:d>
                        <m:r>
                          <a:rPr lang="en-US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800" b="0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d>
                          <m:dPr>
                            <m:ctrlPr>
                              <a:rPr lang="en-US" sz="280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80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1, 2, 3</m:t>
                            </m:r>
                          </m:e>
                        </m:d>
                      </m:e>
                    </m:d>
                    <m:r>
                      <a:rPr lang="en-US" sz="2800" b="0" i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800" dirty="0">
                    <a:solidFill>
                      <a:srgbClr val="002060"/>
                    </a:solidFill>
                  </a:rPr>
                  <a:t> is linearly dependent or independent. Why? </a:t>
                </a:r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34" name="Content Placeholder 4">
                <a:extLst>
                  <a:ext uri="{FF2B5EF4-FFF2-40B4-BE49-F238E27FC236}">
                    <a16:creationId xmlns:a16="http://schemas.microsoft.com/office/drawing/2014/main" id="{ED23B262-736E-4535-FBA7-00FB33ACCCF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72936" y="731979"/>
                <a:ext cx="10041132" cy="711201"/>
              </a:xfrm>
              <a:prstGeom prst="rect">
                <a:avLst/>
              </a:prstGeom>
              <a:blipFill>
                <a:blip r:embed="rId4"/>
                <a:stretch>
                  <a:fillRect l="-1214" r="-1761" b="-15385"/>
                </a:stretch>
              </a:blipFill>
              <a:ln w="12700" cap="flat" cmpd="sng" algn="ctr">
                <a:noFill/>
                <a:prstDash val="solid"/>
                <a:miter lim="800000"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5" name="Rectangle: Rounded Corners 34">
            <a:extLst>
              <a:ext uri="{FF2B5EF4-FFF2-40B4-BE49-F238E27FC236}">
                <a16:creationId xmlns:a16="http://schemas.microsoft.com/office/drawing/2014/main" id="{7FC45F7B-4A36-49BB-E330-CB7BC1EEC8DC}"/>
              </a:ext>
            </a:extLst>
          </p:cNvPr>
          <p:cNvSpPr/>
          <p:nvPr/>
        </p:nvSpPr>
        <p:spPr>
          <a:xfrm>
            <a:off x="122279" y="854244"/>
            <a:ext cx="1450657" cy="468000"/>
          </a:xfrm>
          <a:prstGeom prst="roundRect">
            <a:avLst/>
          </a:prstGeom>
          <a:gradFill>
            <a:gsLst>
              <a:gs pos="10000">
                <a:srgbClr val="0E47A1"/>
              </a:gs>
              <a:gs pos="100000">
                <a:srgbClr val="03A9F5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r>
              <a:rPr lang="en-IN" sz="2800" dirty="0">
                <a:solidFill>
                  <a:schemeClr val="bg1"/>
                </a:solidFill>
              </a:rPr>
              <a:t>Example</a:t>
            </a:r>
          </a:p>
        </p:txBody>
      </p:sp>
      <p:sp>
        <p:nvSpPr>
          <p:cNvPr id="23" name="Content Placeholder 4">
            <a:extLst>
              <a:ext uri="{FF2B5EF4-FFF2-40B4-BE49-F238E27FC236}">
                <a16:creationId xmlns:a16="http://schemas.microsoft.com/office/drawing/2014/main" id="{63305C07-F1B9-4158-AB35-36DE134F7E08}"/>
              </a:ext>
            </a:extLst>
          </p:cNvPr>
          <p:cNvSpPr txBox="1">
            <a:spLocks/>
          </p:cNvSpPr>
          <p:nvPr/>
        </p:nvSpPr>
        <p:spPr>
          <a:xfrm flipH="1">
            <a:off x="6958939" y="107357"/>
            <a:ext cx="4571801" cy="5400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marL="265113" indent="-265113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Wingdings 3" panose="05040102010807070707" pitchFamily="18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9625" indent="-352425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 3" panose="05040102010807070707" pitchFamily="18" charset="2"/>
              <a:buChar char="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18745" indent="0" algn="l">
              <a:lnSpc>
                <a:spcPct val="115000"/>
              </a:lnSpc>
              <a:spcAft>
                <a:spcPts val="800"/>
              </a:spcAft>
              <a:buNone/>
            </a:pPr>
            <a:endParaRPr lang="en-US" sz="3600" b="1" dirty="0">
              <a:solidFill>
                <a:srgbClr val="3D0FE7"/>
              </a:solidFill>
              <a:latin typeface="Cambria Math" panose="020405030504060302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Content Placeholder 4">
                <a:extLst>
                  <a:ext uri="{FF2B5EF4-FFF2-40B4-BE49-F238E27FC236}">
                    <a16:creationId xmlns:a16="http://schemas.microsoft.com/office/drawing/2014/main" id="{B2ED5508-4152-4C4D-B631-5D19C5F6CD5F}"/>
                  </a:ext>
                </a:extLst>
              </p:cNvPr>
              <p:cNvSpPr txBox="1">
                <a:spLocks/>
              </p:cNvSpPr>
              <p:nvPr/>
            </p:nvSpPr>
            <p:spPr>
              <a:xfrm flipH="1">
                <a:off x="122278" y="3440602"/>
                <a:ext cx="4983122" cy="605827"/>
              </a:xfrm>
              <a:prstGeom prst="rect">
                <a:avLst/>
              </a:prstGeom>
              <a:noFill/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vert="horz" lIns="91440" tIns="45720" rIns="91440" bIns="45720" rtlCol="0" anchor="ctr">
                <a:noAutofit/>
              </a:bodyPr>
              <a:lstStyle>
                <a:lvl1pPr marL="265113" indent="-265113" algn="just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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809625" indent="-352425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lnSpc>
                    <a:spcPct val="150000"/>
                  </a:lnSpc>
                  <a:spcAft>
                    <a:spcPts val="800"/>
                  </a:spcAft>
                  <a:buNone/>
                </a:pPr>
                <a:r>
                  <a:rPr lang="en-US" sz="2800" dirty="0">
                    <a:solidFill>
                      <a:srgbClr val="002060"/>
                    </a:solidFill>
                  </a:rPr>
                  <a:t>Clearly,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2, 4, 6</m:t>
                        </m:r>
                      </m:e>
                    </m:d>
                    <m:r>
                      <a:rPr lang="en-US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=2</m:t>
                    </m:r>
                    <m:r>
                      <a:rPr lang="en-US" sz="2800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⋅</m:t>
                    </m:r>
                    <m:d>
                      <m:dPr>
                        <m:ctrlPr>
                          <a:rPr lang="en-US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1, 2, 3</m:t>
                        </m:r>
                      </m:e>
                    </m:d>
                  </m:oMath>
                </a14:m>
                <a:endParaRPr lang="en-US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12" name="Content Placeholder 4">
                <a:extLst>
                  <a:ext uri="{FF2B5EF4-FFF2-40B4-BE49-F238E27FC236}">
                    <a16:creationId xmlns:a16="http://schemas.microsoft.com/office/drawing/2014/main" id="{B2ED5508-4152-4C4D-B631-5D19C5F6CD5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122278" y="3440602"/>
                <a:ext cx="4983122" cy="605827"/>
              </a:xfrm>
              <a:prstGeom prst="rect">
                <a:avLst/>
              </a:prstGeom>
              <a:blipFill>
                <a:blip r:embed="rId5"/>
                <a:stretch>
                  <a:fillRect l="-2445" b="-27000"/>
                </a:stretch>
              </a:blipFill>
              <a:ln w="12700" cap="flat" cmpd="sng" algn="ctr">
                <a:noFill/>
                <a:prstDash val="solid"/>
                <a:miter lim="800000"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Content Placeholder 4">
                <a:extLst>
                  <a:ext uri="{FF2B5EF4-FFF2-40B4-BE49-F238E27FC236}">
                    <a16:creationId xmlns:a16="http://schemas.microsoft.com/office/drawing/2014/main" id="{9FCA6DEB-1220-4888-9706-602C43CC8645}"/>
                  </a:ext>
                </a:extLst>
              </p:cNvPr>
              <p:cNvSpPr txBox="1">
                <a:spLocks/>
              </p:cNvSpPr>
              <p:nvPr/>
            </p:nvSpPr>
            <p:spPr>
              <a:xfrm flipH="1">
                <a:off x="122278" y="4167365"/>
                <a:ext cx="4809506" cy="540000"/>
              </a:xfrm>
              <a:prstGeom prst="rect">
                <a:avLst/>
              </a:prstGeom>
              <a:noFill/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vert="horz" lIns="91440" tIns="45720" rIns="91440" bIns="45720" rtlCol="0" anchor="ctr">
                <a:noAutofit/>
              </a:bodyPr>
              <a:lstStyle>
                <a:lvl1pPr marL="265113" indent="-265113" algn="just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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809625" indent="-352425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</a:pPr>
                <a:r>
                  <a:rPr lang="en-US" sz="2800" dirty="0">
                    <a:solidFill>
                      <a:srgbClr val="002060"/>
                    </a:solidFill>
                    <a:latin typeface="+mj-lt"/>
                  </a:rPr>
                  <a:t>Hence,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S</m:t>
                    </m:r>
                  </m:oMath>
                </a14:m>
                <a:r>
                  <a:rPr lang="en-US" sz="2800" dirty="0">
                    <a:solidFill>
                      <a:srgbClr val="002060"/>
                    </a:solidFill>
                    <a:latin typeface="+mj-lt"/>
                  </a:rPr>
                  <a:t> is linearly dependent.</a:t>
                </a:r>
                <a:endParaRPr lang="en-IN" sz="2800" dirty="0">
                  <a:solidFill>
                    <a:srgbClr val="002060"/>
                  </a:solidFill>
                  <a:latin typeface="+mj-lt"/>
                </a:endParaRPr>
              </a:p>
            </p:txBody>
          </p:sp>
        </mc:Choice>
        <mc:Fallback xmlns="">
          <p:sp>
            <p:nvSpPr>
              <p:cNvPr id="14" name="Content Placeholder 4">
                <a:extLst>
                  <a:ext uri="{FF2B5EF4-FFF2-40B4-BE49-F238E27FC236}">
                    <a16:creationId xmlns:a16="http://schemas.microsoft.com/office/drawing/2014/main" id="{9FCA6DEB-1220-4888-9706-602C43CC864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122278" y="4167365"/>
                <a:ext cx="4809506" cy="540000"/>
              </a:xfrm>
              <a:prstGeom prst="rect">
                <a:avLst/>
              </a:prstGeom>
              <a:blipFill>
                <a:blip r:embed="rId6"/>
                <a:stretch>
                  <a:fillRect l="-2535" t="-14773" b="-26136"/>
                </a:stretch>
              </a:blipFill>
              <a:ln w="12700" cap="flat" cmpd="sng" algn="ctr">
                <a:noFill/>
                <a:prstDash val="solid"/>
                <a:miter lim="800000"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Content Placeholder 4">
            <a:extLst>
              <a:ext uri="{FF2B5EF4-FFF2-40B4-BE49-F238E27FC236}">
                <a16:creationId xmlns:a16="http://schemas.microsoft.com/office/drawing/2014/main" id="{FB3579D2-D86F-4B93-931B-6FEA16028A3F}"/>
              </a:ext>
            </a:extLst>
          </p:cNvPr>
          <p:cNvSpPr txBox="1">
            <a:spLocks/>
          </p:cNvSpPr>
          <p:nvPr/>
        </p:nvSpPr>
        <p:spPr>
          <a:xfrm flipH="1">
            <a:off x="122278" y="2102049"/>
            <a:ext cx="11614068" cy="1217617"/>
          </a:xfrm>
          <a:prstGeom prst="rect">
            <a:avLst/>
          </a:prstGeom>
          <a:noFill/>
          <a:ln w="12700" cap="flat" cmpd="sng" algn="ctr">
            <a:solidFill>
              <a:srgbClr val="FF0000"/>
            </a:solidFill>
            <a:prstDash val="lgDash"/>
            <a:miter lim="800000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marL="265113" indent="-265113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Wingdings 3" panose="05040102010807070707" pitchFamily="18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9625" indent="-352425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 3" panose="05040102010807070707" pitchFamily="18" charset="2"/>
              <a:buChar char="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l">
              <a:lnSpc>
                <a:spcPct val="150000"/>
              </a:lnSpc>
              <a:buNone/>
            </a:pPr>
            <a:r>
              <a:rPr lang="en-US" sz="2800" dirty="0">
                <a:solidFill>
                  <a:srgbClr val="002060"/>
                </a:solidFill>
                <a:latin typeface="+mj-lt"/>
              </a:rPr>
              <a:t>A set of nonzero vectors is </a:t>
            </a:r>
            <a:r>
              <a:rPr lang="en-US" sz="2800" b="1" dirty="0">
                <a:solidFill>
                  <a:srgbClr val="FF0000"/>
                </a:solidFill>
                <a:latin typeface="+mj-lt"/>
              </a:rPr>
              <a:t>linearly dependent</a:t>
            </a:r>
            <a:r>
              <a:rPr lang="en-US" sz="2800" dirty="0">
                <a:solidFill>
                  <a:srgbClr val="002060"/>
                </a:solidFill>
                <a:latin typeface="+mj-lt"/>
              </a:rPr>
              <a:t> if and only if </a:t>
            </a:r>
            <a:r>
              <a:rPr lang="en-US" sz="2800" b="1" dirty="0">
                <a:solidFill>
                  <a:srgbClr val="FF0000"/>
                </a:solidFill>
                <a:latin typeface="+mj-lt"/>
              </a:rPr>
              <a:t>at least one</a:t>
            </a:r>
            <a:r>
              <a:rPr lang="en-US" sz="2800" dirty="0">
                <a:solidFill>
                  <a:srgbClr val="002060"/>
                </a:solidFill>
                <a:latin typeface="+mj-lt"/>
              </a:rPr>
              <a:t> of the vectors can be expressed as a </a:t>
            </a:r>
            <a:r>
              <a:rPr lang="en-US" sz="2800" b="1" dirty="0">
                <a:solidFill>
                  <a:srgbClr val="FF0000"/>
                </a:solidFill>
                <a:latin typeface="+mj-lt"/>
              </a:rPr>
              <a:t>linear combination of other vector/s</a:t>
            </a:r>
            <a:r>
              <a:rPr lang="en-US" sz="2800" dirty="0">
                <a:solidFill>
                  <a:srgbClr val="002060"/>
                </a:solidFill>
                <a:latin typeface="+mj-lt"/>
              </a:rPr>
              <a:t> in the set.</a:t>
            </a:r>
            <a:endParaRPr lang="en-IN" sz="2800" dirty="0">
              <a:solidFill>
                <a:srgbClr val="002060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9207938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4" grpId="0"/>
      <p:bldP spid="15" grpId="0" animBg="1"/>
    </p:bldLst>
  </p:timing>
</p:sld>
</file>

<file path=ppt/slides/slide1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ECFC8A-BC0D-5D72-FE99-20313653BC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FDFDD70C-3AAE-183B-5AED-36C59E3E9B77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IN" dirty="0"/>
                  <a:t>Method:4 </a:t>
                </a:r>
                <a14:m>
                  <m:oMath xmlns:m="http://schemas.openxmlformats.org/officeDocument/2006/math">
                    <m:r>
                      <a:rPr lang="en-I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⇝</m:t>
                    </m:r>
                  </m:oMath>
                </a14:m>
                <a:r>
                  <a:rPr lang="en-IN" dirty="0"/>
                  <a:t> Example:6</a:t>
                </a:r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FDFDD70C-3AAE-183B-5AED-36C59E3E9B7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3"/>
                <a:stretch>
                  <a:fillRect l="-400" t="-8547" b="-1965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Content Placeholder 4">
            <a:extLst>
              <a:ext uri="{FF2B5EF4-FFF2-40B4-BE49-F238E27FC236}">
                <a16:creationId xmlns:a16="http://schemas.microsoft.com/office/drawing/2014/main" id="{CAE77E5B-BF33-5497-20B0-3BFB83C99976}"/>
              </a:ext>
            </a:extLst>
          </p:cNvPr>
          <p:cNvSpPr txBox="1">
            <a:spLocks/>
          </p:cNvSpPr>
          <p:nvPr/>
        </p:nvSpPr>
        <p:spPr>
          <a:xfrm>
            <a:off x="205273" y="800163"/>
            <a:ext cx="1558214" cy="522081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marL="265113" indent="-265113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Wingdings 3" panose="05040102010807070707" pitchFamily="18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9625" indent="-352425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 3" panose="05040102010807070707" pitchFamily="18" charset="2"/>
              <a:buChar char="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endParaRPr lang="en-IN" sz="2800" b="1" dirty="0">
              <a:solidFill>
                <a:schemeClr val="tx2"/>
              </a:solidFill>
            </a:endParaRP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E7272109-8DE2-50AC-004B-6C788F2ADE24}"/>
              </a:ext>
            </a:extLst>
          </p:cNvPr>
          <p:cNvSpPr/>
          <p:nvPr/>
        </p:nvSpPr>
        <p:spPr>
          <a:xfrm>
            <a:off x="122278" y="1531827"/>
            <a:ext cx="1450657" cy="468000"/>
          </a:xfrm>
          <a:prstGeom prst="roundRect">
            <a:avLst/>
          </a:prstGeom>
          <a:gradFill>
            <a:gsLst>
              <a:gs pos="10000">
                <a:srgbClr val="0E47A1"/>
              </a:gs>
              <a:gs pos="100000">
                <a:srgbClr val="03A9F5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en-IN" sz="2800" dirty="0">
                <a:solidFill>
                  <a:schemeClr val="bg1"/>
                </a:solidFill>
              </a:rPr>
              <a:t>Solution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4" name="Content Placeholder 4">
                <a:extLst>
                  <a:ext uri="{FF2B5EF4-FFF2-40B4-BE49-F238E27FC236}">
                    <a16:creationId xmlns:a16="http://schemas.microsoft.com/office/drawing/2014/main" id="{ED23B262-736E-4535-FBA7-00FB33ACCCF0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572936" y="731979"/>
                <a:ext cx="10041132" cy="711201"/>
              </a:xfrm>
              <a:prstGeom prst="rect">
                <a:avLst/>
              </a:prstGeom>
              <a:noFill/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vert="horz" lIns="91440" tIns="45720" rIns="91440" bIns="45720" rtlCol="0" anchor="ctr">
                <a:noAutofit/>
              </a:bodyPr>
              <a:lstStyle>
                <a:lvl1pPr marL="265113" indent="-265113" algn="just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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809625" indent="-352425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 algn="l">
                  <a:lnSpc>
                    <a:spcPct val="150000"/>
                  </a:lnSpc>
                  <a:buNone/>
                </a:pPr>
                <a:r>
                  <a:rPr lang="en-US" sz="2800" dirty="0">
                    <a:solidFill>
                      <a:srgbClr val="002060"/>
                    </a:solidFill>
                  </a:rPr>
                  <a:t>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800" dirty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S</m:t>
                    </m:r>
                    <m:r>
                      <a:rPr lang="en-US" sz="2800" dirty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US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ctrlPr>
                              <a:rPr lang="en-US" sz="280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80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1, 1</m:t>
                            </m:r>
                          </m:e>
                        </m:d>
                        <m:r>
                          <a:rPr lang="en-US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, </m:t>
                        </m:r>
                        <m:d>
                          <m:dPr>
                            <m:ctrlPr>
                              <a:rPr lang="en-US" sz="280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80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3, 5</m:t>
                            </m:r>
                          </m:e>
                        </m:d>
                        <m:r>
                          <a:rPr lang="en-US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, </m:t>
                        </m:r>
                        <m:d>
                          <m:dPr>
                            <m:ctrlPr>
                              <a:rPr lang="en-US" sz="280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80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−1, 6</m:t>
                            </m:r>
                          </m:e>
                        </m:d>
                        <m:r>
                          <a:rPr lang="en-US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, </m:t>
                        </m:r>
                        <m:d>
                          <m:dPr>
                            <m:ctrlPr>
                              <a:rPr lang="en-US" sz="280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80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7, 2</m:t>
                            </m:r>
                          </m:e>
                        </m:d>
                      </m:e>
                    </m:d>
                  </m:oMath>
                </a14:m>
                <a:r>
                  <a:rPr lang="en-US" sz="2800" dirty="0">
                    <a:solidFill>
                      <a:srgbClr val="002060"/>
                    </a:solidFill>
                  </a:rPr>
                  <a:t> is linearly dependent? </a:t>
                </a:r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34" name="Content Placeholder 4">
                <a:extLst>
                  <a:ext uri="{FF2B5EF4-FFF2-40B4-BE49-F238E27FC236}">
                    <a16:creationId xmlns:a16="http://schemas.microsoft.com/office/drawing/2014/main" id="{ED23B262-736E-4535-FBA7-00FB33ACCCF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72936" y="731979"/>
                <a:ext cx="10041132" cy="711201"/>
              </a:xfrm>
              <a:prstGeom prst="rect">
                <a:avLst/>
              </a:prstGeom>
              <a:blipFill>
                <a:blip r:embed="rId4"/>
                <a:stretch>
                  <a:fillRect l="-1214" b="-15385"/>
                </a:stretch>
              </a:blipFill>
              <a:ln w="12700" cap="flat" cmpd="sng" algn="ctr">
                <a:noFill/>
                <a:prstDash val="solid"/>
                <a:miter lim="800000"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5" name="Rectangle: Rounded Corners 34">
            <a:extLst>
              <a:ext uri="{FF2B5EF4-FFF2-40B4-BE49-F238E27FC236}">
                <a16:creationId xmlns:a16="http://schemas.microsoft.com/office/drawing/2014/main" id="{7FC45F7B-4A36-49BB-E330-CB7BC1EEC8DC}"/>
              </a:ext>
            </a:extLst>
          </p:cNvPr>
          <p:cNvSpPr/>
          <p:nvPr/>
        </p:nvSpPr>
        <p:spPr>
          <a:xfrm>
            <a:off x="122279" y="854244"/>
            <a:ext cx="1450657" cy="468000"/>
          </a:xfrm>
          <a:prstGeom prst="roundRect">
            <a:avLst/>
          </a:prstGeom>
          <a:gradFill>
            <a:gsLst>
              <a:gs pos="10000">
                <a:srgbClr val="0E47A1"/>
              </a:gs>
              <a:gs pos="100000">
                <a:srgbClr val="03A9F5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r>
              <a:rPr lang="en-IN" sz="2800" dirty="0">
                <a:solidFill>
                  <a:schemeClr val="bg1"/>
                </a:solidFill>
              </a:rPr>
              <a:t>Example</a:t>
            </a:r>
          </a:p>
        </p:txBody>
      </p:sp>
      <p:sp>
        <p:nvSpPr>
          <p:cNvPr id="23" name="Content Placeholder 4">
            <a:extLst>
              <a:ext uri="{FF2B5EF4-FFF2-40B4-BE49-F238E27FC236}">
                <a16:creationId xmlns:a16="http://schemas.microsoft.com/office/drawing/2014/main" id="{63305C07-F1B9-4158-AB35-36DE134F7E08}"/>
              </a:ext>
            </a:extLst>
          </p:cNvPr>
          <p:cNvSpPr txBox="1">
            <a:spLocks/>
          </p:cNvSpPr>
          <p:nvPr/>
        </p:nvSpPr>
        <p:spPr>
          <a:xfrm flipH="1">
            <a:off x="6958939" y="107357"/>
            <a:ext cx="4571801" cy="5400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marL="265113" indent="-265113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Wingdings 3" panose="05040102010807070707" pitchFamily="18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9625" indent="-352425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 3" panose="05040102010807070707" pitchFamily="18" charset="2"/>
              <a:buChar char="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18745" indent="0" algn="l">
              <a:lnSpc>
                <a:spcPct val="115000"/>
              </a:lnSpc>
              <a:spcAft>
                <a:spcPts val="800"/>
              </a:spcAft>
              <a:buNone/>
            </a:pPr>
            <a:endParaRPr lang="en-US" sz="3600" b="1" dirty="0">
              <a:solidFill>
                <a:srgbClr val="3D0FE7"/>
              </a:solidFill>
              <a:latin typeface="Cambria Math" panose="020405030504060302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1" name="Content Placeholder 4">
                <a:extLst>
                  <a:ext uri="{FF2B5EF4-FFF2-40B4-BE49-F238E27FC236}">
                    <a16:creationId xmlns:a16="http://schemas.microsoft.com/office/drawing/2014/main" id="{B2ED5508-4152-4C4D-B631-5D19C5F6CD5F}"/>
                  </a:ext>
                </a:extLst>
              </p:cNvPr>
              <p:cNvSpPr txBox="1">
                <a:spLocks/>
              </p:cNvSpPr>
              <p:nvPr/>
            </p:nvSpPr>
            <p:spPr>
              <a:xfrm flipH="1">
                <a:off x="122277" y="4368467"/>
                <a:ext cx="3154322" cy="605827"/>
              </a:xfrm>
              <a:prstGeom prst="rect">
                <a:avLst/>
              </a:prstGeom>
              <a:noFill/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vert="horz" lIns="91440" tIns="45720" rIns="91440" bIns="45720" rtlCol="0" anchor="ctr">
                <a:noAutofit/>
              </a:bodyPr>
              <a:lstStyle>
                <a:lvl1pPr marL="265113" indent="-265113" algn="just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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809625" indent="-352425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lnSpc>
                    <a:spcPct val="150000"/>
                  </a:lnSpc>
                  <a:spcAft>
                    <a:spcPts val="800"/>
                  </a:spcAft>
                  <a:buNone/>
                </a:pPr>
                <a:r>
                  <a:rPr lang="en-US" sz="2800" i="0" dirty="0">
                    <a:solidFill>
                      <a:srgbClr val="002060"/>
                    </a:solidFill>
                    <a:latin typeface="+mj-lt"/>
                  </a:rPr>
                  <a:t>Since,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n</m:t>
                    </m:r>
                    <m:r>
                      <a:rPr lang="en-US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|"/>
                        <m:endChr m:val="|"/>
                        <m:ctrlPr>
                          <a:rPr lang="en-US" sz="28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b="0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en-US" sz="2800" b="0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S</m:t>
                        </m:r>
                        <m:r>
                          <a:rPr lang="en-US" sz="2800" b="0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</m:e>
                    </m:d>
                    <m:r>
                      <a:rPr lang="en-US" sz="2800" b="0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=4</m:t>
                    </m:r>
                  </m:oMath>
                </a14:m>
                <a:r>
                  <a:rPr lang="en-US" sz="2800" i="0" dirty="0">
                    <a:solidFill>
                      <a:srgbClr val="002060"/>
                    </a:solidFill>
                    <a:latin typeface="+mj-lt"/>
                  </a:rPr>
                  <a:t>.  </a:t>
                </a:r>
                <a:endParaRPr lang="en-US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31" name="Content Placeholder 4">
                <a:extLst>
                  <a:ext uri="{FF2B5EF4-FFF2-40B4-BE49-F238E27FC236}">
                    <a16:creationId xmlns:a16="http://schemas.microsoft.com/office/drawing/2014/main" id="{B2ED5508-4152-4C4D-B631-5D19C5F6CD5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122277" y="4368467"/>
                <a:ext cx="3154322" cy="605827"/>
              </a:xfrm>
              <a:prstGeom prst="rect">
                <a:avLst/>
              </a:prstGeom>
              <a:blipFill>
                <a:blip r:embed="rId5"/>
                <a:stretch>
                  <a:fillRect l="-3868" r="-1547" b="-27273"/>
                </a:stretch>
              </a:blipFill>
              <a:ln w="12700" cap="flat" cmpd="sng" algn="ctr">
                <a:noFill/>
                <a:prstDash val="solid"/>
                <a:miter lim="800000"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Content Placeholder 4">
                <a:extLst>
                  <a:ext uri="{FF2B5EF4-FFF2-40B4-BE49-F238E27FC236}">
                    <a16:creationId xmlns:a16="http://schemas.microsoft.com/office/drawing/2014/main" id="{9FCA6DEB-1220-4888-9706-602C43CC8645}"/>
                  </a:ext>
                </a:extLst>
              </p:cNvPr>
              <p:cNvSpPr txBox="1">
                <a:spLocks/>
              </p:cNvSpPr>
              <p:nvPr/>
            </p:nvSpPr>
            <p:spPr>
              <a:xfrm flipH="1">
                <a:off x="122278" y="5090516"/>
                <a:ext cx="3459122" cy="540000"/>
              </a:xfrm>
              <a:prstGeom prst="rect">
                <a:avLst/>
              </a:prstGeom>
              <a:noFill/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vert="horz" lIns="91440" tIns="45720" rIns="91440" bIns="45720" rtlCol="0" anchor="ctr">
                <a:noAutofit/>
              </a:bodyPr>
              <a:lstStyle>
                <a:lvl1pPr marL="265113" indent="-265113" algn="just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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809625" indent="-352425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</a:pPr>
                <a:r>
                  <a:rPr lang="en-US" sz="2800" dirty="0">
                    <a:solidFill>
                      <a:srgbClr val="002060"/>
                    </a:solidFill>
                    <a:latin typeface="+mj-lt"/>
                  </a:rPr>
                  <a:t>So,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m</m:t>
                    </m:r>
                    <m:r>
                      <a:rPr lang="en-US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m:rPr>
                        <m:sty m:val="p"/>
                      </m:rPr>
                      <a:rPr lang="en-US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n</m:t>
                    </m:r>
                  </m:oMath>
                </a14:m>
                <a:r>
                  <a:rPr lang="en-IN" sz="2800" dirty="0">
                    <a:solidFill>
                      <a:srgbClr val="002060"/>
                    </a:solidFill>
                    <a:latin typeface="+mj-lt"/>
                  </a:rPr>
                  <a:t>.</a:t>
                </a:r>
              </a:p>
            </p:txBody>
          </p:sp>
        </mc:Choice>
        <mc:Fallback xmlns="">
          <p:sp>
            <p:nvSpPr>
              <p:cNvPr id="17" name="Content Placeholder 4">
                <a:extLst>
                  <a:ext uri="{FF2B5EF4-FFF2-40B4-BE49-F238E27FC236}">
                    <a16:creationId xmlns:a16="http://schemas.microsoft.com/office/drawing/2014/main" id="{9FCA6DEB-1220-4888-9706-602C43CC864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122278" y="5090516"/>
                <a:ext cx="3459122" cy="540000"/>
              </a:xfrm>
              <a:prstGeom prst="rect">
                <a:avLst/>
              </a:prstGeom>
              <a:blipFill>
                <a:blip r:embed="rId6"/>
                <a:stretch>
                  <a:fillRect l="-3521" t="-13483" b="-24719"/>
                </a:stretch>
              </a:blipFill>
              <a:ln w="12700" cap="flat" cmpd="sng" algn="ctr">
                <a:noFill/>
                <a:prstDash val="solid"/>
                <a:miter lim="800000"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Content Placeholder 4">
                <a:extLst>
                  <a:ext uri="{FF2B5EF4-FFF2-40B4-BE49-F238E27FC236}">
                    <a16:creationId xmlns:a16="http://schemas.microsoft.com/office/drawing/2014/main" id="{B2ED5508-4152-4C4D-B631-5D19C5F6CD5F}"/>
                  </a:ext>
                </a:extLst>
              </p:cNvPr>
              <p:cNvSpPr txBox="1">
                <a:spLocks/>
              </p:cNvSpPr>
              <p:nvPr/>
            </p:nvSpPr>
            <p:spPr>
              <a:xfrm flipH="1">
                <a:off x="122277" y="3704884"/>
                <a:ext cx="5930180" cy="605827"/>
              </a:xfrm>
              <a:prstGeom prst="rect">
                <a:avLst/>
              </a:prstGeom>
              <a:noFill/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vert="horz" lIns="91440" tIns="45720" rIns="91440" bIns="45720" rtlCol="0" anchor="ctr">
                <a:noAutofit/>
              </a:bodyPr>
              <a:lstStyle>
                <a:lvl1pPr marL="265113" indent="-265113" algn="just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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809625" indent="-352425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lnSpc>
                    <a:spcPct val="150000"/>
                  </a:lnSpc>
                  <a:spcAft>
                    <a:spcPts val="800"/>
                  </a:spcAft>
                  <a:buNone/>
                </a:pPr>
                <a:r>
                  <a:rPr lang="en-US" sz="2800" i="0" dirty="0">
                    <a:solidFill>
                      <a:srgbClr val="002060"/>
                    </a:solidFill>
                    <a:latin typeface="+mj-lt"/>
                  </a:rPr>
                  <a:t>Here,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28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b="0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1, 1</m:t>
                        </m:r>
                      </m:e>
                    </m:d>
                    <m:r>
                      <a:rPr lang="en-US" sz="2800" b="0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,</m:t>
                    </m:r>
                    <m:d>
                      <m:dPr>
                        <m:ctrlPr>
                          <a:rPr lang="en-US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3, 5</m:t>
                        </m:r>
                      </m:e>
                    </m:d>
                    <m:r>
                      <a:rPr lang="en-US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, </m:t>
                    </m:r>
                    <m:d>
                      <m:dPr>
                        <m:ctrlPr>
                          <a:rPr lang="en-US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−1, 6</m:t>
                        </m:r>
                      </m:e>
                    </m:d>
                    <m:r>
                      <a:rPr lang="en-US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, </m:t>
                    </m:r>
                    <m:d>
                      <m:dPr>
                        <m:ctrlPr>
                          <a:rPr lang="en-US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7, 2</m:t>
                        </m:r>
                      </m:e>
                    </m:d>
                    <m:r>
                      <a:rPr lang="en-US" sz="2800" b="0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n-US" sz="28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8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n-US" sz="28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en-US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11" name="Content Placeholder 4">
                <a:extLst>
                  <a:ext uri="{FF2B5EF4-FFF2-40B4-BE49-F238E27FC236}">
                    <a16:creationId xmlns:a16="http://schemas.microsoft.com/office/drawing/2014/main" id="{B2ED5508-4152-4C4D-B631-5D19C5F6CD5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122277" y="3704884"/>
                <a:ext cx="5930180" cy="605827"/>
              </a:xfrm>
              <a:prstGeom prst="rect">
                <a:avLst/>
              </a:prstGeom>
              <a:blipFill>
                <a:blip r:embed="rId7"/>
                <a:stretch>
                  <a:fillRect l="-2055" b="-27273"/>
                </a:stretch>
              </a:blipFill>
              <a:ln w="12700" cap="flat" cmpd="sng" algn="ctr">
                <a:noFill/>
                <a:prstDash val="solid"/>
                <a:miter lim="800000"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Content Placeholder 4">
                <a:extLst>
                  <a:ext uri="{FF2B5EF4-FFF2-40B4-BE49-F238E27FC236}">
                    <a16:creationId xmlns:a16="http://schemas.microsoft.com/office/drawing/2014/main" id="{9FCA6DEB-1220-4888-9706-602C43CC8645}"/>
                  </a:ext>
                </a:extLst>
              </p:cNvPr>
              <p:cNvSpPr txBox="1">
                <a:spLocks/>
              </p:cNvSpPr>
              <p:nvPr/>
            </p:nvSpPr>
            <p:spPr>
              <a:xfrm flipH="1">
                <a:off x="122278" y="5746738"/>
                <a:ext cx="4809506" cy="540000"/>
              </a:xfrm>
              <a:prstGeom prst="rect">
                <a:avLst/>
              </a:prstGeom>
              <a:noFill/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vert="horz" lIns="91440" tIns="45720" rIns="91440" bIns="45720" rtlCol="0" anchor="ctr">
                <a:noAutofit/>
              </a:bodyPr>
              <a:lstStyle>
                <a:lvl1pPr marL="265113" indent="-265113" algn="just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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809625" indent="-352425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</a:pPr>
                <a:r>
                  <a:rPr lang="en-US" sz="2800" dirty="0">
                    <a:solidFill>
                      <a:srgbClr val="002060"/>
                    </a:solidFill>
                    <a:latin typeface="+mj-lt"/>
                  </a:rPr>
                  <a:t>Hence,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800" dirty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S</m:t>
                    </m:r>
                  </m:oMath>
                </a14:m>
                <a:r>
                  <a:rPr lang="en-US" sz="2800" dirty="0">
                    <a:solidFill>
                      <a:srgbClr val="002060"/>
                    </a:solidFill>
                  </a:rPr>
                  <a:t> is linearly dependent</a:t>
                </a:r>
                <a:endParaRPr lang="en-IN" sz="2800" dirty="0">
                  <a:solidFill>
                    <a:srgbClr val="002060"/>
                  </a:solidFill>
                  <a:latin typeface="+mj-lt"/>
                </a:endParaRPr>
              </a:p>
            </p:txBody>
          </p:sp>
        </mc:Choice>
        <mc:Fallback xmlns="">
          <p:sp>
            <p:nvSpPr>
              <p:cNvPr id="14" name="Content Placeholder 4">
                <a:extLst>
                  <a:ext uri="{FF2B5EF4-FFF2-40B4-BE49-F238E27FC236}">
                    <a16:creationId xmlns:a16="http://schemas.microsoft.com/office/drawing/2014/main" id="{9FCA6DEB-1220-4888-9706-602C43CC864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122278" y="5746738"/>
                <a:ext cx="4809506" cy="540000"/>
              </a:xfrm>
              <a:prstGeom prst="rect">
                <a:avLst/>
              </a:prstGeom>
              <a:blipFill>
                <a:blip r:embed="rId8"/>
                <a:stretch>
                  <a:fillRect l="-2535" t="-14773" b="-26136"/>
                </a:stretch>
              </a:blipFill>
              <a:ln w="12700" cap="flat" cmpd="sng" algn="ctr">
                <a:noFill/>
                <a:prstDash val="solid"/>
                <a:miter lim="800000"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Content Placeholder 4">
                <a:extLst>
                  <a:ext uri="{FF2B5EF4-FFF2-40B4-BE49-F238E27FC236}">
                    <a16:creationId xmlns:a16="http://schemas.microsoft.com/office/drawing/2014/main" id="{FB3579D2-D86F-4B93-931B-6FEA16028A3F}"/>
                  </a:ext>
                </a:extLst>
              </p:cNvPr>
              <p:cNvSpPr txBox="1">
                <a:spLocks/>
              </p:cNvSpPr>
              <p:nvPr/>
            </p:nvSpPr>
            <p:spPr>
              <a:xfrm flipH="1">
                <a:off x="122278" y="2102049"/>
                <a:ext cx="11614068" cy="1500613"/>
              </a:xfrm>
              <a:prstGeom prst="rect">
                <a:avLst/>
              </a:prstGeom>
              <a:noFill/>
              <a:ln w="12700" cap="flat" cmpd="sng" algn="ctr">
                <a:solidFill>
                  <a:srgbClr val="FF0000"/>
                </a:solidFill>
                <a:prstDash val="lgDash"/>
                <a:miter lim="800000"/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vert="horz" lIns="91440" tIns="45720" rIns="91440" bIns="45720" rtlCol="0" anchor="ctr">
                <a:noAutofit/>
              </a:bodyPr>
              <a:lstStyle>
                <a:lvl1pPr marL="265113" indent="-265113" algn="just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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809625" indent="-352425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lvl="0" indent="0" algn="l">
                  <a:lnSpc>
                    <a:spcPct val="150000"/>
                  </a:lnSpc>
                  <a:buNone/>
                </a:pPr>
                <a:r>
                  <a:rPr lang="en-US" sz="2800" dirty="0">
                    <a:solidFill>
                      <a:srgbClr val="002060"/>
                    </a:solidFill>
                  </a:rPr>
                  <a:t>Let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800" i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S</m:t>
                    </m:r>
                    <m:r>
                      <a:rPr lang="en-US" sz="2800" i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 </m:t>
                    </m:r>
                    <m:d>
                      <m:dPr>
                        <m:begChr m:val="{"/>
                        <m:endChr m:val="}"/>
                        <m:ctrlPr>
                          <a:rPr lang="en-US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80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sz="2800" b="0" i="0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u</m:t>
                            </m:r>
                          </m:e>
                          <m:sub>
                            <m:r>
                              <a:rPr lang="en-US" sz="2800" i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sz="2800" i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, </m:t>
                        </m:r>
                        <m:sSub>
                          <m:sSubPr>
                            <m:ctrlPr>
                              <a:rPr lang="en-US" sz="280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sz="2800" b="0" i="0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u</m:t>
                            </m:r>
                          </m:e>
                          <m:sub>
                            <m:r>
                              <a:rPr lang="en-US" sz="2800" i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sz="2800" i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, </m:t>
                        </m:r>
                        <m:sSub>
                          <m:sSubPr>
                            <m:ctrlPr>
                              <a:rPr lang="en-US" sz="280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sz="2800" b="0" i="0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u</m:t>
                            </m:r>
                          </m:e>
                          <m:sub>
                            <m:r>
                              <a:rPr lang="en-US" sz="2800" i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  <m:r>
                          <a:rPr lang="en-US" sz="2800" i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, …,</m:t>
                        </m:r>
                        <m:sSub>
                          <m:sSubPr>
                            <m:ctrlPr>
                              <a:rPr lang="en-US" sz="280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sz="2800" b="0" i="0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u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sz="2800" i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n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sz="2800" dirty="0">
                    <a:solidFill>
                      <a:srgbClr val="002060"/>
                    </a:solidFill>
                  </a:rPr>
                  <a:t> be a set of vectors in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800" i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US" sz="2800" i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m</m:t>
                        </m:r>
                      </m:sup>
                    </m:sSup>
                  </m:oMath>
                </a14:m>
                <a:r>
                  <a:rPr lang="en-US" sz="2800" dirty="0">
                    <a:solidFill>
                      <a:srgbClr val="002060"/>
                    </a:solidFill>
                  </a:rPr>
                  <a:t> with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800" i="0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n</m:t>
                    </m:r>
                  </m:oMath>
                </a14:m>
                <a:r>
                  <a:rPr lang="en-US" sz="2800" dirty="0">
                    <a:solidFill>
                      <a:srgbClr val="002060"/>
                    </a:solidFill>
                  </a:rPr>
                  <a:t> elements. </a:t>
                </a:r>
              </a:p>
              <a:p>
                <a:pPr marL="0" lvl="0" indent="0" algn="l">
                  <a:lnSpc>
                    <a:spcPct val="150000"/>
                  </a:lnSpc>
                  <a:buNone/>
                </a:pPr>
                <a:r>
                  <a:rPr lang="en-US" sz="2800" dirty="0">
                    <a:solidFill>
                      <a:srgbClr val="002060"/>
                    </a:solidFill>
                  </a:rPr>
                  <a:t>If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800" i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m</m:t>
                    </m:r>
                    <m:r>
                      <a:rPr lang="en-US" sz="2800" i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m:rPr>
                        <m:sty m:val="p"/>
                      </m:rPr>
                      <a:rPr lang="en-US" sz="2800" i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n</m:t>
                    </m:r>
                    <m:r>
                      <a:rPr lang="en-US" sz="2800" i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lang="en-US" sz="2800" dirty="0">
                    <a:solidFill>
                      <a:srgbClr val="002060"/>
                    </a:solidFill>
                  </a:rPr>
                  <a:t> then the set S is </a:t>
                </a:r>
                <a:r>
                  <a:rPr lang="en-US" sz="2800" b="1" dirty="0">
                    <a:solidFill>
                      <a:srgbClr val="FF0000"/>
                    </a:solidFill>
                  </a:rPr>
                  <a:t>linearly dependent</a:t>
                </a:r>
                <a:r>
                  <a:rPr lang="en-US" sz="2800" dirty="0">
                    <a:solidFill>
                      <a:srgbClr val="002060"/>
                    </a:solidFill>
                  </a:rPr>
                  <a:t>.</a:t>
                </a:r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18" name="Content Placeholder 4">
                <a:extLst>
                  <a:ext uri="{FF2B5EF4-FFF2-40B4-BE49-F238E27FC236}">
                    <a16:creationId xmlns:a16="http://schemas.microsoft.com/office/drawing/2014/main" id="{FB3579D2-D86F-4B93-931B-6FEA16028A3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122278" y="2102049"/>
                <a:ext cx="11614068" cy="1500613"/>
              </a:xfrm>
              <a:prstGeom prst="rect">
                <a:avLst/>
              </a:prstGeom>
              <a:blipFill>
                <a:blip r:embed="rId9"/>
                <a:stretch>
                  <a:fillRect l="-996" b="-8871"/>
                </a:stretch>
              </a:blipFill>
              <a:ln w="12700" cap="flat" cmpd="sng" algn="ctr">
                <a:solidFill>
                  <a:srgbClr val="FF0000"/>
                </a:solidFill>
                <a:prstDash val="lgDash"/>
                <a:miter lim="800000"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Content Placeholder 4">
                <a:extLst>
                  <a:ext uri="{FF2B5EF4-FFF2-40B4-BE49-F238E27FC236}">
                    <a16:creationId xmlns:a16="http://schemas.microsoft.com/office/drawing/2014/main" id="{B2ED5508-4152-4C4D-B631-5D19C5F6CD5F}"/>
                  </a:ext>
                </a:extLst>
              </p:cNvPr>
              <p:cNvSpPr txBox="1">
                <a:spLocks/>
              </p:cNvSpPr>
              <p:nvPr/>
            </p:nvSpPr>
            <p:spPr>
              <a:xfrm flipH="1">
                <a:off x="5772898" y="3704883"/>
                <a:ext cx="1641208" cy="605827"/>
              </a:xfrm>
              <a:prstGeom prst="rect">
                <a:avLst/>
              </a:prstGeom>
              <a:noFill/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vert="horz" lIns="91440" tIns="45720" rIns="91440" bIns="45720" rtlCol="0" anchor="ctr">
                <a:noAutofit/>
              </a:bodyPr>
              <a:lstStyle>
                <a:lvl1pPr marL="265113" indent="-265113" algn="just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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809625" indent="-352425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lnSpc>
                    <a:spcPct val="150000"/>
                  </a:lnSpc>
                  <a:spcAft>
                    <a:spcPts val="800"/>
                  </a:spcAft>
                  <a:buNone/>
                </a:pPr>
                <a14:m>
                  <m:oMath xmlns:m="http://schemas.openxmlformats.org/officeDocument/2006/math">
                    <m:r>
                      <a:rPr lang="en-US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⇒</m:t>
                    </m:r>
                    <m:r>
                      <m:rPr>
                        <m:sty m:val="p"/>
                      </m:rPr>
                      <a:rPr lang="en-US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m</m:t>
                    </m:r>
                    <m:r>
                      <a:rPr lang="en-US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=2</m:t>
                    </m:r>
                  </m:oMath>
                </a14:m>
                <a:r>
                  <a:rPr lang="en-US" sz="2800" dirty="0">
                    <a:solidFill>
                      <a:srgbClr val="002060"/>
                    </a:solidFill>
                    <a:latin typeface="+mj-lt"/>
                  </a:rPr>
                  <a:t>.  </a:t>
                </a:r>
                <a:endParaRPr lang="en-US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19" name="Content Placeholder 4">
                <a:extLst>
                  <a:ext uri="{FF2B5EF4-FFF2-40B4-BE49-F238E27FC236}">
                    <a16:creationId xmlns:a16="http://schemas.microsoft.com/office/drawing/2014/main" id="{B2ED5508-4152-4C4D-B631-5D19C5F6CD5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5772898" y="3704883"/>
                <a:ext cx="1641208" cy="605827"/>
              </a:xfrm>
              <a:prstGeom prst="rect">
                <a:avLst/>
              </a:prstGeom>
              <a:blipFill>
                <a:blip r:embed="rId10"/>
                <a:stretch>
                  <a:fillRect r="-7063" b="-27273"/>
                </a:stretch>
              </a:blipFill>
              <a:ln w="12700" cap="flat" cmpd="sng" algn="ctr">
                <a:noFill/>
                <a:prstDash val="solid"/>
                <a:miter lim="800000"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742630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/>
      <p:bldP spid="17" grpId="0"/>
      <p:bldP spid="11" grpId="0"/>
      <p:bldP spid="14" grpId="0"/>
      <p:bldP spid="18" grpId="0" animBg="1"/>
      <p:bldP spid="19" grpId="0"/>
    </p:bldLst>
  </p:timing>
</p:sld>
</file>

<file path=ppt/slides/slide1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Procedure to check whether a set is LD or LI</a:t>
            </a:r>
            <a:endParaRPr lang="en-I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131180" y="863444"/>
                <a:ext cx="12340220" cy="5590565"/>
              </a:xfrm>
            </p:spPr>
            <p:txBody>
              <a:bodyPr/>
              <a:lstStyle/>
              <a:p>
                <a:pPr lvl="0"/>
                <a:r>
                  <a:rPr lang="en-US" dirty="0"/>
                  <a:t>Let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S</m:t>
                    </m:r>
                    <m:r>
                      <a:rPr lang="en-US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>
                                <a:latin typeface="Cambria Math" panose="02040503050406030204" pitchFamily="18" charset="0"/>
                              </a:rPr>
                              <m:t>u</m:t>
                            </m:r>
                          </m:e>
                          <m:sub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>
                            <a:latin typeface="Cambria Math" panose="02040503050406030204" pitchFamily="18" charset="0"/>
                          </a:rPr>
                          <m:t>, 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>
                                <a:latin typeface="Cambria Math" panose="02040503050406030204" pitchFamily="18" charset="0"/>
                              </a:rPr>
                              <m:t>u</m:t>
                            </m:r>
                          </m:e>
                          <m:sub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>
                            <a:latin typeface="Cambria Math" panose="02040503050406030204" pitchFamily="18" charset="0"/>
                          </a:rPr>
                          <m:t>, 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>
                                <a:latin typeface="Cambria Math" panose="02040503050406030204" pitchFamily="18" charset="0"/>
                              </a:rPr>
                              <m:t>u</m:t>
                            </m:r>
                          </m:e>
                          <m:sub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  <m:r>
                          <a:rPr lang="en-US">
                            <a:latin typeface="Cambria Math" panose="02040503050406030204" pitchFamily="18" charset="0"/>
                          </a:rPr>
                          <m:t>, …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m:rPr>
                                <m:sty m:val="p"/>
                              </m:rPr>
                              <a:rPr lang="en-US">
                                <a:latin typeface="Cambria Math" panose="02040503050406030204" pitchFamily="18" charset="0"/>
                              </a:rPr>
                              <m:t>u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>
                                <a:latin typeface="Cambria Math" panose="02040503050406030204" pitchFamily="18" charset="0"/>
                              </a:rPr>
                              <m:t>n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dirty="0"/>
                  <a:t> be a set of vectors from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V</m:t>
                    </m:r>
                    <m:r>
                      <a:rPr lang="en-US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en-IN" dirty="0"/>
              </a:p>
              <a:p>
                <a:pPr marL="1058862" lvl="1" indent="-514350">
                  <a:buFont typeface="+mj-lt"/>
                  <a:buAutoNum type="arabicPeriod"/>
                </a:pPr>
                <a:r>
                  <a:rPr lang="en-US" dirty="0"/>
                  <a:t>Form the system</a:t>
                </a:r>
                <a14:m>
                  <m:oMath xmlns:m="http://schemas.openxmlformats.org/officeDocument/2006/math">
                    <m:r>
                      <a:rPr lang="en-US"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US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𝐜</m:t>
                        </m:r>
                      </m:e>
                      <m:sub>
                        <m:r>
                          <a:rPr lang="en-US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  <m:sSub>
                      <m:sSubPr>
                        <m:ctrlPr>
                          <a:rPr lang="en-US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𝐮</m:t>
                        </m:r>
                      </m:e>
                      <m:sub>
                        <m:r>
                          <a:rPr lang="en-US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  <m:r>
                      <a:rPr lang="en-US" b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𝐜</m:t>
                        </m:r>
                      </m:e>
                      <m:sub>
                        <m:r>
                          <a:rPr lang="en-US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sub>
                    </m:sSub>
                    <m:sSub>
                      <m:sSubPr>
                        <m:ctrlPr>
                          <a:rPr lang="en-US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𝐮</m:t>
                        </m:r>
                      </m:e>
                      <m:sub>
                        <m:r>
                          <a:rPr lang="en-US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sub>
                    </m:sSub>
                    <m:r>
                      <a:rPr lang="en-US" b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𝐜</m:t>
                        </m:r>
                      </m:e>
                      <m:sub>
                        <m:r>
                          <a:rPr lang="en-US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𝟑</m:t>
                        </m:r>
                      </m:sub>
                    </m:sSub>
                    <m:sSub>
                      <m:sSubPr>
                        <m:ctrlPr>
                          <a:rPr lang="en-US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𝐮</m:t>
                        </m:r>
                      </m:e>
                      <m:sub>
                        <m:r>
                          <a:rPr lang="en-US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𝟑</m:t>
                        </m:r>
                      </m:sub>
                    </m:sSub>
                    <m:r>
                      <a:rPr lang="en-US" b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+…+</m:t>
                    </m:r>
                    <m:sSub>
                      <m:sSubPr>
                        <m:ctrlPr>
                          <a:rPr lang="en-US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𝐜</m:t>
                        </m:r>
                      </m:e>
                      <m:sub>
                        <m:r>
                          <a:rPr lang="en-US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𝐧</m:t>
                        </m:r>
                      </m:sub>
                    </m:sSub>
                    <m:sSub>
                      <m:sSubPr>
                        <m:ctrlPr>
                          <a:rPr lang="en-US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𝐮</m:t>
                        </m:r>
                      </m:e>
                      <m:sub>
                        <m:r>
                          <a:rPr lang="en-US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𝐧</m:t>
                        </m:r>
                      </m:sub>
                    </m:sSub>
                    <m:r>
                      <a:rPr lang="en-US" b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𝟎</m:t>
                    </m:r>
                  </m:oMath>
                </a14:m>
                <a:r>
                  <a:rPr lang="en-US" dirty="0"/>
                  <a:t>.</a:t>
                </a:r>
                <a:endParaRPr lang="en-IN" dirty="0"/>
              </a:p>
              <a:p>
                <a:pPr marL="1058862" lvl="1" indent="-514350">
                  <a:buFont typeface="+mj-lt"/>
                  <a:buAutoNum type="arabicPeriod"/>
                </a:pPr>
                <a:r>
                  <a:rPr lang="en-US" dirty="0"/>
                  <a:t>write the corresponding system of linear equations in matrix form as</a:t>
                </a:r>
                <a14:m>
                  <m:oMath xmlns:m="http://schemas.openxmlformats.org/officeDocument/2006/math">
                    <m:r>
                      <a:rPr lang="en-US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𝐀𝐗</m:t>
                    </m:r>
                    <m:r>
                      <a:rPr lang="en-US" b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𝐁</m:t>
                    </m:r>
                  </m:oMath>
                </a14:m>
                <a:r>
                  <a:rPr lang="en-US" dirty="0"/>
                  <a:t>.</a:t>
                </a:r>
                <a:endParaRPr lang="en-IN" dirty="0"/>
              </a:p>
              <a:p>
                <a:pPr marL="1058862" lvl="1" indent="-514350">
                  <a:buFont typeface="+mj-lt"/>
                  <a:buAutoNum type="arabicPeriod"/>
                </a:pPr>
                <a:r>
                  <a:rPr lang="en-US" dirty="0"/>
                  <a:t>Solve the system and analyze the consistency of the system:</a:t>
                </a:r>
                <a:endParaRPr lang="en-IN" dirty="0"/>
              </a:p>
              <a:p>
                <a:pPr marL="1704975" lvl="3" indent="-457200"/>
                <a:r>
                  <a:rPr lang="en-US" dirty="0"/>
                  <a:t>If the system has </a:t>
                </a:r>
                <a:r>
                  <a:rPr lang="en-US" b="1" dirty="0">
                    <a:solidFill>
                      <a:srgbClr val="FF0000"/>
                    </a:solidFill>
                  </a:rPr>
                  <a:t>trivial solution</a:t>
                </a:r>
                <a:r>
                  <a:rPr lang="en-US" dirty="0"/>
                  <a:t>, then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S</m:t>
                    </m:r>
                  </m:oMath>
                </a14:m>
                <a:r>
                  <a:rPr lang="en-US" dirty="0"/>
                  <a:t> is </a:t>
                </a:r>
                <a:r>
                  <a:rPr lang="en-US" b="1" dirty="0">
                    <a:solidFill>
                      <a:srgbClr val="FF0000"/>
                    </a:solidFill>
                  </a:rPr>
                  <a:t>LI</a:t>
                </a:r>
                <a:r>
                  <a:rPr lang="en-US" dirty="0"/>
                  <a:t>.</a:t>
                </a:r>
              </a:p>
              <a:p>
                <a:pPr marL="1704975" lvl="3" indent="-457200"/>
                <a:r>
                  <a:rPr lang="en-US" dirty="0"/>
                  <a:t>If the system has </a:t>
                </a:r>
                <a:r>
                  <a:rPr lang="en-US" b="1" dirty="0">
                    <a:solidFill>
                      <a:srgbClr val="FF0000"/>
                    </a:solidFill>
                  </a:rPr>
                  <a:t>nontrivial solution</a:t>
                </a:r>
                <a:r>
                  <a:rPr lang="en-US" dirty="0"/>
                  <a:t>, then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S</m:t>
                    </m:r>
                  </m:oMath>
                </a14:m>
                <a:r>
                  <a:rPr lang="en-US" dirty="0"/>
                  <a:t> is </a:t>
                </a:r>
                <a:r>
                  <a:rPr lang="en-US" b="1" dirty="0">
                    <a:solidFill>
                      <a:srgbClr val="FF0000"/>
                    </a:solidFill>
                  </a:rPr>
                  <a:t>LD</a:t>
                </a:r>
                <a:r>
                  <a:rPr lang="en-US" dirty="0"/>
                  <a:t>.</a:t>
                </a:r>
                <a:endParaRPr lang="en-IN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31180" y="863444"/>
                <a:ext cx="12340220" cy="5590565"/>
              </a:xfrm>
              <a:blipFill>
                <a:blip r:embed="rId2"/>
                <a:stretch>
                  <a:fillRect l="-93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2"/>
              <p:cNvSpPr txBox="1">
                <a:spLocks/>
              </p:cNvSpPr>
              <p:nvPr/>
            </p:nvSpPr>
            <p:spPr>
              <a:xfrm>
                <a:off x="11287" y="4597440"/>
                <a:ext cx="12169426" cy="1942866"/>
              </a:xfrm>
              <a:prstGeom prst="rect">
                <a:avLst/>
              </a:prstGeom>
              <a:noFill/>
              <a:ln w="12700" cap="flat" cmpd="sng" algn="ctr">
                <a:solidFill>
                  <a:srgbClr val="FF0000"/>
                </a:solidFill>
                <a:prstDash val="lgDash"/>
                <a:miter lim="800000"/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vert="horz" lIns="91440" tIns="45720" rIns="91440" bIns="45720" rtlCol="0" anchor="ctr">
                <a:noAutofit/>
              </a:bodyPr>
              <a:lstStyle>
                <a:defPPr>
                  <a:defRPr lang="en-US"/>
                </a:defPPr>
                <a:lvl1pPr lvl="0" indent="0">
                  <a:lnSpc>
                    <a:spcPct val="150000"/>
                  </a:lnSpc>
                  <a:spcBef>
                    <a:spcPts val="1000"/>
                  </a:spcBef>
                  <a:buClr>
                    <a:schemeClr val="accent6"/>
                  </a:buClr>
                  <a:buFont typeface="Wingdings 3" panose="05040102010807070707" pitchFamily="18" charset="2"/>
                  <a:buNone/>
                  <a:defRPr sz="2800" i="0">
                    <a:solidFill>
                      <a:srgbClr val="002060"/>
                    </a:solidFill>
                    <a:latin typeface="+mj-lt"/>
                  </a:defRPr>
                </a:lvl1pPr>
                <a:lvl2pPr marL="809625" indent="-352425" algn="just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000"/>
                </a:lvl2pPr>
                <a:lvl3pPr marL="1143000" indent="-228600" algn="just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</a:lvl3pPr>
                <a:lvl4pPr marL="1600200" indent="-228600" algn="just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/>
                </a:lvl4pPr>
                <a:lvl5pPr marL="2057400" indent="-228600" algn="just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/>
                </a:lvl5pPr>
                <a:lvl6pPr marL="25146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>
                    <a:solidFill>
                      <a:schemeClr val="dk1"/>
                    </a:solidFill>
                  </a:defRPr>
                </a:lvl6pPr>
                <a:lvl7pPr marL="29718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>
                    <a:solidFill>
                      <a:schemeClr val="dk1"/>
                    </a:solidFill>
                  </a:defRPr>
                </a:lvl7pPr>
                <a:lvl8pPr marL="34290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>
                    <a:solidFill>
                      <a:schemeClr val="dk1"/>
                    </a:solidFill>
                  </a:defRPr>
                </a:lvl8pPr>
                <a:lvl9pPr marL="38862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>
                    <a:solidFill>
                      <a:schemeClr val="dk1"/>
                    </a:solidFill>
                  </a:defRPr>
                </a:lvl9pPr>
              </a:lstStyle>
              <a:p>
                <a:r>
                  <a:rPr lang="en-US" b="1" dirty="0"/>
                  <a:t>Remarks: </a:t>
                </a:r>
                <a:r>
                  <a:rPr lang="en-US" dirty="0"/>
                  <a:t>To analyze the consistency of the system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AX</m:t>
                    </m:r>
                    <m:r>
                      <a:rPr lang="en-US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B</m:t>
                    </m:r>
                  </m:oMath>
                </a14:m>
                <a:r>
                  <a:rPr lang="en-US" dirty="0"/>
                  <a:t> (For Square Matrix)</a:t>
                </a:r>
                <a:endParaRPr lang="en-IN" dirty="0"/>
              </a:p>
              <a:p>
                <a:pPr lvl="4"/>
                <a:r>
                  <a:rPr lang="en-US" sz="2800" dirty="0">
                    <a:solidFill>
                      <a:srgbClr val="002060"/>
                    </a:solidFill>
                  </a:rPr>
                  <a:t>If </a:t>
                </a:r>
                <a14:m>
                  <m:oMath xmlns:m="http://schemas.openxmlformats.org/officeDocument/2006/math">
                    <m:r>
                      <a:rPr lang="en-US" sz="280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𝐝𝐞𝐭</m:t>
                    </m:r>
                    <m:r>
                      <a:rPr lang="en-US" sz="280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80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𝐀</m:t>
                    </m:r>
                    <m:r>
                      <a:rPr lang="en-US" sz="280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)≠</m:t>
                    </m:r>
                    <m:r>
                      <a:rPr lang="en-US" sz="280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𝟎</m:t>
                    </m:r>
                  </m:oMath>
                </a14:m>
                <a:r>
                  <a:rPr lang="en-US" sz="2800" dirty="0">
                    <a:solidFill>
                      <a:srgbClr val="002060"/>
                    </a:solidFill>
                  </a:rPr>
                  <a:t>, then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800" b="0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S</m:t>
                    </m:r>
                  </m:oMath>
                </a14:m>
                <a:r>
                  <a:rPr lang="en-US" sz="2800" dirty="0">
                    <a:solidFill>
                      <a:srgbClr val="002060"/>
                    </a:solidFill>
                  </a:rPr>
                  <a:t> is </a:t>
                </a:r>
                <a:r>
                  <a:rPr lang="en-US" sz="2800" b="1" dirty="0">
                    <a:solidFill>
                      <a:srgbClr val="FF0000"/>
                    </a:solidFill>
                  </a:rPr>
                  <a:t>LI</a:t>
                </a:r>
                <a:r>
                  <a:rPr lang="en-US" sz="2800" dirty="0">
                    <a:solidFill>
                      <a:srgbClr val="002060"/>
                    </a:solidFill>
                  </a:rPr>
                  <a:t>.</a:t>
                </a:r>
                <a:endParaRPr lang="en-IN" sz="2800" dirty="0">
                  <a:solidFill>
                    <a:srgbClr val="002060"/>
                  </a:solidFill>
                </a:endParaRPr>
              </a:p>
              <a:p>
                <a:pPr lvl="4"/>
                <a:r>
                  <a:rPr lang="en-US" sz="2800" dirty="0">
                    <a:solidFill>
                      <a:srgbClr val="002060"/>
                    </a:solidFill>
                  </a:rPr>
                  <a:t>If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sz="28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a:rPr lang="en-US" sz="280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𝐝𝐞𝐭</m:t>
                        </m:r>
                      </m:fName>
                      <m:e>
                        <m:d>
                          <m:dPr>
                            <m:ctrlPr>
                              <a:rPr lang="en-US" sz="28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80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𝐀</m:t>
                            </m:r>
                          </m:e>
                        </m:d>
                      </m:e>
                    </m:func>
                    <m:r>
                      <a:rPr lang="en-US" sz="280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80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𝟎</m:t>
                    </m:r>
                  </m:oMath>
                </a14:m>
                <a:r>
                  <a:rPr lang="en-US" sz="2800" dirty="0">
                    <a:solidFill>
                      <a:srgbClr val="002060"/>
                    </a:solidFill>
                  </a:rPr>
                  <a:t>, then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800" b="0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S</m:t>
                    </m:r>
                  </m:oMath>
                </a14:m>
                <a:r>
                  <a:rPr lang="en-US" sz="2800" dirty="0">
                    <a:solidFill>
                      <a:srgbClr val="002060"/>
                    </a:solidFill>
                  </a:rPr>
                  <a:t> is </a:t>
                </a:r>
                <a:r>
                  <a:rPr lang="en-US" sz="2800" b="1" dirty="0">
                    <a:solidFill>
                      <a:srgbClr val="FF0000"/>
                    </a:solidFill>
                  </a:rPr>
                  <a:t>LD</a:t>
                </a:r>
                <a:r>
                  <a:rPr lang="en-US" sz="2800" dirty="0">
                    <a:solidFill>
                      <a:srgbClr val="002060"/>
                    </a:solidFill>
                  </a:rPr>
                  <a:t>.</a:t>
                </a:r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4" name="Content Placeholder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287" y="4597440"/>
                <a:ext cx="12169426" cy="1942866"/>
              </a:xfrm>
              <a:prstGeom prst="rect">
                <a:avLst/>
              </a:prstGeom>
              <a:blipFill>
                <a:blip r:embed="rId3"/>
                <a:stretch>
                  <a:fillRect l="-1001" b="-312"/>
                </a:stretch>
              </a:blipFill>
              <a:ln w="12700" cap="flat" cmpd="sng" algn="ctr">
                <a:solidFill>
                  <a:srgbClr val="FF0000"/>
                </a:solidFill>
                <a:prstDash val="lgDash"/>
                <a:miter lim="800000"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855506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1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ECFC8A-BC0D-5D72-FE99-20313653BC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FDFDD70C-3AAE-183B-5AED-36C59E3E9B77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IN" dirty="0"/>
                  <a:t>Method:4 </a:t>
                </a:r>
                <a14:m>
                  <m:oMath xmlns:m="http://schemas.openxmlformats.org/officeDocument/2006/math">
                    <m:r>
                      <a:rPr lang="en-I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⇝</m:t>
                    </m:r>
                  </m:oMath>
                </a14:m>
                <a:r>
                  <a:rPr lang="en-IN" dirty="0"/>
                  <a:t> Example:8</a:t>
                </a:r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FDFDD70C-3AAE-183B-5AED-36C59E3E9B7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3"/>
                <a:stretch>
                  <a:fillRect l="-400" t="-8547" b="-1965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Content Placeholder 4">
            <a:extLst>
              <a:ext uri="{FF2B5EF4-FFF2-40B4-BE49-F238E27FC236}">
                <a16:creationId xmlns:a16="http://schemas.microsoft.com/office/drawing/2014/main" id="{CAE77E5B-BF33-5497-20B0-3BFB83C99976}"/>
              </a:ext>
            </a:extLst>
          </p:cNvPr>
          <p:cNvSpPr txBox="1">
            <a:spLocks/>
          </p:cNvSpPr>
          <p:nvPr/>
        </p:nvSpPr>
        <p:spPr>
          <a:xfrm>
            <a:off x="205273" y="800163"/>
            <a:ext cx="1558214" cy="522081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marL="265113" indent="-265113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Wingdings 3" panose="05040102010807070707" pitchFamily="18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9625" indent="-352425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 3" panose="05040102010807070707" pitchFamily="18" charset="2"/>
              <a:buChar char="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endParaRPr lang="en-IN" sz="2800" b="1" dirty="0">
              <a:solidFill>
                <a:schemeClr val="tx2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4" name="Content Placeholder 4">
                <a:extLst>
                  <a:ext uri="{FF2B5EF4-FFF2-40B4-BE49-F238E27FC236}">
                    <a16:creationId xmlns:a16="http://schemas.microsoft.com/office/drawing/2014/main" id="{ED23B262-736E-4535-FBA7-00FB33ACCCF0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572936" y="731979"/>
                <a:ext cx="10041132" cy="1272293"/>
              </a:xfrm>
              <a:prstGeom prst="rect">
                <a:avLst/>
              </a:prstGeom>
              <a:noFill/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vert="horz" lIns="91440" tIns="45720" rIns="91440" bIns="45720" rtlCol="0" anchor="ctr">
                <a:noAutofit/>
              </a:bodyPr>
              <a:lstStyle>
                <a:lvl1pPr marL="265113" indent="-265113" algn="just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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809625" indent="-352425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 algn="l">
                  <a:lnSpc>
                    <a:spcPct val="150000"/>
                  </a:lnSpc>
                  <a:buNone/>
                </a:pPr>
                <a:r>
                  <a:rPr lang="en-US" sz="2800" dirty="0">
                    <a:solidFill>
                      <a:srgbClr val="002060"/>
                    </a:solidFill>
                  </a:rPr>
                  <a:t>C</a:t>
                </a:r>
                <a:r>
                  <a:rPr lang="en-US" sz="2800" i="0" dirty="0">
                    <a:solidFill>
                      <a:srgbClr val="002060"/>
                    </a:solidFill>
                    <a:latin typeface="+mj-lt"/>
                  </a:rPr>
                  <a:t>h</a:t>
                </a:r>
                <a:r>
                  <a:rPr lang="en-US" sz="2800" dirty="0">
                    <a:solidFill>
                      <a:srgbClr val="002060"/>
                    </a:solidFill>
                  </a:rPr>
                  <a:t>eck whether</a:t>
                </a:r>
                <a14:m>
                  <m:oMath xmlns:m="http://schemas.openxmlformats.org/officeDocument/2006/math">
                    <m:r>
                      <a:rPr lang="en-US" sz="2800" dirty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sz="2800" dirty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A</m:t>
                    </m:r>
                    <m:r>
                      <a:rPr lang="en-US" sz="2800" dirty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={</m:t>
                    </m:r>
                    <m:d>
                      <m:dPr>
                        <m:ctrlPr>
                          <a:rPr lang="en-US" sz="2800" i="1" dirty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dirty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2,1,1</m:t>
                        </m:r>
                      </m:e>
                    </m:d>
                    <m:r>
                      <a:rPr lang="en-US" sz="2800" dirty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, </m:t>
                    </m:r>
                    <m:d>
                      <m:dPr>
                        <m:ctrlPr>
                          <a:rPr lang="en-US" sz="2800" i="1" dirty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dirty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1,2,2</m:t>
                        </m:r>
                      </m:e>
                    </m:d>
                    <m:r>
                      <a:rPr lang="en-US" sz="2800" dirty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, </m:t>
                    </m:r>
                    <m:d>
                      <m:dPr>
                        <m:ctrlPr>
                          <a:rPr lang="en-US" sz="2800" i="1" dirty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dirty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1,1,1</m:t>
                        </m:r>
                      </m:e>
                    </m:d>
                    <m:r>
                      <a:rPr lang="en-US" sz="2800" dirty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lang="en-US" sz="2800" dirty="0">
                    <a:solidFill>
                      <a:srgbClr val="002060"/>
                    </a:solidFill>
                  </a:rPr>
                  <a:t> is subset of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n-US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en-US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800" dirty="0">
                    <a:solidFill>
                      <a:srgbClr val="002060"/>
                    </a:solidFill>
                  </a:rPr>
                  <a:t>are LD or LI.</a:t>
                </a:r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34" name="Content Placeholder 4">
                <a:extLst>
                  <a:ext uri="{FF2B5EF4-FFF2-40B4-BE49-F238E27FC236}">
                    <a16:creationId xmlns:a16="http://schemas.microsoft.com/office/drawing/2014/main" id="{ED23B262-736E-4535-FBA7-00FB33ACCCF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72936" y="731979"/>
                <a:ext cx="10041132" cy="1272293"/>
              </a:xfrm>
              <a:prstGeom prst="rect">
                <a:avLst/>
              </a:prstGeom>
              <a:blipFill>
                <a:blip r:embed="rId4"/>
                <a:stretch>
                  <a:fillRect l="-1214" r="-243" b="-14833"/>
                </a:stretch>
              </a:blipFill>
              <a:ln w="12700" cap="flat" cmpd="sng" algn="ctr">
                <a:noFill/>
                <a:prstDash val="solid"/>
                <a:miter lim="800000"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5" name="Rectangle: Rounded Corners 34">
            <a:extLst>
              <a:ext uri="{FF2B5EF4-FFF2-40B4-BE49-F238E27FC236}">
                <a16:creationId xmlns:a16="http://schemas.microsoft.com/office/drawing/2014/main" id="{7FC45F7B-4A36-49BB-E330-CB7BC1EEC8DC}"/>
              </a:ext>
            </a:extLst>
          </p:cNvPr>
          <p:cNvSpPr/>
          <p:nvPr/>
        </p:nvSpPr>
        <p:spPr>
          <a:xfrm>
            <a:off x="122279" y="854244"/>
            <a:ext cx="1450657" cy="468000"/>
          </a:xfrm>
          <a:prstGeom prst="roundRect">
            <a:avLst/>
          </a:prstGeom>
          <a:gradFill>
            <a:gsLst>
              <a:gs pos="10000">
                <a:srgbClr val="0E47A1"/>
              </a:gs>
              <a:gs pos="100000">
                <a:srgbClr val="03A9F5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r>
              <a:rPr lang="en-IN" sz="2800" dirty="0">
                <a:solidFill>
                  <a:schemeClr val="bg1"/>
                </a:solidFill>
              </a:rPr>
              <a:t>Example</a:t>
            </a:r>
          </a:p>
        </p:txBody>
      </p:sp>
      <p:sp>
        <p:nvSpPr>
          <p:cNvPr id="23" name="Content Placeholder 4">
            <a:extLst>
              <a:ext uri="{FF2B5EF4-FFF2-40B4-BE49-F238E27FC236}">
                <a16:creationId xmlns:a16="http://schemas.microsoft.com/office/drawing/2014/main" id="{63305C07-F1B9-4158-AB35-36DE134F7E08}"/>
              </a:ext>
            </a:extLst>
          </p:cNvPr>
          <p:cNvSpPr txBox="1">
            <a:spLocks/>
          </p:cNvSpPr>
          <p:nvPr/>
        </p:nvSpPr>
        <p:spPr>
          <a:xfrm flipH="1">
            <a:off x="6958939" y="107357"/>
            <a:ext cx="4571801" cy="5400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marL="265113" indent="-265113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Wingdings 3" panose="05040102010807070707" pitchFamily="18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9625" indent="-352425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 3" panose="05040102010807070707" pitchFamily="18" charset="2"/>
              <a:buChar char="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18745" indent="0" algn="l">
              <a:lnSpc>
                <a:spcPct val="115000"/>
              </a:lnSpc>
              <a:spcAft>
                <a:spcPts val="800"/>
              </a:spcAft>
              <a:buNone/>
            </a:pPr>
            <a:endParaRPr lang="en-US" sz="3600" b="1" dirty="0">
              <a:solidFill>
                <a:srgbClr val="3D0FE7"/>
              </a:solidFill>
              <a:latin typeface="Cambria Math" panose="02040503050406030204" pitchFamily="18" charset="0"/>
            </a:endParaRPr>
          </a:p>
        </p:txBody>
      </p:sp>
      <p:sp>
        <p:nvSpPr>
          <p:cNvPr id="47" name="Rectangle: Rounded Corners 12">
            <a:extLst>
              <a:ext uri="{FF2B5EF4-FFF2-40B4-BE49-F238E27FC236}">
                <a16:creationId xmlns:a16="http://schemas.microsoft.com/office/drawing/2014/main" id="{35972A2E-25D7-C897-9D78-CA14AF0D56C8}"/>
              </a:ext>
            </a:extLst>
          </p:cNvPr>
          <p:cNvSpPr/>
          <p:nvPr/>
        </p:nvSpPr>
        <p:spPr>
          <a:xfrm>
            <a:off x="122278" y="2082741"/>
            <a:ext cx="1450657" cy="468000"/>
          </a:xfrm>
          <a:prstGeom prst="roundRect">
            <a:avLst/>
          </a:prstGeom>
          <a:gradFill>
            <a:gsLst>
              <a:gs pos="10000">
                <a:srgbClr val="0E47A1"/>
              </a:gs>
              <a:gs pos="100000">
                <a:srgbClr val="03A9F5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en-IN" sz="2800" dirty="0">
                <a:solidFill>
                  <a:schemeClr val="bg1"/>
                </a:solidFill>
              </a:rPr>
              <a:t>Solution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8" name="Content Placeholder 4">
                <a:extLst>
                  <a:ext uri="{FF2B5EF4-FFF2-40B4-BE49-F238E27FC236}">
                    <a16:creationId xmlns:a16="http://schemas.microsoft.com/office/drawing/2014/main" id="{943E8303-3F55-8D0E-0F03-4169E7B80343}"/>
                  </a:ext>
                </a:extLst>
              </p:cNvPr>
              <p:cNvSpPr txBox="1">
                <a:spLocks/>
              </p:cNvSpPr>
              <p:nvPr/>
            </p:nvSpPr>
            <p:spPr>
              <a:xfrm flipH="1">
                <a:off x="0" y="4049497"/>
                <a:ext cx="2960914" cy="1375506"/>
              </a:xfrm>
              <a:prstGeom prst="rect">
                <a:avLst/>
              </a:prstGeom>
              <a:noFill/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vert="horz" lIns="91440" tIns="45720" rIns="91440" bIns="45720" rtlCol="0" anchor="ctr">
                <a:noAutofit/>
              </a:bodyPr>
              <a:lstStyle>
                <a:lvl1pPr marL="265113" indent="-265113" algn="just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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809625" indent="-352425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118745" indent="0">
                  <a:lnSpc>
                    <a:spcPct val="115000"/>
                  </a:lnSpc>
                  <a:spcAft>
                    <a:spcPts val="800"/>
                  </a:spcAft>
                  <a:buNone/>
                </a:pPr>
                <a:r>
                  <a:rPr lang="en-US" sz="2800" dirty="0">
                    <a:solidFill>
                      <a:srgbClr val="002060"/>
                    </a:solidFill>
                    <a:latin typeface="+mj-lt"/>
                  </a:rPr>
                  <a:t>Now,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IN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Shruti" panose="020B0502040204020203" pitchFamily="34" charset="0"/>
                          </a:rPr>
                        </m:ctrlPr>
                      </m:dPr>
                      <m:e>
                        <m:r>
                          <a:rPr lang="en-IN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Shruti" panose="020B0502040204020203" pitchFamily="34" charset="0"/>
                          </a:rPr>
                          <m:t> </m:t>
                        </m:r>
                        <m:m>
                          <m:mPr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>
                              <a:rPr lang="en-IN" sz="280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Shruti" panose="020B0502040204020203" pitchFamily="34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Shruti" panose="020B0502040204020203" pitchFamily="34" charset="0"/>
                                </a:rPr>
                                <m:t>2</m:t>
                              </m:r>
                            </m:e>
                            <m:e>
                              <m: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Shruti" panose="020B0502040204020203" pitchFamily="34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Shruti" panose="020B0502040204020203" pitchFamily="34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Shruti" panose="020B0502040204020203" pitchFamily="34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Shruti" panose="020B0502040204020203" pitchFamily="34" charset="0"/>
                                </a:rPr>
                                <m:t>2</m:t>
                              </m:r>
                            </m:e>
                            <m:e>
                              <m: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Shruti" panose="020B0502040204020203" pitchFamily="34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Shruti" panose="020B0502040204020203" pitchFamily="34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Shruti" panose="020B0502040204020203" pitchFamily="34" charset="0"/>
                                </a:rPr>
                                <m:t>2</m:t>
                              </m:r>
                            </m:e>
                            <m:e>
                              <m:r>
                                <a:rPr lang="en-IN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Shruti" panose="020B0502040204020203" pitchFamily="34" charset="0"/>
                                </a:rPr>
                                <m:t>1</m:t>
                              </m:r>
                            </m:e>
                          </m:mr>
                        </m:m>
                        <m:r>
                          <a:rPr lang="en-IN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Shruti" panose="020B0502040204020203" pitchFamily="34" charset="0"/>
                          </a:rPr>
                          <m:t> </m:t>
                        </m:r>
                      </m:e>
                    </m:d>
                  </m:oMath>
                </a14:m>
                <a:endParaRPr lang="en-US" sz="2800" dirty="0">
                  <a:solidFill>
                    <a:srgbClr val="002060"/>
                  </a:solidFill>
                  <a:ea typeface="Calibri" panose="020F0502020204030204" pitchFamily="34" charset="0"/>
                  <a:cs typeface="Shruti" panose="020B0502040204020203" pitchFamily="34" charset="0"/>
                </a:endParaRPr>
              </a:p>
            </p:txBody>
          </p:sp>
        </mc:Choice>
        <mc:Fallback xmlns="">
          <p:sp>
            <p:nvSpPr>
              <p:cNvPr id="48" name="Content Placeholder 4">
                <a:extLst>
                  <a:ext uri="{FF2B5EF4-FFF2-40B4-BE49-F238E27FC236}">
                    <a16:creationId xmlns:a16="http://schemas.microsoft.com/office/drawing/2014/main" id="{943E8303-3F55-8D0E-0F03-4169E7B8034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0" y="4049497"/>
                <a:ext cx="2960914" cy="1375506"/>
              </a:xfrm>
              <a:prstGeom prst="rect">
                <a:avLst/>
              </a:prstGeom>
              <a:blipFill>
                <a:blip r:embed="rId5"/>
                <a:stretch>
                  <a:fillRect l="-206"/>
                </a:stretch>
              </a:blipFill>
              <a:ln w="12700" cap="flat" cmpd="sng" algn="ctr">
                <a:noFill/>
                <a:prstDash val="solid"/>
                <a:miter lim="800000"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9" name="Content Placeholder 4">
                <a:extLst>
                  <a:ext uri="{FF2B5EF4-FFF2-40B4-BE49-F238E27FC236}">
                    <a16:creationId xmlns:a16="http://schemas.microsoft.com/office/drawing/2014/main" id="{943E8303-3F55-8D0E-0F03-4169E7B80343}"/>
                  </a:ext>
                </a:extLst>
              </p:cNvPr>
              <p:cNvSpPr txBox="1">
                <a:spLocks/>
              </p:cNvSpPr>
              <p:nvPr/>
            </p:nvSpPr>
            <p:spPr>
              <a:xfrm flipH="1">
                <a:off x="1509293" y="2063584"/>
                <a:ext cx="6702008" cy="543600"/>
              </a:xfrm>
              <a:prstGeom prst="rect">
                <a:avLst/>
              </a:prstGeom>
              <a:noFill/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vert="horz" lIns="91440" tIns="45720" rIns="91440" bIns="45720" rtlCol="0" anchor="ctr">
                <a:noAutofit/>
              </a:bodyPr>
              <a:lstStyle>
                <a:lvl1pPr marL="265113" indent="-265113" algn="just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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809625" indent="-352425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118745" indent="0">
                  <a:lnSpc>
                    <a:spcPct val="115000"/>
                  </a:lnSpc>
                  <a:spcAft>
                    <a:spcPts val="800"/>
                  </a:spcAft>
                  <a:buNone/>
                </a:pPr>
                <a:r>
                  <a:rPr lang="en-US" sz="2800" dirty="0">
                    <a:solidFill>
                      <a:srgbClr val="002060"/>
                    </a:solidFill>
                    <a:latin typeface="+mj-lt"/>
                  </a:rPr>
                  <a:t>Since,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800" b="0" i="0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A</m:t>
                    </m:r>
                    <m:r>
                      <a:rPr lang="en-US" sz="2800" b="0" i="0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US" sz="2800" b="0" i="1" dirty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b="0" i="0" dirty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d>
                          <m:dPr>
                            <m:ctrlPr>
                              <a:rPr lang="en-US" sz="2800" i="1" dirty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800" dirty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2,1,1</m:t>
                            </m:r>
                          </m:e>
                        </m:d>
                        <m:r>
                          <a:rPr lang="en-US" sz="2800" dirty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, </m:t>
                        </m:r>
                        <m:d>
                          <m:dPr>
                            <m:ctrlPr>
                              <a:rPr lang="en-US" sz="2800" i="1" dirty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800" dirty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1,2,2</m:t>
                            </m:r>
                          </m:e>
                        </m:d>
                        <m:r>
                          <a:rPr lang="en-US" sz="2800" dirty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, </m:t>
                        </m:r>
                        <m:d>
                          <m:dPr>
                            <m:ctrlPr>
                              <a:rPr lang="en-US" sz="2800" i="1" dirty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800" dirty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1,1,1</m:t>
                            </m:r>
                          </m:e>
                        </m:d>
                        <m:r>
                          <a:rPr lang="en-US" sz="2800" b="0" i="1" dirty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</m:e>
                    </m:d>
                    <m:r>
                      <a:rPr lang="en-US" sz="2800" b="0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⊂</m:t>
                    </m:r>
                    <m:sSup>
                      <m:sSupPr>
                        <m:ctrlPr>
                          <a:rPr lang="en-US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n-US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endParaRPr lang="en-US" sz="2800" dirty="0">
                  <a:solidFill>
                    <a:srgbClr val="002060"/>
                  </a:solidFill>
                  <a:ea typeface="Calibri" panose="020F0502020204030204" pitchFamily="34" charset="0"/>
                  <a:cs typeface="Shruti" panose="020B0502040204020203" pitchFamily="34" charset="0"/>
                </a:endParaRPr>
              </a:p>
            </p:txBody>
          </p:sp>
        </mc:Choice>
        <mc:Fallback xmlns="">
          <p:sp>
            <p:nvSpPr>
              <p:cNvPr id="49" name="Content Placeholder 4">
                <a:extLst>
                  <a:ext uri="{FF2B5EF4-FFF2-40B4-BE49-F238E27FC236}">
                    <a16:creationId xmlns:a16="http://schemas.microsoft.com/office/drawing/2014/main" id="{943E8303-3F55-8D0E-0F03-4169E7B8034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1509293" y="2063584"/>
                <a:ext cx="6702008" cy="543600"/>
              </a:xfrm>
              <a:prstGeom prst="rect">
                <a:avLst/>
              </a:prstGeom>
              <a:blipFill>
                <a:blip r:embed="rId6"/>
                <a:stretch>
                  <a:fillRect l="-182" t="-10112" b="-28090"/>
                </a:stretch>
              </a:blipFill>
              <a:ln w="12700" cap="flat" cmpd="sng" algn="ctr">
                <a:noFill/>
                <a:prstDash val="solid"/>
                <a:miter lim="800000"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0" name="Content Placeholder 4">
                <a:extLst>
                  <a:ext uri="{FF2B5EF4-FFF2-40B4-BE49-F238E27FC236}">
                    <a16:creationId xmlns:a16="http://schemas.microsoft.com/office/drawing/2014/main" id="{943E8303-3F55-8D0E-0F03-4169E7B80343}"/>
                  </a:ext>
                </a:extLst>
              </p:cNvPr>
              <p:cNvSpPr txBox="1">
                <a:spLocks/>
              </p:cNvSpPr>
              <p:nvPr/>
            </p:nvSpPr>
            <p:spPr>
              <a:xfrm flipH="1">
                <a:off x="2728650" y="4631197"/>
                <a:ext cx="5472060" cy="508927"/>
              </a:xfrm>
              <a:prstGeom prst="rect">
                <a:avLst/>
              </a:prstGeom>
              <a:noFill/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vert="horz" lIns="91440" tIns="45720" rIns="91440" bIns="45720" rtlCol="0" anchor="ctr">
                <a:noAutofit/>
              </a:bodyPr>
              <a:lstStyle>
                <a:lvl1pPr marL="265113" indent="-265113" algn="just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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809625" indent="-352425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lnSpc>
                    <a:spcPct val="115000"/>
                  </a:lnSpc>
                  <a:spcAft>
                    <a:spcPts val="8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IN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Shruti" panose="020B0502040204020203" pitchFamily="34" charset="0"/>
                        </a:rPr>
                        <m:t>=2</m:t>
                      </m:r>
                      <m:d>
                        <m:dPr>
                          <m:ctrlP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Shruti" panose="020B0502040204020203" pitchFamily="34" charset="0"/>
                            </a:rPr>
                          </m:ctrlPr>
                        </m:dPr>
                        <m:e>
                          <m: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Shruti" panose="020B0502040204020203" pitchFamily="34" charset="0"/>
                            </a:rPr>
                            <m:t>2−2</m:t>
                          </m:r>
                        </m:e>
                      </m:d>
                      <m:r>
                        <a:rPr lang="en-US" sz="2800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Shruti" panose="020B0502040204020203" pitchFamily="34" charset="0"/>
                        </a:rPr>
                        <m:t>−1</m:t>
                      </m:r>
                      <m:d>
                        <m:dPr>
                          <m:ctrlP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Shruti" panose="020B0502040204020203" pitchFamily="34" charset="0"/>
                            </a:rPr>
                          </m:ctrlPr>
                        </m:dPr>
                        <m:e>
                          <m: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Shruti" panose="020B0502040204020203" pitchFamily="34" charset="0"/>
                            </a:rPr>
                            <m:t>1−1</m:t>
                          </m:r>
                        </m:e>
                      </m:d>
                      <m:r>
                        <a:rPr lang="en-US" sz="2800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Shruti" panose="020B0502040204020203" pitchFamily="34" charset="0"/>
                        </a:rPr>
                        <m:t>+1</m:t>
                      </m:r>
                      <m:d>
                        <m:dPr>
                          <m:ctrlP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Shruti" panose="020B0502040204020203" pitchFamily="34" charset="0"/>
                            </a:rPr>
                          </m:ctrlPr>
                        </m:dPr>
                        <m:e>
                          <m: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Shruti" panose="020B0502040204020203" pitchFamily="34" charset="0"/>
                            </a:rPr>
                            <m:t>2−2</m:t>
                          </m:r>
                        </m:e>
                      </m:d>
                    </m:oMath>
                  </m:oMathPara>
                </a14:m>
                <a:endParaRPr lang="en-US" sz="2800" dirty="0">
                  <a:solidFill>
                    <a:srgbClr val="002060"/>
                  </a:solidFill>
                  <a:ea typeface="Calibri" panose="020F0502020204030204" pitchFamily="34" charset="0"/>
                  <a:cs typeface="Shruti" panose="020B0502040204020203" pitchFamily="34" charset="0"/>
                </a:endParaRPr>
              </a:p>
            </p:txBody>
          </p:sp>
        </mc:Choice>
        <mc:Fallback xmlns="">
          <p:sp>
            <p:nvSpPr>
              <p:cNvPr id="50" name="Content Placeholder 4">
                <a:extLst>
                  <a:ext uri="{FF2B5EF4-FFF2-40B4-BE49-F238E27FC236}">
                    <a16:creationId xmlns:a16="http://schemas.microsoft.com/office/drawing/2014/main" id="{943E8303-3F55-8D0E-0F03-4169E7B8034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2728650" y="4631197"/>
                <a:ext cx="5472060" cy="508927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  <a:ln w="12700" cap="flat" cmpd="sng" algn="ctr">
                <a:noFill/>
                <a:prstDash val="solid"/>
                <a:miter lim="800000"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1" name="Content Placeholder 4">
                <a:extLst>
                  <a:ext uri="{FF2B5EF4-FFF2-40B4-BE49-F238E27FC236}">
                    <a16:creationId xmlns:a16="http://schemas.microsoft.com/office/drawing/2014/main" id="{943E8303-3F55-8D0E-0F03-4169E7B80343}"/>
                  </a:ext>
                </a:extLst>
              </p:cNvPr>
              <p:cNvSpPr txBox="1">
                <a:spLocks/>
              </p:cNvSpPr>
              <p:nvPr/>
            </p:nvSpPr>
            <p:spPr>
              <a:xfrm flipH="1">
                <a:off x="7949373" y="4631196"/>
                <a:ext cx="1010662" cy="508927"/>
              </a:xfrm>
              <a:prstGeom prst="rect">
                <a:avLst/>
              </a:prstGeom>
              <a:noFill/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vert="horz" lIns="91440" tIns="45720" rIns="91440" bIns="45720" rtlCol="0" anchor="ctr">
                <a:noAutofit/>
              </a:bodyPr>
              <a:lstStyle>
                <a:lvl1pPr marL="265113" indent="-265113" algn="just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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809625" indent="-352425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118745" indent="0">
                  <a:lnSpc>
                    <a:spcPct val="115000"/>
                  </a:lnSpc>
                  <a:spcAft>
                    <a:spcPts val="8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IN" sz="280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Shruti" panose="020B0502040204020203" pitchFamily="34" charset="0"/>
                        </a:rPr>
                        <m:t>=</m:t>
                      </m:r>
                      <m:r>
                        <a:rPr lang="en-US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Shruti" panose="020B0502040204020203" pitchFamily="34" charset="0"/>
                        </a:rPr>
                        <m:t>0</m:t>
                      </m:r>
                    </m:oMath>
                  </m:oMathPara>
                </a14:m>
                <a:endParaRPr lang="en-US" sz="2800" dirty="0">
                  <a:solidFill>
                    <a:srgbClr val="002060"/>
                  </a:solidFill>
                  <a:ea typeface="Calibri" panose="020F0502020204030204" pitchFamily="34" charset="0"/>
                  <a:cs typeface="Shruti" panose="020B0502040204020203" pitchFamily="34" charset="0"/>
                </a:endParaRPr>
              </a:p>
            </p:txBody>
          </p:sp>
        </mc:Choice>
        <mc:Fallback xmlns="">
          <p:sp>
            <p:nvSpPr>
              <p:cNvPr id="51" name="Content Placeholder 4">
                <a:extLst>
                  <a:ext uri="{FF2B5EF4-FFF2-40B4-BE49-F238E27FC236}">
                    <a16:creationId xmlns:a16="http://schemas.microsoft.com/office/drawing/2014/main" id="{943E8303-3F55-8D0E-0F03-4169E7B8034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7949373" y="4631196"/>
                <a:ext cx="1010662" cy="508927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  <a:ln w="12700" cap="flat" cmpd="sng" algn="ctr">
                <a:noFill/>
                <a:prstDash val="solid"/>
                <a:miter lim="800000"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2" name="Content Placeholder 4">
            <a:extLst>
              <a:ext uri="{FF2B5EF4-FFF2-40B4-BE49-F238E27FC236}">
                <a16:creationId xmlns:a16="http://schemas.microsoft.com/office/drawing/2014/main" id="{B615FA3C-4A8C-87BF-65FC-DD7E7382A64B}"/>
              </a:ext>
            </a:extLst>
          </p:cNvPr>
          <p:cNvSpPr txBox="1">
            <a:spLocks/>
          </p:cNvSpPr>
          <p:nvPr/>
        </p:nvSpPr>
        <p:spPr>
          <a:xfrm flipH="1">
            <a:off x="0" y="5617237"/>
            <a:ext cx="2651760" cy="5436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marL="265113" indent="-265113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Wingdings 3" panose="05040102010807070707" pitchFamily="18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9625" indent="-352425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 3" panose="05040102010807070707" pitchFamily="18" charset="2"/>
              <a:buChar char="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18745" indent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IN" sz="2800" dirty="0">
                <a:solidFill>
                  <a:srgbClr val="002060"/>
                </a:solidFill>
              </a:rPr>
              <a:t>So, Set A is LD.</a:t>
            </a:r>
            <a:endParaRPr lang="en-US" sz="2800" dirty="0">
              <a:solidFill>
                <a:srgbClr val="00206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3" name="Content Placeholder 4">
                <a:extLst>
                  <a:ext uri="{FF2B5EF4-FFF2-40B4-BE49-F238E27FC236}">
                    <a16:creationId xmlns:a16="http://schemas.microsoft.com/office/drawing/2014/main" id="{B615FA3C-4A8C-87BF-65FC-DD7E7382A64B}"/>
                  </a:ext>
                </a:extLst>
              </p:cNvPr>
              <p:cNvSpPr txBox="1">
                <a:spLocks/>
              </p:cNvSpPr>
              <p:nvPr/>
            </p:nvSpPr>
            <p:spPr>
              <a:xfrm flipH="1">
                <a:off x="5578" y="2808860"/>
                <a:ext cx="2646181" cy="543600"/>
              </a:xfrm>
              <a:prstGeom prst="rect">
                <a:avLst/>
              </a:prstGeom>
              <a:noFill/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vert="horz" lIns="91440" tIns="45720" rIns="91440" bIns="45720" rtlCol="0" anchor="ctr">
                <a:noAutofit/>
              </a:bodyPr>
              <a:lstStyle>
                <a:lvl1pPr marL="265113" indent="-265113" algn="just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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809625" indent="-352425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lnSpc>
                    <a:spcPct val="150000"/>
                  </a:lnSpc>
                  <a:spcAft>
                    <a:spcPts val="8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⇒</m:t>
                      </m:r>
                      <m:r>
                        <m:rPr>
                          <m:sty m:val="p"/>
                        </m:rPr>
                        <a:rPr lang="en-US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n</m:t>
                      </m:r>
                      <m:r>
                        <a:rPr lang="en-US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|"/>
                          <m:endChr m:val="|"/>
                          <m:ctrlP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A</m:t>
                          </m:r>
                          <m: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d>
                      <m:r>
                        <a:rPr lang="en-US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800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3</m:t>
                      </m:r>
                    </m:oMath>
                  </m:oMathPara>
                </a14:m>
                <a:endParaRPr lang="en-US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53" name="Content Placeholder 4">
                <a:extLst>
                  <a:ext uri="{FF2B5EF4-FFF2-40B4-BE49-F238E27FC236}">
                    <a16:creationId xmlns:a16="http://schemas.microsoft.com/office/drawing/2014/main" id="{B615FA3C-4A8C-87BF-65FC-DD7E7382A64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5578" y="2808860"/>
                <a:ext cx="2646181" cy="543600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  <a:ln w="12700" cap="flat" cmpd="sng" algn="ctr">
                <a:noFill/>
                <a:prstDash val="solid"/>
                <a:miter lim="800000"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4" name="Content Placeholder 4">
                <a:extLst>
                  <a:ext uri="{FF2B5EF4-FFF2-40B4-BE49-F238E27FC236}">
                    <a16:creationId xmlns:a16="http://schemas.microsoft.com/office/drawing/2014/main" id="{943E8303-3F55-8D0E-0F03-4169E7B80343}"/>
                  </a:ext>
                </a:extLst>
              </p:cNvPr>
              <p:cNvSpPr txBox="1">
                <a:spLocks/>
              </p:cNvSpPr>
              <p:nvPr/>
            </p:nvSpPr>
            <p:spPr>
              <a:xfrm flipH="1">
                <a:off x="-29764" y="3544694"/>
                <a:ext cx="10479505" cy="543600"/>
              </a:xfrm>
              <a:prstGeom prst="rect">
                <a:avLst/>
              </a:prstGeom>
              <a:noFill/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vert="horz" lIns="91440" tIns="45720" rIns="91440" bIns="45720" rtlCol="0" anchor="ctr">
                <a:noAutofit/>
              </a:bodyPr>
              <a:lstStyle>
                <a:lvl1pPr marL="265113" indent="-265113" algn="just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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809625" indent="-352425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118745" indent="0">
                  <a:lnSpc>
                    <a:spcPct val="115000"/>
                  </a:lnSpc>
                  <a:spcAft>
                    <a:spcPts val="800"/>
                  </a:spcAft>
                  <a:buNone/>
                </a:pPr>
                <a:r>
                  <a:rPr lang="en-US" sz="2800" dirty="0">
                    <a:solidFill>
                      <a:srgbClr val="002060"/>
                    </a:solidFill>
                    <a:latin typeface="+mj-lt"/>
                  </a:rPr>
                  <a:t>So, We can check </a:t>
                </a:r>
                <a:r>
                  <a:rPr lang="en-US" sz="2800" dirty="0">
                    <a:solidFill>
                      <a:srgbClr val="002060"/>
                    </a:solidFill>
                    <a:ea typeface="Calibri" panose="020F0502020204030204" pitchFamily="34" charset="0"/>
                    <a:cs typeface="Shruti" panose="020B0502040204020203" pitchFamily="34" charset="0"/>
                  </a:rPr>
                  <a:t>whether set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800" b="0" i="0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Shruti" panose="020B0502040204020203" pitchFamily="34" charset="0"/>
                      </a:rPr>
                      <m:t>A</m:t>
                    </m:r>
                  </m:oMath>
                </a14:m>
                <a:r>
                  <a:rPr lang="en-US" sz="2800" dirty="0">
                    <a:solidFill>
                      <a:srgbClr val="002060"/>
                    </a:solidFill>
                    <a:ea typeface="Calibri" panose="020F0502020204030204" pitchFamily="34" charset="0"/>
                    <a:cs typeface="Shruti" panose="020B0502040204020203" pitchFamily="34" charset="0"/>
                  </a:rPr>
                  <a:t> is L.D./L.I. in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n-US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lang="en-US" sz="2800" dirty="0">
                    <a:solidFill>
                      <a:srgbClr val="002060"/>
                    </a:solidFill>
                    <a:latin typeface="+mj-lt"/>
                  </a:rPr>
                  <a:t> using determinant. </a:t>
                </a:r>
                <a:endParaRPr lang="en-US" sz="2800" dirty="0">
                  <a:solidFill>
                    <a:srgbClr val="002060"/>
                  </a:solidFill>
                  <a:ea typeface="Calibri" panose="020F0502020204030204" pitchFamily="34" charset="0"/>
                  <a:cs typeface="Shruti" panose="020B0502040204020203" pitchFamily="34" charset="0"/>
                </a:endParaRPr>
              </a:p>
            </p:txBody>
          </p:sp>
        </mc:Choice>
        <mc:Fallback xmlns="">
          <p:sp>
            <p:nvSpPr>
              <p:cNvPr id="54" name="Content Placeholder 4">
                <a:extLst>
                  <a:ext uri="{FF2B5EF4-FFF2-40B4-BE49-F238E27FC236}">
                    <a16:creationId xmlns:a16="http://schemas.microsoft.com/office/drawing/2014/main" id="{943E8303-3F55-8D0E-0F03-4169E7B8034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-29764" y="3544694"/>
                <a:ext cx="10479505" cy="543600"/>
              </a:xfrm>
              <a:prstGeom prst="rect">
                <a:avLst/>
              </a:prstGeom>
              <a:blipFill>
                <a:blip r:embed="rId10"/>
                <a:stretch>
                  <a:fillRect l="-58" t="-8889" b="-27778"/>
                </a:stretch>
              </a:blipFill>
              <a:ln w="12700" cap="flat" cmpd="sng" algn="ctr">
                <a:noFill/>
                <a:prstDash val="solid"/>
                <a:miter lim="800000"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5" name="Content Placeholder 4">
                <a:extLst>
                  <a:ext uri="{FF2B5EF4-FFF2-40B4-BE49-F238E27FC236}">
                    <a16:creationId xmlns:a16="http://schemas.microsoft.com/office/drawing/2014/main" id="{B2ED5508-4152-4C4D-B631-5D19C5F6CD5F}"/>
                  </a:ext>
                </a:extLst>
              </p:cNvPr>
              <p:cNvSpPr txBox="1">
                <a:spLocks/>
              </p:cNvSpPr>
              <p:nvPr/>
            </p:nvSpPr>
            <p:spPr>
              <a:xfrm flipH="1">
                <a:off x="2725142" y="2722736"/>
                <a:ext cx="2240558" cy="605827"/>
              </a:xfrm>
              <a:prstGeom prst="rect">
                <a:avLst/>
              </a:prstGeom>
              <a:noFill/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vert="horz" lIns="91440" tIns="45720" rIns="91440" bIns="45720" rtlCol="0" anchor="ctr">
                <a:noAutofit/>
              </a:bodyPr>
              <a:lstStyle>
                <a:lvl1pPr marL="265113" indent="-265113" algn="just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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809625" indent="-352425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lnSpc>
                    <a:spcPct val="150000"/>
                  </a:lnSpc>
                  <a:spcAft>
                    <a:spcPts val="800"/>
                  </a:spcAft>
                  <a:buNone/>
                </a:pPr>
                <a:r>
                  <a:rPr lang="en-US" sz="2800" b="0" dirty="0">
                    <a:solidFill>
                      <a:srgbClr val="002060"/>
                    </a:solidFill>
                    <a:ea typeface="Cambria Math" panose="02040503050406030204" pitchFamily="18" charset="0"/>
                  </a:rPr>
                  <a:t>and  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m</m:t>
                    </m:r>
                    <m:r>
                      <a:rPr lang="en-US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=3</m:t>
                    </m:r>
                  </m:oMath>
                </a14:m>
                <a:endParaRPr lang="en-US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55" name="Content Placeholder 4">
                <a:extLst>
                  <a:ext uri="{FF2B5EF4-FFF2-40B4-BE49-F238E27FC236}">
                    <a16:creationId xmlns:a16="http://schemas.microsoft.com/office/drawing/2014/main" id="{B2ED5508-4152-4C4D-B631-5D19C5F6CD5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2725142" y="2722736"/>
                <a:ext cx="2240558" cy="605827"/>
              </a:xfrm>
              <a:prstGeom prst="rect">
                <a:avLst/>
              </a:prstGeom>
              <a:blipFill>
                <a:blip r:embed="rId11"/>
                <a:stretch>
                  <a:fillRect l="-5435" b="-27273"/>
                </a:stretch>
              </a:blipFill>
              <a:ln w="12700" cap="flat" cmpd="sng" algn="ctr">
                <a:noFill/>
                <a:prstDash val="solid"/>
                <a:miter lim="800000"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7" name="Rounded Rectangle 56"/>
          <p:cNvSpPr/>
          <p:nvPr/>
        </p:nvSpPr>
        <p:spPr>
          <a:xfrm>
            <a:off x="3219079" y="2096423"/>
            <a:ext cx="3981821" cy="521778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8" name="Rounded Rectangle 57"/>
          <p:cNvSpPr/>
          <p:nvPr/>
        </p:nvSpPr>
        <p:spPr>
          <a:xfrm>
            <a:off x="7502527" y="2091660"/>
            <a:ext cx="571500" cy="521778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908760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8" grpId="0"/>
      <p:bldP spid="49" grpId="0"/>
      <p:bldP spid="50" grpId="0"/>
      <p:bldP spid="51" grpId="0"/>
      <p:bldP spid="52" grpId="0"/>
      <p:bldP spid="53" grpId="0"/>
      <p:bldP spid="54" grpId="0"/>
      <p:bldP spid="55" grpId="0"/>
      <p:bldP spid="57" grpId="0" animBg="1"/>
      <p:bldP spid="57" grpId="1" animBg="1"/>
      <p:bldP spid="58" grpId="0" animBg="1"/>
      <p:bldP spid="58" grpId="1" animBg="1"/>
    </p:bldLst>
  </p:timing>
</p:sld>
</file>

<file path=ppt/slides/slide1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ECFC8A-BC0D-5D72-FE99-20313653BC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FDFDD70C-3AAE-183B-5AED-36C59E3E9B77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IN" dirty="0"/>
                  <a:t>Method:4 </a:t>
                </a:r>
                <a14:m>
                  <m:oMath xmlns:m="http://schemas.openxmlformats.org/officeDocument/2006/math">
                    <m:r>
                      <a:rPr lang="en-I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⇝</m:t>
                    </m:r>
                  </m:oMath>
                </a14:m>
                <a:r>
                  <a:rPr lang="en-IN" dirty="0"/>
                  <a:t> Example:14</a:t>
                </a:r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FDFDD70C-3AAE-183B-5AED-36C59E3E9B7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3"/>
                <a:stretch>
                  <a:fillRect l="-400" t="-8547" b="-1965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Content Placeholder 4">
            <a:extLst>
              <a:ext uri="{FF2B5EF4-FFF2-40B4-BE49-F238E27FC236}">
                <a16:creationId xmlns:a16="http://schemas.microsoft.com/office/drawing/2014/main" id="{CAE77E5B-BF33-5497-20B0-3BFB83C99976}"/>
              </a:ext>
            </a:extLst>
          </p:cNvPr>
          <p:cNvSpPr txBox="1">
            <a:spLocks/>
          </p:cNvSpPr>
          <p:nvPr/>
        </p:nvSpPr>
        <p:spPr>
          <a:xfrm>
            <a:off x="205273" y="800163"/>
            <a:ext cx="1558214" cy="522081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marL="265113" indent="-265113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Wingdings 3" panose="05040102010807070707" pitchFamily="18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9625" indent="-352425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 3" panose="05040102010807070707" pitchFamily="18" charset="2"/>
              <a:buChar char="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endParaRPr lang="en-IN" sz="2800" b="1" dirty="0">
              <a:solidFill>
                <a:schemeClr val="tx2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4" name="Content Placeholder 4">
                <a:extLst>
                  <a:ext uri="{FF2B5EF4-FFF2-40B4-BE49-F238E27FC236}">
                    <a16:creationId xmlns:a16="http://schemas.microsoft.com/office/drawing/2014/main" id="{ED23B262-736E-4535-FBA7-00FB33ACCCF0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572936" y="731979"/>
                <a:ext cx="10041132" cy="1272293"/>
              </a:xfrm>
              <a:prstGeom prst="rect">
                <a:avLst/>
              </a:prstGeom>
              <a:noFill/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vert="horz" lIns="91440" tIns="45720" rIns="91440" bIns="45720" rtlCol="0" anchor="ctr">
                <a:noAutofit/>
              </a:bodyPr>
              <a:lstStyle>
                <a:lvl1pPr marL="265113" indent="-265113" algn="just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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809625" indent="-352425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 algn="l">
                  <a:lnSpc>
                    <a:spcPct val="150000"/>
                  </a:lnSpc>
                  <a:buNone/>
                </a:pPr>
                <a:r>
                  <a:rPr lang="en-US" sz="2800" dirty="0">
                    <a:solidFill>
                      <a:srgbClr val="002060"/>
                    </a:solidFill>
                  </a:rPr>
                  <a:t>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S</m:t>
                    </m:r>
                    <m:r>
                      <a:rPr lang="en-US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={2−</m:t>
                    </m:r>
                    <m:r>
                      <m:rPr>
                        <m:sty m:val="p"/>
                      </m:rPr>
                      <a:rPr lang="en-US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x</m:t>
                    </m:r>
                    <m:r>
                      <a:rPr lang="en-US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en-US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x</m:t>
                        </m:r>
                      </m:e>
                      <m:sup>
                        <m:r>
                          <a:rPr lang="en-US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,3+6</m:t>
                    </m:r>
                    <m:r>
                      <m:rPr>
                        <m:sty m:val="p"/>
                      </m:rPr>
                      <a:rPr lang="en-US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x</m:t>
                    </m:r>
                    <m:r>
                      <a:rPr lang="en-US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en-US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US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x</m:t>
                        </m:r>
                      </m:e>
                      <m:sup>
                        <m:r>
                          <a:rPr lang="en-US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,2+10</m:t>
                    </m:r>
                    <m:r>
                      <m:rPr>
                        <m:sty m:val="p"/>
                      </m:rPr>
                      <a:rPr lang="en-US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x</m:t>
                    </m:r>
                    <m:r>
                      <a:rPr lang="en-US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−4</m:t>
                    </m:r>
                    <m:sSup>
                      <m:sSupPr>
                        <m:ctrlPr>
                          <a:rPr lang="en-US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x</m:t>
                        </m:r>
                      </m:e>
                      <m:sup>
                        <m:r>
                          <a:rPr lang="en-US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lang="en-US" sz="2800" dirty="0">
                    <a:solidFill>
                      <a:srgbClr val="002060"/>
                    </a:solidFill>
                  </a:rPr>
                  <a:t> linearly dependent or independent?</a:t>
                </a:r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34" name="Content Placeholder 4">
                <a:extLst>
                  <a:ext uri="{FF2B5EF4-FFF2-40B4-BE49-F238E27FC236}">
                    <a16:creationId xmlns:a16="http://schemas.microsoft.com/office/drawing/2014/main" id="{ED23B262-736E-4535-FBA7-00FB33ACCCF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72936" y="731979"/>
                <a:ext cx="10041132" cy="1272293"/>
              </a:xfrm>
              <a:prstGeom prst="rect">
                <a:avLst/>
              </a:prstGeom>
              <a:blipFill>
                <a:blip r:embed="rId4"/>
                <a:stretch>
                  <a:fillRect l="-1214" r="-1882" b="-11962"/>
                </a:stretch>
              </a:blipFill>
              <a:ln w="12700" cap="flat" cmpd="sng" algn="ctr">
                <a:noFill/>
                <a:prstDash val="solid"/>
                <a:miter lim="800000"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5" name="Rectangle: Rounded Corners 34">
            <a:extLst>
              <a:ext uri="{FF2B5EF4-FFF2-40B4-BE49-F238E27FC236}">
                <a16:creationId xmlns:a16="http://schemas.microsoft.com/office/drawing/2014/main" id="{7FC45F7B-4A36-49BB-E330-CB7BC1EEC8DC}"/>
              </a:ext>
            </a:extLst>
          </p:cNvPr>
          <p:cNvSpPr/>
          <p:nvPr/>
        </p:nvSpPr>
        <p:spPr>
          <a:xfrm>
            <a:off x="122279" y="854244"/>
            <a:ext cx="1450657" cy="468000"/>
          </a:xfrm>
          <a:prstGeom prst="roundRect">
            <a:avLst/>
          </a:prstGeom>
          <a:gradFill>
            <a:gsLst>
              <a:gs pos="10000">
                <a:srgbClr val="0E47A1"/>
              </a:gs>
              <a:gs pos="100000">
                <a:srgbClr val="03A9F5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r>
              <a:rPr lang="en-IN" sz="2800" dirty="0">
                <a:solidFill>
                  <a:schemeClr val="bg1"/>
                </a:solidFill>
              </a:rPr>
              <a:t>Example</a:t>
            </a:r>
          </a:p>
        </p:txBody>
      </p:sp>
      <p:sp>
        <p:nvSpPr>
          <p:cNvPr id="23" name="Content Placeholder 4">
            <a:extLst>
              <a:ext uri="{FF2B5EF4-FFF2-40B4-BE49-F238E27FC236}">
                <a16:creationId xmlns:a16="http://schemas.microsoft.com/office/drawing/2014/main" id="{63305C07-F1B9-4158-AB35-36DE134F7E08}"/>
              </a:ext>
            </a:extLst>
          </p:cNvPr>
          <p:cNvSpPr txBox="1">
            <a:spLocks/>
          </p:cNvSpPr>
          <p:nvPr/>
        </p:nvSpPr>
        <p:spPr>
          <a:xfrm flipH="1">
            <a:off x="6958939" y="107357"/>
            <a:ext cx="4571801" cy="5400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marL="265113" indent="-265113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Wingdings 3" panose="05040102010807070707" pitchFamily="18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9625" indent="-352425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 3" panose="05040102010807070707" pitchFamily="18" charset="2"/>
              <a:buChar char="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18745" indent="0" algn="l">
              <a:lnSpc>
                <a:spcPct val="115000"/>
              </a:lnSpc>
              <a:spcAft>
                <a:spcPts val="800"/>
              </a:spcAft>
              <a:buNone/>
            </a:pPr>
            <a:endParaRPr lang="en-US" sz="3600" b="1" dirty="0">
              <a:solidFill>
                <a:srgbClr val="3D0FE7"/>
              </a:solidFill>
              <a:latin typeface="Cambria Math" panose="02040503050406030204" pitchFamily="18" charset="0"/>
            </a:endParaRPr>
          </a:p>
        </p:txBody>
      </p:sp>
      <p:sp>
        <p:nvSpPr>
          <p:cNvPr id="47" name="Rectangle: Rounded Corners 12">
            <a:extLst>
              <a:ext uri="{FF2B5EF4-FFF2-40B4-BE49-F238E27FC236}">
                <a16:creationId xmlns:a16="http://schemas.microsoft.com/office/drawing/2014/main" id="{35972A2E-25D7-C897-9D78-CA14AF0D56C8}"/>
              </a:ext>
            </a:extLst>
          </p:cNvPr>
          <p:cNvSpPr/>
          <p:nvPr/>
        </p:nvSpPr>
        <p:spPr>
          <a:xfrm>
            <a:off x="122278" y="2082741"/>
            <a:ext cx="1450657" cy="468000"/>
          </a:xfrm>
          <a:prstGeom prst="roundRect">
            <a:avLst/>
          </a:prstGeom>
          <a:gradFill>
            <a:gsLst>
              <a:gs pos="10000">
                <a:srgbClr val="0E47A1"/>
              </a:gs>
              <a:gs pos="100000">
                <a:srgbClr val="03A9F5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en-IN" sz="2800" dirty="0">
                <a:solidFill>
                  <a:schemeClr val="bg1"/>
                </a:solidFill>
              </a:rPr>
              <a:t>Solution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9" name="Content Placeholder 4">
                <a:extLst>
                  <a:ext uri="{FF2B5EF4-FFF2-40B4-BE49-F238E27FC236}">
                    <a16:creationId xmlns:a16="http://schemas.microsoft.com/office/drawing/2014/main" id="{943E8303-3F55-8D0E-0F03-4169E7B80343}"/>
                  </a:ext>
                </a:extLst>
              </p:cNvPr>
              <p:cNvSpPr txBox="1">
                <a:spLocks/>
              </p:cNvSpPr>
              <p:nvPr/>
            </p:nvSpPr>
            <p:spPr>
              <a:xfrm flipH="1">
                <a:off x="1509292" y="2063584"/>
                <a:ext cx="10021447" cy="543600"/>
              </a:xfrm>
              <a:prstGeom prst="rect">
                <a:avLst/>
              </a:prstGeom>
              <a:noFill/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vert="horz" lIns="91440" tIns="45720" rIns="91440" bIns="45720" rtlCol="0" anchor="ctr">
                <a:noAutofit/>
              </a:bodyPr>
              <a:lstStyle>
                <a:lvl1pPr marL="265113" indent="-265113" algn="just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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809625" indent="-352425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118745" indent="0">
                  <a:lnSpc>
                    <a:spcPct val="115000"/>
                  </a:lnSpc>
                  <a:spcAft>
                    <a:spcPts val="800"/>
                  </a:spcAft>
                  <a:buNone/>
                </a:pPr>
                <a:r>
                  <a:rPr lang="en-US" sz="2800" dirty="0">
                    <a:solidFill>
                      <a:srgbClr val="002060"/>
                    </a:solidFill>
                    <a:latin typeface="+mj-lt"/>
                  </a:rPr>
                  <a:t>Since,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800" b="0" i="0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S</m:t>
                    </m:r>
                    <m:r>
                      <a:rPr lang="en-US" sz="2800" b="0" i="0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={2−</m:t>
                    </m:r>
                    <m:r>
                      <m:rPr>
                        <m:sty m:val="p"/>
                      </m:rPr>
                      <a:rPr lang="en-US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x</m:t>
                    </m:r>
                    <m:r>
                      <a:rPr lang="en-US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en-US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x</m:t>
                        </m:r>
                      </m:e>
                      <m:sup>
                        <m:r>
                          <a:rPr lang="en-US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,3+6</m:t>
                    </m:r>
                    <m:r>
                      <m:rPr>
                        <m:sty m:val="p"/>
                      </m:rPr>
                      <a:rPr lang="en-US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x</m:t>
                    </m:r>
                    <m:r>
                      <a:rPr lang="en-US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en-US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US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x</m:t>
                        </m:r>
                      </m:e>
                      <m:sup>
                        <m:r>
                          <a:rPr lang="en-US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,2+10</m:t>
                    </m:r>
                    <m:r>
                      <m:rPr>
                        <m:sty m:val="p"/>
                      </m:rPr>
                      <a:rPr lang="en-US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x</m:t>
                    </m:r>
                    <m:r>
                      <a:rPr lang="en-US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−4</m:t>
                    </m:r>
                    <m:sSup>
                      <m:sSupPr>
                        <m:ctrlPr>
                          <a:rPr lang="en-US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x</m:t>
                        </m:r>
                      </m:e>
                      <m:sup>
                        <m:r>
                          <a:rPr lang="en-US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}</m:t>
                    </m:r>
                    <m:r>
                      <a:rPr lang="en-US" sz="2800" b="0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⊂</m:t>
                    </m:r>
                    <m:sSub>
                      <m:sSubPr>
                        <m:ctrlPr>
                          <a:rPr lang="en-US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ℙ</m:t>
                        </m:r>
                      </m:e>
                      <m:sub>
                        <m:r>
                          <a:rPr lang="en-US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endParaRPr lang="en-US" sz="2800" dirty="0">
                  <a:solidFill>
                    <a:srgbClr val="002060"/>
                  </a:solidFill>
                  <a:ea typeface="Calibri" panose="020F0502020204030204" pitchFamily="34" charset="0"/>
                  <a:cs typeface="Shruti" panose="020B0502040204020203" pitchFamily="34" charset="0"/>
                </a:endParaRPr>
              </a:p>
            </p:txBody>
          </p:sp>
        </mc:Choice>
        <mc:Fallback xmlns="">
          <p:sp>
            <p:nvSpPr>
              <p:cNvPr id="49" name="Content Placeholder 4">
                <a:extLst>
                  <a:ext uri="{FF2B5EF4-FFF2-40B4-BE49-F238E27FC236}">
                    <a16:creationId xmlns:a16="http://schemas.microsoft.com/office/drawing/2014/main" id="{943E8303-3F55-8D0E-0F03-4169E7B8034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1509292" y="2063584"/>
                <a:ext cx="10021447" cy="543600"/>
              </a:xfrm>
              <a:prstGeom prst="rect">
                <a:avLst/>
              </a:prstGeom>
              <a:blipFill>
                <a:blip r:embed="rId5"/>
                <a:stretch>
                  <a:fillRect l="-122" t="-10112" b="-28090"/>
                </a:stretch>
              </a:blipFill>
              <a:ln w="12700" cap="flat" cmpd="sng" algn="ctr">
                <a:noFill/>
                <a:prstDash val="solid"/>
                <a:miter lim="800000"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3" name="Content Placeholder 4">
                <a:extLst>
                  <a:ext uri="{FF2B5EF4-FFF2-40B4-BE49-F238E27FC236}">
                    <a16:creationId xmlns:a16="http://schemas.microsoft.com/office/drawing/2014/main" id="{B615FA3C-4A8C-87BF-65FC-DD7E7382A64B}"/>
                  </a:ext>
                </a:extLst>
              </p:cNvPr>
              <p:cNvSpPr txBox="1">
                <a:spLocks/>
              </p:cNvSpPr>
              <p:nvPr/>
            </p:nvSpPr>
            <p:spPr>
              <a:xfrm flipH="1">
                <a:off x="5578" y="2808860"/>
                <a:ext cx="2646181" cy="543600"/>
              </a:xfrm>
              <a:prstGeom prst="rect">
                <a:avLst/>
              </a:prstGeom>
              <a:noFill/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vert="horz" lIns="91440" tIns="45720" rIns="91440" bIns="45720" rtlCol="0" anchor="ctr">
                <a:noAutofit/>
              </a:bodyPr>
              <a:lstStyle>
                <a:lvl1pPr marL="265113" indent="-265113" algn="just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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809625" indent="-352425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lnSpc>
                    <a:spcPct val="150000"/>
                  </a:lnSpc>
                  <a:spcAft>
                    <a:spcPts val="8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⇒</m:t>
                      </m:r>
                      <m:r>
                        <m:rPr>
                          <m:sty m:val="p"/>
                        </m:rPr>
                        <a:rPr lang="en-US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m</m:t>
                      </m:r>
                      <m:r>
                        <a:rPr lang="en-US" sz="280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|"/>
                          <m:endChr m:val="|"/>
                          <m:ctrlP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en-US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S</m:t>
                          </m:r>
                          <m: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d>
                      <m:r>
                        <a:rPr lang="en-US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800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3</m:t>
                      </m:r>
                    </m:oMath>
                  </m:oMathPara>
                </a14:m>
                <a:endParaRPr lang="en-US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53" name="Content Placeholder 4">
                <a:extLst>
                  <a:ext uri="{FF2B5EF4-FFF2-40B4-BE49-F238E27FC236}">
                    <a16:creationId xmlns:a16="http://schemas.microsoft.com/office/drawing/2014/main" id="{B615FA3C-4A8C-87BF-65FC-DD7E7382A64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5578" y="2808860"/>
                <a:ext cx="2646181" cy="54360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ln w="12700" cap="flat" cmpd="sng" algn="ctr">
                <a:noFill/>
                <a:prstDash val="solid"/>
                <a:miter lim="800000"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4" name="Content Placeholder 4">
                <a:extLst>
                  <a:ext uri="{FF2B5EF4-FFF2-40B4-BE49-F238E27FC236}">
                    <a16:creationId xmlns:a16="http://schemas.microsoft.com/office/drawing/2014/main" id="{943E8303-3F55-8D0E-0F03-4169E7B80343}"/>
                  </a:ext>
                </a:extLst>
              </p:cNvPr>
              <p:cNvSpPr txBox="1">
                <a:spLocks/>
              </p:cNvSpPr>
              <p:nvPr/>
            </p:nvSpPr>
            <p:spPr>
              <a:xfrm flipH="1">
                <a:off x="-29764" y="3544694"/>
                <a:ext cx="10479505" cy="543600"/>
              </a:xfrm>
              <a:prstGeom prst="rect">
                <a:avLst/>
              </a:prstGeom>
              <a:noFill/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vert="horz" lIns="91440" tIns="45720" rIns="91440" bIns="45720" rtlCol="0" anchor="ctr">
                <a:noAutofit/>
              </a:bodyPr>
              <a:lstStyle>
                <a:lvl1pPr marL="265113" indent="-265113" algn="just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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809625" indent="-352425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118745" indent="0">
                  <a:lnSpc>
                    <a:spcPct val="115000"/>
                  </a:lnSpc>
                  <a:spcAft>
                    <a:spcPts val="800"/>
                  </a:spcAft>
                  <a:buNone/>
                </a:pPr>
                <a:r>
                  <a:rPr lang="en-US" sz="2800" dirty="0">
                    <a:solidFill>
                      <a:srgbClr val="002060"/>
                    </a:solidFill>
                    <a:latin typeface="+mj-lt"/>
                  </a:rPr>
                  <a:t>So, We can check </a:t>
                </a:r>
                <a:r>
                  <a:rPr lang="en-US" sz="2800" dirty="0">
                    <a:solidFill>
                      <a:srgbClr val="002060"/>
                    </a:solidFill>
                    <a:ea typeface="Calibri" panose="020F0502020204030204" pitchFamily="34" charset="0"/>
                    <a:cs typeface="Shruti" panose="020B0502040204020203" pitchFamily="34" charset="0"/>
                  </a:rPr>
                  <a:t>whether set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800" b="0" i="0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Shruti" panose="020B0502040204020203" pitchFamily="34" charset="0"/>
                      </a:rPr>
                      <m:t>S</m:t>
                    </m:r>
                  </m:oMath>
                </a14:m>
                <a:r>
                  <a:rPr lang="en-US" sz="2800" dirty="0">
                    <a:solidFill>
                      <a:srgbClr val="002060"/>
                    </a:solidFill>
                    <a:ea typeface="Calibri" panose="020F0502020204030204" pitchFamily="34" charset="0"/>
                    <a:cs typeface="Shruti" panose="020B0502040204020203" pitchFamily="34" charset="0"/>
                  </a:rPr>
                  <a:t> is LD/LI in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n-US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lang="en-US" sz="2800" dirty="0">
                    <a:solidFill>
                      <a:srgbClr val="002060"/>
                    </a:solidFill>
                    <a:latin typeface="+mj-lt"/>
                  </a:rPr>
                  <a:t> using determinant. </a:t>
                </a:r>
                <a:endParaRPr lang="en-US" sz="2800" dirty="0">
                  <a:solidFill>
                    <a:srgbClr val="002060"/>
                  </a:solidFill>
                  <a:ea typeface="Calibri" panose="020F0502020204030204" pitchFamily="34" charset="0"/>
                  <a:cs typeface="Shruti" panose="020B0502040204020203" pitchFamily="34" charset="0"/>
                </a:endParaRPr>
              </a:p>
            </p:txBody>
          </p:sp>
        </mc:Choice>
        <mc:Fallback xmlns="">
          <p:sp>
            <p:nvSpPr>
              <p:cNvPr id="54" name="Content Placeholder 4">
                <a:extLst>
                  <a:ext uri="{FF2B5EF4-FFF2-40B4-BE49-F238E27FC236}">
                    <a16:creationId xmlns:a16="http://schemas.microsoft.com/office/drawing/2014/main" id="{943E8303-3F55-8D0E-0F03-4169E7B8034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-29764" y="3544694"/>
                <a:ext cx="10479505" cy="543600"/>
              </a:xfrm>
              <a:prstGeom prst="rect">
                <a:avLst/>
              </a:prstGeom>
              <a:blipFill>
                <a:blip r:embed="rId7"/>
                <a:stretch>
                  <a:fillRect l="-58" t="-5556" b="-31111"/>
                </a:stretch>
              </a:blipFill>
              <a:ln w="12700" cap="flat" cmpd="sng" algn="ctr">
                <a:noFill/>
                <a:prstDash val="solid"/>
                <a:miter lim="800000"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5" name="Content Placeholder 4">
                <a:extLst>
                  <a:ext uri="{FF2B5EF4-FFF2-40B4-BE49-F238E27FC236}">
                    <a16:creationId xmlns:a16="http://schemas.microsoft.com/office/drawing/2014/main" id="{B2ED5508-4152-4C4D-B631-5D19C5F6CD5F}"/>
                  </a:ext>
                </a:extLst>
              </p:cNvPr>
              <p:cNvSpPr txBox="1">
                <a:spLocks/>
              </p:cNvSpPr>
              <p:nvPr/>
            </p:nvSpPr>
            <p:spPr>
              <a:xfrm flipH="1">
                <a:off x="2725141" y="2722736"/>
                <a:ext cx="4233797" cy="605827"/>
              </a:xfrm>
              <a:prstGeom prst="rect">
                <a:avLst/>
              </a:prstGeom>
              <a:noFill/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vert="horz" lIns="91440" tIns="45720" rIns="91440" bIns="45720" rtlCol="0" anchor="ctr">
                <a:noAutofit/>
              </a:bodyPr>
              <a:lstStyle>
                <a:lvl1pPr marL="265113" indent="-265113" algn="just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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809625" indent="-352425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lnSpc>
                    <a:spcPct val="150000"/>
                  </a:lnSpc>
                  <a:spcAft>
                    <a:spcPts val="800"/>
                  </a:spcAft>
                  <a:buNone/>
                </a:pPr>
                <a:r>
                  <a:rPr lang="en-US" sz="2800" b="0" dirty="0">
                    <a:solidFill>
                      <a:srgbClr val="002060"/>
                    </a:solidFill>
                    <a:ea typeface="Cambria Math" panose="02040503050406030204" pitchFamily="18" charset="0"/>
                  </a:rPr>
                  <a:t>and  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n</m:t>
                    </m:r>
                    <m:r>
                      <a:rPr lang="en-US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=3=</m:t>
                    </m:r>
                    <m:r>
                      <m:rPr>
                        <m:sty m:val="p"/>
                      </m:rPr>
                      <a:rPr lang="en-US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dim</m:t>
                    </m:r>
                    <m:d>
                      <m:dPr>
                        <m:ctrlPr>
                          <a:rPr lang="en-US" sz="28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80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0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ℙ</m:t>
                            </m:r>
                          </m:e>
                          <m:sub>
                            <m:r>
                              <a:rPr lang="en-US" sz="280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</m:oMath>
                </a14:m>
                <a:endParaRPr lang="en-US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55" name="Content Placeholder 4">
                <a:extLst>
                  <a:ext uri="{FF2B5EF4-FFF2-40B4-BE49-F238E27FC236}">
                    <a16:creationId xmlns:a16="http://schemas.microsoft.com/office/drawing/2014/main" id="{B2ED5508-4152-4C4D-B631-5D19C5F6CD5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2725141" y="2722736"/>
                <a:ext cx="4233797" cy="605827"/>
              </a:xfrm>
              <a:prstGeom prst="rect">
                <a:avLst/>
              </a:prstGeom>
              <a:blipFill>
                <a:blip r:embed="rId8"/>
                <a:stretch>
                  <a:fillRect l="-2878" b="-33333"/>
                </a:stretch>
              </a:blipFill>
              <a:ln w="12700" cap="flat" cmpd="sng" algn="ctr">
                <a:noFill/>
                <a:prstDash val="solid"/>
                <a:miter lim="800000"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7" name="Rounded Rectangle 56"/>
          <p:cNvSpPr/>
          <p:nvPr/>
        </p:nvSpPr>
        <p:spPr>
          <a:xfrm>
            <a:off x="3219079" y="2096423"/>
            <a:ext cx="6356721" cy="521778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8" name="Rounded Rectangle 57"/>
          <p:cNvSpPr/>
          <p:nvPr/>
        </p:nvSpPr>
        <p:spPr>
          <a:xfrm>
            <a:off x="9877427" y="2091660"/>
            <a:ext cx="571500" cy="521778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Content Placeholder 4">
                <a:extLst>
                  <a:ext uri="{FF2B5EF4-FFF2-40B4-BE49-F238E27FC236}">
                    <a16:creationId xmlns:a16="http://schemas.microsoft.com/office/drawing/2014/main" id="{943E8303-3F55-8D0E-0F03-4169E7B80343}"/>
                  </a:ext>
                </a:extLst>
              </p:cNvPr>
              <p:cNvSpPr txBox="1">
                <a:spLocks/>
              </p:cNvSpPr>
              <p:nvPr/>
            </p:nvSpPr>
            <p:spPr>
              <a:xfrm flipH="1">
                <a:off x="0" y="4049497"/>
                <a:ext cx="3468914" cy="1375506"/>
              </a:xfrm>
              <a:prstGeom prst="rect">
                <a:avLst/>
              </a:prstGeom>
              <a:noFill/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vert="horz" lIns="91440" tIns="45720" rIns="91440" bIns="45720" rtlCol="0" anchor="ctr">
                <a:noAutofit/>
              </a:bodyPr>
              <a:lstStyle>
                <a:lvl1pPr marL="265113" indent="-265113" algn="just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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809625" indent="-352425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118745" indent="0">
                  <a:lnSpc>
                    <a:spcPct val="115000"/>
                  </a:lnSpc>
                  <a:spcAft>
                    <a:spcPts val="800"/>
                  </a:spcAft>
                  <a:buNone/>
                </a:pPr>
                <a:r>
                  <a:rPr lang="en-US" sz="2800" dirty="0">
                    <a:solidFill>
                      <a:srgbClr val="002060"/>
                    </a:solidFill>
                    <a:latin typeface="+mj-lt"/>
                  </a:rPr>
                  <a:t>Now,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IN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Shruti" panose="020B0502040204020203" pitchFamily="34" charset="0"/>
                          </a:rPr>
                        </m:ctrlPr>
                      </m:dPr>
                      <m:e>
                        <m:r>
                          <a:rPr lang="en-IN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Shruti" panose="020B0502040204020203" pitchFamily="34" charset="0"/>
                          </a:rPr>
                          <m:t> </m:t>
                        </m:r>
                        <m:m>
                          <m:mPr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>
                              <a:rPr lang="en-IN" sz="280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Shruti" panose="020B0502040204020203" pitchFamily="34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sz="2800" b="0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Shruti" panose="020B0502040204020203" pitchFamily="34" charset="0"/>
                                </a:rPr>
                                <m:t> </m:t>
                              </m:r>
                              <m:r>
                                <a:rPr lang="en-US" sz="2800" b="0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Shruti" panose="020B0502040204020203" pitchFamily="34" charset="0"/>
                                </a:rPr>
                                <m:t> </m:t>
                              </m:r>
                              <m:r>
                                <m:rPr>
                                  <m:brk m:alnAt="7"/>
                                </m:rPr>
                                <a:rPr lang="en-US" sz="2800" b="0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Shruti" panose="020B0502040204020203" pitchFamily="34" charset="0"/>
                                </a:rPr>
                                <m:t> </m:t>
                              </m:r>
                              <m: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Shruti" panose="020B0502040204020203" pitchFamily="34" charset="0"/>
                                </a:rPr>
                                <m:t>2</m:t>
                              </m:r>
                            </m:e>
                            <m:e>
                              <m:r>
                                <a:rPr lang="en-US" sz="2800" b="0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Shruti" panose="020B0502040204020203" pitchFamily="34" charset="0"/>
                                </a:rPr>
                                <m:t>3</m:t>
                              </m:r>
                            </m:e>
                            <m:e>
                              <m:r>
                                <a:rPr lang="en-US" sz="2800" b="0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Shruti" panose="020B0502040204020203" pitchFamily="34" charset="0"/>
                                </a:rPr>
                                <m:t>    2</m:t>
                              </m:r>
                            </m:e>
                          </m:mr>
                          <m:mr>
                            <m:e>
                              <m:r>
                                <a:rPr lang="en-US" sz="2800" b="0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Shruti" panose="020B0502040204020203" pitchFamily="34" charset="0"/>
                                </a:rPr>
                                <m:t>−1</m:t>
                              </m:r>
                            </m:e>
                            <m:e>
                              <m:r>
                                <a:rPr lang="en-US" sz="2800" b="0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Shruti" panose="020B0502040204020203" pitchFamily="34" charset="0"/>
                                </a:rPr>
                                <m:t>6</m:t>
                              </m:r>
                            </m:e>
                            <m:e>
                              <m:r>
                                <a:rPr lang="en-US" sz="2800" b="0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Shruti" panose="020B0502040204020203" pitchFamily="34" charset="0"/>
                                </a:rPr>
                                <m:t>10</m:t>
                              </m:r>
                            </m:e>
                          </m:mr>
                          <m:mr>
                            <m:e>
                              <m:r>
                                <a:rPr lang="en-US" sz="2800" b="0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Shruti" panose="020B0502040204020203" pitchFamily="34" charset="0"/>
                                </a:rPr>
                                <m:t>   1</m:t>
                              </m:r>
                            </m:e>
                            <m:e>
                              <m:r>
                                <a:rPr lang="en-US" sz="2800" b="0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Shruti" panose="020B0502040204020203" pitchFamily="34" charset="0"/>
                                </a:rPr>
                                <m:t>2</m:t>
                              </m:r>
                            </m:e>
                            <m:e>
                              <m:r>
                                <a:rPr lang="en-US" sz="2800" b="0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Shruti" panose="020B0502040204020203" pitchFamily="34" charset="0"/>
                                </a:rPr>
                                <m:t>−4</m:t>
                              </m:r>
                            </m:e>
                          </m:mr>
                        </m:m>
                        <m:r>
                          <a:rPr lang="en-IN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Shruti" panose="020B0502040204020203" pitchFamily="34" charset="0"/>
                          </a:rPr>
                          <m:t> </m:t>
                        </m:r>
                      </m:e>
                    </m:d>
                  </m:oMath>
                </a14:m>
                <a:endParaRPr lang="en-US" sz="2800" dirty="0">
                  <a:solidFill>
                    <a:srgbClr val="002060"/>
                  </a:solidFill>
                  <a:ea typeface="Calibri" panose="020F0502020204030204" pitchFamily="34" charset="0"/>
                  <a:cs typeface="Shruti" panose="020B0502040204020203" pitchFamily="34" charset="0"/>
                </a:endParaRPr>
              </a:p>
            </p:txBody>
          </p:sp>
        </mc:Choice>
        <mc:Fallback xmlns="">
          <p:sp>
            <p:nvSpPr>
              <p:cNvPr id="22" name="Content Placeholder 4">
                <a:extLst>
                  <a:ext uri="{FF2B5EF4-FFF2-40B4-BE49-F238E27FC236}">
                    <a16:creationId xmlns:a16="http://schemas.microsoft.com/office/drawing/2014/main" id="{943E8303-3F55-8D0E-0F03-4169E7B8034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0" y="4049497"/>
                <a:ext cx="3468914" cy="1375506"/>
              </a:xfrm>
              <a:prstGeom prst="rect">
                <a:avLst/>
              </a:prstGeom>
              <a:blipFill>
                <a:blip r:embed="rId9"/>
                <a:stretch>
                  <a:fillRect l="-176"/>
                </a:stretch>
              </a:blipFill>
              <a:ln w="12700" cap="flat" cmpd="sng" algn="ctr">
                <a:noFill/>
                <a:prstDash val="solid"/>
                <a:miter lim="800000"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Content Placeholder 4">
                <a:extLst>
                  <a:ext uri="{FF2B5EF4-FFF2-40B4-BE49-F238E27FC236}">
                    <a16:creationId xmlns:a16="http://schemas.microsoft.com/office/drawing/2014/main" id="{943E8303-3F55-8D0E-0F03-4169E7B80343}"/>
                  </a:ext>
                </a:extLst>
              </p:cNvPr>
              <p:cNvSpPr txBox="1">
                <a:spLocks/>
              </p:cNvSpPr>
              <p:nvPr/>
            </p:nvSpPr>
            <p:spPr>
              <a:xfrm flipH="1">
                <a:off x="3311031" y="4645711"/>
                <a:ext cx="6892169" cy="508927"/>
              </a:xfrm>
              <a:prstGeom prst="rect">
                <a:avLst/>
              </a:prstGeom>
              <a:noFill/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vert="horz" lIns="91440" tIns="45720" rIns="91440" bIns="45720" rtlCol="0" anchor="ctr">
                <a:noAutofit/>
              </a:bodyPr>
              <a:lstStyle>
                <a:lvl1pPr marL="265113" indent="-265113" algn="just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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809625" indent="-352425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lnSpc>
                    <a:spcPct val="115000"/>
                  </a:lnSpc>
                  <a:spcAft>
                    <a:spcPts val="8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IN" sz="280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Shruti" panose="020B0502040204020203" pitchFamily="34" charset="0"/>
                        </a:rPr>
                        <m:t>=</m:t>
                      </m:r>
                      <m: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Shruti" panose="020B0502040204020203" pitchFamily="34" charset="0"/>
                        </a:rPr>
                        <m:t>2</m:t>
                      </m:r>
                      <m:d>
                        <m:dPr>
                          <m:ctrlPr>
                            <a:rPr lang="en-US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Shruti" panose="020B0502040204020203" pitchFamily="34" charset="0"/>
                            </a:rPr>
                          </m:ctrlPr>
                        </m:dPr>
                        <m:e>
                          <m:r>
                            <a:rPr lang="en-US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Shruti" panose="020B0502040204020203" pitchFamily="34" charset="0"/>
                            </a:rPr>
                            <m:t>−24−20</m:t>
                          </m:r>
                        </m:e>
                      </m:d>
                      <m:r>
                        <a:rPr lang="en-US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Shruti" panose="020B0502040204020203" pitchFamily="34" charset="0"/>
                        </a:rPr>
                        <m:t>−3</m:t>
                      </m:r>
                      <m:d>
                        <m:dPr>
                          <m:ctrlPr>
                            <a:rPr lang="en-US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Shruti" panose="020B0502040204020203" pitchFamily="34" charset="0"/>
                            </a:rPr>
                          </m:ctrlPr>
                        </m:dPr>
                        <m:e>
                          <m:r>
                            <a:rPr lang="en-US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Shruti" panose="020B0502040204020203" pitchFamily="34" charset="0"/>
                            </a:rPr>
                            <m:t>4−10</m:t>
                          </m:r>
                        </m:e>
                      </m:d>
                      <m:r>
                        <a:rPr lang="en-US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Shruti" panose="020B0502040204020203" pitchFamily="34" charset="0"/>
                        </a:rPr>
                        <m:t>+2</m:t>
                      </m:r>
                      <m:d>
                        <m:dPr>
                          <m:ctrlPr>
                            <a:rPr lang="en-US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Shruti" panose="020B0502040204020203" pitchFamily="34" charset="0"/>
                            </a:rPr>
                          </m:ctrlPr>
                        </m:dPr>
                        <m:e>
                          <m:r>
                            <a:rPr lang="en-US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Shruti" panose="020B0502040204020203" pitchFamily="34" charset="0"/>
                            </a:rPr>
                            <m:t>−2−6</m:t>
                          </m:r>
                        </m:e>
                      </m:d>
                    </m:oMath>
                  </m:oMathPara>
                </a14:m>
                <a:endParaRPr lang="en-US" sz="2800" dirty="0">
                  <a:solidFill>
                    <a:srgbClr val="002060"/>
                  </a:solidFill>
                  <a:ea typeface="Calibri" panose="020F0502020204030204" pitchFamily="34" charset="0"/>
                  <a:cs typeface="Shruti" panose="020B0502040204020203" pitchFamily="34" charset="0"/>
                </a:endParaRPr>
              </a:p>
            </p:txBody>
          </p:sp>
        </mc:Choice>
        <mc:Fallback xmlns="">
          <p:sp>
            <p:nvSpPr>
              <p:cNvPr id="24" name="Content Placeholder 4">
                <a:extLst>
                  <a:ext uri="{FF2B5EF4-FFF2-40B4-BE49-F238E27FC236}">
                    <a16:creationId xmlns:a16="http://schemas.microsoft.com/office/drawing/2014/main" id="{943E8303-3F55-8D0E-0F03-4169E7B8034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3311031" y="4645711"/>
                <a:ext cx="6892169" cy="508927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  <a:ln w="12700" cap="flat" cmpd="sng" algn="ctr">
                <a:noFill/>
                <a:prstDash val="solid"/>
                <a:miter lim="800000"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Content Placeholder 4">
                <a:extLst>
                  <a:ext uri="{FF2B5EF4-FFF2-40B4-BE49-F238E27FC236}">
                    <a16:creationId xmlns:a16="http://schemas.microsoft.com/office/drawing/2014/main" id="{943E8303-3F55-8D0E-0F03-4169E7B80343}"/>
                  </a:ext>
                </a:extLst>
              </p:cNvPr>
              <p:cNvSpPr txBox="1">
                <a:spLocks/>
              </p:cNvSpPr>
              <p:nvPr/>
            </p:nvSpPr>
            <p:spPr>
              <a:xfrm flipH="1">
                <a:off x="3183966" y="5337704"/>
                <a:ext cx="2400307" cy="508927"/>
              </a:xfrm>
              <a:prstGeom prst="rect">
                <a:avLst/>
              </a:prstGeom>
              <a:noFill/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vert="horz" lIns="91440" tIns="45720" rIns="91440" bIns="45720" rtlCol="0" anchor="ctr">
                <a:noAutofit/>
              </a:bodyPr>
              <a:lstStyle>
                <a:lvl1pPr marL="265113" indent="-265113" algn="just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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809625" indent="-352425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118745" indent="0">
                  <a:lnSpc>
                    <a:spcPct val="115000"/>
                  </a:lnSpc>
                  <a:spcAft>
                    <a:spcPts val="8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IN" sz="280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Shruti" panose="020B0502040204020203" pitchFamily="34" charset="0"/>
                        </a:rPr>
                        <m:t>=</m:t>
                      </m:r>
                      <m:r>
                        <a:rPr lang="en-US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Shruti" panose="020B0502040204020203" pitchFamily="34" charset="0"/>
                        </a:rPr>
                        <m:t>−62≠0</m:t>
                      </m:r>
                    </m:oMath>
                  </m:oMathPara>
                </a14:m>
                <a:endParaRPr lang="en-US" sz="2800" dirty="0">
                  <a:solidFill>
                    <a:srgbClr val="002060"/>
                  </a:solidFill>
                  <a:ea typeface="Calibri" panose="020F0502020204030204" pitchFamily="34" charset="0"/>
                  <a:cs typeface="Shruti" panose="020B0502040204020203" pitchFamily="34" charset="0"/>
                </a:endParaRPr>
              </a:p>
            </p:txBody>
          </p:sp>
        </mc:Choice>
        <mc:Fallback xmlns="">
          <p:sp>
            <p:nvSpPr>
              <p:cNvPr id="25" name="Content Placeholder 4">
                <a:extLst>
                  <a:ext uri="{FF2B5EF4-FFF2-40B4-BE49-F238E27FC236}">
                    <a16:creationId xmlns:a16="http://schemas.microsoft.com/office/drawing/2014/main" id="{943E8303-3F55-8D0E-0F03-4169E7B8034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3183966" y="5337704"/>
                <a:ext cx="2400307" cy="508927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  <a:ln w="12700" cap="flat" cmpd="sng" algn="ctr">
                <a:noFill/>
                <a:prstDash val="solid"/>
                <a:miter lim="800000"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6" name="Content Placeholder 4">
            <a:extLst>
              <a:ext uri="{FF2B5EF4-FFF2-40B4-BE49-F238E27FC236}">
                <a16:creationId xmlns:a16="http://schemas.microsoft.com/office/drawing/2014/main" id="{B615FA3C-4A8C-87BF-65FC-DD7E7382A64B}"/>
              </a:ext>
            </a:extLst>
          </p:cNvPr>
          <p:cNvSpPr txBox="1">
            <a:spLocks/>
          </p:cNvSpPr>
          <p:nvPr/>
        </p:nvSpPr>
        <p:spPr>
          <a:xfrm flipH="1">
            <a:off x="0" y="5889037"/>
            <a:ext cx="2481222" cy="5436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marL="265113" indent="-265113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Wingdings 3" panose="05040102010807070707" pitchFamily="18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9625" indent="-352425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 3" panose="05040102010807070707" pitchFamily="18" charset="2"/>
              <a:buChar char="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18745" indent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IN" sz="2800" dirty="0">
                <a:solidFill>
                  <a:srgbClr val="002060"/>
                </a:solidFill>
              </a:rPr>
              <a:t>So, Set S is LI.</a:t>
            </a:r>
            <a:endParaRPr lang="en-US" sz="2800" dirty="0">
              <a:solidFill>
                <a:srgbClr val="0020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997096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9" grpId="0"/>
      <p:bldP spid="53" grpId="0"/>
      <p:bldP spid="54" grpId="0"/>
      <p:bldP spid="55" grpId="0"/>
      <p:bldP spid="57" grpId="0" animBg="1"/>
      <p:bldP spid="57" grpId="1" animBg="1"/>
      <p:bldP spid="58" grpId="0" animBg="1"/>
      <p:bldP spid="58" grpId="1" animBg="1"/>
      <p:bldP spid="22" grpId="0"/>
      <p:bldP spid="24" grpId="0"/>
      <p:bldP spid="25" grpId="0"/>
      <p:bldP spid="26" grpId="0"/>
    </p:bldLst>
  </p:timing>
</p:sld>
</file>

<file path=ppt/slides/slide1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ECFC8A-BC0D-5D72-FE99-20313653BC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FDFDD70C-3AAE-183B-5AED-36C59E3E9B77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IN" dirty="0"/>
                  <a:t>Method:4 </a:t>
                </a:r>
                <a14:m>
                  <m:oMath xmlns:m="http://schemas.openxmlformats.org/officeDocument/2006/math">
                    <m:r>
                      <a:rPr lang="en-I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⇝</m:t>
                    </m:r>
                  </m:oMath>
                </a14:m>
                <a:r>
                  <a:rPr lang="en-IN" dirty="0"/>
                  <a:t> Example:18</a:t>
                </a:r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FDFDD70C-3AAE-183B-5AED-36C59E3E9B7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3"/>
                <a:stretch>
                  <a:fillRect l="-400" t="-8547" b="-1965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" name="Content Placeholder 4">
                <a:extLst>
                  <a:ext uri="{FF2B5EF4-FFF2-40B4-BE49-F238E27FC236}">
                    <a16:creationId xmlns:a16="http://schemas.microsoft.com/office/drawing/2014/main" id="{ED23B262-736E-4535-FBA7-00FB33ACCCF0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572936" y="719261"/>
                <a:ext cx="10415862" cy="1630938"/>
              </a:xfrm>
              <a:prstGeom prst="rect">
                <a:avLst/>
              </a:prstGeom>
              <a:noFill/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vert="horz" lIns="91440" tIns="45720" rIns="91440" bIns="45720" rtlCol="0" anchor="ctr">
                <a:noAutofit/>
              </a:bodyPr>
              <a:lstStyle>
                <a:lvl1pPr marL="265113" indent="-265113" algn="just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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809625" indent="-352425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lnSpc>
                    <a:spcPct val="150000"/>
                  </a:lnSpc>
                  <a:buNone/>
                </a:pPr>
                <a:r>
                  <a:rPr lang="en-US" sz="2800" dirty="0">
                    <a:solidFill>
                      <a:srgbClr val="002060"/>
                    </a:solidFill>
                  </a:rPr>
                  <a:t>Check</a:t>
                </a:r>
                <a14:m>
                  <m:oMath xmlns:m="http://schemas.openxmlformats.org/officeDocument/2006/math">
                    <m:r>
                      <a:rPr lang="en-US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 </m:t>
                    </m:r>
                    <m:d>
                      <m:dPr>
                        <m:begChr m:val="["/>
                        <m:endChr m:val="]"/>
                        <m:ctrlPr>
                          <a:rPr lang="en-US" sz="28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IN" sz="280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</m:m>
                        <m:r>
                          <a:rPr lang="en-US" sz="28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</m:e>
                    </m:d>
                  </m:oMath>
                </a14:m>
                <a:r>
                  <a:rPr lang="en-US" sz="2800" dirty="0">
                    <a:solidFill>
                      <a:srgbClr val="002060"/>
                    </a:solidFill>
                  </a:rPr>
                  <a:t>,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sz="28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IN" sz="280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mr>
                        </m:m>
                        <m:r>
                          <a:rPr lang="en-US" sz="28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</m:e>
                    </m:d>
                  </m:oMath>
                </a14:m>
                <a:r>
                  <a:rPr lang="en-US" sz="2800" dirty="0">
                    <a:solidFill>
                      <a:srgbClr val="002060"/>
                    </a:solidFill>
                  </a:rPr>
                  <a:t> and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sz="28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IN" sz="280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mr>
                        </m:m>
                        <m:r>
                          <a:rPr lang="en-US" sz="28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</m:e>
                    </m:d>
                    <m:r>
                      <a:rPr lang="en-US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800" dirty="0">
                    <a:solidFill>
                      <a:srgbClr val="002060"/>
                    </a:solidFill>
                  </a:rPr>
                  <a:t>are linearly dependent or independent in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𝕄</m:t>
                        </m:r>
                      </m:e>
                      <m:sub>
                        <m:r>
                          <a:rPr lang="en-US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2800" dirty="0">
                    <a:solidFill>
                      <a:srgbClr val="002060"/>
                    </a:solidFill>
                    <a:latin typeface="+mj-lt"/>
                  </a:rPr>
                  <a:t>.</a:t>
                </a:r>
                <a:endParaRPr lang="en-IN" sz="2800" dirty="0">
                  <a:solidFill>
                    <a:srgbClr val="002060"/>
                  </a:solidFill>
                  <a:latin typeface="+mj-lt"/>
                </a:endParaRPr>
              </a:p>
            </p:txBody>
          </p:sp>
        </mc:Choice>
        <mc:Fallback xmlns="">
          <p:sp>
            <p:nvSpPr>
              <p:cNvPr id="34" name="Content Placeholder 4">
                <a:extLst>
                  <a:ext uri="{FF2B5EF4-FFF2-40B4-BE49-F238E27FC236}">
                    <a16:creationId xmlns:a16="http://schemas.microsoft.com/office/drawing/2014/main" id="{ED23B262-736E-4535-FBA7-00FB33ACCCF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72936" y="719261"/>
                <a:ext cx="10415862" cy="1630938"/>
              </a:xfrm>
              <a:prstGeom prst="rect">
                <a:avLst/>
              </a:prstGeom>
              <a:blipFill>
                <a:blip r:embed="rId4"/>
                <a:stretch>
                  <a:fillRect l="-1170" r="-1170" b="-15672"/>
                </a:stretch>
              </a:blipFill>
              <a:ln w="12700" cap="flat" cmpd="sng" algn="ctr">
                <a:noFill/>
                <a:prstDash val="solid"/>
                <a:miter lim="800000"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5" name="Rectangle: Rounded Corners 34">
            <a:extLst>
              <a:ext uri="{FF2B5EF4-FFF2-40B4-BE49-F238E27FC236}">
                <a16:creationId xmlns:a16="http://schemas.microsoft.com/office/drawing/2014/main" id="{7FC45F7B-4A36-49BB-E330-CB7BC1EEC8DC}"/>
              </a:ext>
            </a:extLst>
          </p:cNvPr>
          <p:cNvSpPr/>
          <p:nvPr/>
        </p:nvSpPr>
        <p:spPr>
          <a:xfrm>
            <a:off x="122279" y="1057440"/>
            <a:ext cx="1450657" cy="468000"/>
          </a:xfrm>
          <a:prstGeom prst="roundRect">
            <a:avLst/>
          </a:prstGeom>
          <a:gradFill>
            <a:gsLst>
              <a:gs pos="10000">
                <a:srgbClr val="0E47A1"/>
              </a:gs>
              <a:gs pos="100000">
                <a:srgbClr val="03A9F5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r>
              <a:rPr lang="en-IN" sz="2800" dirty="0">
                <a:solidFill>
                  <a:schemeClr val="bg1"/>
                </a:solidFill>
              </a:rPr>
              <a:t>Example</a:t>
            </a:r>
          </a:p>
        </p:txBody>
      </p:sp>
      <p:sp>
        <p:nvSpPr>
          <p:cNvPr id="23" name="Content Placeholder 4">
            <a:extLst>
              <a:ext uri="{FF2B5EF4-FFF2-40B4-BE49-F238E27FC236}">
                <a16:creationId xmlns:a16="http://schemas.microsoft.com/office/drawing/2014/main" id="{63305C07-F1B9-4158-AB35-36DE134F7E08}"/>
              </a:ext>
            </a:extLst>
          </p:cNvPr>
          <p:cNvSpPr txBox="1">
            <a:spLocks/>
          </p:cNvSpPr>
          <p:nvPr/>
        </p:nvSpPr>
        <p:spPr>
          <a:xfrm flipH="1">
            <a:off x="6958939" y="107357"/>
            <a:ext cx="4571801" cy="5400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marL="265113" indent="-265113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Wingdings 3" panose="05040102010807070707" pitchFamily="18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9625" indent="-352425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 3" panose="05040102010807070707" pitchFamily="18" charset="2"/>
              <a:buChar char="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18745" indent="0" algn="l">
              <a:lnSpc>
                <a:spcPct val="115000"/>
              </a:lnSpc>
              <a:spcAft>
                <a:spcPts val="800"/>
              </a:spcAft>
              <a:buNone/>
            </a:pPr>
            <a:endParaRPr lang="en-US" sz="3600" b="1" dirty="0">
              <a:solidFill>
                <a:srgbClr val="3D0FE7"/>
              </a:solidFill>
              <a:latin typeface="Cambria Math" panose="02040503050406030204" pitchFamily="18" charset="0"/>
            </a:endParaRPr>
          </a:p>
        </p:txBody>
      </p:sp>
      <p:sp>
        <p:nvSpPr>
          <p:cNvPr id="15" name="Rectangle: Rounded Corners 12">
            <a:extLst>
              <a:ext uri="{FF2B5EF4-FFF2-40B4-BE49-F238E27FC236}">
                <a16:creationId xmlns:a16="http://schemas.microsoft.com/office/drawing/2014/main" id="{35972A2E-25D7-C897-9D78-CA14AF0D56C8}"/>
              </a:ext>
            </a:extLst>
          </p:cNvPr>
          <p:cNvSpPr/>
          <p:nvPr/>
        </p:nvSpPr>
        <p:spPr>
          <a:xfrm>
            <a:off x="122278" y="2696438"/>
            <a:ext cx="1450657" cy="468000"/>
          </a:xfrm>
          <a:prstGeom prst="roundRect">
            <a:avLst/>
          </a:prstGeom>
          <a:gradFill>
            <a:gsLst>
              <a:gs pos="10000">
                <a:srgbClr val="0E47A1"/>
              </a:gs>
              <a:gs pos="100000">
                <a:srgbClr val="03A9F5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en-IN" sz="2800" dirty="0">
                <a:solidFill>
                  <a:schemeClr val="bg1"/>
                </a:solidFill>
              </a:rPr>
              <a:t>Solution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Rectangle 2"/>
              <p:cNvSpPr/>
              <p:nvPr/>
            </p:nvSpPr>
            <p:spPr>
              <a:xfrm>
                <a:off x="122278" y="3576117"/>
                <a:ext cx="4628639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IN" sz="2800" dirty="0">
                    <a:solidFill>
                      <a:srgbClr val="002060"/>
                    </a:solidFill>
                    <a:ea typeface="Calibri" panose="020F0502020204030204" pitchFamily="34" charset="0"/>
                    <a:cs typeface="Shruti" panose="020B0502040204020203" pitchFamily="34" charset="0"/>
                  </a:rPr>
                  <a:t>Now,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Shruti" panose="020B0502040204020203" pitchFamily="34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Shruti" panose="020B0502040204020203" pitchFamily="34" charset="0"/>
                          </a:rPr>
                          <m:t>c</m:t>
                        </m:r>
                      </m:e>
                      <m:sub>
                        <m:r>
                          <a:rPr lang="en-IN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Shruti" panose="020B0502040204020203" pitchFamily="34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US" sz="28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Shruti" panose="020B0502040204020203" pitchFamily="34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2800" b="0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Shruti" panose="020B0502040204020203" pitchFamily="34" charset="0"/>
                          </a:rPr>
                          <m:t>A</m:t>
                        </m:r>
                      </m:e>
                      <m:sub>
                        <m:r>
                          <a:rPr lang="en-IN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Shruti" panose="020B0502040204020203" pitchFamily="34" charset="0"/>
                          </a:rPr>
                          <m:t>1</m:t>
                        </m:r>
                      </m:sub>
                    </m:sSub>
                    <m:r>
                      <a:rPr lang="en-IN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Shruti" panose="020B0502040204020203" pitchFamily="34" charset="0"/>
                      </a:rPr>
                      <m:t>+</m:t>
                    </m:r>
                    <m:sSub>
                      <m:sSubPr>
                        <m:ctrlPr>
                          <a:rPr lang="en-IN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Shruti" panose="020B0502040204020203" pitchFamily="34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Shruti" panose="020B0502040204020203" pitchFamily="34" charset="0"/>
                          </a:rPr>
                          <m:t>c</m:t>
                        </m:r>
                      </m:e>
                      <m:sub>
                        <m:r>
                          <a:rPr lang="en-IN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Shruti" panose="020B0502040204020203" pitchFamily="34" charset="0"/>
                          </a:rPr>
                          <m:t>2</m:t>
                        </m:r>
                      </m:sub>
                    </m:sSub>
                    <m:sSub>
                      <m:sSubPr>
                        <m:ctrlPr>
                          <a:rPr lang="en-US" sz="28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Shruti" panose="020B0502040204020203" pitchFamily="34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2800" b="0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Shruti" panose="020B0502040204020203" pitchFamily="34" charset="0"/>
                          </a:rPr>
                          <m:t>A</m:t>
                        </m:r>
                      </m:e>
                      <m:sub>
                        <m:r>
                          <a:rPr lang="en-IN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Shruti" panose="020B0502040204020203" pitchFamily="34" charset="0"/>
                          </a:rPr>
                          <m:t>2</m:t>
                        </m:r>
                      </m:sub>
                    </m:sSub>
                    <m:r>
                      <a:rPr lang="en-IN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Shruti" panose="020B0502040204020203" pitchFamily="34" charset="0"/>
                      </a:rPr>
                      <m:t>+</m:t>
                    </m:r>
                    <m:sSub>
                      <m:sSubPr>
                        <m:ctrlPr>
                          <a:rPr lang="en-IN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Shruti" panose="020B0502040204020203" pitchFamily="34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Shruti" panose="020B0502040204020203" pitchFamily="34" charset="0"/>
                          </a:rPr>
                          <m:t>c</m:t>
                        </m:r>
                      </m:e>
                      <m:sub>
                        <m:r>
                          <a:rPr lang="en-IN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Shruti" panose="020B0502040204020203" pitchFamily="34" charset="0"/>
                          </a:rPr>
                          <m:t>3</m:t>
                        </m:r>
                      </m:sub>
                    </m:sSub>
                    <m:sSub>
                      <m:sSubPr>
                        <m:ctrlPr>
                          <a:rPr lang="en-US" sz="28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Shruti" panose="020B0502040204020203" pitchFamily="34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2800" b="0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Shruti" panose="020B0502040204020203" pitchFamily="34" charset="0"/>
                          </a:rPr>
                          <m:t>A</m:t>
                        </m:r>
                      </m:e>
                      <m:sub>
                        <m:r>
                          <a:rPr lang="en-IN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Shruti" panose="020B0502040204020203" pitchFamily="34" charset="0"/>
                          </a:rPr>
                          <m:t>3</m:t>
                        </m:r>
                      </m:sub>
                    </m:sSub>
                    <m:r>
                      <a:rPr lang="en-US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Shruti" panose="020B0502040204020203" pitchFamily="34" charset="0"/>
                      </a:rPr>
                      <m:t>=0</m:t>
                    </m:r>
                  </m:oMath>
                </a14:m>
                <a:endParaRPr lang="en-IN" sz="2800" dirty="0">
                  <a:solidFill>
                    <a:srgbClr val="002060"/>
                  </a:solidFill>
                  <a:ea typeface="Calibri" panose="020F0502020204030204" pitchFamily="34" charset="0"/>
                  <a:cs typeface="Shruti" panose="020B0502040204020203" pitchFamily="34" charset="0"/>
                </a:endParaRPr>
              </a:p>
            </p:txBody>
          </p:sp>
        </mc:Choice>
        <mc:Fallback xmlns="">
          <p:sp>
            <p:nvSpPr>
              <p:cNvPr id="3" name="Rectangle 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2278" y="3576117"/>
                <a:ext cx="4628639" cy="523220"/>
              </a:xfrm>
              <a:prstGeom prst="rect">
                <a:avLst/>
              </a:prstGeom>
              <a:blipFill>
                <a:blip r:embed="rId5"/>
                <a:stretch>
                  <a:fillRect l="-2635" t="-12941" b="-3294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Rectangle 23"/>
              <p:cNvSpPr/>
              <p:nvPr/>
            </p:nvSpPr>
            <p:spPr>
              <a:xfrm>
                <a:off x="1572935" y="2529219"/>
                <a:ext cx="8755602" cy="810799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IN" sz="2800" dirty="0">
                    <a:solidFill>
                      <a:srgbClr val="002060"/>
                    </a:solidFill>
                    <a:ea typeface="Calibri" panose="020F0502020204030204" pitchFamily="34" charset="0"/>
                    <a:cs typeface="Shruti" panose="020B0502040204020203" pitchFamily="34" charset="0"/>
                  </a:rPr>
                  <a:t>Let,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Shruti" panose="020B0502040204020203" pitchFamily="34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2800" b="0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Shruti" panose="020B0502040204020203" pitchFamily="34" charset="0"/>
                          </a:rPr>
                          <m:t>A</m:t>
                        </m:r>
                      </m:e>
                      <m:sub>
                        <m:r>
                          <a:rPr lang="en-IN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Shruti" panose="020B0502040204020203" pitchFamily="34" charset="0"/>
                          </a:rPr>
                          <m:t>1</m:t>
                        </m:r>
                      </m:sub>
                    </m:sSub>
                    <m:r>
                      <a:rPr lang="en-US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Shruti" panose="020B0502040204020203" pitchFamily="34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IN" sz="280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</m:m>
                        <m:r>
                          <a:rPr lang="en-US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</m:e>
                    </m:d>
                    <m:r>
                      <a:rPr lang="en-US" sz="2800" b="0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   ,   </m:t>
                    </m:r>
                    <m:sSub>
                      <m:sSubPr>
                        <m:ctrlPr>
                          <a:rPr lang="en-US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Shruti" panose="020B0502040204020203" pitchFamily="34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Shruti" panose="020B0502040204020203" pitchFamily="34" charset="0"/>
                          </a:rPr>
                          <m:t>A</m:t>
                        </m:r>
                      </m:e>
                      <m:sub>
                        <m:r>
                          <a:rPr lang="en-US" sz="2800" b="0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Shruti" panose="020B0502040204020203" pitchFamily="34" charset="0"/>
                          </a:rPr>
                          <m:t>2</m:t>
                        </m:r>
                      </m:sub>
                    </m:sSub>
                    <m:r>
                      <a:rPr lang="en-US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Shruti" panose="020B0502040204020203" pitchFamily="34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IN" sz="280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mr>
                        </m:m>
                        <m:r>
                          <a:rPr lang="en-US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</m:e>
                    </m:d>
                    <m:r>
                      <a:rPr lang="en-US" sz="2800" b="0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   </m:t>
                    </m:r>
                  </m:oMath>
                </a14:m>
                <a:r>
                  <a:rPr lang="en-US" sz="2800" b="0" i="0" dirty="0">
                    <a:solidFill>
                      <a:srgbClr val="002060"/>
                    </a:solidFill>
                    <a:latin typeface="+mj-lt"/>
                  </a:rPr>
                  <a:t> and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Shruti" panose="020B0502040204020203" pitchFamily="34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Shruti" panose="020B0502040204020203" pitchFamily="34" charset="0"/>
                          </a:rPr>
                          <m:t>A</m:t>
                        </m:r>
                      </m:e>
                      <m:sub>
                        <m:r>
                          <a:rPr lang="en-US" sz="2800" b="0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Shruti" panose="020B0502040204020203" pitchFamily="34" charset="0"/>
                          </a:rPr>
                          <m:t>3</m:t>
                        </m:r>
                      </m:sub>
                    </m:sSub>
                    <m:r>
                      <a:rPr lang="en-US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Shruti" panose="020B0502040204020203" pitchFamily="34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IN" sz="280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mr>
                        </m:m>
                        <m:r>
                          <a:rPr lang="en-US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</m:e>
                    </m:d>
                  </m:oMath>
                </a14:m>
                <a:endParaRPr lang="en-IN" sz="2800" dirty="0">
                  <a:solidFill>
                    <a:srgbClr val="002060"/>
                  </a:solidFill>
                  <a:ea typeface="Calibri" panose="020F0502020204030204" pitchFamily="34" charset="0"/>
                  <a:cs typeface="Shruti" panose="020B0502040204020203" pitchFamily="34" charset="0"/>
                </a:endParaRPr>
              </a:p>
            </p:txBody>
          </p:sp>
        </mc:Choice>
        <mc:Fallback xmlns="">
          <p:sp>
            <p:nvSpPr>
              <p:cNvPr id="24" name="Rectangle 2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72935" y="2529219"/>
                <a:ext cx="8755602" cy="810799"/>
              </a:xfrm>
              <a:prstGeom prst="rect">
                <a:avLst/>
              </a:prstGeom>
              <a:blipFill>
                <a:blip r:embed="rId6"/>
                <a:stretch>
                  <a:fillRect l="-1393" b="-300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Rectangle 24"/>
              <p:cNvSpPr/>
              <p:nvPr/>
            </p:nvSpPr>
            <p:spPr>
              <a:xfrm>
                <a:off x="122278" y="4213951"/>
                <a:ext cx="10037722" cy="85921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IN" sz="280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Shruti" panose="020B0502040204020203" pitchFamily="34" charset="0"/>
                        </a:rPr>
                        <m:t>⇒</m:t>
                      </m:r>
                      <m:sSub>
                        <m:sSub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Shruti" panose="020B0502040204020203" pitchFamily="34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IN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Shruti" panose="020B0502040204020203" pitchFamily="34" charset="0"/>
                            </a:rPr>
                            <m:t>c</m:t>
                          </m:r>
                        </m:e>
                        <m:sub>
                          <m:r>
                            <a:rPr lang="en-IN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Shruti" panose="020B0502040204020203" pitchFamily="34" charset="0"/>
                            </a:rPr>
                            <m:t>1</m:t>
                          </m:r>
                        </m:sub>
                      </m:sSub>
                      <m:d>
                        <m:dPr>
                          <m:begChr m:val="["/>
                          <m:endChr m:val="]"/>
                          <m:ctrlP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IN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sz="280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sz="280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280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sz="280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</m:m>
                          <m: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d>
                      <m:r>
                        <a:rPr lang="en-IN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Shruti" panose="020B0502040204020203" pitchFamily="34" charset="0"/>
                        </a:rPr>
                        <m:t>+</m:t>
                      </m:r>
                      <m:sSub>
                        <m:sSub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Shruti" panose="020B0502040204020203" pitchFamily="34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IN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Shruti" panose="020B0502040204020203" pitchFamily="34" charset="0"/>
                            </a:rPr>
                            <m:t>c</m:t>
                          </m:r>
                        </m:e>
                        <m:sub>
                          <m:r>
                            <a:rPr lang="en-IN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Shruti" panose="020B0502040204020203" pitchFamily="34" charset="0"/>
                            </a:rPr>
                            <m:t>2</m:t>
                          </m:r>
                        </m:sub>
                      </m:sSub>
                      <m:d>
                        <m:dPr>
                          <m:begChr m:val="["/>
                          <m:endChr m:val="]"/>
                          <m:ctrlP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IN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sz="280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sz="280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280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sz="280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mr>
                          </m:m>
                          <m: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d>
                      <m:r>
                        <a:rPr lang="en-IN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Shruti" panose="020B0502040204020203" pitchFamily="34" charset="0"/>
                        </a:rPr>
                        <m:t>+</m:t>
                      </m:r>
                      <m:sSub>
                        <m:sSub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Shruti" panose="020B0502040204020203" pitchFamily="34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IN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Shruti" panose="020B0502040204020203" pitchFamily="34" charset="0"/>
                            </a:rPr>
                            <m:t>c</m:t>
                          </m:r>
                        </m:e>
                        <m:sub>
                          <m:r>
                            <a:rPr lang="en-IN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Shruti" panose="020B0502040204020203" pitchFamily="34" charset="0"/>
                            </a:rPr>
                            <m:t>3</m:t>
                          </m:r>
                        </m:sub>
                      </m:sSub>
                      <m:d>
                        <m:dPr>
                          <m:begChr m:val="["/>
                          <m:endChr m:val="]"/>
                          <m:ctrlP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IN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sz="280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sz="280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280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sz="280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mr>
                          </m:m>
                          <m: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d>
                      <m:r>
                        <a:rPr lang="en-US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Shruti" panose="020B0502040204020203" pitchFamily="34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IN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sz="280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sz="2800" b="0" i="0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280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sz="2800" b="0" i="0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</m:m>
                          <m: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d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  <a:ea typeface="Calibri" panose="020F0502020204030204" pitchFamily="34" charset="0"/>
                  <a:cs typeface="Shruti" panose="020B0502040204020203" pitchFamily="34" charset="0"/>
                </a:endParaRPr>
              </a:p>
            </p:txBody>
          </p:sp>
        </mc:Choice>
        <mc:Fallback xmlns="">
          <p:sp>
            <p:nvSpPr>
              <p:cNvPr id="25" name="Rectangle 2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2278" y="4213951"/>
                <a:ext cx="10037722" cy="85921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Rectangle 26"/>
              <p:cNvSpPr/>
              <p:nvPr/>
            </p:nvSpPr>
            <p:spPr>
              <a:xfrm>
                <a:off x="122278" y="5187775"/>
                <a:ext cx="6289409" cy="867738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80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Shruti" panose="020B0502040204020203" pitchFamily="34" charset="0"/>
                        </a:rPr>
                        <m:t>⇒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IN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IN" sz="2800" i="1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Shruti" panose="020B0502040204020203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IN" sz="280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Shruti" panose="020B0502040204020203" pitchFamily="34" charset="0"/>
                                      </a:rPr>
                                      <m:t>c</m:t>
                                    </m:r>
                                  </m:e>
                                  <m:sub>
                                    <m:r>
                                      <a:rPr lang="en-IN" sz="280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Shruti" panose="020B0502040204020203" pitchFamily="34" charset="0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a:rPr lang="en-US" sz="2800" b="0" i="1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Shruti" panose="020B0502040204020203" pitchFamily="34" charset="0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en-IN" sz="2800" i="1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Shruti" panose="020B0502040204020203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IN" sz="280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Shruti" panose="020B0502040204020203" pitchFamily="34" charset="0"/>
                                      </a:rPr>
                                      <m:t>c</m:t>
                                    </m:r>
                                  </m:e>
                                  <m:sub>
                                    <m:r>
                                      <a:rPr lang="en-US" sz="2800" b="0" i="0" smtClean="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Shruti" panose="020B0502040204020203" pitchFamily="34" charset="0"/>
                                      </a:rPr>
                                      <m:t>2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en-IN" sz="2800" i="1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Shruti" panose="020B0502040204020203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IN" sz="280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Shruti" panose="020B0502040204020203" pitchFamily="34" charset="0"/>
                                      </a:rPr>
                                      <m:t>c</m:t>
                                    </m:r>
                                  </m:e>
                                  <m:sub>
                                    <m:r>
                                      <a:rPr lang="en-IN" sz="280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Shruti" panose="020B0502040204020203" pitchFamily="34" charset="0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a:rPr lang="en-US" sz="2800" b="0" i="1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Shruti" panose="020B0502040204020203" pitchFamily="34" charset="0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en-IN" sz="2800" i="1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Shruti" panose="020B0502040204020203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IN" sz="280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Shruti" panose="020B0502040204020203" pitchFamily="34" charset="0"/>
                                      </a:rPr>
                                      <m:t>c</m:t>
                                    </m:r>
                                  </m:e>
                                  <m:sub>
                                    <m:r>
                                      <a:rPr lang="en-US" sz="2800" b="0" i="0" smtClean="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Shruti" panose="020B0502040204020203" pitchFamily="34" charset="0"/>
                                      </a:rPr>
                                      <m:t>3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IN" sz="2800" i="1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Shruti" panose="020B0502040204020203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IN" sz="280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Shruti" panose="020B0502040204020203" pitchFamily="34" charset="0"/>
                                      </a:rPr>
                                      <m:t>c</m:t>
                                    </m:r>
                                  </m:e>
                                  <m:sub>
                                    <m:r>
                                      <a:rPr lang="en-IN" sz="280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Shruti" panose="020B0502040204020203" pitchFamily="34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en-IN" sz="2800" i="1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Shruti" panose="020B0502040204020203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IN" sz="280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Shruti" panose="020B0502040204020203" pitchFamily="34" charset="0"/>
                                      </a:rPr>
                                      <m:t>c</m:t>
                                    </m:r>
                                  </m:e>
                                  <m:sub>
                                    <m:r>
                                      <a:rPr lang="en-IN" sz="280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Shruti" panose="020B0502040204020203" pitchFamily="34" charset="0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a:rPr lang="en-US" sz="2800" b="0" i="1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Shruti" panose="020B0502040204020203" pitchFamily="34" charset="0"/>
                                  </a:rPr>
                                  <m:t>+2</m:t>
                                </m:r>
                                <m:sSub>
                                  <m:sSubPr>
                                    <m:ctrlPr>
                                      <a:rPr lang="en-IN" sz="2800" i="1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Shruti" panose="020B0502040204020203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IN" sz="280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Shruti" panose="020B0502040204020203" pitchFamily="34" charset="0"/>
                                      </a:rPr>
                                      <m:t>c</m:t>
                                    </m:r>
                                  </m:e>
                                  <m:sub>
                                    <m:r>
                                      <a:rPr lang="en-US" sz="2800" b="0" i="0" smtClean="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Shruti" panose="020B0502040204020203" pitchFamily="34" charset="0"/>
                                      </a:rPr>
                                      <m:t>2</m:t>
                                    </m:r>
                                  </m:sub>
                                </m:sSub>
                                <m:r>
                                  <a:rPr lang="en-US" sz="2800" i="1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Shruti" panose="020B0502040204020203" pitchFamily="34" charset="0"/>
                                  </a:rPr>
                                  <m:t>+2</m:t>
                                </m:r>
                                <m:sSub>
                                  <m:sSubPr>
                                    <m:ctrlPr>
                                      <a:rPr lang="en-IN" sz="2800" i="1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Shruti" panose="020B0502040204020203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IN" sz="280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Shruti" panose="020B0502040204020203" pitchFamily="34" charset="0"/>
                                      </a:rPr>
                                      <m:t>c</m:t>
                                    </m:r>
                                  </m:e>
                                  <m:sub>
                                    <m:r>
                                      <a:rPr lang="en-US" sz="2800" b="0" i="0" smtClean="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Shruti" panose="020B0502040204020203" pitchFamily="34" charset="0"/>
                                      </a:rPr>
                                      <m:t>3</m:t>
                                    </m:r>
                                  </m:sub>
                                </m:sSub>
                              </m:e>
                            </m:mr>
                          </m:m>
                          <m: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d>
                      <m:r>
                        <a:rPr lang="en-US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Shruti" panose="020B0502040204020203" pitchFamily="34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IN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sz="280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sz="280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280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sz="280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</m:m>
                          <m: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d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  <a:ea typeface="Calibri" panose="020F0502020204030204" pitchFamily="34" charset="0"/>
                  <a:cs typeface="Shruti" panose="020B0502040204020203" pitchFamily="34" charset="0"/>
                </a:endParaRPr>
              </a:p>
            </p:txBody>
          </p:sp>
        </mc:Choice>
        <mc:Fallback xmlns="">
          <p:sp>
            <p:nvSpPr>
              <p:cNvPr id="27" name="Rectangle 2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2278" y="5187775"/>
                <a:ext cx="6289409" cy="867738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44283987"/>
      </p:ext>
    </p:extLst>
  </p:cSld>
  <p:clrMapOvr>
    <a:masterClrMapping/>
  </p:clrMapOvr>
</p:sld>
</file>

<file path=ppt/slides/slide1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ECFC8A-BC0D-5D72-FE99-20313653BC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FDFDD70C-3AAE-183B-5AED-36C59E3E9B77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IN" dirty="0"/>
                  <a:t>Method:4 </a:t>
                </a:r>
                <a14:m>
                  <m:oMath xmlns:m="http://schemas.openxmlformats.org/officeDocument/2006/math">
                    <m:r>
                      <a:rPr lang="en-I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⇝</m:t>
                    </m:r>
                  </m:oMath>
                </a14:m>
                <a:r>
                  <a:rPr lang="en-IN" dirty="0"/>
                  <a:t> Example:18</a:t>
                </a:r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FDFDD70C-3AAE-183B-5AED-36C59E3E9B7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3"/>
                <a:stretch>
                  <a:fillRect l="-400" t="-8547" b="-1965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" name="Content Placeholder 4">
            <a:extLst>
              <a:ext uri="{FF2B5EF4-FFF2-40B4-BE49-F238E27FC236}">
                <a16:creationId xmlns:a16="http://schemas.microsoft.com/office/drawing/2014/main" id="{63305C07-F1B9-4158-AB35-36DE134F7E08}"/>
              </a:ext>
            </a:extLst>
          </p:cNvPr>
          <p:cNvSpPr txBox="1">
            <a:spLocks/>
          </p:cNvSpPr>
          <p:nvPr/>
        </p:nvSpPr>
        <p:spPr>
          <a:xfrm flipH="1">
            <a:off x="6958939" y="107357"/>
            <a:ext cx="4571801" cy="5400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marL="265113" indent="-265113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Wingdings 3" panose="05040102010807070707" pitchFamily="18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9625" indent="-352425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 3" panose="05040102010807070707" pitchFamily="18" charset="2"/>
              <a:buChar char="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18745" indent="0" algn="l">
              <a:lnSpc>
                <a:spcPct val="115000"/>
              </a:lnSpc>
              <a:spcAft>
                <a:spcPts val="800"/>
              </a:spcAft>
              <a:buNone/>
            </a:pPr>
            <a:endParaRPr lang="en-US" sz="3600" b="1" dirty="0">
              <a:solidFill>
                <a:srgbClr val="3D0FE7"/>
              </a:solidFill>
              <a:latin typeface="Cambria Math" panose="020405030504060302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Rectangle 11"/>
              <p:cNvSpPr/>
              <p:nvPr/>
            </p:nvSpPr>
            <p:spPr>
              <a:xfrm>
                <a:off x="178786" y="869738"/>
                <a:ext cx="6289409" cy="867738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80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Shruti" panose="020B0502040204020203" pitchFamily="34" charset="0"/>
                        </a:rPr>
                        <m:t>⇒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IN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IN" sz="2800" i="1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Shruti" panose="020B0502040204020203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IN" sz="280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Shruti" panose="020B0502040204020203" pitchFamily="34" charset="0"/>
                                      </a:rPr>
                                      <m:t>c</m:t>
                                    </m:r>
                                  </m:e>
                                  <m:sub>
                                    <m:r>
                                      <a:rPr lang="en-IN" sz="280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Shruti" panose="020B0502040204020203" pitchFamily="34" charset="0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a:rPr lang="en-US" sz="2800" b="0" i="1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Shruti" panose="020B0502040204020203" pitchFamily="34" charset="0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en-IN" sz="2800" i="1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Shruti" panose="020B0502040204020203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IN" sz="280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Shruti" panose="020B0502040204020203" pitchFamily="34" charset="0"/>
                                      </a:rPr>
                                      <m:t>c</m:t>
                                    </m:r>
                                  </m:e>
                                  <m:sub>
                                    <m:r>
                                      <a:rPr lang="en-US" sz="2800" b="0" i="0" smtClean="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Shruti" panose="020B0502040204020203" pitchFamily="34" charset="0"/>
                                      </a:rPr>
                                      <m:t>2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en-IN" sz="2800" i="1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Shruti" panose="020B0502040204020203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IN" sz="280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Shruti" panose="020B0502040204020203" pitchFamily="34" charset="0"/>
                                      </a:rPr>
                                      <m:t>c</m:t>
                                    </m:r>
                                  </m:e>
                                  <m:sub>
                                    <m:r>
                                      <a:rPr lang="en-IN" sz="280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Shruti" panose="020B0502040204020203" pitchFamily="34" charset="0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a:rPr lang="en-US" sz="2800" b="0" i="1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Shruti" panose="020B0502040204020203" pitchFamily="34" charset="0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en-IN" sz="2800" i="1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Shruti" panose="020B0502040204020203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IN" sz="280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Shruti" panose="020B0502040204020203" pitchFamily="34" charset="0"/>
                                      </a:rPr>
                                      <m:t>c</m:t>
                                    </m:r>
                                  </m:e>
                                  <m:sub>
                                    <m:r>
                                      <a:rPr lang="en-US" sz="2800" b="0" i="0" smtClean="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Shruti" panose="020B0502040204020203" pitchFamily="34" charset="0"/>
                                      </a:rPr>
                                      <m:t>3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IN" sz="2800" i="1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Shruti" panose="020B0502040204020203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IN" sz="280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Shruti" panose="020B0502040204020203" pitchFamily="34" charset="0"/>
                                      </a:rPr>
                                      <m:t>c</m:t>
                                    </m:r>
                                  </m:e>
                                  <m:sub>
                                    <m:r>
                                      <a:rPr lang="en-IN" sz="280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Shruti" panose="020B0502040204020203" pitchFamily="34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en-IN" sz="2800" i="1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Shruti" panose="020B0502040204020203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IN" sz="280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Shruti" panose="020B0502040204020203" pitchFamily="34" charset="0"/>
                                      </a:rPr>
                                      <m:t>c</m:t>
                                    </m:r>
                                  </m:e>
                                  <m:sub>
                                    <m:r>
                                      <a:rPr lang="en-IN" sz="280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Shruti" panose="020B0502040204020203" pitchFamily="34" charset="0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a:rPr lang="en-US" sz="2800" b="0" i="1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Shruti" panose="020B0502040204020203" pitchFamily="34" charset="0"/>
                                  </a:rPr>
                                  <m:t>+2</m:t>
                                </m:r>
                                <m:sSub>
                                  <m:sSubPr>
                                    <m:ctrlPr>
                                      <a:rPr lang="en-IN" sz="2800" i="1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Shruti" panose="020B0502040204020203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IN" sz="280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Shruti" panose="020B0502040204020203" pitchFamily="34" charset="0"/>
                                      </a:rPr>
                                      <m:t>c</m:t>
                                    </m:r>
                                  </m:e>
                                  <m:sub>
                                    <m:r>
                                      <a:rPr lang="en-US" sz="2800" b="0" i="0" smtClean="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Shruti" panose="020B0502040204020203" pitchFamily="34" charset="0"/>
                                      </a:rPr>
                                      <m:t>2</m:t>
                                    </m:r>
                                  </m:sub>
                                </m:sSub>
                                <m:r>
                                  <a:rPr lang="en-US" sz="2800" i="1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Shruti" panose="020B0502040204020203" pitchFamily="34" charset="0"/>
                                  </a:rPr>
                                  <m:t>+2</m:t>
                                </m:r>
                                <m:sSub>
                                  <m:sSubPr>
                                    <m:ctrlPr>
                                      <a:rPr lang="en-IN" sz="2800" i="1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Shruti" panose="020B0502040204020203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IN" sz="280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Shruti" panose="020B0502040204020203" pitchFamily="34" charset="0"/>
                                      </a:rPr>
                                      <m:t>c</m:t>
                                    </m:r>
                                  </m:e>
                                  <m:sub>
                                    <m:r>
                                      <a:rPr lang="en-US" sz="2800" b="0" i="0" smtClean="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Shruti" panose="020B0502040204020203" pitchFamily="34" charset="0"/>
                                      </a:rPr>
                                      <m:t>3</m:t>
                                    </m:r>
                                  </m:sub>
                                </m:sSub>
                              </m:e>
                            </m:mr>
                          </m:m>
                          <m: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d>
                      <m:r>
                        <a:rPr lang="en-US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Shruti" panose="020B0502040204020203" pitchFamily="34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IN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sz="280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sz="280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280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sz="280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</m:m>
                          <m: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d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  <a:ea typeface="Calibri" panose="020F0502020204030204" pitchFamily="34" charset="0"/>
                  <a:cs typeface="Shruti" panose="020B0502040204020203" pitchFamily="34" charset="0"/>
                </a:endParaRPr>
              </a:p>
            </p:txBody>
          </p:sp>
        </mc:Choice>
        <mc:Fallback xmlns="">
          <p:sp>
            <p:nvSpPr>
              <p:cNvPr id="12" name="Rectangle 1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8786" y="869738"/>
                <a:ext cx="6289409" cy="867738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Content Placeholder 4">
                <a:extLst>
                  <a:ext uri="{FF2B5EF4-FFF2-40B4-BE49-F238E27FC236}">
                    <a16:creationId xmlns:a16="http://schemas.microsoft.com/office/drawing/2014/main" id="{16E27A61-A74A-EBC5-7216-484AC2382B5F}"/>
                  </a:ext>
                </a:extLst>
              </p:cNvPr>
              <p:cNvSpPr txBox="1">
                <a:spLocks/>
              </p:cNvSpPr>
              <p:nvPr/>
            </p:nvSpPr>
            <p:spPr>
              <a:xfrm flipH="1">
                <a:off x="248636" y="2760550"/>
                <a:ext cx="4408092" cy="2349386"/>
              </a:xfrm>
              <a:prstGeom prst="rect">
                <a:avLst/>
              </a:prstGeom>
              <a:noFill/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vert="horz" lIns="91440" tIns="45720" rIns="91440" bIns="45720" rtlCol="0" anchor="ctr">
                <a:noAutofit/>
              </a:bodyPr>
              <a:lstStyle>
                <a:defPPr>
                  <a:defRPr lang="en-US"/>
                </a:defPPr>
                <a:lvl1pPr marL="118745" algn="just">
                  <a:lnSpc>
                    <a:spcPct val="115000"/>
                  </a:lnSpc>
                  <a:spcBef>
                    <a:spcPts val="1000"/>
                  </a:spcBef>
                  <a:spcAft>
                    <a:spcPts val="800"/>
                  </a:spcAft>
                  <a:buClr>
                    <a:schemeClr val="accent6"/>
                  </a:buClr>
                  <a:buFont typeface="Wingdings 3" panose="05040102010807070707" pitchFamily="18" charset="2"/>
                  <a:buNone/>
                  <a:defRPr sz="2800">
                    <a:solidFill>
                      <a:srgbClr val="3A4A6A"/>
                    </a:solidFill>
                  </a:defRPr>
                </a:lvl1pPr>
              </a:lstStyle>
              <a:p>
                <a:pPr algn="l">
                  <a:lnSpc>
                    <a:spcPct val="12500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b="0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c</m:t>
                        </m:r>
                      </m:e>
                      <m:sub>
                        <m:r>
                          <a:rPr lang="en-US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b="0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c</m:t>
                        </m:r>
                      </m:e>
                      <m:sub>
                        <m:r>
                          <a:rPr lang="en-US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en-US" i="1" dirty="0">
                    <a:solidFill>
                      <a:srgbClr val="002060"/>
                    </a:solidFill>
                    <a:latin typeface="Cambria Math" panose="02040503050406030204" pitchFamily="18" charset="0"/>
                  </a:rPr>
                  <a:t> </a:t>
                </a:r>
              </a:p>
              <a:p>
                <a:pPr algn="l">
                  <a:lnSpc>
                    <a:spcPct val="125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c</m:t>
                          </m:r>
                        </m:e>
                        <m:sub>
                          <m:r>
                            <a:rPr lang="en-US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c</m:t>
                          </m:r>
                        </m:e>
                        <m:sub>
                          <m:r>
                            <a:rPr lang="en-US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US" i="1" dirty="0">
                  <a:solidFill>
                    <a:srgbClr val="002060"/>
                  </a:solidFill>
                  <a:latin typeface="Cambria Math" panose="02040503050406030204" pitchFamily="18" charset="0"/>
                </a:endParaRPr>
              </a:p>
              <a:p>
                <a:pPr algn="l">
                  <a:lnSpc>
                    <a:spcPct val="125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c</m:t>
                          </m:r>
                        </m:e>
                        <m:sub>
                          <m:r>
                            <a:rPr lang="en-US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US" b="0" i="1" dirty="0">
                  <a:solidFill>
                    <a:srgbClr val="002060"/>
                  </a:solidFill>
                  <a:latin typeface="Cambria Math" panose="02040503050406030204" pitchFamily="18" charset="0"/>
                </a:endParaRPr>
              </a:p>
              <a:p>
                <a:pPr algn="l">
                  <a:lnSpc>
                    <a:spcPct val="125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Shruti" panose="020B0502040204020203" pitchFamily="34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IN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Shruti" panose="020B0502040204020203" pitchFamily="34" charset="0"/>
                            </a:rPr>
                            <m:t>c</m:t>
                          </m:r>
                        </m:e>
                        <m:sub>
                          <m:r>
                            <a:rPr lang="en-IN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Shruti" panose="020B0502040204020203" pitchFamily="34" charset="0"/>
                            </a:rPr>
                            <m:t>1</m:t>
                          </m:r>
                        </m:sub>
                      </m:sSub>
                      <m:r>
                        <a:rPr lang="en-US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Shruti" panose="020B0502040204020203" pitchFamily="34" charset="0"/>
                        </a:rPr>
                        <m:t>+2</m:t>
                      </m:r>
                      <m:sSub>
                        <m:sSubPr>
                          <m:ctrlPr>
                            <a:rPr lang="en-IN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Shruti" panose="020B0502040204020203" pitchFamily="34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IN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Shruti" panose="020B0502040204020203" pitchFamily="34" charset="0"/>
                            </a:rPr>
                            <m:t>c</m:t>
                          </m:r>
                        </m:e>
                        <m:sub>
                          <m:r>
                            <a:rPr lang="en-US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Shruti" panose="020B0502040204020203" pitchFamily="34" charset="0"/>
                            </a:rPr>
                            <m:t>2</m:t>
                          </m:r>
                        </m:sub>
                      </m:sSub>
                      <m:r>
                        <a:rPr lang="en-US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Shruti" panose="020B0502040204020203" pitchFamily="34" charset="0"/>
                        </a:rPr>
                        <m:t>+2</m:t>
                      </m:r>
                      <m:sSub>
                        <m:sSubPr>
                          <m:ctrlPr>
                            <a:rPr lang="en-IN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Shruti" panose="020B0502040204020203" pitchFamily="34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IN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Shruti" panose="020B0502040204020203" pitchFamily="34" charset="0"/>
                            </a:rPr>
                            <m:t>c</m:t>
                          </m:r>
                        </m:e>
                        <m:sub>
                          <m:r>
                            <a:rPr lang="en-US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Shruti" panose="020B0502040204020203" pitchFamily="34" charset="0"/>
                            </a:rPr>
                            <m:t>3</m:t>
                          </m:r>
                        </m:sub>
                      </m:sSub>
                      <m:r>
                        <a:rPr lang="en-US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Shruti" panose="020B0502040204020203" pitchFamily="34" charset="0"/>
                        </a:rPr>
                        <m:t>=0</m:t>
                      </m:r>
                    </m:oMath>
                  </m:oMathPara>
                </a14:m>
                <a:endParaRPr lang="en-US" i="1" dirty="0">
                  <a:solidFill>
                    <a:srgbClr val="002060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3" name="Content Placeholder 4">
                <a:extLst>
                  <a:ext uri="{FF2B5EF4-FFF2-40B4-BE49-F238E27FC236}">
                    <a16:creationId xmlns:a16="http://schemas.microsoft.com/office/drawing/2014/main" id="{16E27A61-A74A-EBC5-7216-484AC2382B5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248636" y="2760550"/>
                <a:ext cx="4408092" cy="2349386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 w="12700" cap="flat" cmpd="sng" algn="ctr">
                <a:noFill/>
                <a:prstDash val="solid"/>
                <a:miter lim="800000"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Content Placeholder 4">
            <a:extLst>
              <a:ext uri="{FF2B5EF4-FFF2-40B4-BE49-F238E27FC236}">
                <a16:creationId xmlns:a16="http://schemas.microsoft.com/office/drawing/2014/main" id="{1A2EE99E-860B-EE9D-4F59-C6C2CE57581D}"/>
              </a:ext>
            </a:extLst>
          </p:cNvPr>
          <p:cNvSpPr txBox="1">
            <a:spLocks/>
          </p:cNvSpPr>
          <p:nvPr/>
        </p:nvSpPr>
        <p:spPr>
          <a:xfrm flipH="1">
            <a:off x="130962" y="2033013"/>
            <a:ext cx="5313761" cy="5436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defPPr>
              <a:defRPr lang="en-US"/>
            </a:defPPr>
            <a:lvl1pPr marL="118745" algn="just">
              <a:lnSpc>
                <a:spcPct val="115000"/>
              </a:lnSpc>
              <a:spcBef>
                <a:spcPts val="1000"/>
              </a:spcBef>
              <a:spcAft>
                <a:spcPts val="800"/>
              </a:spcAft>
              <a:buClr>
                <a:schemeClr val="accent6"/>
              </a:buClr>
              <a:buFont typeface="Wingdings 3" panose="05040102010807070707" pitchFamily="18" charset="2"/>
              <a:buNone/>
              <a:defRPr sz="2800">
                <a:solidFill>
                  <a:srgbClr val="3A4A6A"/>
                </a:solidFill>
              </a:defRPr>
            </a:lvl1pPr>
          </a:lstStyle>
          <a:p>
            <a:pPr>
              <a:lnSpc>
                <a:spcPct val="90000"/>
              </a:lnSpc>
            </a:pPr>
            <a:r>
              <a:rPr lang="en-US" i="0" dirty="0">
                <a:solidFill>
                  <a:srgbClr val="002060"/>
                </a:solidFill>
                <a:latin typeface="+mj-lt"/>
              </a:rPr>
              <a:t>Comparing both the sides, we have </a:t>
            </a:r>
            <a:endParaRPr lang="en-US" dirty="0">
              <a:solidFill>
                <a:srgbClr val="002060"/>
              </a:solidFill>
              <a:latin typeface="Cambria Math" panose="020405030504060302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Content Placeholder 4">
                <a:extLst>
                  <a:ext uri="{FF2B5EF4-FFF2-40B4-BE49-F238E27FC236}">
                    <a16:creationId xmlns:a16="http://schemas.microsoft.com/office/drawing/2014/main" id="{1A2EE99E-860B-EE9D-4F59-C6C2CE57581D}"/>
                  </a:ext>
                </a:extLst>
              </p:cNvPr>
              <p:cNvSpPr txBox="1">
                <a:spLocks/>
              </p:cNvSpPr>
              <p:nvPr/>
            </p:nvSpPr>
            <p:spPr>
              <a:xfrm flipH="1">
                <a:off x="3408499" y="2602690"/>
                <a:ext cx="1248229" cy="543600"/>
              </a:xfrm>
              <a:prstGeom prst="rect">
                <a:avLst/>
              </a:prstGeom>
              <a:noFill/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vert="horz" lIns="91440" tIns="45720" rIns="91440" bIns="45720" rtlCol="0" anchor="ctr">
                <a:noAutofit/>
              </a:bodyPr>
              <a:lstStyle>
                <a:defPPr>
                  <a:defRPr lang="en-US"/>
                </a:defPPr>
                <a:lvl1pPr marL="118745" algn="just">
                  <a:lnSpc>
                    <a:spcPct val="115000"/>
                  </a:lnSpc>
                  <a:spcBef>
                    <a:spcPts val="1000"/>
                  </a:spcBef>
                  <a:spcAft>
                    <a:spcPts val="800"/>
                  </a:spcAft>
                  <a:buClr>
                    <a:schemeClr val="accent6"/>
                  </a:buClr>
                  <a:buFont typeface="Wingdings 3" panose="05040102010807070707" pitchFamily="18" charset="2"/>
                  <a:buNone/>
                  <a:defRPr sz="2800">
                    <a:solidFill>
                      <a:srgbClr val="3A4A6A"/>
                    </a:solidFill>
                  </a:defRPr>
                </a:lvl1pPr>
              </a:lstStyle>
              <a:p>
                <a:pPr>
                  <a:lnSpc>
                    <a:spcPct val="90000"/>
                  </a:lnSpc>
                </a:pPr>
                <a14:m>
                  <m:oMath xmlns:m="http://schemas.openxmlformats.org/officeDocument/2006/math">
                    <m:r>
                      <a:rPr lang="en-US" i="1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…</m:t>
                    </m:r>
                    <m:d>
                      <m:dPr>
                        <m:ctrlPr>
                          <a:rPr lang="en-US" b="0" i="1" dirty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dirty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</m:oMath>
                </a14:m>
                <a:r>
                  <a:rPr lang="en-US" i="0" dirty="0">
                    <a:solidFill>
                      <a:srgbClr val="002060"/>
                    </a:solidFill>
                    <a:latin typeface="+mj-lt"/>
                  </a:rPr>
                  <a:t> </a:t>
                </a:r>
                <a:endParaRPr lang="en-US" dirty="0">
                  <a:solidFill>
                    <a:srgbClr val="002060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6" name="Content Placeholder 4">
                <a:extLst>
                  <a:ext uri="{FF2B5EF4-FFF2-40B4-BE49-F238E27FC236}">
                    <a16:creationId xmlns:a16="http://schemas.microsoft.com/office/drawing/2014/main" id="{1A2EE99E-860B-EE9D-4F59-C6C2CE57581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3408499" y="2602690"/>
                <a:ext cx="1248229" cy="54360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ln w="12700" cap="flat" cmpd="sng" algn="ctr">
                <a:noFill/>
                <a:prstDash val="solid"/>
                <a:miter lim="800000"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Content Placeholder 4">
                <a:extLst>
                  <a:ext uri="{FF2B5EF4-FFF2-40B4-BE49-F238E27FC236}">
                    <a16:creationId xmlns:a16="http://schemas.microsoft.com/office/drawing/2014/main" id="{1A2EE99E-860B-EE9D-4F59-C6C2CE57581D}"/>
                  </a:ext>
                </a:extLst>
              </p:cNvPr>
              <p:cNvSpPr txBox="1">
                <a:spLocks/>
              </p:cNvSpPr>
              <p:nvPr/>
            </p:nvSpPr>
            <p:spPr>
              <a:xfrm flipH="1">
                <a:off x="3408498" y="3241720"/>
                <a:ext cx="1248229" cy="543600"/>
              </a:xfrm>
              <a:prstGeom prst="rect">
                <a:avLst/>
              </a:prstGeom>
              <a:noFill/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vert="horz" lIns="91440" tIns="45720" rIns="91440" bIns="45720" rtlCol="0" anchor="ctr">
                <a:noAutofit/>
              </a:bodyPr>
              <a:lstStyle>
                <a:defPPr>
                  <a:defRPr lang="en-US"/>
                </a:defPPr>
                <a:lvl1pPr marL="118745" algn="just">
                  <a:lnSpc>
                    <a:spcPct val="115000"/>
                  </a:lnSpc>
                  <a:spcBef>
                    <a:spcPts val="1000"/>
                  </a:spcBef>
                  <a:spcAft>
                    <a:spcPts val="800"/>
                  </a:spcAft>
                  <a:buClr>
                    <a:schemeClr val="accent6"/>
                  </a:buClr>
                  <a:buFont typeface="Wingdings 3" panose="05040102010807070707" pitchFamily="18" charset="2"/>
                  <a:buNone/>
                  <a:defRPr sz="2800">
                    <a:solidFill>
                      <a:srgbClr val="3A4A6A"/>
                    </a:solidFill>
                  </a:defRPr>
                </a:lvl1pPr>
              </a:lstStyle>
              <a:p>
                <a:pPr>
                  <a:lnSpc>
                    <a:spcPct val="90000"/>
                  </a:lnSpc>
                </a:pPr>
                <a14:m>
                  <m:oMath xmlns:m="http://schemas.openxmlformats.org/officeDocument/2006/math">
                    <m:r>
                      <a:rPr lang="en-US" i="1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…</m:t>
                    </m:r>
                    <m:d>
                      <m:dPr>
                        <m:ctrlPr>
                          <a:rPr lang="en-US" b="0" i="1" dirty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dirty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d>
                  </m:oMath>
                </a14:m>
                <a:r>
                  <a:rPr lang="en-US" i="0" dirty="0">
                    <a:solidFill>
                      <a:srgbClr val="002060"/>
                    </a:solidFill>
                    <a:latin typeface="+mj-lt"/>
                  </a:rPr>
                  <a:t> </a:t>
                </a:r>
                <a:endParaRPr lang="en-US" dirty="0">
                  <a:solidFill>
                    <a:srgbClr val="002060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7" name="Content Placeholder 4">
                <a:extLst>
                  <a:ext uri="{FF2B5EF4-FFF2-40B4-BE49-F238E27FC236}">
                    <a16:creationId xmlns:a16="http://schemas.microsoft.com/office/drawing/2014/main" id="{1A2EE99E-860B-EE9D-4F59-C6C2CE57581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3408498" y="3241720"/>
                <a:ext cx="1248229" cy="54360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  <a:ln w="12700" cap="flat" cmpd="sng" algn="ctr">
                <a:noFill/>
                <a:prstDash val="solid"/>
                <a:miter lim="800000"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Content Placeholder 4">
                <a:extLst>
                  <a:ext uri="{FF2B5EF4-FFF2-40B4-BE49-F238E27FC236}">
                    <a16:creationId xmlns:a16="http://schemas.microsoft.com/office/drawing/2014/main" id="{1A2EE99E-860B-EE9D-4F59-C6C2CE57581D}"/>
                  </a:ext>
                </a:extLst>
              </p:cNvPr>
              <p:cNvSpPr txBox="1">
                <a:spLocks/>
              </p:cNvSpPr>
              <p:nvPr/>
            </p:nvSpPr>
            <p:spPr>
              <a:xfrm flipH="1">
                <a:off x="3408498" y="3873130"/>
                <a:ext cx="1248229" cy="543600"/>
              </a:xfrm>
              <a:prstGeom prst="rect">
                <a:avLst/>
              </a:prstGeom>
              <a:noFill/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vert="horz" lIns="91440" tIns="45720" rIns="91440" bIns="45720" rtlCol="0" anchor="ctr">
                <a:noAutofit/>
              </a:bodyPr>
              <a:lstStyle>
                <a:defPPr>
                  <a:defRPr lang="en-US"/>
                </a:defPPr>
                <a:lvl1pPr marL="118745" algn="just">
                  <a:lnSpc>
                    <a:spcPct val="115000"/>
                  </a:lnSpc>
                  <a:spcBef>
                    <a:spcPts val="1000"/>
                  </a:spcBef>
                  <a:spcAft>
                    <a:spcPts val="800"/>
                  </a:spcAft>
                  <a:buClr>
                    <a:schemeClr val="accent6"/>
                  </a:buClr>
                  <a:buFont typeface="Wingdings 3" panose="05040102010807070707" pitchFamily="18" charset="2"/>
                  <a:buNone/>
                  <a:defRPr sz="2800">
                    <a:solidFill>
                      <a:srgbClr val="3A4A6A"/>
                    </a:solidFill>
                  </a:defRPr>
                </a:lvl1pPr>
              </a:lstStyle>
              <a:p>
                <a:pPr>
                  <a:lnSpc>
                    <a:spcPct val="90000"/>
                  </a:lnSpc>
                </a:pPr>
                <a14:m>
                  <m:oMath xmlns:m="http://schemas.openxmlformats.org/officeDocument/2006/math">
                    <m:r>
                      <a:rPr lang="en-US" i="1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…</m:t>
                    </m:r>
                    <m:d>
                      <m:dPr>
                        <m:ctrlPr>
                          <a:rPr lang="en-US" b="0" i="1" dirty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dirty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d>
                  </m:oMath>
                </a14:m>
                <a:r>
                  <a:rPr lang="en-US" i="0" dirty="0">
                    <a:solidFill>
                      <a:srgbClr val="002060"/>
                    </a:solidFill>
                    <a:latin typeface="+mj-lt"/>
                  </a:rPr>
                  <a:t> </a:t>
                </a:r>
                <a:endParaRPr lang="en-US" dirty="0">
                  <a:solidFill>
                    <a:srgbClr val="002060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20" name="Content Placeholder 4">
                <a:extLst>
                  <a:ext uri="{FF2B5EF4-FFF2-40B4-BE49-F238E27FC236}">
                    <a16:creationId xmlns:a16="http://schemas.microsoft.com/office/drawing/2014/main" id="{1A2EE99E-860B-EE9D-4F59-C6C2CE57581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3408498" y="3873130"/>
                <a:ext cx="1248229" cy="54360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  <a:ln w="12700" cap="flat" cmpd="sng" algn="ctr">
                <a:noFill/>
                <a:prstDash val="solid"/>
                <a:miter lim="800000"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Content Placeholder 4">
                <a:extLst>
                  <a:ext uri="{FF2B5EF4-FFF2-40B4-BE49-F238E27FC236}">
                    <a16:creationId xmlns:a16="http://schemas.microsoft.com/office/drawing/2014/main" id="{1A2EE99E-860B-EE9D-4F59-C6C2CE57581D}"/>
                  </a:ext>
                </a:extLst>
              </p:cNvPr>
              <p:cNvSpPr txBox="1">
                <a:spLocks/>
              </p:cNvSpPr>
              <p:nvPr/>
            </p:nvSpPr>
            <p:spPr>
              <a:xfrm flipH="1">
                <a:off x="3408498" y="4518085"/>
                <a:ext cx="1248229" cy="543600"/>
              </a:xfrm>
              <a:prstGeom prst="rect">
                <a:avLst/>
              </a:prstGeom>
              <a:noFill/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vert="horz" lIns="91440" tIns="45720" rIns="91440" bIns="45720" rtlCol="0" anchor="ctr">
                <a:noAutofit/>
              </a:bodyPr>
              <a:lstStyle>
                <a:defPPr>
                  <a:defRPr lang="en-US"/>
                </a:defPPr>
                <a:lvl1pPr marL="118745" algn="just">
                  <a:lnSpc>
                    <a:spcPct val="115000"/>
                  </a:lnSpc>
                  <a:spcBef>
                    <a:spcPts val="1000"/>
                  </a:spcBef>
                  <a:spcAft>
                    <a:spcPts val="800"/>
                  </a:spcAft>
                  <a:buClr>
                    <a:schemeClr val="accent6"/>
                  </a:buClr>
                  <a:buFont typeface="Wingdings 3" panose="05040102010807070707" pitchFamily="18" charset="2"/>
                  <a:buNone/>
                  <a:defRPr sz="2800">
                    <a:solidFill>
                      <a:srgbClr val="3A4A6A"/>
                    </a:solidFill>
                  </a:defRPr>
                </a:lvl1pPr>
              </a:lstStyle>
              <a:p>
                <a:pPr>
                  <a:lnSpc>
                    <a:spcPct val="90000"/>
                  </a:lnSpc>
                </a:pPr>
                <a14:m>
                  <m:oMath xmlns:m="http://schemas.openxmlformats.org/officeDocument/2006/math">
                    <m:r>
                      <a:rPr lang="en-US" i="1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…</m:t>
                    </m:r>
                    <m:d>
                      <m:dPr>
                        <m:ctrlPr>
                          <a:rPr lang="en-US" b="0" i="1" dirty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dirty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e>
                    </m:d>
                  </m:oMath>
                </a14:m>
                <a:r>
                  <a:rPr lang="en-US" i="0" dirty="0">
                    <a:solidFill>
                      <a:srgbClr val="002060"/>
                    </a:solidFill>
                    <a:latin typeface="+mj-lt"/>
                  </a:rPr>
                  <a:t> </a:t>
                </a:r>
                <a:endParaRPr lang="en-US" dirty="0">
                  <a:solidFill>
                    <a:srgbClr val="002060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22" name="Content Placeholder 4">
                <a:extLst>
                  <a:ext uri="{FF2B5EF4-FFF2-40B4-BE49-F238E27FC236}">
                    <a16:creationId xmlns:a16="http://schemas.microsoft.com/office/drawing/2014/main" id="{1A2EE99E-860B-EE9D-4F59-C6C2CE57581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3408498" y="4518085"/>
                <a:ext cx="1248229" cy="543600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  <a:ln w="12700" cap="flat" cmpd="sng" algn="ctr">
                <a:noFill/>
                <a:prstDash val="solid"/>
                <a:miter lim="800000"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5" name="Rectangle: Rounded Corners 37">
            <a:extLst>
              <a:ext uri="{FF2B5EF4-FFF2-40B4-BE49-F238E27FC236}">
                <a16:creationId xmlns:a16="http://schemas.microsoft.com/office/drawing/2014/main" id="{C23C8852-12D4-0359-F932-9FDF57F1804C}"/>
              </a:ext>
            </a:extLst>
          </p:cNvPr>
          <p:cNvSpPr/>
          <p:nvPr/>
        </p:nvSpPr>
        <p:spPr>
          <a:xfrm>
            <a:off x="6078000" y="2122106"/>
            <a:ext cx="36000" cy="3272727"/>
          </a:xfrm>
          <a:prstGeom prst="roundRect">
            <a:avLst/>
          </a:prstGeom>
          <a:gradFill>
            <a:gsLst>
              <a:gs pos="10000">
                <a:srgbClr val="0E47A1"/>
              </a:gs>
              <a:gs pos="100000">
                <a:srgbClr val="03A9F5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algn="ctr"/>
            <a:r>
              <a:rPr lang="en-IN" sz="2800" b="1" dirty="0">
                <a:solidFill>
                  <a:schemeClr val="bg1"/>
                </a:solidFill>
              </a:rPr>
              <a:t>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6" name="Content Placeholder 4">
                <a:extLst>
                  <a:ext uri="{FF2B5EF4-FFF2-40B4-BE49-F238E27FC236}">
                    <a16:creationId xmlns:a16="http://schemas.microsoft.com/office/drawing/2014/main" id="{1A2EE99E-860B-EE9D-4F59-C6C2CE57581D}"/>
                  </a:ext>
                </a:extLst>
              </p:cNvPr>
              <p:cNvSpPr txBox="1">
                <a:spLocks/>
              </p:cNvSpPr>
              <p:nvPr/>
            </p:nvSpPr>
            <p:spPr>
              <a:xfrm flipH="1">
                <a:off x="6368476" y="2033013"/>
                <a:ext cx="5654191" cy="543600"/>
              </a:xfrm>
              <a:prstGeom prst="rect">
                <a:avLst/>
              </a:prstGeom>
              <a:noFill/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vert="horz" lIns="91440" tIns="45720" rIns="91440" bIns="45720" rtlCol="0" anchor="ctr">
                <a:noAutofit/>
              </a:bodyPr>
              <a:lstStyle>
                <a:defPPr>
                  <a:defRPr lang="en-US"/>
                </a:defPPr>
                <a:lvl1pPr marL="118745" algn="just">
                  <a:lnSpc>
                    <a:spcPct val="115000"/>
                  </a:lnSpc>
                  <a:spcBef>
                    <a:spcPts val="1000"/>
                  </a:spcBef>
                  <a:spcAft>
                    <a:spcPts val="800"/>
                  </a:spcAft>
                  <a:buClr>
                    <a:schemeClr val="accent6"/>
                  </a:buClr>
                  <a:buFont typeface="Wingdings 3" panose="05040102010807070707" pitchFamily="18" charset="2"/>
                  <a:buNone/>
                  <a:defRPr sz="2800">
                    <a:solidFill>
                      <a:srgbClr val="3A4A6A"/>
                    </a:solidFill>
                  </a:defRPr>
                </a:lvl1pPr>
              </a:lstStyle>
              <a:p>
                <a:pPr>
                  <a:lnSpc>
                    <a:spcPct val="90000"/>
                  </a:lnSpc>
                </a:pPr>
                <a:r>
                  <a:rPr lang="en-US" dirty="0">
                    <a:solidFill>
                      <a:srgbClr val="002060"/>
                    </a:solidFill>
                    <a:latin typeface="+mj-lt"/>
                  </a:rPr>
                  <a:t>By using </a:t>
                </a:r>
                <a:r>
                  <a:rPr lang="en-US" b="1" dirty="0">
                    <a:solidFill>
                      <a:srgbClr val="FF0000"/>
                    </a:solidFill>
                    <a:latin typeface="+mj-lt"/>
                  </a:rPr>
                  <a:t>Eq.</a:t>
                </a:r>
                <a14:m>
                  <m:oMath xmlns:m="http://schemas.openxmlformats.org/officeDocument/2006/math">
                    <m:r>
                      <a:rPr lang="en-US" b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1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𝟑</m:t>
                    </m:r>
                    <m:r>
                      <a:rPr lang="en-US" b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>
                    <a:solidFill>
                      <a:srgbClr val="002060"/>
                    </a:solidFill>
                    <a:latin typeface="+mj-lt"/>
                  </a:rPr>
                  <a:t> in Eq.</a:t>
                </a:r>
                <a14:m>
                  <m:oMath xmlns:m="http://schemas.openxmlformats.org/officeDocument/2006/math">
                    <m:r>
                      <a:rPr lang="en-US" dirty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(1)</m:t>
                    </m:r>
                  </m:oMath>
                </a14:m>
                <a:r>
                  <a:rPr lang="en-US" dirty="0">
                    <a:solidFill>
                      <a:srgbClr val="002060"/>
                    </a:solidFill>
                    <a:latin typeface="+mj-lt"/>
                  </a:rPr>
                  <a:t> and Eq.</a:t>
                </a:r>
                <a14:m>
                  <m:oMath xmlns:m="http://schemas.openxmlformats.org/officeDocument/2006/math">
                    <m:r>
                      <a:rPr lang="en-US" dirty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(2)</m:t>
                    </m:r>
                  </m:oMath>
                </a14:m>
                <a:r>
                  <a:rPr lang="en-US" dirty="0">
                    <a:solidFill>
                      <a:srgbClr val="002060"/>
                    </a:solidFill>
                    <a:latin typeface="+mj-lt"/>
                  </a:rPr>
                  <a:t>,</a:t>
                </a:r>
              </a:p>
            </p:txBody>
          </p:sp>
        </mc:Choice>
        <mc:Fallback xmlns="">
          <p:sp>
            <p:nvSpPr>
              <p:cNvPr id="26" name="Content Placeholder 4">
                <a:extLst>
                  <a:ext uri="{FF2B5EF4-FFF2-40B4-BE49-F238E27FC236}">
                    <a16:creationId xmlns:a16="http://schemas.microsoft.com/office/drawing/2014/main" id="{1A2EE99E-860B-EE9D-4F59-C6C2CE57581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6368476" y="2033013"/>
                <a:ext cx="5654191" cy="543600"/>
              </a:xfrm>
              <a:prstGeom prst="rect">
                <a:avLst/>
              </a:prstGeom>
              <a:blipFill>
                <a:blip r:embed="rId10"/>
                <a:stretch>
                  <a:fillRect l="-216" t="-12222" r="-647" b="-24444"/>
                </a:stretch>
              </a:blipFill>
              <a:ln w="12700" cap="flat" cmpd="sng" algn="ctr">
                <a:noFill/>
                <a:prstDash val="solid"/>
                <a:miter lim="800000"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Content Placeholder 4">
                <a:extLst>
                  <a:ext uri="{FF2B5EF4-FFF2-40B4-BE49-F238E27FC236}">
                    <a16:creationId xmlns:a16="http://schemas.microsoft.com/office/drawing/2014/main" id="{1A2EE99E-860B-EE9D-4F59-C6C2CE57581D}"/>
                  </a:ext>
                </a:extLst>
              </p:cNvPr>
              <p:cNvSpPr txBox="1">
                <a:spLocks/>
              </p:cNvSpPr>
              <p:nvPr/>
            </p:nvSpPr>
            <p:spPr>
              <a:xfrm flipH="1">
                <a:off x="6368476" y="2747470"/>
                <a:ext cx="4517238" cy="543600"/>
              </a:xfrm>
              <a:prstGeom prst="rect">
                <a:avLst/>
              </a:prstGeom>
              <a:noFill/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vert="horz" lIns="91440" tIns="45720" rIns="91440" bIns="45720" rtlCol="0" anchor="ctr">
                <a:noAutofit/>
              </a:bodyPr>
              <a:lstStyle>
                <a:defPPr>
                  <a:defRPr lang="en-US"/>
                </a:defPPr>
                <a:lvl1pPr marL="118745" algn="just">
                  <a:lnSpc>
                    <a:spcPct val="115000"/>
                  </a:lnSpc>
                  <a:spcBef>
                    <a:spcPts val="1000"/>
                  </a:spcBef>
                  <a:spcAft>
                    <a:spcPts val="800"/>
                  </a:spcAft>
                  <a:buClr>
                    <a:schemeClr val="accent6"/>
                  </a:buClr>
                  <a:buFont typeface="Wingdings 3" panose="05040102010807070707" pitchFamily="18" charset="2"/>
                  <a:buNone/>
                  <a:defRPr sz="2800">
                    <a:solidFill>
                      <a:srgbClr val="3A4A6A"/>
                    </a:solidFill>
                  </a:defRPr>
                </a:lvl1pPr>
              </a:lstStyle>
              <a:p>
                <a:pPr>
                  <a:lnSpc>
                    <a:spcPct val="90000"/>
                  </a:lnSpc>
                </a:pPr>
                <a:r>
                  <a:rPr lang="en-US" dirty="0">
                    <a:solidFill>
                      <a:srgbClr val="002060"/>
                    </a:solidFill>
                  </a:rPr>
                  <a:t>We have 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c</m:t>
                        </m:r>
                      </m:e>
                      <m:sub>
                        <m:r>
                          <a:rPr lang="en-US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US" dirty="0">
                    <a:solidFill>
                      <a:srgbClr val="002060"/>
                    </a:solidFill>
                    <a:latin typeface="+mj-lt"/>
                  </a:rPr>
                  <a:t>   &amp;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c</m:t>
                        </m:r>
                      </m:e>
                      <m:sub>
                        <m:r>
                          <a:rPr lang="en-US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US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endParaRPr lang="en-US" sz="40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27" name="Content Placeholder 4">
                <a:extLst>
                  <a:ext uri="{FF2B5EF4-FFF2-40B4-BE49-F238E27FC236}">
                    <a16:creationId xmlns:a16="http://schemas.microsoft.com/office/drawing/2014/main" id="{1A2EE99E-860B-EE9D-4F59-C6C2CE57581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6368476" y="2747470"/>
                <a:ext cx="4517238" cy="543600"/>
              </a:xfrm>
              <a:prstGeom prst="rect">
                <a:avLst/>
              </a:prstGeom>
              <a:blipFill>
                <a:blip r:embed="rId11"/>
                <a:stretch>
                  <a:fillRect l="-270" t="-13483" b="-24719"/>
                </a:stretch>
              </a:blipFill>
              <a:ln w="12700" cap="flat" cmpd="sng" algn="ctr">
                <a:noFill/>
                <a:prstDash val="solid"/>
                <a:miter lim="800000"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Content Placeholder 4">
                <a:extLst>
                  <a:ext uri="{FF2B5EF4-FFF2-40B4-BE49-F238E27FC236}">
                    <a16:creationId xmlns:a16="http://schemas.microsoft.com/office/drawing/2014/main" id="{1A2EE99E-860B-EE9D-4F59-C6C2CE57581D}"/>
                  </a:ext>
                </a:extLst>
              </p:cNvPr>
              <p:cNvSpPr txBox="1">
                <a:spLocks/>
              </p:cNvSpPr>
              <p:nvPr/>
            </p:nvSpPr>
            <p:spPr>
              <a:xfrm flipH="1">
                <a:off x="6368476" y="3461927"/>
                <a:ext cx="5162264" cy="543600"/>
              </a:xfrm>
              <a:prstGeom prst="rect">
                <a:avLst/>
              </a:prstGeom>
              <a:noFill/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vert="horz" lIns="91440" tIns="45720" rIns="91440" bIns="45720" rtlCol="0" anchor="ctr">
                <a:noAutofit/>
              </a:bodyPr>
              <a:lstStyle>
                <a:defPPr>
                  <a:defRPr lang="en-US"/>
                </a:defPPr>
                <a:lvl1pPr marL="118745" algn="just">
                  <a:lnSpc>
                    <a:spcPct val="115000"/>
                  </a:lnSpc>
                  <a:spcBef>
                    <a:spcPts val="1000"/>
                  </a:spcBef>
                  <a:spcAft>
                    <a:spcPts val="800"/>
                  </a:spcAft>
                  <a:buClr>
                    <a:schemeClr val="accent6"/>
                  </a:buClr>
                  <a:buFont typeface="Wingdings 3" panose="05040102010807070707" pitchFamily="18" charset="2"/>
                  <a:buNone/>
                  <a:defRPr sz="2800">
                    <a:solidFill>
                      <a:srgbClr val="3A4A6A"/>
                    </a:solidFill>
                  </a:defRPr>
                </a:lvl1pPr>
              </a:lstStyle>
              <a:p>
                <a:pPr>
                  <a:lnSpc>
                    <a:spcPct val="90000"/>
                  </a:lnSpc>
                </a:pPr>
                <a:r>
                  <a:rPr lang="en-US" dirty="0">
                    <a:solidFill>
                      <a:srgbClr val="002060"/>
                    </a:solidFill>
                  </a:rPr>
                  <a:t>So,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c</m:t>
                        </m:r>
                      </m:e>
                      <m:sub>
                        <m:r>
                          <a:rPr lang="en-US" b="0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c</m:t>
                        </m:r>
                      </m:e>
                      <m:sub>
                        <m:r>
                          <a:rPr lang="en-US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c</m:t>
                        </m:r>
                      </m:e>
                      <m:sub>
                        <m:r>
                          <a:rPr lang="en-US" b="0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US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=0</m:t>
                    </m:r>
                    <m:r>
                      <a:rPr lang="en-US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en-US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30" name="Content Placeholder 4">
                <a:extLst>
                  <a:ext uri="{FF2B5EF4-FFF2-40B4-BE49-F238E27FC236}">
                    <a16:creationId xmlns:a16="http://schemas.microsoft.com/office/drawing/2014/main" id="{1A2EE99E-860B-EE9D-4F59-C6C2CE57581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6368476" y="3461927"/>
                <a:ext cx="5162264" cy="543600"/>
              </a:xfrm>
              <a:prstGeom prst="rect">
                <a:avLst/>
              </a:prstGeom>
              <a:blipFill>
                <a:blip r:embed="rId12"/>
                <a:stretch>
                  <a:fillRect l="-236" t="-13483" b="-24719"/>
                </a:stretch>
              </a:blipFill>
              <a:ln w="12700" cap="flat" cmpd="sng" algn="ctr">
                <a:noFill/>
                <a:prstDash val="solid"/>
                <a:miter lim="800000"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Content Placeholder 4">
                <a:extLst>
                  <a:ext uri="{FF2B5EF4-FFF2-40B4-BE49-F238E27FC236}">
                    <a16:creationId xmlns:a16="http://schemas.microsoft.com/office/drawing/2014/main" id="{1A2EE99E-860B-EE9D-4F59-C6C2CE57581D}"/>
                  </a:ext>
                </a:extLst>
              </p:cNvPr>
              <p:cNvSpPr txBox="1">
                <a:spLocks/>
              </p:cNvSpPr>
              <p:nvPr/>
            </p:nvSpPr>
            <p:spPr>
              <a:xfrm flipH="1">
                <a:off x="6368476" y="4176384"/>
                <a:ext cx="5162264" cy="543600"/>
              </a:xfrm>
              <a:prstGeom prst="rect">
                <a:avLst/>
              </a:prstGeom>
              <a:noFill/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vert="horz" lIns="91440" tIns="45720" rIns="91440" bIns="45720" rtlCol="0" anchor="ctr">
                <a:noAutofit/>
              </a:bodyPr>
              <a:lstStyle>
                <a:defPPr>
                  <a:defRPr lang="en-US"/>
                </a:defPPr>
                <a:lvl1pPr marL="118745" algn="just">
                  <a:lnSpc>
                    <a:spcPct val="115000"/>
                  </a:lnSpc>
                  <a:spcBef>
                    <a:spcPts val="1000"/>
                  </a:spcBef>
                  <a:spcAft>
                    <a:spcPts val="800"/>
                  </a:spcAft>
                  <a:buClr>
                    <a:schemeClr val="accent6"/>
                  </a:buClr>
                  <a:buFont typeface="Wingdings 3" panose="05040102010807070707" pitchFamily="18" charset="2"/>
                  <a:buNone/>
                  <a:defRPr sz="2800">
                    <a:solidFill>
                      <a:srgbClr val="3A4A6A"/>
                    </a:solidFill>
                  </a:defRPr>
                </a:lvl1pPr>
              </a:lstStyle>
              <a:p>
                <a:pPr>
                  <a:lnSpc>
                    <a:spcPct val="90000"/>
                  </a:lnSpc>
                </a:pPr>
                <a:r>
                  <a:rPr lang="en-US" dirty="0">
                    <a:solidFill>
                      <a:srgbClr val="002060"/>
                    </a:solidFill>
                  </a:rPr>
                  <a:t>Hence,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Shruti" panose="020B0502040204020203" pitchFamily="34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Shruti" panose="020B0502040204020203" pitchFamily="34" charset="0"/>
                          </a:rPr>
                          <m:t>A</m:t>
                        </m:r>
                      </m:e>
                      <m:sub>
                        <m:r>
                          <a:rPr lang="en-IN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Shruti" panose="020B0502040204020203" pitchFamily="34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Shruti" panose="020B0502040204020203" pitchFamily="34" charset="0"/>
                      </a:rPr>
                      <m:t>,</m:t>
                    </m:r>
                    <m:sSub>
                      <m:sSubPr>
                        <m:ctrlPr>
                          <a:rPr lang="en-US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Shruti" panose="020B0502040204020203" pitchFamily="34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Shruti" panose="020B0502040204020203" pitchFamily="34" charset="0"/>
                          </a:rPr>
                          <m:t>A</m:t>
                        </m:r>
                      </m:e>
                      <m:sub>
                        <m:r>
                          <a:rPr lang="en-IN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Shruti" panose="020B0502040204020203" pitchFamily="34" charset="0"/>
                          </a:rPr>
                          <m:t>2</m:t>
                        </m:r>
                      </m:sub>
                    </m:sSub>
                    <m:r>
                      <a:rPr lang="en-US" b="0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Shruti" panose="020B0502040204020203" pitchFamily="34" charset="0"/>
                      </a:rPr>
                      <m:t>,</m:t>
                    </m:r>
                  </m:oMath>
                </a14:m>
                <a:r>
                  <a:rPr lang="en-US" b="0" i="0" dirty="0">
                    <a:solidFill>
                      <a:srgbClr val="002060"/>
                    </a:solidFill>
                    <a:latin typeface="+mj-lt"/>
                    <a:ea typeface="Calibri" panose="020F0502020204030204" pitchFamily="34" charset="0"/>
                    <a:cs typeface="Shruti" panose="020B0502040204020203" pitchFamily="34" charset="0"/>
                  </a:rPr>
                  <a:t> and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Shruti" panose="020B0502040204020203" pitchFamily="34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Shruti" panose="020B0502040204020203" pitchFamily="34" charset="0"/>
                          </a:rPr>
                          <m:t>A</m:t>
                        </m:r>
                      </m:e>
                      <m:sub>
                        <m:r>
                          <a:rPr lang="en-IN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Shruti" panose="020B0502040204020203" pitchFamily="34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lang="en-US" dirty="0">
                    <a:solidFill>
                      <a:srgbClr val="002060"/>
                    </a:solidFill>
                  </a:rPr>
                  <a:t> are LI. </a:t>
                </a:r>
              </a:p>
            </p:txBody>
          </p:sp>
        </mc:Choice>
        <mc:Fallback xmlns="">
          <p:sp>
            <p:nvSpPr>
              <p:cNvPr id="31" name="Content Placeholder 4">
                <a:extLst>
                  <a:ext uri="{FF2B5EF4-FFF2-40B4-BE49-F238E27FC236}">
                    <a16:creationId xmlns:a16="http://schemas.microsoft.com/office/drawing/2014/main" id="{1A2EE99E-860B-EE9D-4F59-C6C2CE57581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6368476" y="4176384"/>
                <a:ext cx="5162264" cy="543600"/>
              </a:xfrm>
              <a:prstGeom prst="rect">
                <a:avLst/>
              </a:prstGeom>
              <a:blipFill>
                <a:blip r:embed="rId13"/>
                <a:stretch>
                  <a:fillRect l="-236" t="-13483" b="-25843"/>
                </a:stretch>
              </a:blipFill>
              <a:ln w="12700" cap="flat" cmpd="sng" algn="ctr">
                <a:noFill/>
                <a:prstDash val="solid"/>
                <a:miter lim="800000"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58302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4" grpId="0"/>
      <p:bldP spid="16" grpId="0"/>
      <p:bldP spid="17" grpId="0"/>
      <p:bldP spid="20" grpId="0"/>
      <p:bldP spid="22" grpId="0"/>
      <p:bldP spid="25" grpId="0" animBg="1"/>
      <p:bldP spid="26" grpId="0"/>
      <p:bldP spid="27" grpId="0"/>
      <p:bldP spid="30" grpId="0"/>
      <p:bldP spid="31" grpId="0"/>
    </p:bldLst>
  </p:timing>
</p:sld>
</file>

<file path=ppt/slides/slide1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Method-5</a:t>
            </a:r>
            <a:br>
              <a:rPr lang="en-US" dirty="0"/>
            </a:br>
            <a:r>
              <a:rPr lang="en-US" dirty="0"/>
              <a:t>Basis and Dimension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DD1B15B0-DB21-4AD4-8A0D-08E74D04D8C7}"/>
              </a:ext>
            </a:extLst>
          </p:cNvPr>
          <p:cNvSpPr txBox="1">
            <a:spLocks/>
          </p:cNvSpPr>
          <p:nvPr/>
        </p:nvSpPr>
        <p:spPr>
          <a:xfrm>
            <a:off x="838200" y="2002632"/>
            <a:ext cx="10515600" cy="285273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6000" b="1" kern="1200" dirty="0">
                <a:gradFill flip="none" rotWithShape="1">
                  <a:gsLst>
                    <a:gs pos="0">
                      <a:srgbClr val="1D3064"/>
                    </a:gs>
                    <a:gs pos="100000">
                      <a:schemeClr val="tx2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endParaRPr lang="en-IN" dirty="0">
              <a:gradFill flip="none" rotWithShape="1">
                <a:gsLst>
                  <a:gs pos="10000">
                    <a:schemeClr val="accent6">
                      <a:lumMod val="50000"/>
                    </a:schemeClr>
                  </a:gs>
                  <a:gs pos="100000">
                    <a:schemeClr val="accent6"/>
                  </a:gs>
                </a:gsLst>
                <a:lin ang="0" scaled="1"/>
                <a:tileRect/>
              </a:gradFill>
            </a:endParaRPr>
          </a:p>
          <a:p>
            <a:endParaRPr lang="en-IN" dirty="0">
              <a:gradFill flip="none" rotWithShape="1">
                <a:gsLst>
                  <a:gs pos="10000">
                    <a:schemeClr val="accent6">
                      <a:lumMod val="50000"/>
                    </a:schemeClr>
                  </a:gs>
                  <a:gs pos="100000">
                    <a:schemeClr val="accent6"/>
                  </a:gs>
                </a:gsLst>
                <a:lin ang="0" scaled="1"/>
                <a:tileRect/>
              </a:gradFill>
            </a:endParaRPr>
          </a:p>
        </p:txBody>
      </p:sp>
    </p:spTree>
    <p:extLst>
      <p:ext uri="{BB962C8B-B14F-4D97-AF65-F5344CB8AC3E}">
        <p14:creationId xmlns:p14="http://schemas.microsoft.com/office/powerpoint/2010/main" val="1511043719"/>
      </p:ext>
    </p:extLst>
  </p:cSld>
  <p:clrMapOvr>
    <a:masterClrMapping/>
  </p:clrMapOvr>
</p:sld>
</file>

<file path=ppt/slides/slide1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Basis</a:t>
            </a:r>
            <a:endParaRPr lang="en-I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/>
                <a:r>
                  <a:rPr lang="en-US" dirty="0"/>
                  <a:t>A non-empty subset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>
                        <a:latin typeface="Cambria Math" panose="02040503050406030204" pitchFamily="18" charset="0"/>
                      </a:rPr>
                      <m:t>S</m:t>
                    </m:r>
                    <m:r>
                      <a:rPr lang="en-US" b="0" i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US" b="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0">
                            <a:latin typeface="Cambria Math" panose="02040503050406030204" pitchFamily="18" charset="0"/>
                          </a:rPr>
                          <m:t> </m:t>
                        </m:r>
                        <m:sSub>
                          <m:sSubPr>
                            <m:ctrlPr>
                              <a:rPr lang="en-US" b="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b="0" i="0">
                                <a:latin typeface="Cambria Math" panose="02040503050406030204" pitchFamily="18" charset="0"/>
                              </a:rPr>
                              <m:t>u</m:t>
                            </m:r>
                          </m:e>
                          <m:sub>
                            <m:r>
                              <a:rPr lang="en-US" b="0" i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b="0" i="0">
                            <a:latin typeface="Cambria Math" panose="02040503050406030204" pitchFamily="18" charset="0"/>
                          </a:rPr>
                          <m:t>, </m:t>
                        </m:r>
                        <m:sSub>
                          <m:sSubPr>
                            <m:ctrlPr>
                              <a:rPr lang="en-US" b="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b="0" i="0">
                                <a:latin typeface="Cambria Math" panose="02040503050406030204" pitchFamily="18" charset="0"/>
                              </a:rPr>
                              <m:t>u</m:t>
                            </m:r>
                          </m:e>
                          <m:sub>
                            <m:r>
                              <a:rPr lang="en-US" b="0" i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b="0" i="0">
                            <a:latin typeface="Cambria Math" panose="02040503050406030204" pitchFamily="18" charset="0"/>
                          </a:rPr>
                          <m:t>, </m:t>
                        </m:r>
                        <m:sSub>
                          <m:sSubPr>
                            <m:ctrlPr>
                              <a:rPr lang="en-US" b="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b="0" i="0">
                                <a:latin typeface="Cambria Math" panose="02040503050406030204" pitchFamily="18" charset="0"/>
                              </a:rPr>
                              <m:t>u</m:t>
                            </m:r>
                          </m:e>
                          <m:sub>
                            <m:r>
                              <a:rPr lang="en-US" b="0" i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  <m:r>
                          <a:rPr lang="en-US" b="0" i="0">
                            <a:latin typeface="Cambria Math" panose="02040503050406030204" pitchFamily="18" charset="0"/>
                          </a:rPr>
                          <m:t>, …</m:t>
                        </m:r>
                        <m:sSub>
                          <m:sSubPr>
                            <m:ctrlPr>
                              <a:rPr lang="en-US" b="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m:rPr>
                                <m:sty m:val="p"/>
                              </m:rPr>
                              <a:rPr lang="en-US" b="0" i="0">
                                <a:latin typeface="Cambria Math" panose="02040503050406030204" pitchFamily="18" charset="0"/>
                              </a:rPr>
                              <m:t>u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b="0" i="0">
                                <a:latin typeface="Cambria Math" panose="02040503050406030204" pitchFamily="18" charset="0"/>
                              </a:rPr>
                              <m:t>n</m:t>
                            </m:r>
                          </m:sub>
                        </m:sSub>
                        <m:r>
                          <a:rPr lang="en-US" b="0" i="0">
                            <a:latin typeface="Cambria Math" panose="02040503050406030204" pitchFamily="18" charset="0"/>
                          </a:rPr>
                          <m:t> </m:t>
                        </m:r>
                      </m:e>
                    </m:d>
                  </m:oMath>
                </a14:m>
                <a:r>
                  <a:rPr lang="en-US" dirty="0"/>
                  <a:t> of a vector space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>
                        <a:latin typeface="Cambria Math" panose="02040503050406030204" pitchFamily="18" charset="0"/>
                      </a:rPr>
                      <m:t>V</m:t>
                    </m:r>
                  </m:oMath>
                </a14:m>
                <a:r>
                  <a:rPr lang="en-US" dirty="0"/>
                  <a:t> is called a basis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>
                        <a:latin typeface="Cambria Math" panose="02040503050406030204" pitchFamily="18" charset="0"/>
                      </a:rPr>
                      <m:t>V</m:t>
                    </m:r>
                  </m:oMath>
                </a14:m>
                <a:r>
                  <a:rPr lang="en-US" dirty="0"/>
                  <a:t> if:</a:t>
                </a:r>
                <a:endParaRPr lang="en-IN" dirty="0"/>
              </a:p>
              <a:p>
                <a:pPr lvl="1"/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>
                        <a:latin typeface="Cambria Math" panose="02040503050406030204" pitchFamily="18" charset="0"/>
                      </a:rPr>
                      <m:t>S</m:t>
                    </m:r>
                  </m:oMath>
                </a14:m>
                <a:r>
                  <a:rPr lang="en-US" dirty="0"/>
                  <a:t> is linearly independent.</a:t>
                </a:r>
                <a:endParaRPr lang="en-IN" dirty="0"/>
              </a:p>
              <a:p>
                <a:pPr lvl="1"/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>
                        <a:latin typeface="Cambria Math" panose="02040503050406030204" pitchFamily="18" charset="0"/>
                      </a:rPr>
                      <m:t>Span</m:t>
                    </m:r>
                    <m:d>
                      <m:dPr>
                        <m:ctrlPr>
                          <a:rPr lang="en-US" b="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b="0" i="0">
                            <a:latin typeface="Cambria Math" panose="02040503050406030204" pitchFamily="18" charset="0"/>
                          </a:rPr>
                          <m:t>S</m:t>
                        </m:r>
                      </m:e>
                    </m:d>
                    <m:r>
                      <a:rPr lang="en-US" b="0" i="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b="0" i="0">
                        <a:latin typeface="Cambria Math" panose="02040503050406030204" pitchFamily="18" charset="0"/>
                      </a:rPr>
                      <m:t>V</m:t>
                    </m:r>
                  </m:oMath>
                </a14:m>
                <a:r>
                  <a:rPr lang="en-US" dirty="0"/>
                  <a:t>.</a:t>
                </a:r>
                <a:endParaRPr lang="en-IN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71" r="-107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420065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/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US" dirty="0"/>
                  <a:t>Procedure to check whether set </a:t>
                </a:r>
                <a14:m>
                  <m:oMath xmlns:m="http://schemas.openxmlformats.org/officeDocument/2006/math">
                    <m:r>
                      <a:rPr lang="en-US" b="1" i="1" dirty="0">
                        <a:latin typeface="Cambria Math" panose="02040503050406030204" pitchFamily="18" charset="0"/>
                      </a:rPr>
                      <m:t>𝐒</m:t>
                    </m:r>
                  </m:oMath>
                </a14:m>
                <a:r>
                  <a:rPr lang="en-US" dirty="0"/>
                  <a:t> is basis of </a:t>
                </a:r>
                <a14:m>
                  <m:oMath xmlns:m="http://schemas.openxmlformats.org/officeDocument/2006/math">
                    <m:r>
                      <a:rPr lang="en-US" b="1" i="1" dirty="0">
                        <a:latin typeface="Cambria Math" panose="02040503050406030204" pitchFamily="18" charset="0"/>
                      </a:rPr>
                      <m:t>𝐕</m:t>
                    </m:r>
                  </m:oMath>
                </a14:m>
                <a:endParaRPr lang="en-IN" dirty="0"/>
              </a:p>
            </p:txBody>
          </p:sp>
        </mc:Choice>
        <mc:Fallback xmlns="">
          <p:sp>
            <p:nvSpPr>
              <p:cNvPr id="2" name="Title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400" t="-8547" b="-1965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/>
                <a:r>
                  <a:rPr lang="en-US" dirty="0"/>
                  <a:t>Let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>
                        <a:latin typeface="Cambria Math" panose="02040503050406030204" pitchFamily="18" charset="0"/>
                      </a:rPr>
                      <m:t>S</m:t>
                    </m:r>
                    <m:r>
                      <a:rPr lang="en-US" b="1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>
                                <a:latin typeface="Cambria Math" panose="02040503050406030204" pitchFamily="18" charset="0"/>
                              </a:rPr>
                              <m:t>u</m:t>
                            </m:r>
                          </m:e>
                          <m:sub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>
                            <a:latin typeface="Cambria Math" panose="02040503050406030204" pitchFamily="18" charset="0"/>
                          </a:rPr>
                          <m:t>, 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>
                                <a:latin typeface="Cambria Math" panose="02040503050406030204" pitchFamily="18" charset="0"/>
                              </a:rPr>
                              <m:t>u</m:t>
                            </m:r>
                          </m:e>
                          <m:sub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>
                            <a:latin typeface="Cambria Math" panose="02040503050406030204" pitchFamily="18" charset="0"/>
                          </a:rPr>
                          <m:t>, 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>
                                <a:latin typeface="Cambria Math" panose="02040503050406030204" pitchFamily="18" charset="0"/>
                              </a:rPr>
                              <m:t>u</m:t>
                            </m:r>
                          </m:e>
                          <m:sub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  <m:r>
                          <a:rPr lang="en-US">
                            <a:latin typeface="Cambria Math" panose="02040503050406030204" pitchFamily="18" charset="0"/>
                          </a:rPr>
                          <m:t>, …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m:rPr>
                                <m:sty m:val="p"/>
                              </m:rPr>
                              <a:rPr lang="en-US">
                                <a:latin typeface="Cambria Math" panose="02040503050406030204" pitchFamily="18" charset="0"/>
                              </a:rPr>
                              <m:t>u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>
                                <a:latin typeface="Cambria Math" panose="02040503050406030204" pitchFamily="18" charset="0"/>
                              </a:rPr>
                              <m:t>n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dirty="0"/>
                  <a:t> be a subset of a vector space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V</m:t>
                    </m:r>
                  </m:oMath>
                </a14:m>
                <a:r>
                  <a:rPr lang="en-US" dirty="0"/>
                  <a:t>.</a:t>
                </a:r>
                <a:endParaRPr lang="en-IN" dirty="0"/>
              </a:p>
              <a:p>
                <a:pPr marL="1058862" lvl="1" indent="-514350" algn="l" fontAlgn="base">
                  <a:buFont typeface="+mj-lt"/>
                  <a:buAutoNum type="arabicPeriod"/>
                </a:pPr>
                <a:r>
                  <a:rPr lang="en-US" dirty="0"/>
                  <a:t>Write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𝐜</m:t>
                        </m:r>
                      </m:e>
                      <m:sub>
                        <m:r>
                          <a:rPr lang="en-US" b="1" i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  <m:sSub>
                      <m:sSubPr>
                        <m:ctrlPr>
                          <a:rPr lang="en-US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𝐮</m:t>
                        </m:r>
                      </m:e>
                      <m:sub>
                        <m:r>
                          <a:rPr lang="en-US" b="1" i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  <m:r>
                      <a:rPr lang="en-US" b="1" i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𝐜</m:t>
                        </m:r>
                      </m:e>
                      <m:sub>
                        <m:r>
                          <a:rPr lang="en-US" b="1" i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sub>
                    </m:sSub>
                    <m:sSub>
                      <m:sSubPr>
                        <m:ctrlPr>
                          <a:rPr lang="en-US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𝐮</m:t>
                        </m:r>
                      </m:e>
                      <m:sub>
                        <m:r>
                          <a:rPr lang="en-US" b="1" i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sub>
                    </m:sSub>
                    <m:r>
                      <a:rPr lang="en-US" b="1" i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𝐜</m:t>
                        </m:r>
                      </m:e>
                      <m:sub>
                        <m:r>
                          <a:rPr lang="en-US" b="1" i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𝟑</m:t>
                        </m:r>
                      </m:sub>
                    </m:sSub>
                    <m:sSub>
                      <m:sSubPr>
                        <m:ctrlPr>
                          <a:rPr lang="en-US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𝐮</m:t>
                        </m:r>
                      </m:e>
                      <m:sub>
                        <m:r>
                          <a:rPr lang="en-US" b="1" i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𝟑</m:t>
                        </m:r>
                      </m:sub>
                    </m:sSub>
                    <m:r>
                      <a:rPr lang="en-US" b="1" i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+…+</m:t>
                    </m:r>
                    <m:sSub>
                      <m:sSubPr>
                        <m:ctrlPr>
                          <a:rPr lang="en-US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𝐜</m:t>
                        </m:r>
                      </m:e>
                      <m:sub>
                        <m:r>
                          <a:rPr lang="en-US" b="1" i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𝐧</m:t>
                        </m:r>
                      </m:sub>
                    </m:sSub>
                    <m:sSub>
                      <m:sSubPr>
                        <m:ctrlPr>
                          <a:rPr lang="en-US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𝐮</m:t>
                        </m:r>
                      </m:e>
                      <m:sub>
                        <m:r>
                          <a:rPr lang="en-US" b="1" i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𝐧</m:t>
                        </m:r>
                      </m:sub>
                    </m:sSub>
                    <m:r>
                      <a:rPr lang="en-US" b="1" i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1" i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𝐛</m:t>
                    </m:r>
                  </m:oMath>
                </a14:m>
                <a:r>
                  <a:rPr lang="en-US" dirty="0"/>
                  <a:t>………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i</m:t>
                        </m:r>
                      </m:e>
                    </m:d>
                  </m:oMath>
                </a14:m>
                <a:r>
                  <a:rPr lang="en-US" i="0" dirty="0">
                    <a:latin typeface="+mj-lt"/>
                  </a:rPr>
                  <a:t> (To check the span)</a:t>
                </a:r>
                <a:endParaRPr lang="en-IN" dirty="0"/>
              </a:p>
              <a:p>
                <a:pPr marL="544512" lvl="1" indent="0">
                  <a:buNone/>
                </a:pPr>
                <a:r>
                  <a:rPr lang="en-US" dirty="0"/>
                  <a:t>	  and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𝐜</m:t>
                        </m:r>
                      </m:e>
                      <m:sub>
                        <m:r>
                          <a:rPr lang="en-US" b="1" i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  <m:sSub>
                      <m:sSubPr>
                        <m:ctrlPr>
                          <a:rPr lang="en-US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𝐮</m:t>
                        </m:r>
                      </m:e>
                      <m:sub>
                        <m:r>
                          <a:rPr lang="en-US" b="1" i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  <m:r>
                      <a:rPr lang="en-US" b="1" i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𝐜</m:t>
                        </m:r>
                      </m:e>
                      <m:sub>
                        <m:r>
                          <a:rPr lang="en-US" b="1" i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sub>
                    </m:sSub>
                    <m:sSub>
                      <m:sSubPr>
                        <m:ctrlPr>
                          <a:rPr lang="en-US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𝐮</m:t>
                        </m:r>
                      </m:e>
                      <m:sub>
                        <m:r>
                          <a:rPr lang="en-US" b="1" i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sub>
                    </m:sSub>
                    <m:r>
                      <a:rPr lang="en-US" b="1" i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𝐜</m:t>
                        </m:r>
                      </m:e>
                      <m:sub>
                        <m:r>
                          <a:rPr lang="en-US" b="1" i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𝟑</m:t>
                        </m:r>
                      </m:sub>
                    </m:sSub>
                    <m:sSub>
                      <m:sSubPr>
                        <m:ctrlPr>
                          <a:rPr lang="en-US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𝐮</m:t>
                        </m:r>
                      </m:e>
                      <m:sub>
                        <m:r>
                          <a:rPr lang="en-US" b="1" i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𝟑</m:t>
                        </m:r>
                      </m:sub>
                    </m:sSub>
                    <m:r>
                      <a:rPr lang="en-US" b="1" i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+…+</m:t>
                    </m:r>
                    <m:sSub>
                      <m:sSubPr>
                        <m:ctrlPr>
                          <a:rPr lang="en-US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𝐜</m:t>
                        </m:r>
                      </m:e>
                      <m:sub>
                        <m:r>
                          <a:rPr lang="en-US" b="1" i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𝐧</m:t>
                        </m:r>
                      </m:sub>
                    </m:sSub>
                    <m:sSub>
                      <m:sSubPr>
                        <m:ctrlPr>
                          <a:rPr lang="en-US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𝐮</m:t>
                        </m:r>
                      </m:e>
                      <m:sub>
                        <m:r>
                          <a:rPr lang="en-US" b="1" i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𝐧</m:t>
                        </m:r>
                      </m:sub>
                    </m:sSub>
                    <m:r>
                      <a:rPr lang="en-US" b="1" i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1" i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𝟎</m:t>
                    </m:r>
                  </m:oMath>
                </a14:m>
                <a:r>
                  <a:rPr lang="en-US" dirty="0"/>
                  <a:t>………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ii</m:t>
                        </m:r>
                      </m:e>
                    </m:d>
                  </m:oMath>
                </a14:m>
                <a:r>
                  <a:rPr lang="en-US" i="0" dirty="0">
                    <a:latin typeface="+mj-lt"/>
                  </a:rPr>
                  <a:t>   (To check LI)</a:t>
                </a:r>
                <a:endParaRPr lang="en-IN" dirty="0"/>
              </a:p>
              <a:p>
                <a:pPr marL="544512" lvl="1" indent="0">
                  <a:buNone/>
                </a:pPr>
                <a:r>
                  <a:rPr lang="en-US" dirty="0"/>
                  <a:t>	  Where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b</m:t>
                    </m:r>
                  </m:oMath>
                </a14:m>
                <a:r>
                  <a:rPr lang="en-US" dirty="0"/>
                  <a:t> is an arbitrary vector of</a:t>
                </a:r>
                <a14:m>
                  <m:oMath xmlns:m="http://schemas.openxmlformats.org/officeDocument/2006/math">
                    <m:r>
                      <a:rPr lang="en-US">
                        <a:latin typeface="Cambria Math" panose="02040503050406030204" pitchFamily="18" charset="0"/>
                      </a:rPr>
                      <m:t>  </m:t>
                    </m:r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V</m:t>
                    </m:r>
                  </m:oMath>
                </a14:m>
                <a:r>
                  <a:rPr lang="en-US" dirty="0"/>
                  <a:t>.</a:t>
                </a:r>
                <a:endParaRPr lang="en-IN" dirty="0"/>
              </a:p>
              <a:p>
                <a:pPr marL="1058862" lvl="1" indent="-514350">
                  <a:buFont typeface="+mj-lt"/>
                  <a:buAutoNum type="arabicPeriod" startAt="2"/>
                </a:pPr>
                <a:r>
                  <a:rPr lang="en-US" dirty="0"/>
                  <a:t>If the linear </a:t>
                </a:r>
                <a:r>
                  <a:rPr lang="en-US" b="1" dirty="0">
                    <a:solidFill>
                      <a:srgbClr val="FF0000"/>
                    </a:solidFill>
                  </a:rPr>
                  <a:t>system (</a:t>
                </a:r>
                <a:r>
                  <a:rPr lang="en-US" b="1" dirty="0" err="1">
                    <a:solidFill>
                      <a:srgbClr val="FF0000"/>
                    </a:solidFill>
                  </a:rPr>
                  <a:t>i</a:t>
                </a:r>
                <a:r>
                  <a:rPr lang="en-US" b="1" dirty="0">
                    <a:solidFill>
                      <a:srgbClr val="FF0000"/>
                    </a:solidFill>
                  </a:rPr>
                  <a:t>) </a:t>
                </a:r>
                <a:r>
                  <a:rPr lang="en-US" dirty="0"/>
                  <a:t>is</a:t>
                </a:r>
                <a:r>
                  <a:rPr lang="en-US" b="1" dirty="0">
                    <a:solidFill>
                      <a:srgbClr val="FF0000"/>
                    </a:solidFill>
                  </a:rPr>
                  <a:t> consistent</a:t>
                </a:r>
                <a:r>
                  <a:rPr lang="en-US" dirty="0"/>
                  <a:t> for all choices of </a:t>
                </a:r>
                <a:r>
                  <a:rPr lang="en-US" b="1" dirty="0">
                    <a:solidFill>
                      <a:srgbClr val="FF0000"/>
                    </a:solidFill>
                  </a:rPr>
                  <a:t>b </a:t>
                </a:r>
                <a:r>
                  <a:rPr lang="en-US" dirty="0"/>
                  <a:t>and</a:t>
                </a:r>
              </a:p>
              <a:p>
                <a:pPr marL="544512" lvl="1" indent="0">
                  <a:buNone/>
                </a:pPr>
                <a:r>
                  <a:rPr lang="en-US" dirty="0"/>
                  <a:t>          the linear </a:t>
                </a:r>
                <a:r>
                  <a:rPr lang="en-US" b="1" dirty="0">
                    <a:solidFill>
                      <a:srgbClr val="FF0000"/>
                    </a:solidFill>
                  </a:rPr>
                  <a:t>system (ii) </a:t>
                </a:r>
                <a:r>
                  <a:rPr lang="en-US" dirty="0"/>
                  <a:t>has</a:t>
                </a:r>
                <a:r>
                  <a:rPr lang="en-US" b="1" dirty="0">
                    <a:solidFill>
                      <a:srgbClr val="FF0000"/>
                    </a:solidFill>
                  </a:rPr>
                  <a:t> trivial solution</a:t>
                </a:r>
                <a:r>
                  <a:rPr lang="en-US" dirty="0"/>
                  <a:t>, </a:t>
                </a:r>
              </a:p>
              <a:p>
                <a:pPr marL="544512" lvl="1" indent="0">
                  <a:buNone/>
                </a:pPr>
                <a:r>
                  <a:rPr lang="en-US" dirty="0"/>
                  <a:t>	     then </a:t>
                </a:r>
                <a:r>
                  <a:rPr lang="en-US" b="1" dirty="0">
                    <a:solidFill>
                      <a:srgbClr val="FF0000"/>
                    </a:solidFill>
                  </a:rPr>
                  <a:t>S</a:t>
                </a:r>
                <a:r>
                  <a:rPr lang="en-US" dirty="0"/>
                  <a:t> is a </a:t>
                </a:r>
                <a:r>
                  <a:rPr lang="en-US" b="1" dirty="0">
                    <a:solidFill>
                      <a:srgbClr val="FF0000"/>
                    </a:solidFill>
                  </a:rPr>
                  <a:t>basis</a:t>
                </a:r>
                <a:r>
                  <a:rPr lang="en-US" dirty="0"/>
                  <a:t> for V.</a:t>
                </a:r>
                <a:endParaRPr lang="en-IN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97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043215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Remarks</a:t>
            </a:r>
            <a:endParaRPr lang="en-I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 fontAlgn="base"/>
                <a:r>
                  <a:rPr lang="en-US" dirty="0"/>
                  <a:t>To analyze the consistency of the system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AX</m:t>
                    </m:r>
                    <m:r>
                      <a:rPr lang="en-US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B</m:t>
                    </m:r>
                  </m:oMath>
                </a14:m>
                <a:r>
                  <a:rPr lang="en-US" dirty="0"/>
                  <a:t> </a:t>
                </a:r>
                <a:r>
                  <a:rPr lang="en-US" b="1" dirty="0">
                    <a:solidFill>
                      <a:srgbClr val="FF0000"/>
                    </a:solidFill>
                  </a:rPr>
                  <a:t>(For Square Matrix only)</a:t>
                </a:r>
                <a:endParaRPr lang="en-IN" dirty="0">
                  <a:solidFill>
                    <a:srgbClr val="FF0000"/>
                  </a:solidFill>
                </a:endParaRPr>
              </a:p>
              <a:p>
                <a:pPr lvl="1"/>
                <a:r>
                  <a:rPr lang="en-US" dirty="0"/>
                  <a:t>If </a:t>
                </a:r>
                <a14:m>
                  <m:oMath xmlns:m="http://schemas.openxmlformats.org/officeDocument/2006/math">
                    <m:r>
                      <a:rPr lang="en-US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𝐝𝐞𝐭</m:t>
                    </m:r>
                    <m:r>
                      <a:rPr lang="en-US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𝐀</m:t>
                    </m:r>
                    <m:r>
                      <a:rPr lang="en-US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)≠</m:t>
                    </m:r>
                    <m:r>
                      <a:rPr lang="en-US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𝟎</m:t>
                    </m:r>
                  </m:oMath>
                </a14:m>
                <a:r>
                  <a:rPr lang="en-US" dirty="0"/>
                  <a:t>, then </a:t>
                </a:r>
                <a14:m>
                  <m:oMath xmlns:m="http://schemas.openxmlformats.org/officeDocument/2006/math">
                    <m:r>
                      <a:rPr lang="en-US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𝐒</m:t>
                    </m:r>
                  </m:oMath>
                </a14:m>
                <a:r>
                  <a:rPr lang="en-US" b="1" dirty="0">
                    <a:solidFill>
                      <a:srgbClr val="FF0000"/>
                    </a:solidFill>
                  </a:rPr>
                  <a:t> is a basis</a:t>
                </a:r>
                <a:r>
                  <a:rPr lang="en-US" dirty="0"/>
                  <a:t> of V.</a:t>
                </a:r>
                <a:endParaRPr lang="en-IN" dirty="0"/>
              </a:p>
              <a:p>
                <a:pPr lvl="1"/>
                <a:r>
                  <a:rPr lang="en-US" dirty="0"/>
                  <a:t>If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a:rPr lang="en-US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𝐝𝐞𝐭</m:t>
                        </m:r>
                      </m:fName>
                      <m:e>
                        <m:d>
                          <m:dPr>
                            <m:ctrlPr>
                              <a:rPr lang="en-US" b="1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1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𝐀</m:t>
                            </m:r>
                          </m:e>
                        </m:d>
                      </m:e>
                    </m:func>
                    <m:r>
                      <a:rPr lang="en-US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𝟎</m:t>
                    </m:r>
                  </m:oMath>
                </a14:m>
                <a:r>
                  <a:rPr lang="en-US" dirty="0"/>
                  <a:t>, then </a:t>
                </a:r>
                <a14:m>
                  <m:oMath xmlns:m="http://schemas.openxmlformats.org/officeDocument/2006/math">
                    <m:r>
                      <a:rPr lang="en-US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𝐒</m:t>
                    </m:r>
                  </m:oMath>
                </a14:m>
                <a:r>
                  <a:rPr lang="en-US" b="1" dirty="0">
                    <a:solidFill>
                      <a:srgbClr val="FF0000"/>
                    </a:solidFill>
                  </a:rPr>
                  <a:t> not is a basis</a:t>
                </a:r>
                <a:r>
                  <a:rPr lang="en-US" dirty="0"/>
                  <a:t> of V.</a:t>
                </a:r>
                <a:endParaRPr lang="en-IN" dirty="0"/>
              </a:p>
              <a:p>
                <a:pPr lvl="0" fontAlgn="base"/>
                <a:r>
                  <a:rPr lang="en-US" dirty="0"/>
                  <a:t>A basis is a </a:t>
                </a:r>
                <a:r>
                  <a:rPr lang="en-US" b="1" dirty="0">
                    <a:solidFill>
                      <a:srgbClr val="FF0000"/>
                    </a:solidFill>
                  </a:rPr>
                  <a:t>minimal spanning set</a:t>
                </a:r>
                <a:r>
                  <a:rPr lang="en-US" dirty="0"/>
                  <a:t>.</a:t>
                </a:r>
                <a:endParaRPr lang="en-IN" dirty="0"/>
              </a:p>
              <a:p>
                <a:pPr lvl="0" fontAlgn="base"/>
                <a:r>
                  <a:rPr lang="en-US" dirty="0"/>
                  <a:t>A basis is a </a:t>
                </a:r>
                <a:r>
                  <a:rPr lang="en-US" b="1" dirty="0">
                    <a:solidFill>
                      <a:srgbClr val="FF0000"/>
                    </a:solidFill>
                  </a:rPr>
                  <a:t>maximal linearly independent set</a:t>
                </a:r>
                <a:r>
                  <a:rPr lang="en-US" dirty="0"/>
                  <a:t>.</a:t>
                </a:r>
                <a:endParaRPr lang="en-IN" dirty="0"/>
              </a:p>
              <a:p>
                <a:r>
                  <a:rPr lang="en-US" dirty="0"/>
                  <a:t>Every vector in a vector space has a unique coordinate representation relative to a basis.</a:t>
                </a:r>
              </a:p>
              <a:p>
                <a:r>
                  <a:rPr lang="en-US" dirty="0"/>
                  <a:t>All bases of a vector space contain the same number of vectors.</a:t>
                </a:r>
                <a:endParaRPr lang="en-IN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71" r="-107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907857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Dimension of a Vector Space</a:t>
            </a:r>
            <a:endParaRPr lang="en-I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 fontAlgn="base"/>
                <a:r>
                  <a:rPr lang="en-US" dirty="0"/>
                  <a:t>The dimension of a vector space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V</m:t>
                    </m:r>
                  </m:oMath>
                </a14:m>
                <a:r>
                  <a:rPr lang="en-US" dirty="0"/>
                  <a:t> is defined as the </a:t>
                </a:r>
                <a:r>
                  <a:rPr lang="en-US" b="1" dirty="0">
                    <a:solidFill>
                      <a:srgbClr val="FF0000"/>
                    </a:solidFill>
                  </a:rPr>
                  <a:t>number of vectors</a:t>
                </a:r>
                <a:r>
                  <a:rPr lang="en-US" dirty="0"/>
                  <a:t> in any </a:t>
                </a:r>
                <a:r>
                  <a:rPr lang="en-US" b="1" dirty="0">
                    <a:solidFill>
                      <a:srgbClr val="FF0000"/>
                    </a:solidFill>
                  </a:rPr>
                  <a:t>basis</a:t>
                </a:r>
                <a:r>
                  <a:rPr lang="en-US" dirty="0"/>
                  <a:t> of V. </a:t>
                </a:r>
              </a:p>
              <a:p>
                <a:pPr lvl="0" fontAlgn="base"/>
                <a:r>
                  <a:rPr lang="en-US" dirty="0"/>
                  <a:t>It is denoted by </a:t>
                </a:r>
                <a14:m>
                  <m:oMath xmlns:m="http://schemas.openxmlformats.org/officeDocument/2006/math">
                    <m:r>
                      <a:rPr lang="en-US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𝐝𝐢𝐦</m:t>
                    </m:r>
                    <m:d>
                      <m:dPr>
                        <m:ctrlPr>
                          <a:rPr lang="en-US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𝐕</m:t>
                        </m:r>
                      </m:e>
                    </m:d>
                  </m:oMath>
                </a14:m>
                <a:r>
                  <a:rPr lang="en-US" dirty="0"/>
                  <a:t>.</a:t>
                </a:r>
                <a:endParaRPr lang="en-IN" dirty="0">
                  <a:solidFill>
                    <a:srgbClr val="FF0000"/>
                  </a:solidFill>
                </a:endParaRPr>
              </a:p>
              <a:p>
                <a:r>
                  <a:rPr lang="en-US" dirty="0"/>
                  <a:t>Examples:</a:t>
                </a:r>
              </a:p>
              <a:p>
                <a:pPr lvl="1"/>
                <a:r>
                  <a:rPr lang="en-US" dirty="0"/>
                  <a:t>Vector Space		:    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n</m:t>
                        </m:r>
                      </m:sup>
                    </m:sSup>
                  </m:oMath>
                </a14:m>
                <a:r>
                  <a:rPr lang="en-US" dirty="0"/>
                  <a:t> (Set of n-tuples)</a:t>
                </a:r>
              </a:p>
              <a:p>
                <a:pPr lvl="1"/>
                <a:r>
                  <a:rPr lang="en-US" dirty="0"/>
                  <a:t>Standard Basis	:    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1, 0, …,0</m:t>
                            </m:r>
                          </m:e>
                        </m:d>
                        <m:r>
                          <a:rPr lang="en-US">
                            <a:latin typeface="Cambria Math" panose="02040503050406030204" pitchFamily="18" charset="0"/>
                          </a:rPr>
                          <m:t>,</m:t>
                        </m:r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0, 1, …,0</m:t>
                            </m:r>
                          </m:e>
                        </m:d>
                        <m:r>
                          <a:rPr lang="en-US">
                            <a:latin typeface="Cambria Math" panose="02040503050406030204" pitchFamily="18" charset="0"/>
                          </a:rPr>
                          <m:t>, …,</m:t>
                        </m:r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0, 0, …,1</m:t>
                            </m:r>
                          </m:e>
                        </m:d>
                        <m:r>
                          <a:rPr lang="en-US">
                            <a:latin typeface="Cambria Math" panose="02040503050406030204" pitchFamily="18" charset="0"/>
                          </a:rPr>
                          <m:t> </m:t>
                        </m:r>
                      </m:e>
                    </m:d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Dimension		:    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dirty="0" smtClean="0">
                        <a:latin typeface="Cambria Math" panose="02040503050406030204" pitchFamily="18" charset="0"/>
                      </a:rPr>
                      <m:t>n</m:t>
                    </m:r>
                  </m:oMath>
                </a14:m>
                <a:r>
                  <a:rPr lang="en-US" b="1" dirty="0">
                    <a:solidFill>
                      <a:srgbClr val="FF0000"/>
                    </a:solidFill>
                  </a:rPr>
                  <a:t>     (There are n elements in basis)</a:t>
                </a:r>
              </a:p>
              <a:p>
                <a:pPr lvl="1"/>
                <a:endParaRPr lang="en-IN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971" r="-1074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045467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Dimension of a Vector Space</a:t>
            </a:r>
            <a:endParaRPr lang="en-I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 fontAlgn="base"/>
                <a:r>
                  <a:rPr lang="en-US" dirty="0"/>
                  <a:t>The dimension of a vector space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V</m:t>
                    </m:r>
                  </m:oMath>
                </a14:m>
                <a:r>
                  <a:rPr lang="en-US" dirty="0"/>
                  <a:t> is defined as the </a:t>
                </a:r>
                <a:r>
                  <a:rPr lang="en-US" b="1" dirty="0">
                    <a:solidFill>
                      <a:srgbClr val="FF0000"/>
                    </a:solidFill>
                  </a:rPr>
                  <a:t>number of vectors</a:t>
                </a:r>
                <a:r>
                  <a:rPr lang="en-US" dirty="0"/>
                  <a:t> in any </a:t>
                </a:r>
                <a:r>
                  <a:rPr lang="en-US" b="1" dirty="0">
                    <a:solidFill>
                      <a:srgbClr val="FF0000"/>
                    </a:solidFill>
                  </a:rPr>
                  <a:t>basis</a:t>
                </a:r>
                <a:r>
                  <a:rPr lang="en-US" dirty="0"/>
                  <a:t> of V. </a:t>
                </a:r>
              </a:p>
              <a:p>
                <a:pPr lvl="0" fontAlgn="base"/>
                <a:r>
                  <a:rPr lang="en-US" dirty="0"/>
                  <a:t>It is denoted by </a:t>
                </a:r>
                <a14:m>
                  <m:oMath xmlns:m="http://schemas.openxmlformats.org/officeDocument/2006/math">
                    <m:r>
                      <a:rPr lang="en-US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𝐝𝐢𝐦</m:t>
                    </m:r>
                    <m:d>
                      <m:dPr>
                        <m:ctrlPr>
                          <a:rPr lang="en-US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𝐕</m:t>
                        </m:r>
                      </m:e>
                    </m:d>
                  </m:oMath>
                </a14:m>
                <a:r>
                  <a:rPr lang="en-US" dirty="0"/>
                  <a:t>.</a:t>
                </a:r>
                <a:endParaRPr lang="en-IN" dirty="0">
                  <a:solidFill>
                    <a:srgbClr val="FF0000"/>
                  </a:solidFill>
                </a:endParaRPr>
              </a:p>
              <a:p>
                <a:r>
                  <a:rPr lang="en-US" dirty="0"/>
                  <a:t>Examples:</a:t>
                </a:r>
              </a:p>
              <a:p>
                <a:pPr lvl="1"/>
                <a:r>
                  <a:rPr lang="en-US" dirty="0"/>
                  <a:t>Vector Space		: 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0">
                            <a:latin typeface="Cambria Math" panose="02040503050406030204" pitchFamily="18" charset="0"/>
                          </a:rPr>
                          <m:t>ℙ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n</m:t>
                        </m:r>
                      </m:sub>
                    </m:sSub>
                  </m:oMath>
                </a14:m>
                <a:r>
                  <a:rPr lang="en-US" dirty="0"/>
                  <a:t> (Set of all polynomials of degree at most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n</m:t>
                    </m:r>
                  </m:oMath>
                </a14:m>
                <a:r>
                  <a:rPr lang="en-US" dirty="0"/>
                  <a:t>)</a:t>
                </a:r>
              </a:p>
              <a:p>
                <a:pPr lvl="1"/>
                <a:r>
                  <a:rPr lang="en-US" dirty="0"/>
                  <a:t>Standard Basis	:    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>
                            <a:latin typeface="Cambria Math" panose="02040503050406030204" pitchFamily="18" charset="0"/>
                          </a:rPr>
                          <m:t>1, </m:t>
                        </m:r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x</m:t>
                        </m:r>
                        <m:r>
                          <a:rPr lang="en-US">
                            <a:latin typeface="Cambria Math" panose="02040503050406030204" pitchFamily="18" charset="0"/>
                          </a:rPr>
                          <m:t>, </m:t>
                        </m:r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lang="en-US">
                                <a:latin typeface="Cambria Math" panose="02040503050406030204" pitchFamily="18" charset="0"/>
                              </a:rPr>
                              <m:t>x</m:t>
                            </m:r>
                          </m:e>
                          <m:sup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>
                            <a:latin typeface="Cambria Math" panose="02040503050406030204" pitchFamily="18" charset="0"/>
                          </a:rPr>
                          <m:t>,</m:t>
                        </m:r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lang="en-US">
                                <a:latin typeface="Cambria Math" panose="02040503050406030204" pitchFamily="18" charset="0"/>
                              </a:rPr>
                              <m:t>x</m:t>
                            </m:r>
                          </m:e>
                          <m:sup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  <m:r>
                          <a:rPr lang="en-US">
                            <a:latin typeface="Cambria Math" panose="02040503050406030204" pitchFamily="18" charset="0"/>
                          </a:rPr>
                          <m:t>,…, </m:t>
                        </m:r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lang="en-US">
                                <a:latin typeface="Cambria Math" panose="02040503050406030204" pitchFamily="18" charset="0"/>
                              </a:rPr>
                              <m:t>x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US">
                                <a:latin typeface="Cambria Math" panose="02040503050406030204" pitchFamily="18" charset="0"/>
                              </a:rPr>
                              <m:t>n</m:t>
                            </m:r>
                          </m:sup>
                        </m:s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 </m:t>
                        </m:r>
                      </m:e>
                    </m:d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Dimension		:    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i="0" dirty="0" smtClean="0">
                        <a:latin typeface="Cambria Math" panose="02040503050406030204" pitchFamily="18" charset="0"/>
                      </a:rPr>
                      <m:t>n</m:t>
                    </m:r>
                    <m:r>
                      <a:rPr lang="en-US" i="0" dirty="0" smtClean="0">
                        <a:latin typeface="Cambria Math" panose="02040503050406030204" pitchFamily="18" charset="0"/>
                      </a:rPr>
                      <m:t>+1</m:t>
                    </m:r>
                  </m:oMath>
                </a14:m>
                <a:r>
                  <a:rPr lang="en-US" b="1" dirty="0">
                    <a:solidFill>
                      <a:srgbClr val="FF0000"/>
                    </a:solidFill>
                  </a:rPr>
                  <a:t>     (There are </a:t>
                </a:r>
                <a14:m>
                  <m:oMath xmlns:m="http://schemas.openxmlformats.org/officeDocument/2006/math">
                    <m:r>
                      <a:rPr lang="en-US" b="1" i="0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𝐧</m:t>
                    </m:r>
                    <m:r>
                      <a:rPr lang="en-US" b="1" i="0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1" i="0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𝟏</m:t>
                    </m:r>
                  </m:oMath>
                </a14:m>
                <a:r>
                  <a:rPr lang="en-US" b="1" dirty="0">
                    <a:solidFill>
                      <a:srgbClr val="FF0000"/>
                    </a:solidFill>
                  </a:rPr>
                  <a:t> elements in basis)</a:t>
                </a:r>
                <a:endParaRPr lang="en-US" dirty="0"/>
              </a:p>
              <a:p>
                <a:pPr lvl="1"/>
                <a:endParaRPr lang="en-IN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71" r="-1074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431508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Dimension of a Vector Space</a:t>
            </a:r>
            <a:endParaRPr lang="en-I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 fontAlgn="base"/>
                <a:r>
                  <a:rPr lang="en-US" dirty="0"/>
                  <a:t>The dimension of a vector space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V</m:t>
                    </m:r>
                  </m:oMath>
                </a14:m>
                <a:r>
                  <a:rPr lang="en-US" dirty="0"/>
                  <a:t> is defined as the </a:t>
                </a:r>
                <a:r>
                  <a:rPr lang="en-US" b="1" dirty="0">
                    <a:solidFill>
                      <a:srgbClr val="FF0000"/>
                    </a:solidFill>
                  </a:rPr>
                  <a:t>number of vectors</a:t>
                </a:r>
                <a:r>
                  <a:rPr lang="en-US" dirty="0"/>
                  <a:t> in any </a:t>
                </a:r>
                <a:r>
                  <a:rPr lang="en-US" b="1" dirty="0">
                    <a:solidFill>
                      <a:srgbClr val="FF0000"/>
                    </a:solidFill>
                  </a:rPr>
                  <a:t>basis</a:t>
                </a:r>
                <a:r>
                  <a:rPr lang="en-US" dirty="0"/>
                  <a:t> of V. </a:t>
                </a:r>
              </a:p>
              <a:p>
                <a:pPr lvl="0" fontAlgn="base"/>
                <a:r>
                  <a:rPr lang="en-US" dirty="0"/>
                  <a:t>It is denoted by </a:t>
                </a:r>
                <a14:m>
                  <m:oMath xmlns:m="http://schemas.openxmlformats.org/officeDocument/2006/math">
                    <m:r>
                      <a:rPr lang="en-US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𝐝𝐢𝐦</m:t>
                    </m:r>
                    <m:d>
                      <m:dPr>
                        <m:ctrlPr>
                          <a:rPr lang="en-US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𝐕</m:t>
                        </m:r>
                      </m:e>
                    </m:d>
                  </m:oMath>
                </a14:m>
                <a:r>
                  <a:rPr lang="en-US" dirty="0"/>
                  <a:t>.</a:t>
                </a:r>
                <a:endParaRPr lang="en-IN" dirty="0">
                  <a:solidFill>
                    <a:srgbClr val="FF0000"/>
                  </a:solidFill>
                </a:endParaRPr>
              </a:p>
              <a:p>
                <a:r>
                  <a:rPr lang="en-US" dirty="0"/>
                  <a:t>Examples:</a:t>
                </a:r>
              </a:p>
              <a:p>
                <a:pPr lvl="1"/>
                <a:r>
                  <a:rPr lang="en-US" dirty="0"/>
                  <a:t>Vector Space		: 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M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m</m:t>
                        </m:r>
                        <m:r>
                          <a:rPr lang="en-US">
                            <a:latin typeface="Cambria Math" panose="02040503050406030204" pitchFamily="18" charset="0"/>
                          </a:rPr>
                          <m:t>×</m:t>
                        </m:r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n</m:t>
                        </m:r>
                      </m:sub>
                    </m:sSub>
                  </m:oMath>
                </a14:m>
                <a:r>
                  <a:rPr lang="en-US" dirty="0"/>
                  <a:t> (Set of all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m</m:t>
                    </m:r>
                    <m:r>
                      <a:rPr lang="en-US">
                        <a:latin typeface="Cambria Math" panose="02040503050406030204" pitchFamily="18" charset="0"/>
                      </a:rPr>
                      <m:t>×</m:t>
                    </m:r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n</m:t>
                    </m:r>
                  </m:oMath>
                </a14:m>
                <a:r>
                  <a:rPr lang="en-US" dirty="0"/>
                  <a:t> matrices )</a:t>
                </a:r>
              </a:p>
              <a:p>
                <a:pPr lvl="1"/>
                <a:r>
                  <a:rPr lang="en-US" dirty="0"/>
                  <a:t>Standard Basis	:     Basis consisting of matrices with exactly one entry </a:t>
                </a:r>
              </a:p>
              <a:p>
                <a:pPr marL="4122738" lvl="1" indent="0">
                  <a:buNone/>
                </a:pPr>
                <a:r>
                  <a:rPr lang="en-US" dirty="0"/>
                  <a:t> equal to 1 and all other entries equal to 0.</a:t>
                </a:r>
              </a:p>
              <a:p>
                <a:pPr lvl="1"/>
                <a:r>
                  <a:rPr lang="en-US" dirty="0"/>
                  <a:t>Dimension		:    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dirty="0" smtClean="0">
                        <a:latin typeface="Cambria Math" panose="02040503050406030204" pitchFamily="18" charset="0"/>
                      </a:rPr>
                      <m:t>m</m:t>
                    </m:r>
                    <m:r>
                      <m:rPr>
                        <m:sty m:val="p"/>
                      </m:rPr>
                      <a:rPr lang="en-US" i="0" dirty="0" smtClean="0">
                        <a:latin typeface="Cambria Math" panose="02040503050406030204" pitchFamily="18" charset="0"/>
                      </a:rPr>
                      <m:t>n</m:t>
                    </m:r>
                  </m:oMath>
                </a14:m>
                <a:r>
                  <a:rPr lang="en-US" dirty="0"/>
                  <a:t>     </a:t>
                </a:r>
                <a:r>
                  <a:rPr lang="en-US" b="1" dirty="0">
                    <a:solidFill>
                      <a:srgbClr val="FF0000"/>
                    </a:solidFill>
                  </a:rPr>
                  <a:t>(There are </a:t>
                </a:r>
                <a14:m>
                  <m:oMath xmlns:m="http://schemas.openxmlformats.org/officeDocument/2006/math">
                    <m:r>
                      <a:rPr lang="en-US" b="1" i="0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𝐦𝐧</m:t>
                    </m:r>
                  </m:oMath>
                </a14:m>
                <a:r>
                  <a:rPr lang="en-US" b="1" dirty="0">
                    <a:solidFill>
                      <a:srgbClr val="FF0000"/>
                    </a:solidFill>
                  </a:rPr>
                  <a:t> elements in basis)</a:t>
                </a:r>
                <a:endParaRPr lang="en-US" dirty="0"/>
              </a:p>
              <a:p>
                <a:pPr lvl="1"/>
                <a:endParaRPr lang="en-IN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71" r="-1074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802806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Remarks</a:t>
            </a:r>
            <a:endParaRPr lang="en-I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/>
                <a:r>
                  <a:rPr lang="en-US" dirty="0"/>
                  <a:t>If number of elements in given set is less than the dimension of vector space, then given set is never a basis for given vector space.</a:t>
                </a:r>
                <a:endParaRPr lang="en-IN" dirty="0"/>
              </a:p>
              <a:p>
                <a:pPr lvl="1"/>
                <a:r>
                  <a:rPr lang="en-US" b="1" dirty="0"/>
                  <a:t>Example:</a:t>
                </a:r>
                <a:r>
                  <a:rPr lang="en-US" dirty="0"/>
                  <a:t> 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S</m:t>
                    </m:r>
                    <m:r>
                      <a:rPr lang="en-US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1, 2, 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d>
                        <m:r>
                          <a:rPr lang="en-US" i="1">
                            <a:latin typeface="Cambria Math" panose="02040503050406030204" pitchFamily="18" charset="0"/>
                          </a:rPr>
                          <m:t>, </m:t>
                        </m:r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1, 1, 8</m:t>
                            </m:r>
                          </m:e>
                        </m:d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⊂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lang="en-US" dirty="0"/>
                  <a:t>. </a:t>
                </a:r>
              </a:p>
              <a:p>
                <a:pPr marL="457200" lvl="1" indent="0">
                  <a:buNone/>
                </a:pPr>
                <a:r>
                  <a:rPr lang="en-US" dirty="0"/>
                  <a:t>			 Since there are 2 vectors in S which is less than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dim</m:t>
                    </m:r>
                    <m:d>
                      <m:d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ℝ</m:t>
                            </m:r>
                          </m:e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e>
                    </m:d>
                  </m:oMath>
                </a14:m>
                <a:r>
                  <a:rPr lang="en-US" dirty="0"/>
                  <a:t>.</a:t>
                </a:r>
              </a:p>
              <a:p>
                <a:pPr marL="457200" lvl="1" indent="0">
                  <a:buNone/>
                </a:pPr>
                <a:r>
                  <a:rPr lang="en-US" dirty="0"/>
                  <a:t>			 So, S is not a basis for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lang="en-US" dirty="0"/>
                  <a:t>.</a:t>
                </a:r>
                <a:endParaRPr lang="en-IN" dirty="0"/>
              </a:p>
              <a:p>
                <a:pPr lvl="0"/>
                <a:r>
                  <a:rPr lang="en-US" dirty="0"/>
                  <a:t>If number of vectors in any basis of a vector space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V</m:t>
                    </m:r>
                  </m:oMath>
                </a14:m>
                <a:r>
                  <a:rPr lang="en-US" dirty="0"/>
                  <a:t>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func>
                          <m:funcPr>
                            <m:ctrlPr>
                              <a:rPr lang="en-US" b="1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a:rPr lang="en-US" b="1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𝐝𝐢𝐦</m:t>
                            </m:r>
                          </m:fName>
                          <m:e>
                            <m:d>
                              <m:dPr>
                                <m:ctrlPr>
                                  <a:rPr lang="en-US" b="1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b="1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𝐕</m:t>
                                </m:r>
                              </m:e>
                            </m:d>
                          </m:e>
                        </m:func>
                        <m:r>
                          <a:rPr lang="en-US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</m:e>
                    </m:d>
                  </m:oMath>
                </a14:m>
                <a:r>
                  <a:rPr lang="en-US" dirty="0"/>
                  <a:t> is finite, then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V</m:t>
                    </m:r>
                  </m:oMath>
                </a14:m>
                <a:r>
                  <a:rPr lang="en-US" dirty="0"/>
                  <a:t> is called finite dimensional. Otherwise,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V</m:t>
                    </m:r>
                  </m:oMath>
                </a14:m>
                <a:r>
                  <a:rPr lang="en-US" dirty="0"/>
                  <a:t> is called infinite dimensional.</a:t>
                </a:r>
                <a:endParaRPr lang="en-IN" dirty="0"/>
              </a:p>
              <a:p>
                <a:pPr marL="0" lvl="0" indent="0" fontAlgn="base">
                  <a:buNone/>
                </a:pPr>
                <a:endParaRPr lang="en-IN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71" r="-107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14314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Remarks</a:t>
            </a:r>
            <a:endParaRPr lang="en-I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/>
                <a:r>
                  <a:rPr lang="en-US" dirty="0"/>
                  <a:t>If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V</m:t>
                    </m:r>
                  </m:oMath>
                </a14:m>
                <a:r>
                  <a:rPr lang="en-US" dirty="0"/>
                  <a:t> is finite-dimensional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U</m:t>
                    </m:r>
                  </m:oMath>
                </a14:m>
                <a:r>
                  <a:rPr lang="en-US" dirty="0"/>
                  <a:t> is a subspace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V</m:t>
                    </m:r>
                  </m:oMath>
                </a14:m>
                <a:r>
                  <a:rPr lang="en-US" dirty="0"/>
                  <a:t>, then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a:rPr lang="en-US" b="1" i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𝐝𝐢𝐦</m:t>
                        </m:r>
                      </m:fName>
                      <m:e>
                        <m:r>
                          <a:rPr lang="en-US" b="1" i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𝐔</m:t>
                        </m:r>
                      </m:e>
                    </m:func>
                    <m:r>
                      <a:rPr lang="en-US" b="1" i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≤</m:t>
                    </m:r>
                    <m:func>
                      <m:funcPr>
                        <m:ctrlPr>
                          <a:rPr lang="en-US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a:rPr lang="en-US" b="1" i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𝐝𝐢𝐦</m:t>
                        </m:r>
                      </m:fName>
                      <m:e>
                        <m:r>
                          <a:rPr lang="en-US" b="1" i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𝐕</m:t>
                        </m:r>
                      </m:e>
                    </m:func>
                    <m:r>
                      <a:rPr lang="en-US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en-IN" dirty="0"/>
              </a:p>
              <a:p>
                <a:pPr lvl="0"/>
                <a:r>
                  <a:rPr lang="en-US" dirty="0"/>
                  <a:t>If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dim</m:t>
                        </m:r>
                      </m:fName>
                      <m:e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m:rPr>
                                <m:sty m:val="p"/>
                              </m:rPr>
                              <a:rPr lang="en-US">
                                <a:latin typeface="Cambria Math" panose="02040503050406030204" pitchFamily="18" charset="0"/>
                              </a:rPr>
                              <m:t>V</m:t>
                            </m:r>
                          </m:e>
                        </m:d>
                      </m:e>
                    </m:func>
                    <m:r>
                      <a:rPr lang="en-US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n</m:t>
                    </m:r>
                    <m:r>
                      <a:rPr lang="en-US">
                        <a:latin typeface="Cambria Math" panose="02040503050406030204" pitchFamily="18" charset="0"/>
                      </a:rPr>
                      <m:t>, </m:t>
                    </m:r>
                  </m:oMath>
                </a14:m>
                <a:r>
                  <a:rPr lang="en-US" dirty="0"/>
                  <a:t>then every set containing </a:t>
                </a:r>
                <a:r>
                  <a:rPr lang="en-US" b="1" dirty="0">
                    <a:solidFill>
                      <a:srgbClr val="FF0000"/>
                    </a:solidFill>
                  </a:rPr>
                  <a:t>more than </a:t>
                </a:r>
                <a14:m>
                  <m:oMath xmlns:m="http://schemas.openxmlformats.org/officeDocument/2006/math">
                    <m:r>
                      <a:rPr lang="en-US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𝐧</m:t>
                    </m:r>
                  </m:oMath>
                </a14:m>
                <a:r>
                  <a:rPr lang="en-US" dirty="0"/>
                  <a:t> vectors is </a:t>
                </a:r>
                <a:r>
                  <a:rPr lang="en-US" b="1" dirty="0">
                    <a:solidFill>
                      <a:srgbClr val="FF0000"/>
                    </a:solidFill>
                  </a:rPr>
                  <a:t>LD</a:t>
                </a:r>
                <a:r>
                  <a:rPr lang="en-US" dirty="0"/>
                  <a:t>.</a:t>
                </a:r>
                <a:endParaRPr lang="en-IN" dirty="0"/>
              </a:p>
              <a:p>
                <a:pPr lvl="0"/>
                <a:r>
                  <a:rPr lang="en-US" dirty="0"/>
                  <a:t>If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dim</m:t>
                        </m:r>
                      </m:fName>
                      <m:e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m:rPr>
                                <m:sty m:val="p"/>
                              </m:rPr>
                              <a:rPr lang="en-US">
                                <a:latin typeface="Cambria Math" panose="02040503050406030204" pitchFamily="18" charset="0"/>
                              </a:rPr>
                              <m:t>V</m:t>
                            </m:r>
                          </m:e>
                        </m:d>
                      </m:e>
                    </m:func>
                    <m:r>
                      <a:rPr lang="en-US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n</m:t>
                    </m:r>
                    <m:r>
                      <a:rPr lang="en-US">
                        <a:latin typeface="Cambria Math" panose="02040503050406030204" pitchFamily="18" charset="0"/>
                      </a:rPr>
                      <m:t>, </m:t>
                    </m:r>
                  </m:oMath>
                </a14:m>
                <a:r>
                  <a:rPr lang="en-US" dirty="0"/>
                  <a:t>then every </a:t>
                </a:r>
                <a:r>
                  <a:rPr lang="en-US" b="1" dirty="0">
                    <a:solidFill>
                      <a:srgbClr val="FF0000"/>
                    </a:solidFill>
                  </a:rPr>
                  <a:t>spanning set</a:t>
                </a:r>
                <a:r>
                  <a:rPr lang="en-US" dirty="0"/>
                  <a:t> with </a:t>
                </a:r>
                <a:r>
                  <a:rPr lang="en-US" b="1" dirty="0">
                    <a:solidFill>
                      <a:srgbClr val="FF0000"/>
                    </a:solidFill>
                  </a:rPr>
                  <a:t>exactly </a:t>
                </a:r>
                <a14:m>
                  <m:oMath xmlns:m="http://schemas.openxmlformats.org/officeDocument/2006/math">
                    <m:r>
                      <a:rPr lang="en-US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𝐧</m:t>
                    </m:r>
                  </m:oMath>
                </a14:m>
                <a:r>
                  <a:rPr lang="en-US" dirty="0"/>
                  <a:t> vectors </a:t>
                </a:r>
                <a:r>
                  <a:rPr lang="en-US" b="1" dirty="0">
                    <a:solidFill>
                      <a:srgbClr val="FF0000"/>
                    </a:solidFill>
                  </a:rPr>
                  <a:t>form a basis</a:t>
                </a:r>
                <a:r>
                  <a:rPr lang="en-US" dirty="0"/>
                  <a:t>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V</m:t>
                    </m:r>
                    <m:r>
                      <a:rPr lang="en-US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en-IN" dirty="0"/>
              </a:p>
              <a:p>
                <a:r>
                  <a:rPr lang="en-US" dirty="0"/>
                  <a:t>Every finite-dimensional vector space has </a:t>
                </a:r>
                <a:r>
                  <a:rPr lang="en-US" b="1" dirty="0">
                    <a:solidFill>
                      <a:srgbClr val="FF0000"/>
                    </a:solidFill>
                  </a:rPr>
                  <a:t>infinitely many different bases</a:t>
                </a:r>
                <a:r>
                  <a:rPr lang="en-US" dirty="0"/>
                  <a:t>.</a:t>
                </a:r>
                <a:endParaRPr lang="en-IN" dirty="0"/>
              </a:p>
              <a:p>
                <a:pPr lvl="0" fontAlgn="base"/>
                <a:endParaRPr lang="en-IN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7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496326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ECFC8A-BC0D-5D72-FE99-20313653BC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FDFDD70C-3AAE-183B-5AED-36C59E3E9B77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IN" dirty="0"/>
                  <a:t>Method:5 </a:t>
                </a:r>
                <a14:m>
                  <m:oMath xmlns:m="http://schemas.openxmlformats.org/officeDocument/2006/math">
                    <m:r>
                      <a:rPr lang="en-I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⇝</m:t>
                    </m:r>
                  </m:oMath>
                </a14:m>
                <a:r>
                  <a:rPr lang="en-IN" dirty="0"/>
                  <a:t> Example:1</a:t>
                </a:r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FDFDD70C-3AAE-183B-5AED-36C59E3E9B7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3"/>
                <a:stretch>
                  <a:fillRect l="-400" t="-8547" b="-1965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Content Placeholder 4">
            <a:extLst>
              <a:ext uri="{FF2B5EF4-FFF2-40B4-BE49-F238E27FC236}">
                <a16:creationId xmlns:a16="http://schemas.microsoft.com/office/drawing/2014/main" id="{CAE77E5B-BF33-5497-20B0-3BFB83C99976}"/>
              </a:ext>
            </a:extLst>
          </p:cNvPr>
          <p:cNvSpPr txBox="1">
            <a:spLocks/>
          </p:cNvSpPr>
          <p:nvPr/>
        </p:nvSpPr>
        <p:spPr>
          <a:xfrm>
            <a:off x="205273" y="800163"/>
            <a:ext cx="1558214" cy="522081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marL="265113" indent="-265113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Wingdings 3" panose="05040102010807070707" pitchFamily="18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9625" indent="-352425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 3" panose="05040102010807070707" pitchFamily="18" charset="2"/>
              <a:buChar char="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endParaRPr lang="en-IN" sz="2800" b="1" dirty="0">
              <a:solidFill>
                <a:schemeClr val="tx2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4" name="Content Placeholder 4">
                <a:extLst>
                  <a:ext uri="{FF2B5EF4-FFF2-40B4-BE49-F238E27FC236}">
                    <a16:creationId xmlns:a16="http://schemas.microsoft.com/office/drawing/2014/main" id="{ED23B262-736E-4535-FBA7-00FB33ACCCF0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572936" y="731979"/>
                <a:ext cx="10041132" cy="1272293"/>
              </a:xfrm>
              <a:prstGeom prst="rect">
                <a:avLst/>
              </a:prstGeom>
              <a:noFill/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vert="horz" lIns="91440" tIns="45720" rIns="91440" bIns="45720" rtlCol="0" anchor="ctr">
                <a:noAutofit/>
              </a:bodyPr>
              <a:lstStyle>
                <a:lvl1pPr marL="265113" indent="-265113" algn="just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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809625" indent="-352425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 algn="l">
                  <a:lnSpc>
                    <a:spcPct val="150000"/>
                  </a:lnSpc>
                  <a:buNone/>
                </a:pPr>
                <a:r>
                  <a:rPr lang="en-US" sz="2800" dirty="0">
                    <a:solidFill>
                      <a:srgbClr val="002060"/>
                    </a:solidFill>
                    <a:latin typeface="+mj-lt"/>
                  </a:rPr>
                  <a:t>Determine whether the following set of vectors forms a basis for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n-US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lang="en-US" sz="2800" dirty="0">
                    <a:solidFill>
                      <a:srgbClr val="002060"/>
                    </a:solidFill>
                    <a:latin typeface="+mj-lt"/>
                  </a:rPr>
                  <a:t> or not.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en-US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ctrlPr>
                              <a:rPr lang="en-US" sz="280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80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1, 1, 1</m:t>
                            </m:r>
                          </m:e>
                        </m:d>
                        <m:r>
                          <a:rPr lang="en-US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, </m:t>
                        </m:r>
                        <m:d>
                          <m:dPr>
                            <m:ctrlPr>
                              <a:rPr lang="en-US" sz="280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80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1, 2, 3</m:t>
                            </m:r>
                          </m:e>
                        </m:d>
                        <m:r>
                          <a:rPr lang="en-US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, </m:t>
                        </m:r>
                        <m:d>
                          <m:dPr>
                            <m:ctrlPr>
                              <a:rPr lang="en-US" sz="280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80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−2, −1, 1</m:t>
                            </m:r>
                          </m:e>
                        </m:d>
                      </m:e>
                    </m:d>
                  </m:oMath>
                </a14:m>
                <a:r>
                  <a:rPr lang="en-US" sz="2800" dirty="0">
                    <a:solidFill>
                      <a:srgbClr val="002060"/>
                    </a:solidFill>
                    <a:latin typeface="+mj-lt"/>
                  </a:rPr>
                  <a:t>.</a:t>
                </a:r>
                <a:endParaRPr lang="en-IN" sz="2800" dirty="0">
                  <a:solidFill>
                    <a:srgbClr val="002060"/>
                  </a:solidFill>
                  <a:latin typeface="+mj-lt"/>
                </a:endParaRPr>
              </a:p>
            </p:txBody>
          </p:sp>
        </mc:Choice>
        <mc:Fallback xmlns="">
          <p:sp>
            <p:nvSpPr>
              <p:cNvPr id="34" name="Content Placeholder 4">
                <a:extLst>
                  <a:ext uri="{FF2B5EF4-FFF2-40B4-BE49-F238E27FC236}">
                    <a16:creationId xmlns:a16="http://schemas.microsoft.com/office/drawing/2014/main" id="{ED23B262-736E-4535-FBA7-00FB33ACCCF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72936" y="731979"/>
                <a:ext cx="10041132" cy="1272293"/>
              </a:xfrm>
              <a:prstGeom prst="rect">
                <a:avLst/>
              </a:prstGeom>
              <a:blipFill>
                <a:blip r:embed="rId4"/>
                <a:stretch>
                  <a:fillRect l="-1214" b="-12440"/>
                </a:stretch>
              </a:blipFill>
              <a:ln w="12700" cap="flat" cmpd="sng" algn="ctr">
                <a:noFill/>
                <a:prstDash val="solid"/>
                <a:miter lim="800000"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5" name="Rectangle: Rounded Corners 34">
            <a:extLst>
              <a:ext uri="{FF2B5EF4-FFF2-40B4-BE49-F238E27FC236}">
                <a16:creationId xmlns:a16="http://schemas.microsoft.com/office/drawing/2014/main" id="{7FC45F7B-4A36-49BB-E330-CB7BC1EEC8DC}"/>
              </a:ext>
            </a:extLst>
          </p:cNvPr>
          <p:cNvSpPr/>
          <p:nvPr/>
        </p:nvSpPr>
        <p:spPr>
          <a:xfrm>
            <a:off x="122279" y="854244"/>
            <a:ext cx="1450657" cy="468000"/>
          </a:xfrm>
          <a:prstGeom prst="roundRect">
            <a:avLst/>
          </a:prstGeom>
          <a:gradFill>
            <a:gsLst>
              <a:gs pos="10000">
                <a:srgbClr val="0E47A1"/>
              </a:gs>
              <a:gs pos="100000">
                <a:srgbClr val="03A9F5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r>
              <a:rPr lang="en-IN" sz="2800" dirty="0">
                <a:solidFill>
                  <a:schemeClr val="bg1"/>
                </a:solidFill>
              </a:rPr>
              <a:t>Example</a:t>
            </a:r>
          </a:p>
        </p:txBody>
      </p:sp>
      <p:sp>
        <p:nvSpPr>
          <p:cNvPr id="23" name="Content Placeholder 4">
            <a:extLst>
              <a:ext uri="{FF2B5EF4-FFF2-40B4-BE49-F238E27FC236}">
                <a16:creationId xmlns:a16="http://schemas.microsoft.com/office/drawing/2014/main" id="{63305C07-F1B9-4158-AB35-36DE134F7E08}"/>
              </a:ext>
            </a:extLst>
          </p:cNvPr>
          <p:cNvSpPr txBox="1">
            <a:spLocks/>
          </p:cNvSpPr>
          <p:nvPr/>
        </p:nvSpPr>
        <p:spPr>
          <a:xfrm flipH="1">
            <a:off x="6958939" y="107357"/>
            <a:ext cx="4571801" cy="5400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marL="265113" indent="-265113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Wingdings 3" panose="05040102010807070707" pitchFamily="18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9625" indent="-352425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 3" panose="05040102010807070707" pitchFamily="18" charset="2"/>
              <a:buChar char="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18745" indent="0" algn="l">
              <a:lnSpc>
                <a:spcPct val="115000"/>
              </a:lnSpc>
              <a:spcAft>
                <a:spcPts val="800"/>
              </a:spcAft>
              <a:buNone/>
            </a:pPr>
            <a:endParaRPr lang="en-US" sz="3600" b="1" dirty="0">
              <a:solidFill>
                <a:srgbClr val="3D0FE7"/>
              </a:solidFill>
              <a:latin typeface="Cambria Math" panose="02040503050406030204" pitchFamily="18" charset="0"/>
            </a:endParaRPr>
          </a:p>
        </p:txBody>
      </p:sp>
      <p:sp>
        <p:nvSpPr>
          <p:cNvPr id="47" name="Rectangle: Rounded Corners 12">
            <a:extLst>
              <a:ext uri="{FF2B5EF4-FFF2-40B4-BE49-F238E27FC236}">
                <a16:creationId xmlns:a16="http://schemas.microsoft.com/office/drawing/2014/main" id="{35972A2E-25D7-C897-9D78-CA14AF0D56C8}"/>
              </a:ext>
            </a:extLst>
          </p:cNvPr>
          <p:cNvSpPr/>
          <p:nvPr/>
        </p:nvSpPr>
        <p:spPr>
          <a:xfrm>
            <a:off x="122278" y="2082741"/>
            <a:ext cx="1450657" cy="468000"/>
          </a:xfrm>
          <a:prstGeom prst="roundRect">
            <a:avLst/>
          </a:prstGeom>
          <a:gradFill>
            <a:gsLst>
              <a:gs pos="10000">
                <a:srgbClr val="0E47A1"/>
              </a:gs>
              <a:gs pos="100000">
                <a:srgbClr val="03A9F5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en-IN" sz="2800" dirty="0">
                <a:solidFill>
                  <a:schemeClr val="bg1"/>
                </a:solidFill>
              </a:rPr>
              <a:t>Solution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8" name="Content Placeholder 4">
                <a:extLst>
                  <a:ext uri="{FF2B5EF4-FFF2-40B4-BE49-F238E27FC236}">
                    <a16:creationId xmlns:a16="http://schemas.microsoft.com/office/drawing/2014/main" id="{943E8303-3F55-8D0E-0F03-4169E7B80343}"/>
                  </a:ext>
                </a:extLst>
              </p:cNvPr>
              <p:cNvSpPr txBox="1">
                <a:spLocks/>
              </p:cNvSpPr>
              <p:nvPr/>
            </p:nvSpPr>
            <p:spPr>
              <a:xfrm flipH="1">
                <a:off x="-1" y="4049497"/>
                <a:ext cx="3091543" cy="1375506"/>
              </a:xfrm>
              <a:prstGeom prst="rect">
                <a:avLst/>
              </a:prstGeom>
              <a:noFill/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vert="horz" lIns="91440" tIns="45720" rIns="91440" bIns="45720" rtlCol="0" anchor="ctr">
                <a:noAutofit/>
              </a:bodyPr>
              <a:lstStyle>
                <a:lvl1pPr marL="265113" indent="-265113" algn="just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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809625" indent="-352425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118745" indent="0">
                  <a:lnSpc>
                    <a:spcPct val="115000"/>
                  </a:lnSpc>
                  <a:spcAft>
                    <a:spcPts val="800"/>
                  </a:spcAft>
                  <a:buNone/>
                </a:pPr>
                <a:r>
                  <a:rPr lang="en-US" sz="2800" dirty="0">
                    <a:solidFill>
                      <a:srgbClr val="002060"/>
                    </a:solidFill>
                    <a:latin typeface="+mj-lt"/>
                  </a:rPr>
                  <a:t>Now,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IN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Shruti" panose="020B0502040204020203" pitchFamily="34" charset="0"/>
                          </a:rPr>
                        </m:ctrlPr>
                      </m:dPr>
                      <m:e>
                        <m:r>
                          <a:rPr lang="en-IN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Shruti" panose="020B0502040204020203" pitchFamily="34" charset="0"/>
                          </a:rPr>
                          <m:t> </m:t>
                        </m:r>
                        <m:m>
                          <m:mPr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>
                              <a:rPr lang="en-IN" sz="280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Shruti" panose="020B0502040204020203" pitchFamily="34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US" sz="2800" b="0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Shruti" panose="020B0502040204020203" pitchFamily="34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Shruti" panose="020B0502040204020203" pitchFamily="34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sz="2800" b="0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Shruti" panose="020B0502040204020203" pitchFamily="34" charset="0"/>
                                </a:rPr>
                                <m:t>−2</m:t>
                              </m:r>
                            </m:e>
                          </m:mr>
                          <m:mr>
                            <m:e>
                              <m: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Shruti" panose="020B0502040204020203" pitchFamily="34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Shruti" panose="020B0502040204020203" pitchFamily="34" charset="0"/>
                                </a:rPr>
                                <m:t>2</m:t>
                              </m:r>
                            </m:e>
                            <m:e>
                              <m:r>
                                <a:rPr lang="en-US" sz="2800" b="0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Shruti" panose="020B0502040204020203" pitchFamily="34" charset="0"/>
                                </a:rPr>
                                <m:t>−1</m:t>
                              </m:r>
                            </m:e>
                          </m:mr>
                          <m:mr>
                            <m:e>
                              <m: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Shruti" panose="020B0502040204020203" pitchFamily="34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sz="2800" b="0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Shruti" panose="020B0502040204020203" pitchFamily="34" charset="0"/>
                                </a:rPr>
                                <m:t>3</m:t>
                              </m:r>
                            </m:e>
                            <m:e>
                              <m:r>
                                <a:rPr lang="en-US" sz="2800" b="0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Shruti" panose="020B0502040204020203" pitchFamily="34" charset="0"/>
                                </a:rPr>
                                <m:t>   </m:t>
                              </m:r>
                              <m:r>
                                <a:rPr lang="en-IN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Shruti" panose="020B0502040204020203" pitchFamily="34" charset="0"/>
                                </a:rPr>
                                <m:t>1</m:t>
                              </m:r>
                            </m:e>
                          </m:mr>
                        </m:m>
                        <m:r>
                          <a:rPr lang="en-IN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Shruti" panose="020B0502040204020203" pitchFamily="34" charset="0"/>
                          </a:rPr>
                          <m:t> </m:t>
                        </m:r>
                      </m:e>
                    </m:d>
                  </m:oMath>
                </a14:m>
                <a:endParaRPr lang="en-US" sz="2800" dirty="0">
                  <a:solidFill>
                    <a:srgbClr val="002060"/>
                  </a:solidFill>
                  <a:ea typeface="Calibri" panose="020F0502020204030204" pitchFamily="34" charset="0"/>
                  <a:cs typeface="Shruti" panose="020B0502040204020203" pitchFamily="34" charset="0"/>
                </a:endParaRPr>
              </a:p>
            </p:txBody>
          </p:sp>
        </mc:Choice>
        <mc:Fallback xmlns="">
          <p:sp>
            <p:nvSpPr>
              <p:cNvPr id="48" name="Content Placeholder 4">
                <a:extLst>
                  <a:ext uri="{FF2B5EF4-FFF2-40B4-BE49-F238E27FC236}">
                    <a16:creationId xmlns:a16="http://schemas.microsoft.com/office/drawing/2014/main" id="{943E8303-3F55-8D0E-0F03-4169E7B8034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-1" y="4049497"/>
                <a:ext cx="3091543" cy="1375506"/>
              </a:xfrm>
              <a:prstGeom prst="rect">
                <a:avLst/>
              </a:prstGeom>
              <a:blipFill>
                <a:blip r:embed="rId5"/>
                <a:stretch>
                  <a:fillRect l="-197"/>
                </a:stretch>
              </a:blipFill>
              <a:ln w="12700" cap="flat" cmpd="sng" algn="ctr">
                <a:noFill/>
                <a:prstDash val="solid"/>
                <a:miter lim="800000"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9" name="Content Placeholder 4">
                <a:extLst>
                  <a:ext uri="{FF2B5EF4-FFF2-40B4-BE49-F238E27FC236}">
                    <a16:creationId xmlns:a16="http://schemas.microsoft.com/office/drawing/2014/main" id="{943E8303-3F55-8D0E-0F03-4169E7B80343}"/>
                  </a:ext>
                </a:extLst>
              </p:cNvPr>
              <p:cNvSpPr txBox="1">
                <a:spLocks/>
              </p:cNvSpPr>
              <p:nvPr/>
            </p:nvSpPr>
            <p:spPr>
              <a:xfrm flipH="1">
                <a:off x="1509293" y="2063584"/>
                <a:ext cx="7384336" cy="543600"/>
              </a:xfrm>
              <a:prstGeom prst="rect">
                <a:avLst/>
              </a:prstGeom>
              <a:noFill/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vert="horz" lIns="91440" tIns="45720" rIns="91440" bIns="45720" rtlCol="0" anchor="ctr">
                <a:noAutofit/>
              </a:bodyPr>
              <a:lstStyle>
                <a:lvl1pPr marL="265113" indent="-265113" algn="just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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809625" indent="-352425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118745" indent="0">
                  <a:lnSpc>
                    <a:spcPct val="115000"/>
                  </a:lnSpc>
                  <a:spcAft>
                    <a:spcPts val="800"/>
                  </a:spcAft>
                  <a:buNone/>
                </a:pPr>
                <a:r>
                  <a:rPr lang="en-US" sz="2800" dirty="0">
                    <a:solidFill>
                      <a:srgbClr val="002060"/>
                    </a:solidFill>
                    <a:latin typeface="+mj-lt"/>
                  </a:rPr>
                  <a:t>Since,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800" b="0" i="0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A</m:t>
                    </m:r>
                    <m:r>
                      <a:rPr lang="en-US" sz="2800" b="0" i="0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US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ctrlPr>
                              <a:rPr lang="en-US" sz="280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80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1, 1, 1</m:t>
                            </m:r>
                          </m:e>
                        </m:d>
                        <m:r>
                          <a:rPr lang="en-US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, </m:t>
                        </m:r>
                        <m:d>
                          <m:dPr>
                            <m:ctrlPr>
                              <a:rPr lang="en-US" sz="280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80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1, 2, 3</m:t>
                            </m:r>
                          </m:e>
                        </m:d>
                        <m:r>
                          <a:rPr lang="en-US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, </m:t>
                        </m:r>
                        <m:d>
                          <m:dPr>
                            <m:ctrlPr>
                              <a:rPr lang="en-US" sz="280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80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−2, −1, 1</m:t>
                            </m:r>
                          </m:e>
                        </m:d>
                      </m:e>
                    </m:d>
                    <m:r>
                      <a:rPr lang="en-US" sz="2800" b="0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⊂</m:t>
                    </m:r>
                    <m:sSup>
                      <m:sSupPr>
                        <m:ctrlPr>
                          <a:rPr lang="en-US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n-US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endParaRPr lang="en-US" sz="2800" dirty="0">
                  <a:solidFill>
                    <a:srgbClr val="002060"/>
                  </a:solidFill>
                  <a:ea typeface="Calibri" panose="020F0502020204030204" pitchFamily="34" charset="0"/>
                  <a:cs typeface="Shruti" panose="020B0502040204020203" pitchFamily="34" charset="0"/>
                </a:endParaRPr>
              </a:p>
            </p:txBody>
          </p:sp>
        </mc:Choice>
        <mc:Fallback xmlns="">
          <p:sp>
            <p:nvSpPr>
              <p:cNvPr id="49" name="Content Placeholder 4">
                <a:extLst>
                  <a:ext uri="{FF2B5EF4-FFF2-40B4-BE49-F238E27FC236}">
                    <a16:creationId xmlns:a16="http://schemas.microsoft.com/office/drawing/2014/main" id="{943E8303-3F55-8D0E-0F03-4169E7B8034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1509293" y="2063584"/>
                <a:ext cx="7384336" cy="543600"/>
              </a:xfrm>
              <a:prstGeom prst="rect">
                <a:avLst/>
              </a:prstGeom>
              <a:blipFill>
                <a:blip r:embed="rId6"/>
                <a:stretch>
                  <a:fillRect l="-165" t="-10112" b="-28090"/>
                </a:stretch>
              </a:blipFill>
              <a:ln w="12700" cap="flat" cmpd="sng" algn="ctr">
                <a:noFill/>
                <a:prstDash val="solid"/>
                <a:miter lim="800000"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0" name="Content Placeholder 4">
                <a:extLst>
                  <a:ext uri="{FF2B5EF4-FFF2-40B4-BE49-F238E27FC236}">
                    <a16:creationId xmlns:a16="http://schemas.microsoft.com/office/drawing/2014/main" id="{943E8303-3F55-8D0E-0F03-4169E7B80343}"/>
                  </a:ext>
                </a:extLst>
              </p:cNvPr>
              <p:cNvSpPr txBox="1">
                <a:spLocks/>
              </p:cNvSpPr>
              <p:nvPr/>
            </p:nvSpPr>
            <p:spPr>
              <a:xfrm flipH="1">
                <a:off x="2982643" y="4631197"/>
                <a:ext cx="5472060" cy="508927"/>
              </a:xfrm>
              <a:prstGeom prst="rect">
                <a:avLst/>
              </a:prstGeom>
              <a:noFill/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vert="horz" lIns="91440" tIns="45720" rIns="91440" bIns="45720" rtlCol="0" anchor="ctr">
                <a:noAutofit/>
              </a:bodyPr>
              <a:lstStyle>
                <a:lvl1pPr marL="265113" indent="-265113" algn="just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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809625" indent="-352425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lnSpc>
                    <a:spcPct val="115000"/>
                  </a:lnSpc>
                  <a:spcAft>
                    <a:spcPts val="8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IN" sz="280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Shruti" panose="020B0502040204020203" pitchFamily="34" charset="0"/>
                        </a:rPr>
                        <m:t>=</m:t>
                      </m:r>
                      <m:r>
                        <a:rPr lang="en-US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Shruti" panose="020B0502040204020203" pitchFamily="34" charset="0"/>
                        </a:rPr>
                        <m:t>1</m:t>
                      </m:r>
                      <m:d>
                        <m:dPr>
                          <m:ctrlP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Shruti" panose="020B0502040204020203" pitchFamily="34" charset="0"/>
                            </a:rPr>
                          </m:ctrlPr>
                        </m:dPr>
                        <m:e>
                          <m: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Shruti" panose="020B0502040204020203" pitchFamily="34" charset="0"/>
                            </a:rPr>
                            <m:t>2</m:t>
                          </m:r>
                          <m:r>
                            <a:rPr lang="en-US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Shruti" panose="020B0502040204020203" pitchFamily="34" charset="0"/>
                            </a:rPr>
                            <m:t>+3</m:t>
                          </m:r>
                        </m:e>
                      </m:d>
                      <m:r>
                        <a:rPr lang="en-US" sz="2800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Shruti" panose="020B0502040204020203" pitchFamily="34" charset="0"/>
                        </a:rPr>
                        <m:t>−1</m:t>
                      </m:r>
                      <m:d>
                        <m:dPr>
                          <m:ctrlP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Shruti" panose="020B0502040204020203" pitchFamily="34" charset="0"/>
                            </a:rPr>
                          </m:ctrlPr>
                        </m:dPr>
                        <m:e>
                          <m: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Shruti" panose="020B0502040204020203" pitchFamily="34" charset="0"/>
                            </a:rPr>
                            <m:t>1</m:t>
                          </m:r>
                          <m:r>
                            <a:rPr lang="en-US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Shruti" panose="020B0502040204020203" pitchFamily="34" charset="0"/>
                            </a:rPr>
                            <m:t>+</m:t>
                          </m:r>
                          <m: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Shruti" panose="020B0502040204020203" pitchFamily="34" charset="0"/>
                            </a:rPr>
                            <m:t>1</m:t>
                          </m:r>
                        </m:e>
                      </m:d>
                      <m:r>
                        <a:rPr lang="en-US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Shruti" panose="020B0502040204020203" pitchFamily="34" charset="0"/>
                        </a:rPr>
                        <m:t>−2</m:t>
                      </m:r>
                      <m:d>
                        <m:dPr>
                          <m:ctrlPr>
                            <a:rPr lang="en-US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Shruti" panose="020B0502040204020203" pitchFamily="34" charset="0"/>
                            </a:rPr>
                          </m:ctrlPr>
                        </m:dPr>
                        <m:e>
                          <m:r>
                            <a:rPr lang="en-US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Shruti" panose="020B0502040204020203" pitchFamily="34" charset="0"/>
                            </a:rPr>
                            <m:t>3</m:t>
                          </m:r>
                          <m: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Shruti" panose="020B0502040204020203" pitchFamily="34" charset="0"/>
                            </a:rPr>
                            <m:t>−2</m:t>
                          </m:r>
                        </m:e>
                      </m:d>
                    </m:oMath>
                  </m:oMathPara>
                </a14:m>
                <a:endParaRPr lang="en-US" sz="2800" dirty="0">
                  <a:solidFill>
                    <a:srgbClr val="002060"/>
                  </a:solidFill>
                  <a:ea typeface="Calibri" panose="020F0502020204030204" pitchFamily="34" charset="0"/>
                  <a:cs typeface="Shruti" panose="020B0502040204020203" pitchFamily="34" charset="0"/>
                </a:endParaRPr>
              </a:p>
            </p:txBody>
          </p:sp>
        </mc:Choice>
        <mc:Fallback xmlns="">
          <p:sp>
            <p:nvSpPr>
              <p:cNvPr id="50" name="Content Placeholder 4">
                <a:extLst>
                  <a:ext uri="{FF2B5EF4-FFF2-40B4-BE49-F238E27FC236}">
                    <a16:creationId xmlns:a16="http://schemas.microsoft.com/office/drawing/2014/main" id="{943E8303-3F55-8D0E-0F03-4169E7B8034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2982643" y="4631197"/>
                <a:ext cx="5472060" cy="508927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  <a:ln w="12700" cap="flat" cmpd="sng" algn="ctr">
                <a:noFill/>
                <a:prstDash val="solid"/>
                <a:miter lim="800000"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1" name="Content Placeholder 4">
                <a:extLst>
                  <a:ext uri="{FF2B5EF4-FFF2-40B4-BE49-F238E27FC236}">
                    <a16:creationId xmlns:a16="http://schemas.microsoft.com/office/drawing/2014/main" id="{943E8303-3F55-8D0E-0F03-4169E7B80343}"/>
                  </a:ext>
                </a:extLst>
              </p:cNvPr>
              <p:cNvSpPr txBox="1">
                <a:spLocks/>
              </p:cNvSpPr>
              <p:nvPr/>
            </p:nvSpPr>
            <p:spPr>
              <a:xfrm flipH="1">
                <a:off x="8170708" y="4631196"/>
                <a:ext cx="1010662" cy="508927"/>
              </a:xfrm>
              <a:prstGeom prst="rect">
                <a:avLst/>
              </a:prstGeom>
              <a:noFill/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vert="horz" lIns="91440" tIns="45720" rIns="91440" bIns="45720" rtlCol="0" anchor="ctr">
                <a:noAutofit/>
              </a:bodyPr>
              <a:lstStyle>
                <a:lvl1pPr marL="265113" indent="-265113" algn="just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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809625" indent="-352425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118745" indent="0">
                  <a:lnSpc>
                    <a:spcPct val="115000"/>
                  </a:lnSpc>
                  <a:spcAft>
                    <a:spcPts val="8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IN" sz="280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Shruti" panose="020B0502040204020203" pitchFamily="34" charset="0"/>
                        </a:rPr>
                        <m:t>=</m:t>
                      </m:r>
                      <m:r>
                        <a:rPr lang="en-US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Shruti" panose="020B0502040204020203" pitchFamily="34" charset="0"/>
                        </a:rPr>
                        <m:t>1</m:t>
                      </m:r>
                    </m:oMath>
                  </m:oMathPara>
                </a14:m>
                <a:endParaRPr lang="en-US" sz="2800" dirty="0">
                  <a:solidFill>
                    <a:srgbClr val="002060"/>
                  </a:solidFill>
                  <a:ea typeface="Calibri" panose="020F0502020204030204" pitchFamily="34" charset="0"/>
                  <a:cs typeface="Shruti" panose="020B0502040204020203" pitchFamily="34" charset="0"/>
                </a:endParaRPr>
              </a:p>
            </p:txBody>
          </p:sp>
        </mc:Choice>
        <mc:Fallback xmlns="">
          <p:sp>
            <p:nvSpPr>
              <p:cNvPr id="51" name="Content Placeholder 4">
                <a:extLst>
                  <a:ext uri="{FF2B5EF4-FFF2-40B4-BE49-F238E27FC236}">
                    <a16:creationId xmlns:a16="http://schemas.microsoft.com/office/drawing/2014/main" id="{943E8303-3F55-8D0E-0F03-4169E7B8034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8170708" y="4631196"/>
                <a:ext cx="1010662" cy="508927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  <a:ln w="12700" cap="flat" cmpd="sng" algn="ctr">
                <a:noFill/>
                <a:prstDash val="solid"/>
                <a:miter lim="800000"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2" name="Content Placeholder 4">
                <a:extLst>
                  <a:ext uri="{FF2B5EF4-FFF2-40B4-BE49-F238E27FC236}">
                    <a16:creationId xmlns:a16="http://schemas.microsoft.com/office/drawing/2014/main" id="{B615FA3C-4A8C-87BF-65FC-DD7E7382A64B}"/>
                  </a:ext>
                </a:extLst>
              </p:cNvPr>
              <p:cNvSpPr txBox="1">
                <a:spLocks/>
              </p:cNvSpPr>
              <p:nvPr/>
            </p:nvSpPr>
            <p:spPr>
              <a:xfrm flipH="1">
                <a:off x="-2" y="5617237"/>
                <a:ext cx="7783287" cy="543600"/>
              </a:xfrm>
              <a:prstGeom prst="rect">
                <a:avLst/>
              </a:prstGeom>
              <a:noFill/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vert="horz" lIns="91440" tIns="45720" rIns="91440" bIns="45720" rtlCol="0" anchor="ctr">
                <a:noAutofit/>
              </a:bodyPr>
              <a:lstStyle>
                <a:lvl1pPr marL="265113" indent="-265113" algn="just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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809625" indent="-352425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118745" indent="0">
                  <a:lnSpc>
                    <a:spcPct val="115000"/>
                  </a:lnSpc>
                  <a:spcAft>
                    <a:spcPts val="800"/>
                  </a:spcAft>
                  <a:buNone/>
                </a:pPr>
                <a:r>
                  <a:rPr lang="en-IN" sz="2800" dirty="0">
                    <a:solidFill>
                      <a:srgbClr val="002060"/>
                    </a:solidFill>
                  </a:rPr>
                  <a:t>So,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en-US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ctrlPr>
                              <a:rPr lang="en-US" sz="280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80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1, 1, 1</m:t>
                            </m:r>
                          </m:e>
                        </m:d>
                        <m:r>
                          <a:rPr lang="en-US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, </m:t>
                        </m:r>
                        <m:d>
                          <m:dPr>
                            <m:ctrlPr>
                              <a:rPr lang="en-US" sz="280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80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1, 2, 3</m:t>
                            </m:r>
                          </m:e>
                        </m:d>
                        <m:r>
                          <a:rPr lang="en-US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, </m:t>
                        </m:r>
                        <m:d>
                          <m:dPr>
                            <m:ctrlPr>
                              <a:rPr lang="en-US" sz="280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80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−2, −1, 1</m:t>
                            </m:r>
                          </m:e>
                        </m:d>
                      </m:e>
                    </m:d>
                  </m:oMath>
                </a14:m>
                <a:r>
                  <a:rPr lang="en-US" sz="2800" dirty="0">
                    <a:solidFill>
                      <a:srgbClr val="002060"/>
                    </a:solidFill>
                    <a:ea typeface="Calibri" panose="020F0502020204030204" pitchFamily="34" charset="0"/>
                    <a:cs typeface="Shruti" panose="020B0502040204020203" pitchFamily="34" charset="0"/>
                  </a:rPr>
                  <a:t> is basis for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n-US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lang="en-IN" sz="2800" dirty="0">
                    <a:solidFill>
                      <a:srgbClr val="002060"/>
                    </a:solidFill>
                  </a:rPr>
                  <a:t>.</a:t>
                </a:r>
                <a:endParaRPr lang="en-US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52" name="Content Placeholder 4">
                <a:extLst>
                  <a:ext uri="{FF2B5EF4-FFF2-40B4-BE49-F238E27FC236}">
                    <a16:creationId xmlns:a16="http://schemas.microsoft.com/office/drawing/2014/main" id="{B615FA3C-4A8C-87BF-65FC-DD7E7382A64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-2" y="5617237"/>
                <a:ext cx="7783287" cy="543600"/>
              </a:xfrm>
              <a:prstGeom prst="rect">
                <a:avLst/>
              </a:prstGeom>
              <a:blipFill>
                <a:blip r:embed="rId9"/>
                <a:stretch>
                  <a:fillRect l="-78" t="-8889" b="-27778"/>
                </a:stretch>
              </a:blipFill>
              <a:ln w="12700" cap="flat" cmpd="sng" algn="ctr">
                <a:noFill/>
                <a:prstDash val="solid"/>
                <a:miter lim="800000"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3" name="Content Placeholder 4">
                <a:extLst>
                  <a:ext uri="{FF2B5EF4-FFF2-40B4-BE49-F238E27FC236}">
                    <a16:creationId xmlns:a16="http://schemas.microsoft.com/office/drawing/2014/main" id="{B615FA3C-4A8C-87BF-65FC-DD7E7382A64B}"/>
                  </a:ext>
                </a:extLst>
              </p:cNvPr>
              <p:cNvSpPr txBox="1">
                <a:spLocks/>
              </p:cNvSpPr>
              <p:nvPr/>
            </p:nvSpPr>
            <p:spPr>
              <a:xfrm flipH="1">
                <a:off x="5578" y="2808860"/>
                <a:ext cx="2646181" cy="543600"/>
              </a:xfrm>
              <a:prstGeom prst="rect">
                <a:avLst/>
              </a:prstGeom>
              <a:noFill/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vert="horz" lIns="91440" tIns="45720" rIns="91440" bIns="45720" rtlCol="0" anchor="ctr">
                <a:noAutofit/>
              </a:bodyPr>
              <a:lstStyle>
                <a:lvl1pPr marL="265113" indent="-265113" algn="just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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809625" indent="-352425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lnSpc>
                    <a:spcPct val="150000"/>
                  </a:lnSpc>
                  <a:spcAft>
                    <a:spcPts val="8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⇒</m:t>
                      </m:r>
                      <m:r>
                        <m:rPr>
                          <m:sty m:val="p"/>
                        </m:rPr>
                        <a:rPr lang="en-US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n</m:t>
                      </m:r>
                      <m:r>
                        <a:rPr lang="en-US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|"/>
                          <m:endChr m:val="|"/>
                          <m:ctrlP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A</m:t>
                          </m:r>
                          <m: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d>
                      <m:r>
                        <a:rPr lang="en-US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800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3</m:t>
                      </m:r>
                    </m:oMath>
                  </m:oMathPara>
                </a14:m>
                <a:endParaRPr lang="en-US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53" name="Content Placeholder 4">
                <a:extLst>
                  <a:ext uri="{FF2B5EF4-FFF2-40B4-BE49-F238E27FC236}">
                    <a16:creationId xmlns:a16="http://schemas.microsoft.com/office/drawing/2014/main" id="{B615FA3C-4A8C-87BF-65FC-DD7E7382A64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5578" y="2808860"/>
                <a:ext cx="2646181" cy="543600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  <a:ln w="12700" cap="flat" cmpd="sng" algn="ctr">
                <a:noFill/>
                <a:prstDash val="solid"/>
                <a:miter lim="800000"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4" name="Content Placeholder 4">
                <a:extLst>
                  <a:ext uri="{FF2B5EF4-FFF2-40B4-BE49-F238E27FC236}">
                    <a16:creationId xmlns:a16="http://schemas.microsoft.com/office/drawing/2014/main" id="{943E8303-3F55-8D0E-0F03-4169E7B80343}"/>
                  </a:ext>
                </a:extLst>
              </p:cNvPr>
              <p:cNvSpPr txBox="1">
                <a:spLocks/>
              </p:cNvSpPr>
              <p:nvPr/>
            </p:nvSpPr>
            <p:spPr>
              <a:xfrm flipH="1">
                <a:off x="-29764" y="3544694"/>
                <a:ext cx="10479505" cy="543600"/>
              </a:xfrm>
              <a:prstGeom prst="rect">
                <a:avLst/>
              </a:prstGeom>
              <a:noFill/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vert="horz" lIns="91440" tIns="45720" rIns="91440" bIns="45720" rtlCol="0" anchor="ctr">
                <a:noAutofit/>
              </a:bodyPr>
              <a:lstStyle>
                <a:lvl1pPr marL="265113" indent="-265113" algn="just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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809625" indent="-352425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118745" indent="0">
                  <a:lnSpc>
                    <a:spcPct val="115000"/>
                  </a:lnSpc>
                  <a:spcAft>
                    <a:spcPts val="800"/>
                  </a:spcAft>
                  <a:buNone/>
                </a:pPr>
                <a:r>
                  <a:rPr lang="en-US" sz="2800" dirty="0">
                    <a:solidFill>
                      <a:srgbClr val="002060"/>
                    </a:solidFill>
                    <a:latin typeface="+mj-lt"/>
                  </a:rPr>
                  <a:t>So, We can check </a:t>
                </a:r>
                <a:r>
                  <a:rPr lang="en-US" sz="2800" dirty="0">
                    <a:solidFill>
                      <a:srgbClr val="002060"/>
                    </a:solidFill>
                    <a:ea typeface="Calibri" panose="020F0502020204030204" pitchFamily="34" charset="0"/>
                    <a:cs typeface="Shruti" panose="020B0502040204020203" pitchFamily="34" charset="0"/>
                  </a:rPr>
                  <a:t>whether given set is basis for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n-US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lang="en-US" sz="2800" dirty="0">
                    <a:solidFill>
                      <a:srgbClr val="002060"/>
                    </a:solidFill>
                    <a:latin typeface="+mj-lt"/>
                  </a:rPr>
                  <a:t> using determinant. </a:t>
                </a:r>
                <a:endParaRPr lang="en-US" sz="2800" dirty="0">
                  <a:solidFill>
                    <a:srgbClr val="002060"/>
                  </a:solidFill>
                  <a:ea typeface="Calibri" panose="020F0502020204030204" pitchFamily="34" charset="0"/>
                  <a:cs typeface="Shruti" panose="020B0502040204020203" pitchFamily="34" charset="0"/>
                </a:endParaRPr>
              </a:p>
            </p:txBody>
          </p:sp>
        </mc:Choice>
        <mc:Fallback xmlns="">
          <p:sp>
            <p:nvSpPr>
              <p:cNvPr id="54" name="Content Placeholder 4">
                <a:extLst>
                  <a:ext uri="{FF2B5EF4-FFF2-40B4-BE49-F238E27FC236}">
                    <a16:creationId xmlns:a16="http://schemas.microsoft.com/office/drawing/2014/main" id="{943E8303-3F55-8D0E-0F03-4169E7B8034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-29764" y="3544694"/>
                <a:ext cx="10479505" cy="543600"/>
              </a:xfrm>
              <a:prstGeom prst="rect">
                <a:avLst/>
              </a:prstGeom>
              <a:blipFill>
                <a:blip r:embed="rId11"/>
                <a:stretch>
                  <a:fillRect l="-58" t="-8889" b="-27778"/>
                </a:stretch>
              </a:blipFill>
              <a:ln w="12700" cap="flat" cmpd="sng" algn="ctr">
                <a:noFill/>
                <a:prstDash val="solid"/>
                <a:miter lim="800000"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5" name="Content Placeholder 4">
                <a:extLst>
                  <a:ext uri="{FF2B5EF4-FFF2-40B4-BE49-F238E27FC236}">
                    <a16:creationId xmlns:a16="http://schemas.microsoft.com/office/drawing/2014/main" id="{B2ED5508-4152-4C4D-B631-5D19C5F6CD5F}"/>
                  </a:ext>
                </a:extLst>
              </p:cNvPr>
              <p:cNvSpPr txBox="1">
                <a:spLocks/>
              </p:cNvSpPr>
              <p:nvPr/>
            </p:nvSpPr>
            <p:spPr>
              <a:xfrm flipH="1">
                <a:off x="2725141" y="2722736"/>
                <a:ext cx="3784515" cy="605827"/>
              </a:xfrm>
              <a:prstGeom prst="rect">
                <a:avLst/>
              </a:prstGeom>
              <a:noFill/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vert="horz" lIns="91440" tIns="45720" rIns="91440" bIns="45720" rtlCol="0" anchor="ctr">
                <a:noAutofit/>
              </a:bodyPr>
              <a:lstStyle>
                <a:lvl1pPr marL="265113" indent="-265113" algn="just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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809625" indent="-352425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lnSpc>
                    <a:spcPct val="150000"/>
                  </a:lnSpc>
                  <a:spcAft>
                    <a:spcPts val="800"/>
                  </a:spcAft>
                  <a:buNone/>
                </a:pPr>
                <a:r>
                  <a:rPr lang="en-US" sz="2800" b="0" dirty="0">
                    <a:solidFill>
                      <a:srgbClr val="002060"/>
                    </a:solidFill>
                    <a:ea typeface="Cambria Math" panose="02040503050406030204" pitchFamily="18" charset="0"/>
                  </a:rPr>
                  <a:t>and  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m</m:t>
                    </m:r>
                    <m:r>
                      <a:rPr lang="en-US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dim</m:t>
                    </m:r>
                    <m:d>
                      <m:dPr>
                        <m:ctrlPr>
                          <a:rPr lang="en-US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sz="280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80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ℝ</m:t>
                            </m:r>
                          </m:e>
                          <m:sup>
                            <m:r>
                              <a:rPr lang="en-US" sz="280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e>
                    </m:d>
                    <m:r>
                      <a:rPr lang="en-US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sz="2800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endParaRPr lang="en-US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55" name="Content Placeholder 4">
                <a:extLst>
                  <a:ext uri="{FF2B5EF4-FFF2-40B4-BE49-F238E27FC236}">
                    <a16:creationId xmlns:a16="http://schemas.microsoft.com/office/drawing/2014/main" id="{B2ED5508-4152-4C4D-B631-5D19C5F6CD5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2725141" y="2722736"/>
                <a:ext cx="3784515" cy="605827"/>
              </a:xfrm>
              <a:prstGeom prst="rect">
                <a:avLst/>
              </a:prstGeom>
              <a:blipFill>
                <a:blip r:embed="rId12"/>
                <a:stretch>
                  <a:fillRect l="-3221" b="-27273"/>
                </a:stretch>
              </a:blipFill>
              <a:ln w="12700" cap="flat" cmpd="sng" algn="ctr">
                <a:noFill/>
                <a:prstDash val="solid"/>
                <a:miter lim="800000"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7" name="Rounded Rectangle 56"/>
          <p:cNvSpPr/>
          <p:nvPr/>
        </p:nvSpPr>
        <p:spPr>
          <a:xfrm>
            <a:off x="3265715" y="2096423"/>
            <a:ext cx="4653642" cy="521778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8" name="Rounded Rectangle 57"/>
          <p:cNvSpPr/>
          <p:nvPr/>
        </p:nvSpPr>
        <p:spPr>
          <a:xfrm>
            <a:off x="8220984" y="2090915"/>
            <a:ext cx="571500" cy="521778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Rectangle 17"/>
              <p:cNvSpPr/>
              <p:nvPr/>
            </p:nvSpPr>
            <p:spPr>
              <a:xfrm>
                <a:off x="8951418" y="4561641"/>
                <a:ext cx="900421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Shruti" panose="020B0502040204020203" pitchFamily="34" charset="0"/>
                        </a:rPr>
                        <m:t>≠</m:t>
                      </m:r>
                      <m:r>
                        <a:rPr lang="en-US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Shruti" panose="020B0502040204020203" pitchFamily="34" charset="0"/>
                        </a:rPr>
                        <m:t>0</m:t>
                      </m:r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  <a:latin typeface="Cambria Math" panose="02040503050406030204" pitchFamily="18" charset="0"/>
                  <a:ea typeface="Calibri" panose="020F0502020204030204" pitchFamily="34" charset="0"/>
                  <a:cs typeface="Shruti" panose="020B0502040204020203" pitchFamily="34" charset="0"/>
                </a:endParaRPr>
              </a:p>
            </p:txBody>
          </p:sp>
        </mc:Choice>
        <mc:Fallback xmlns="">
          <p:sp>
            <p:nvSpPr>
              <p:cNvPr id="18" name="Rectangle 1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51418" y="4561641"/>
                <a:ext cx="900421" cy="523220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868934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8" grpId="0"/>
      <p:bldP spid="49" grpId="0"/>
      <p:bldP spid="50" grpId="0"/>
      <p:bldP spid="51" grpId="0"/>
      <p:bldP spid="52" grpId="0"/>
      <p:bldP spid="53" grpId="0"/>
      <p:bldP spid="54" grpId="0"/>
      <p:bldP spid="55" grpId="0"/>
      <p:bldP spid="57" grpId="0" animBg="1"/>
      <p:bldP spid="57" grpId="1" animBg="1"/>
      <p:bldP spid="58" grpId="0" animBg="1"/>
      <p:bldP spid="58" grpId="1" animBg="1"/>
      <p:bldP spid="18" grpId="0"/>
    </p:bldLst>
  </p:timing>
</p:sld>
</file>

<file path=ppt/slides/slide1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ECFC8A-BC0D-5D72-FE99-20313653BC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FDFDD70C-3AAE-183B-5AED-36C59E3E9B77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IN" dirty="0"/>
                  <a:t>Method:5 </a:t>
                </a:r>
                <a14:m>
                  <m:oMath xmlns:m="http://schemas.openxmlformats.org/officeDocument/2006/math">
                    <m:r>
                      <a:rPr lang="en-I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⇝</m:t>
                    </m:r>
                  </m:oMath>
                </a14:m>
                <a:r>
                  <a:rPr lang="en-IN" dirty="0"/>
                  <a:t> Example:5</a:t>
                </a:r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FDFDD70C-3AAE-183B-5AED-36C59E3E9B7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3"/>
                <a:stretch>
                  <a:fillRect l="-400" t="-8547" b="-1965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Content Placeholder 4">
            <a:extLst>
              <a:ext uri="{FF2B5EF4-FFF2-40B4-BE49-F238E27FC236}">
                <a16:creationId xmlns:a16="http://schemas.microsoft.com/office/drawing/2014/main" id="{CAE77E5B-BF33-5497-20B0-3BFB83C99976}"/>
              </a:ext>
            </a:extLst>
          </p:cNvPr>
          <p:cNvSpPr txBox="1">
            <a:spLocks/>
          </p:cNvSpPr>
          <p:nvPr/>
        </p:nvSpPr>
        <p:spPr>
          <a:xfrm>
            <a:off x="205273" y="800163"/>
            <a:ext cx="1558214" cy="522081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marL="265113" indent="-265113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Wingdings 3" panose="05040102010807070707" pitchFamily="18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9625" indent="-352425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 3" panose="05040102010807070707" pitchFamily="18" charset="2"/>
              <a:buChar char="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endParaRPr lang="en-IN" sz="2800" b="1" dirty="0">
              <a:solidFill>
                <a:schemeClr val="tx2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4" name="Content Placeholder 4">
                <a:extLst>
                  <a:ext uri="{FF2B5EF4-FFF2-40B4-BE49-F238E27FC236}">
                    <a16:creationId xmlns:a16="http://schemas.microsoft.com/office/drawing/2014/main" id="{ED23B262-736E-4535-FBA7-00FB33ACCCF0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572935" y="731979"/>
                <a:ext cx="10273273" cy="1769928"/>
              </a:xfrm>
              <a:prstGeom prst="rect">
                <a:avLst/>
              </a:prstGeom>
              <a:noFill/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vert="horz" lIns="91440" tIns="45720" rIns="91440" bIns="45720" rtlCol="0" anchor="ctr">
                <a:noAutofit/>
              </a:bodyPr>
              <a:lstStyle>
                <a:lvl1pPr marL="265113" indent="-265113" algn="just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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809625" indent="-352425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 algn="l">
                  <a:lnSpc>
                    <a:spcPct val="150000"/>
                  </a:lnSpc>
                  <a:buNone/>
                </a:pPr>
                <a:r>
                  <a:rPr lang="en-US" sz="2800" dirty="0">
                    <a:solidFill>
                      <a:srgbClr val="002060"/>
                    </a:solidFill>
                    <a:ea typeface="Calibri" panose="020F0502020204030204" pitchFamily="34" charset="0"/>
                    <a:cs typeface="Shruti" panose="020B0502040204020203" pitchFamily="34" charset="0"/>
                  </a:rPr>
                  <a:t>Show that the set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Shruti" panose="020B0502040204020203" pitchFamily="34" charset="0"/>
                      </a:rPr>
                      <m:t>S</m:t>
                    </m:r>
                    <m:r>
                      <a:rPr lang="en-US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Shruti" panose="020B0502040204020203" pitchFamily="34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US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Shruti" panose="020B0502040204020203" pitchFamily="34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Shruti" panose="020B0502040204020203" pitchFamily="34" charset="0"/>
                          </a:rPr>
                          <m:t>A</m:t>
                        </m:r>
                        <m:r>
                          <a:rPr lang="en-US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Shruti" panose="020B0502040204020203" pitchFamily="34" charset="0"/>
                          </a:rPr>
                          <m:t>, </m:t>
                        </m:r>
                        <m:r>
                          <m:rPr>
                            <m:sty m:val="p"/>
                          </m:rPr>
                          <a:rPr lang="en-US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Shruti" panose="020B0502040204020203" pitchFamily="34" charset="0"/>
                          </a:rPr>
                          <m:t>B</m:t>
                        </m:r>
                        <m:r>
                          <a:rPr lang="en-US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Shruti" panose="020B0502040204020203" pitchFamily="34" charset="0"/>
                          </a:rPr>
                          <m:t>, </m:t>
                        </m:r>
                        <m:r>
                          <m:rPr>
                            <m:sty m:val="p"/>
                          </m:rPr>
                          <a:rPr lang="en-US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Shruti" panose="020B0502040204020203" pitchFamily="34" charset="0"/>
                          </a:rPr>
                          <m:t>C</m:t>
                        </m:r>
                        <m:r>
                          <a:rPr lang="en-US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Shruti" panose="020B0502040204020203" pitchFamily="34" charset="0"/>
                          </a:rPr>
                          <m:t>, </m:t>
                        </m:r>
                        <m:r>
                          <m:rPr>
                            <m:sty m:val="p"/>
                          </m:rPr>
                          <a:rPr lang="en-US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Shruti" panose="020B0502040204020203" pitchFamily="34" charset="0"/>
                          </a:rPr>
                          <m:t>D</m:t>
                        </m:r>
                      </m:e>
                    </m:d>
                  </m:oMath>
                </a14:m>
                <a:r>
                  <a:rPr lang="en-US" sz="2800" dirty="0">
                    <a:solidFill>
                      <a:srgbClr val="002060"/>
                    </a:solidFill>
                    <a:ea typeface="Calibri" panose="020F0502020204030204" pitchFamily="34" charset="0"/>
                    <a:cs typeface="Shruti" panose="020B0502040204020203" pitchFamily="34" charset="0"/>
                  </a:rPr>
                  <a:t> is a basis for the vector space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Shruti" panose="020B0502040204020203" pitchFamily="34" charset="0"/>
                          </a:rPr>
                        </m:ctrlPr>
                      </m:sSubPr>
                      <m:e>
                        <m:r>
                          <a:rPr lang="en-US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Shruti" panose="020B0502040204020203" pitchFamily="34" charset="0"/>
                          </a:rPr>
                          <m:t> </m:t>
                        </m:r>
                        <m:r>
                          <a:rPr lang="en-US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Shruti" panose="020B0502040204020203" pitchFamily="34" charset="0"/>
                          </a:rPr>
                          <m:t>𝕄</m:t>
                        </m:r>
                      </m:e>
                      <m:sub>
                        <m:r>
                          <a:rPr lang="en-US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Shruti" panose="020B0502040204020203" pitchFamily="34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2800" dirty="0">
                    <a:solidFill>
                      <a:srgbClr val="002060"/>
                    </a:solidFill>
                    <a:ea typeface="Calibri" panose="020F0502020204030204" pitchFamily="34" charset="0"/>
                    <a:cs typeface="Shruti" panose="020B0502040204020203" pitchFamily="34" charset="0"/>
                  </a:rPr>
                  <a:t>. Where</a:t>
                </a:r>
                <a14:m>
                  <m:oMath xmlns:m="http://schemas.openxmlformats.org/officeDocument/2006/math">
                    <m:r>
                      <a:rPr lang="en-US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Shruti" panose="020B0502040204020203" pitchFamily="34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Shruti" panose="020B0502040204020203" pitchFamily="34" charset="0"/>
                      </a:rPr>
                      <m:t>A</m:t>
                    </m:r>
                    <m:r>
                      <a:rPr lang="en-US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Shruti" panose="020B0502040204020203" pitchFamily="34" charset="0"/>
                      </a:rPr>
                      <m:t> = </m:t>
                    </m:r>
                    <m:d>
                      <m:dPr>
                        <m:begChr m:val="["/>
                        <m:endChr m:val="]"/>
                        <m:ctrlPr>
                          <a:rPr lang="en-US" sz="28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Shruti" panose="020B0502040204020203" pitchFamily="34" charset="0"/>
                          </a:rPr>
                        </m:ctrlPr>
                      </m:dPr>
                      <m:e>
                        <m:r>
                          <a:rPr lang="en-US" sz="28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Shruti" panose="020B0502040204020203" pitchFamily="34" charset="0"/>
                          </a:rPr>
                          <m:t> </m:t>
                        </m:r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IN" sz="280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Shruti" panose="020B0502040204020203" pitchFamily="34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Shruti" panose="020B0502040204020203" pitchFamily="34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Shruti" panose="020B0502040204020203" pitchFamily="34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Shruti" panose="020B0502040204020203" pitchFamily="34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Shruti" panose="020B0502040204020203" pitchFamily="34" charset="0"/>
                                </a:rPr>
                                <m:t>0</m:t>
                              </m:r>
                            </m:e>
                          </m:mr>
                        </m:m>
                        <m:r>
                          <a:rPr lang="en-US" sz="28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Shruti" panose="020B0502040204020203" pitchFamily="34" charset="0"/>
                          </a:rPr>
                          <m:t> </m:t>
                        </m:r>
                      </m:e>
                    </m:d>
                  </m:oMath>
                </a14:m>
                <a:r>
                  <a:rPr lang="en-US" sz="2800" dirty="0">
                    <a:solidFill>
                      <a:srgbClr val="002060"/>
                    </a:solidFill>
                    <a:ea typeface="Calibri" panose="020F0502020204030204" pitchFamily="34" charset="0"/>
                    <a:cs typeface="Shruti" panose="020B0502040204020203" pitchFamily="34" charset="0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Shruti" panose="020B0502040204020203" pitchFamily="34" charset="0"/>
                      </a:rPr>
                      <m:t>B</m:t>
                    </m:r>
                    <m:r>
                      <a:rPr lang="en-US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Shruti" panose="020B0502040204020203" pitchFamily="34" charset="0"/>
                      </a:rPr>
                      <m:t> = </m:t>
                    </m:r>
                    <m:d>
                      <m:dPr>
                        <m:begChr m:val="["/>
                        <m:endChr m:val="]"/>
                        <m:ctrlPr>
                          <a:rPr lang="en-US" sz="28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Shruti" panose="020B0502040204020203" pitchFamily="34" charset="0"/>
                          </a:rPr>
                        </m:ctrlPr>
                      </m:dPr>
                      <m:e>
                        <m:r>
                          <a:rPr lang="en-US" sz="28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Shruti" panose="020B0502040204020203" pitchFamily="34" charset="0"/>
                          </a:rPr>
                          <m:t> </m:t>
                        </m:r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IN" sz="280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Shruti" panose="020B0502040204020203" pitchFamily="34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Shruti" panose="020B0502040204020203" pitchFamily="34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Shruti" panose="020B0502040204020203" pitchFamily="34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Shruti" panose="020B0502040204020203" pitchFamily="34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Shruti" panose="020B0502040204020203" pitchFamily="34" charset="0"/>
                                </a:rPr>
                                <m:t>0</m:t>
                              </m:r>
                            </m:e>
                          </m:mr>
                        </m:m>
                        <m:r>
                          <a:rPr lang="en-US" sz="28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Shruti" panose="020B0502040204020203" pitchFamily="34" charset="0"/>
                          </a:rPr>
                          <m:t> </m:t>
                        </m:r>
                      </m:e>
                    </m:d>
                  </m:oMath>
                </a14:m>
                <a:r>
                  <a:rPr lang="en-US" sz="2800" dirty="0">
                    <a:solidFill>
                      <a:srgbClr val="002060"/>
                    </a:solidFill>
                    <a:ea typeface="Calibri" panose="020F0502020204030204" pitchFamily="34" charset="0"/>
                    <a:cs typeface="Shruti" panose="020B0502040204020203" pitchFamily="34" charset="0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Shruti" panose="020B0502040204020203" pitchFamily="34" charset="0"/>
                      </a:rPr>
                      <m:t>C</m:t>
                    </m:r>
                    <m:r>
                      <a:rPr lang="en-US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Shruti" panose="020B0502040204020203" pitchFamily="34" charset="0"/>
                      </a:rPr>
                      <m:t> = </m:t>
                    </m:r>
                    <m:d>
                      <m:dPr>
                        <m:begChr m:val="["/>
                        <m:endChr m:val="]"/>
                        <m:ctrlPr>
                          <a:rPr lang="en-US" sz="28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Shruti" panose="020B0502040204020203" pitchFamily="34" charset="0"/>
                          </a:rPr>
                        </m:ctrlPr>
                      </m:dPr>
                      <m:e>
                        <m:r>
                          <a:rPr lang="en-US" sz="28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Shruti" panose="020B0502040204020203" pitchFamily="34" charset="0"/>
                          </a:rPr>
                          <m:t> </m:t>
                        </m:r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IN" sz="280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Shruti" panose="020B0502040204020203" pitchFamily="34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Shruti" panose="020B0502040204020203" pitchFamily="34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Shruti" panose="020B0502040204020203" pitchFamily="34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Shruti" panose="020B0502040204020203" pitchFamily="34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Shruti" panose="020B0502040204020203" pitchFamily="34" charset="0"/>
                                </a:rPr>
                                <m:t>0</m:t>
                              </m:r>
                            </m:e>
                          </m:mr>
                        </m:m>
                        <m:r>
                          <a:rPr lang="en-US" sz="28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Shruti" panose="020B0502040204020203" pitchFamily="34" charset="0"/>
                          </a:rPr>
                          <m:t> </m:t>
                        </m:r>
                      </m:e>
                    </m:d>
                  </m:oMath>
                </a14:m>
                <a:r>
                  <a:rPr lang="en-US" sz="2800" dirty="0">
                    <a:solidFill>
                      <a:srgbClr val="002060"/>
                    </a:solidFill>
                    <a:ea typeface="Calibri" panose="020F0502020204030204" pitchFamily="34" charset="0"/>
                    <a:cs typeface="Shruti" panose="020B0502040204020203" pitchFamily="34" charset="0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Shruti" panose="020B0502040204020203" pitchFamily="34" charset="0"/>
                      </a:rPr>
                      <m:t>D</m:t>
                    </m:r>
                    <m:r>
                      <a:rPr lang="en-US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Shruti" panose="020B0502040204020203" pitchFamily="34" charset="0"/>
                      </a:rPr>
                      <m:t> = </m:t>
                    </m:r>
                    <m:d>
                      <m:dPr>
                        <m:begChr m:val="["/>
                        <m:endChr m:val="]"/>
                        <m:ctrlPr>
                          <a:rPr lang="en-US" sz="28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Shruti" panose="020B0502040204020203" pitchFamily="34" charset="0"/>
                          </a:rPr>
                        </m:ctrlPr>
                      </m:dPr>
                      <m:e>
                        <m:r>
                          <a:rPr lang="en-US" sz="28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Shruti" panose="020B0502040204020203" pitchFamily="34" charset="0"/>
                          </a:rPr>
                          <m:t> </m:t>
                        </m:r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IN" sz="280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Shruti" panose="020B0502040204020203" pitchFamily="34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Shruti" panose="020B0502040204020203" pitchFamily="34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Shruti" panose="020B0502040204020203" pitchFamily="34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Shruti" panose="020B0502040204020203" pitchFamily="34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Shruti" panose="020B0502040204020203" pitchFamily="34" charset="0"/>
                                </a:rPr>
                                <m:t>1</m:t>
                              </m:r>
                            </m:e>
                          </m:mr>
                        </m:m>
                        <m:r>
                          <a:rPr lang="en-US" sz="28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Shruti" panose="020B0502040204020203" pitchFamily="34" charset="0"/>
                          </a:rPr>
                          <m:t> </m:t>
                        </m:r>
                      </m:e>
                    </m:d>
                  </m:oMath>
                </a14:m>
                <a:r>
                  <a:rPr lang="en-US" sz="2800" dirty="0">
                    <a:solidFill>
                      <a:srgbClr val="002060"/>
                    </a:solidFill>
                    <a:ea typeface="Calibri" panose="020F0502020204030204" pitchFamily="34" charset="0"/>
                    <a:cs typeface="Shruti" panose="020B0502040204020203" pitchFamily="34" charset="0"/>
                  </a:rPr>
                  <a:t>.</a:t>
                </a:r>
                <a:endParaRPr lang="en-IN" sz="2800" dirty="0">
                  <a:solidFill>
                    <a:srgbClr val="002060"/>
                  </a:solidFill>
                  <a:ea typeface="Calibri" panose="020F0502020204030204" pitchFamily="34" charset="0"/>
                  <a:cs typeface="Shruti" panose="020B0502040204020203" pitchFamily="34" charset="0"/>
                </a:endParaRPr>
              </a:p>
            </p:txBody>
          </p:sp>
        </mc:Choice>
        <mc:Fallback xmlns="">
          <p:sp>
            <p:nvSpPr>
              <p:cNvPr id="34" name="Content Placeholder 4">
                <a:extLst>
                  <a:ext uri="{FF2B5EF4-FFF2-40B4-BE49-F238E27FC236}">
                    <a16:creationId xmlns:a16="http://schemas.microsoft.com/office/drawing/2014/main" id="{ED23B262-736E-4535-FBA7-00FB33ACCCF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72935" y="731979"/>
                <a:ext cx="10273273" cy="1769928"/>
              </a:xfrm>
              <a:prstGeom prst="rect">
                <a:avLst/>
              </a:prstGeom>
              <a:blipFill>
                <a:blip r:embed="rId4"/>
                <a:stretch>
                  <a:fillRect l="-1187" r="-1187" b="-1034"/>
                </a:stretch>
              </a:blipFill>
              <a:ln w="12700" cap="flat" cmpd="sng" algn="ctr">
                <a:noFill/>
                <a:prstDash val="solid"/>
                <a:miter lim="800000"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5" name="Rectangle: Rounded Corners 34">
            <a:extLst>
              <a:ext uri="{FF2B5EF4-FFF2-40B4-BE49-F238E27FC236}">
                <a16:creationId xmlns:a16="http://schemas.microsoft.com/office/drawing/2014/main" id="{7FC45F7B-4A36-49BB-E330-CB7BC1EEC8DC}"/>
              </a:ext>
            </a:extLst>
          </p:cNvPr>
          <p:cNvSpPr/>
          <p:nvPr/>
        </p:nvSpPr>
        <p:spPr>
          <a:xfrm>
            <a:off x="122279" y="854244"/>
            <a:ext cx="1450657" cy="468000"/>
          </a:xfrm>
          <a:prstGeom prst="roundRect">
            <a:avLst/>
          </a:prstGeom>
          <a:gradFill>
            <a:gsLst>
              <a:gs pos="10000">
                <a:srgbClr val="0E47A1"/>
              </a:gs>
              <a:gs pos="100000">
                <a:srgbClr val="03A9F5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r>
              <a:rPr lang="en-IN" sz="2800" dirty="0">
                <a:solidFill>
                  <a:schemeClr val="bg1"/>
                </a:solidFill>
              </a:rPr>
              <a:t>Example</a:t>
            </a:r>
          </a:p>
        </p:txBody>
      </p:sp>
      <p:sp>
        <p:nvSpPr>
          <p:cNvPr id="23" name="Content Placeholder 4">
            <a:extLst>
              <a:ext uri="{FF2B5EF4-FFF2-40B4-BE49-F238E27FC236}">
                <a16:creationId xmlns:a16="http://schemas.microsoft.com/office/drawing/2014/main" id="{63305C07-F1B9-4158-AB35-36DE134F7E08}"/>
              </a:ext>
            </a:extLst>
          </p:cNvPr>
          <p:cNvSpPr txBox="1">
            <a:spLocks/>
          </p:cNvSpPr>
          <p:nvPr/>
        </p:nvSpPr>
        <p:spPr>
          <a:xfrm flipH="1">
            <a:off x="6958939" y="107357"/>
            <a:ext cx="4571801" cy="5400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marL="265113" indent="-265113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Wingdings 3" panose="05040102010807070707" pitchFamily="18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9625" indent="-352425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 3" panose="05040102010807070707" pitchFamily="18" charset="2"/>
              <a:buChar char="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18745" indent="0" algn="l">
              <a:lnSpc>
                <a:spcPct val="115000"/>
              </a:lnSpc>
              <a:spcAft>
                <a:spcPts val="800"/>
              </a:spcAft>
              <a:buNone/>
            </a:pPr>
            <a:endParaRPr lang="en-US" sz="3600" b="1" dirty="0">
              <a:solidFill>
                <a:srgbClr val="3D0FE7"/>
              </a:solidFill>
              <a:latin typeface="Cambria Math" panose="02040503050406030204" pitchFamily="18" charset="0"/>
            </a:endParaRPr>
          </a:p>
        </p:txBody>
      </p:sp>
      <p:sp>
        <p:nvSpPr>
          <p:cNvPr id="47" name="Rectangle: Rounded Corners 12">
            <a:extLst>
              <a:ext uri="{FF2B5EF4-FFF2-40B4-BE49-F238E27FC236}">
                <a16:creationId xmlns:a16="http://schemas.microsoft.com/office/drawing/2014/main" id="{35972A2E-25D7-C897-9D78-CA14AF0D56C8}"/>
              </a:ext>
            </a:extLst>
          </p:cNvPr>
          <p:cNvSpPr/>
          <p:nvPr/>
        </p:nvSpPr>
        <p:spPr>
          <a:xfrm>
            <a:off x="122278" y="2598009"/>
            <a:ext cx="1450657" cy="468000"/>
          </a:xfrm>
          <a:prstGeom prst="roundRect">
            <a:avLst/>
          </a:prstGeom>
          <a:gradFill>
            <a:gsLst>
              <a:gs pos="10000">
                <a:srgbClr val="0E47A1"/>
              </a:gs>
              <a:gs pos="100000">
                <a:srgbClr val="03A9F5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en-IN" sz="2800" dirty="0">
                <a:solidFill>
                  <a:schemeClr val="bg1"/>
                </a:solidFill>
              </a:rPr>
              <a:t>Solution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8" name="Content Placeholder 4">
                <a:extLst>
                  <a:ext uri="{FF2B5EF4-FFF2-40B4-BE49-F238E27FC236}">
                    <a16:creationId xmlns:a16="http://schemas.microsoft.com/office/drawing/2014/main" id="{943E8303-3F55-8D0E-0F03-4169E7B80343}"/>
                  </a:ext>
                </a:extLst>
              </p:cNvPr>
              <p:cNvSpPr txBox="1">
                <a:spLocks/>
              </p:cNvSpPr>
              <p:nvPr/>
            </p:nvSpPr>
            <p:spPr>
              <a:xfrm flipH="1">
                <a:off x="-5" y="4564765"/>
                <a:ext cx="3483433" cy="1915890"/>
              </a:xfrm>
              <a:prstGeom prst="rect">
                <a:avLst/>
              </a:prstGeom>
              <a:noFill/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vert="horz" lIns="91440" tIns="45720" rIns="91440" bIns="45720" rtlCol="0" anchor="ctr">
                <a:noAutofit/>
              </a:bodyPr>
              <a:lstStyle>
                <a:lvl1pPr marL="265113" indent="-265113" algn="just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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809625" indent="-352425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118745" indent="0">
                  <a:lnSpc>
                    <a:spcPct val="115000"/>
                  </a:lnSpc>
                  <a:spcAft>
                    <a:spcPts val="800"/>
                  </a:spcAft>
                  <a:buNone/>
                </a:pPr>
                <a:r>
                  <a:rPr lang="en-US" sz="2800" dirty="0">
                    <a:solidFill>
                      <a:srgbClr val="002060"/>
                    </a:solidFill>
                    <a:latin typeface="+mj-lt"/>
                  </a:rPr>
                  <a:t>Now,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sz="28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Shruti" panose="020B0502040204020203" pitchFamily="34" charset="0"/>
                          </a:rPr>
                        </m:ctrlPr>
                      </m:dPr>
                      <m:e>
                        <m:r>
                          <a:rPr lang="en-US" sz="28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Shruti" panose="020B0502040204020203" pitchFamily="34" charset="0"/>
                          </a:rPr>
                          <m:t> </m:t>
                        </m:r>
                        <m:m>
                          <m:mPr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>
                              <a:rPr lang="en-IN" sz="2800" i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sz="2800" b="0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sz="2800" b="0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2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IN" sz="2800" i="1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US" sz="2800" b="0" i="1" smtClean="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  <m:e>
                                    <m:r>
                                      <a:rPr lang="en-US" sz="2800" b="0" i="1" smtClean="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</m:mr>
                              </m:m>
                            </m:e>
                          </m:mr>
                          <m:mr>
                            <m:e>
                              <m:r>
                                <a:rPr lang="en-US" sz="2800" b="0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sz="2800" b="0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2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IN" sz="2800" i="1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US" sz="2800" b="0" i="1" smtClean="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  <m:e>
                                    <m:r>
                                      <a:rPr lang="en-US" sz="2800" b="0" i="1" smtClean="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</m:mr>
                              </m:m>
                            </m:e>
                          </m:mr>
                          <m:m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1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IN" sz="2800" i="1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US" sz="2800" b="0" i="1" smtClean="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</m:mr>
                                <m:mr>
                                  <m:e>
                                    <m:r>
                                      <a:rPr lang="en-US" sz="2800" b="0" i="1" smtClean="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</m:mr>
                              </m:m>
                            </m:e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1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IN" sz="2800" i="1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US" sz="2800" b="0" i="1" smtClean="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</m:mr>
                                <m:mr>
                                  <m:e>
                                    <m:r>
                                      <a:rPr lang="en-US" sz="2800" b="0" i="1" smtClean="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</m:mr>
                              </m:m>
                            </m:e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2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IN" sz="2800" i="1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m>
                                      <m:mPr>
                                        <m:mcs>
                                          <m:mc>
                                            <m:mcPr>
                                              <m:count m:val="1"/>
                                              <m:mcJc m:val="center"/>
                                            </m:mcPr>
                                          </m:mc>
                                        </m:mcs>
                                        <m:ctrlPr>
                                          <a:rPr lang="en-IN" sz="2800" i="1" smtClean="0">
                                            <a:solidFill>
                                              <a:srgbClr val="00206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mPr>
                                      <m:mr>
                                        <m:e>
                                          <m:r>
                                            <m:rPr>
                                              <m:brk m:alnAt="7"/>
                                            </m:rPr>
                                            <a:rPr lang="en-US" sz="2800" b="0" i="1" smtClean="0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1</m:t>
                                          </m:r>
                                        </m:e>
                                      </m:mr>
                                      <m:mr>
                                        <m:e>
                                          <m:r>
                                            <a:rPr lang="en-US" sz="2800" b="0" i="1" smtClean="0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0</m:t>
                                          </m:r>
                                        </m:e>
                                      </m:mr>
                                    </m:m>
                                  </m:e>
                                  <m:e>
                                    <m:m>
                                      <m:mPr>
                                        <m:mcs>
                                          <m:mc>
                                            <m:mcPr>
                                              <m:count m:val="1"/>
                                              <m:mcJc m:val="center"/>
                                            </m:mcPr>
                                          </m:mc>
                                        </m:mcs>
                                        <m:ctrlPr>
                                          <a:rPr lang="en-IN" sz="2800" i="1" smtClean="0">
                                            <a:solidFill>
                                              <a:srgbClr val="00206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mPr>
                                      <m:mr>
                                        <m:e>
                                          <m:r>
                                            <m:rPr>
                                              <m:brk m:alnAt="7"/>
                                            </m:rPr>
                                            <a:rPr lang="en-US" sz="2800" b="0" i="1" smtClean="0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0</m:t>
                                          </m:r>
                                        </m:e>
                                      </m:mr>
                                      <m:mr>
                                        <m:e>
                                          <m:r>
                                            <a:rPr lang="en-US" sz="2800" b="0" i="1" smtClean="0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1</m:t>
                                          </m:r>
                                        </m:e>
                                      </m:mr>
                                    </m:m>
                                  </m:e>
                                </m:mr>
                              </m:m>
                            </m:e>
                          </m:mr>
                        </m:m>
                        <m:r>
                          <a:rPr lang="en-US" sz="28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</m:e>
                    </m:d>
                  </m:oMath>
                </a14:m>
                <a:endParaRPr lang="en-US" sz="2800" dirty="0">
                  <a:solidFill>
                    <a:srgbClr val="002060"/>
                  </a:solidFill>
                  <a:ea typeface="Calibri" panose="020F0502020204030204" pitchFamily="34" charset="0"/>
                  <a:cs typeface="Shruti" panose="020B0502040204020203" pitchFamily="34" charset="0"/>
                </a:endParaRPr>
              </a:p>
            </p:txBody>
          </p:sp>
        </mc:Choice>
        <mc:Fallback xmlns="">
          <p:sp>
            <p:nvSpPr>
              <p:cNvPr id="48" name="Content Placeholder 4">
                <a:extLst>
                  <a:ext uri="{FF2B5EF4-FFF2-40B4-BE49-F238E27FC236}">
                    <a16:creationId xmlns:a16="http://schemas.microsoft.com/office/drawing/2014/main" id="{943E8303-3F55-8D0E-0F03-4169E7B8034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-5" y="4564765"/>
                <a:ext cx="3483433" cy="1915890"/>
              </a:xfrm>
              <a:prstGeom prst="rect">
                <a:avLst/>
              </a:prstGeom>
              <a:blipFill>
                <a:blip r:embed="rId5"/>
                <a:stretch>
                  <a:fillRect l="-175"/>
                </a:stretch>
              </a:blipFill>
              <a:ln w="12700" cap="flat" cmpd="sng" algn="ctr">
                <a:noFill/>
                <a:prstDash val="solid"/>
                <a:miter lim="800000"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9" name="Content Placeholder 4">
                <a:extLst>
                  <a:ext uri="{FF2B5EF4-FFF2-40B4-BE49-F238E27FC236}">
                    <a16:creationId xmlns:a16="http://schemas.microsoft.com/office/drawing/2014/main" id="{943E8303-3F55-8D0E-0F03-4169E7B80343}"/>
                  </a:ext>
                </a:extLst>
              </p:cNvPr>
              <p:cNvSpPr txBox="1">
                <a:spLocks/>
              </p:cNvSpPr>
              <p:nvPr/>
            </p:nvSpPr>
            <p:spPr>
              <a:xfrm flipH="1">
                <a:off x="1509292" y="2578852"/>
                <a:ext cx="4670527" cy="543600"/>
              </a:xfrm>
              <a:prstGeom prst="rect">
                <a:avLst/>
              </a:prstGeom>
              <a:noFill/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vert="horz" lIns="91440" tIns="45720" rIns="91440" bIns="45720" rtlCol="0" anchor="ctr">
                <a:noAutofit/>
              </a:bodyPr>
              <a:lstStyle>
                <a:lvl1pPr marL="265113" indent="-265113" algn="just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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809625" indent="-352425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118745" indent="0">
                  <a:lnSpc>
                    <a:spcPct val="115000"/>
                  </a:lnSpc>
                  <a:spcAft>
                    <a:spcPts val="800"/>
                  </a:spcAft>
                  <a:buNone/>
                </a:pPr>
                <a:r>
                  <a:rPr lang="en-US" sz="2800" dirty="0">
                    <a:solidFill>
                      <a:srgbClr val="002060"/>
                    </a:solidFill>
                    <a:latin typeface="+mj-lt"/>
                  </a:rPr>
                  <a:t>Since,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800" b="0" i="0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S</m:t>
                    </m:r>
                    <m:r>
                      <a:rPr lang="en-US" sz="2800" b="0" i="0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US" sz="28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Shruti" panose="020B0502040204020203" pitchFamily="34" charset="0"/>
                          </a:rPr>
                        </m:ctrlPr>
                      </m:dPr>
                      <m:e>
                        <m:r>
                          <a:rPr lang="en-US" sz="28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Shruti" panose="020B0502040204020203" pitchFamily="34" charset="0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en-US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Shruti" panose="020B0502040204020203" pitchFamily="34" charset="0"/>
                          </a:rPr>
                          <m:t>A</m:t>
                        </m:r>
                        <m:r>
                          <a:rPr lang="en-US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Shruti" panose="020B0502040204020203" pitchFamily="34" charset="0"/>
                          </a:rPr>
                          <m:t>, </m:t>
                        </m:r>
                        <m:r>
                          <m:rPr>
                            <m:sty m:val="p"/>
                          </m:rPr>
                          <a:rPr lang="en-US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Shruti" panose="020B0502040204020203" pitchFamily="34" charset="0"/>
                          </a:rPr>
                          <m:t>B</m:t>
                        </m:r>
                        <m:r>
                          <a:rPr lang="en-US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Shruti" panose="020B0502040204020203" pitchFamily="34" charset="0"/>
                          </a:rPr>
                          <m:t>, </m:t>
                        </m:r>
                        <m:r>
                          <m:rPr>
                            <m:sty m:val="p"/>
                          </m:rPr>
                          <a:rPr lang="en-US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Shruti" panose="020B0502040204020203" pitchFamily="34" charset="0"/>
                          </a:rPr>
                          <m:t>C</m:t>
                        </m:r>
                        <m:r>
                          <a:rPr lang="en-US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Shruti" panose="020B0502040204020203" pitchFamily="34" charset="0"/>
                          </a:rPr>
                          <m:t>, </m:t>
                        </m:r>
                        <m:r>
                          <m:rPr>
                            <m:sty m:val="p"/>
                          </m:rPr>
                          <a:rPr lang="en-US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Shruti" panose="020B0502040204020203" pitchFamily="34" charset="0"/>
                          </a:rPr>
                          <m:t>D</m:t>
                        </m:r>
                        <m:r>
                          <a:rPr lang="en-US" sz="2800" b="0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Shruti" panose="020B0502040204020203" pitchFamily="34" charset="0"/>
                          </a:rPr>
                          <m:t> </m:t>
                        </m:r>
                      </m:e>
                    </m:d>
                    <m:r>
                      <a:rPr lang="en-US" sz="2800" b="0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⊂</m:t>
                    </m:r>
                    <m:sSub>
                      <m:sSubPr>
                        <m:ctrlPr>
                          <a:rPr lang="en-US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Shruti" panose="020B0502040204020203" pitchFamily="34" charset="0"/>
                          </a:rPr>
                        </m:ctrlPr>
                      </m:sSubPr>
                      <m:e>
                        <m:r>
                          <a:rPr lang="en-US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Shruti" panose="020B0502040204020203" pitchFamily="34" charset="0"/>
                          </a:rPr>
                          <m:t> </m:t>
                        </m:r>
                        <m:r>
                          <a:rPr lang="en-US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Shruti" panose="020B0502040204020203" pitchFamily="34" charset="0"/>
                          </a:rPr>
                          <m:t>𝕄</m:t>
                        </m:r>
                      </m:e>
                      <m:sub>
                        <m:r>
                          <a:rPr lang="en-US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Shruti" panose="020B0502040204020203" pitchFamily="34" charset="0"/>
                          </a:rPr>
                          <m:t>2</m:t>
                        </m:r>
                      </m:sub>
                    </m:sSub>
                  </m:oMath>
                </a14:m>
                <a:endParaRPr lang="en-US" sz="2800" dirty="0">
                  <a:solidFill>
                    <a:srgbClr val="002060"/>
                  </a:solidFill>
                  <a:ea typeface="Calibri" panose="020F0502020204030204" pitchFamily="34" charset="0"/>
                  <a:cs typeface="Shruti" panose="020B0502040204020203" pitchFamily="34" charset="0"/>
                </a:endParaRPr>
              </a:p>
            </p:txBody>
          </p:sp>
        </mc:Choice>
        <mc:Fallback xmlns="">
          <p:sp>
            <p:nvSpPr>
              <p:cNvPr id="49" name="Content Placeholder 4">
                <a:extLst>
                  <a:ext uri="{FF2B5EF4-FFF2-40B4-BE49-F238E27FC236}">
                    <a16:creationId xmlns:a16="http://schemas.microsoft.com/office/drawing/2014/main" id="{943E8303-3F55-8D0E-0F03-4169E7B8034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1509292" y="2578852"/>
                <a:ext cx="4670527" cy="543600"/>
              </a:xfrm>
              <a:prstGeom prst="rect">
                <a:avLst/>
              </a:prstGeom>
              <a:blipFill>
                <a:blip r:embed="rId6"/>
                <a:stretch>
                  <a:fillRect l="-261" t="-6742" b="-32584"/>
                </a:stretch>
              </a:blipFill>
              <a:ln w="12700" cap="flat" cmpd="sng" algn="ctr">
                <a:noFill/>
                <a:prstDash val="solid"/>
                <a:miter lim="800000"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1" name="Content Placeholder 4">
                <a:extLst>
                  <a:ext uri="{FF2B5EF4-FFF2-40B4-BE49-F238E27FC236}">
                    <a16:creationId xmlns:a16="http://schemas.microsoft.com/office/drawing/2014/main" id="{943E8303-3F55-8D0E-0F03-4169E7B80343}"/>
                  </a:ext>
                </a:extLst>
              </p:cNvPr>
              <p:cNvSpPr txBox="1">
                <a:spLocks/>
              </p:cNvSpPr>
              <p:nvPr/>
            </p:nvSpPr>
            <p:spPr>
              <a:xfrm flipH="1">
                <a:off x="3104018" y="5387372"/>
                <a:ext cx="1010662" cy="508927"/>
              </a:xfrm>
              <a:prstGeom prst="rect">
                <a:avLst/>
              </a:prstGeom>
              <a:noFill/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vert="horz" lIns="91440" tIns="45720" rIns="91440" bIns="45720" rtlCol="0" anchor="ctr">
                <a:noAutofit/>
              </a:bodyPr>
              <a:lstStyle>
                <a:lvl1pPr marL="265113" indent="-265113" algn="just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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809625" indent="-352425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118745" indent="0">
                  <a:lnSpc>
                    <a:spcPct val="115000"/>
                  </a:lnSpc>
                  <a:spcAft>
                    <a:spcPts val="8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IN" sz="280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Shruti" panose="020B0502040204020203" pitchFamily="34" charset="0"/>
                        </a:rPr>
                        <m:t>=</m:t>
                      </m:r>
                      <m:r>
                        <a:rPr lang="en-US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Shruti" panose="020B0502040204020203" pitchFamily="34" charset="0"/>
                        </a:rPr>
                        <m:t>1</m:t>
                      </m:r>
                    </m:oMath>
                  </m:oMathPara>
                </a14:m>
                <a:endParaRPr lang="en-US" sz="2800" dirty="0">
                  <a:solidFill>
                    <a:srgbClr val="002060"/>
                  </a:solidFill>
                  <a:ea typeface="Calibri" panose="020F0502020204030204" pitchFamily="34" charset="0"/>
                  <a:cs typeface="Shruti" panose="020B0502040204020203" pitchFamily="34" charset="0"/>
                </a:endParaRPr>
              </a:p>
            </p:txBody>
          </p:sp>
        </mc:Choice>
        <mc:Fallback xmlns="">
          <p:sp>
            <p:nvSpPr>
              <p:cNvPr id="51" name="Content Placeholder 4">
                <a:extLst>
                  <a:ext uri="{FF2B5EF4-FFF2-40B4-BE49-F238E27FC236}">
                    <a16:creationId xmlns:a16="http://schemas.microsoft.com/office/drawing/2014/main" id="{943E8303-3F55-8D0E-0F03-4169E7B8034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3104018" y="5387372"/>
                <a:ext cx="1010662" cy="508927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  <a:ln w="12700" cap="flat" cmpd="sng" algn="ctr">
                <a:noFill/>
                <a:prstDash val="solid"/>
                <a:miter lim="800000"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2" name="Content Placeholder 4">
                <a:extLst>
                  <a:ext uri="{FF2B5EF4-FFF2-40B4-BE49-F238E27FC236}">
                    <a16:creationId xmlns:a16="http://schemas.microsoft.com/office/drawing/2014/main" id="{B615FA3C-4A8C-87BF-65FC-DD7E7382A64B}"/>
                  </a:ext>
                </a:extLst>
              </p:cNvPr>
              <p:cNvSpPr txBox="1">
                <a:spLocks/>
              </p:cNvSpPr>
              <p:nvPr/>
            </p:nvSpPr>
            <p:spPr>
              <a:xfrm flipH="1">
                <a:off x="5542982" y="5316065"/>
                <a:ext cx="6899022" cy="543600"/>
              </a:xfrm>
              <a:prstGeom prst="rect">
                <a:avLst/>
              </a:prstGeom>
              <a:noFill/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vert="horz" lIns="91440" tIns="45720" rIns="91440" bIns="45720" rtlCol="0" anchor="ctr">
                <a:noAutofit/>
              </a:bodyPr>
              <a:lstStyle>
                <a:lvl1pPr marL="265113" indent="-265113" algn="just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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809625" indent="-352425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118745" indent="0" algn="l">
                  <a:lnSpc>
                    <a:spcPct val="115000"/>
                  </a:lnSpc>
                  <a:spcAft>
                    <a:spcPts val="800"/>
                  </a:spcAft>
                  <a:buNone/>
                </a:pPr>
                <a:r>
                  <a:rPr lang="en-IN" sz="2800" dirty="0">
                    <a:solidFill>
                      <a:srgbClr val="002060"/>
                    </a:solidFill>
                  </a:rPr>
                  <a:t>So,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Shruti" panose="020B0502040204020203" pitchFamily="34" charset="0"/>
                      </a:rPr>
                      <m:t>S</m:t>
                    </m:r>
                    <m:r>
                      <a:rPr lang="en-US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Shruti" panose="020B0502040204020203" pitchFamily="34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US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Shruti" panose="020B0502040204020203" pitchFamily="34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Shruti" panose="020B0502040204020203" pitchFamily="34" charset="0"/>
                          </a:rPr>
                          <m:t>A</m:t>
                        </m:r>
                        <m:r>
                          <a:rPr lang="en-US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Shruti" panose="020B0502040204020203" pitchFamily="34" charset="0"/>
                          </a:rPr>
                          <m:t>, </m:t>
                        </m:r>
                        <m:r>
                          <m:rPr>
                            <m:sty m:val="p"/>
                          </m:rPr>
                          <a:rPr lang="en-US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Shruti" panose="020B0502040204020203" pitchFamily="34" charset="0"/>
                          </a:rPr>
                          <m:t>B</m:t>
                        </m:r>
                        <m:r>
                          <a:rPr lang="en-US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Shruti" panose="020B0502040204020203" pitchFamily="34" charset="0"/>
                          </a:rPr>
                          <m:t>, </m:t>
                        </m:r>
                        <m:r>
                          <m:rPr>
                            <m:sty m:val="p"/>
                          </m:rPr>
                          <a:rPr lang="en-US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Shruti" panose="020B0502040204020203" pitchFamily="34" charset="0"/>
                          </a:rPr>
                          <m:t>C</m:t>
                        </m:r>
                        <m:r>
                          <a:rPr lang="en-US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Shruti" panose="020B0502040204020203" pitchFamily="34" charset="0"/>
                          </a:rPr>
                          <m:t>, </m:t>
                        </m:r>
                        <m:r>
                          <m:rPr>
                            <m:sty m:val="p"/>
                          </m:rPr>
                          <a:rPr lang="en-US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Shruti" panose="020B0502040204020203" pitchFamily="34" charset="0"/>
                          </a:rPr>
                          <m:t>D</m:t>
                        </m:r>
                      </m:e>
                    </m:d>
                  </m:oMath>
                </a14:m>
                <a:r>
                  <a:rPr lang="en-US" sz="2800" dirty="0">
                    <a:solidFill>
                      <a:srgbClr val="002060"/>
                    </a:solidFill>
                    <a:ea typeface="Calibri" panose="020F0502020204030204" pitchFamily="34" charset="0"/>
                    <a:cs typeface="Shruti" panose="020B0502040204020203" pitchFamily="34" charset="0"/>
                  </a:rPr>
                  <a:t> is a basis for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Shruti" panose="020B0502040204020203" pitchFamily="34" charset="0"/>
                          </a:rPr>
                        </m:ctrlPr>
                      </m:sSubPr>
                      <m:e>
                        <m:r>
                          <a:rPr lang="en-US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Shruti" panose="020B0502040204020203" pitchFamily="34" charset="0"/>
                          </a:rPr>
                          <m:t> </m:t>
                        </m:r>
                        <m:r>
                          <a:rPr lang="en-US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Shruti" panose="020B0502040204020203" pitchFamily="34" charset="0"/>
                          </a:rPr>
                          <m:t>𝕄</m:t>
                        </m:r>
                      </m:e>
                      <m:sub>
                        <m:r>
                          <a:rPr lang="en-US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Shruti" panose="020B0502040204020203" pitchFamily="34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IN" sz="2800" dirty="0">
                    <a:solidFill>
                      <a:srgbClr val="002060"/>
                    </a:solidFill>
                  </a:rPr>
                  <a:t>.</a:t>
                </a:r>
                <a:endParaRPr lang="en-US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52" name="Content Placeholder 4">
                <a:extLst>
                  <a:ext uri="{FF2B5EF4-FFF2-40B4-BE49-F238E27FC236}">
                    <a16:creationId xmlns:a16="http://schemas.microsoft.com/office/drawing/2014/main" id="{B615FA3C-4A8C-87BF-65FC-DD7E7382A64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5542982" y="5316065"/>
                <a:ext cx="6899022" cy="543600"/>
              </a:xfrm>
              <a:prstGeom prst="rect">
                <a:avLst/>
              </a:prstGeom>
              <a:blipFill>
                <a:blip r:embed="rId8"/>
                <a:stretch>
                  <a:fillRect l="-88" t="-6742" b="-32584"/>
                </a:stretch>
              </a:blipFill>
              <a:ln w="12700" cap="flat" cmpd="sng" algn="ctr">
                <a:noFill/>
                <a:prstDash val="solid"/>
                <a:miter lim="800000"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3" name="Content Placeholder 4">
                <a:extLst>
                  <a:ext uri="{FF2B5EF4-FFF2-40B4-BE49-F238E27FC236}">
                    <a16:creationId xmlns:a16="http://schemas.microsoft.com/office/drawing/2014/main" id="{B615FA3C-4A8C-87BF-65FC-DD7E7382A64B}"/>
                  </a:ext>
                </a:extLst>
              </p:cNvPr>
              <p:cNvSpPr txBox="1">
                <a:spLocks/>
              </p:cNvSpPr>
              <p:nvPr/>
            </p:nvSpPr>
            <p:spPr>
              <a:xfrm flipH="1">
                <a:off x="5578" y="3324128"/>
                <a:ext cx="2646181" cy="543600"/>
              </a:xfrm>
              <a:prstGeom prst="rect">
                <a:avLst/>
              </a:prstGeom>
              <a:noFill/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vert="horz" lIns="91440" tIns="45720" rIns="91440" bIns="45720" rtlCol="0" anchor="ctr">
                <a:noAutofit/>
              </a:bodyPr>
              <a:lstStyle>
                <a:lvl1pPr marL="265113" indent="-265113" algn="just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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809625" indent="-352425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lnSpc>
                    <a:spcPct val="150000"/>
                  </a:lnSpc>
                  <a:spcAft>
                    <a:spcPts val="8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⇒</m:t>
                      </m:r>
                      <m:r>
                        <m:rPr>
                          <m:sty m:val="p"/>
                        </m:rPr>
                        <a:rPr lang="en-US" sz="280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n</m:t>
                      </m:r>
                      <m:r>
                        <a:rPr lang="en-US" sz="280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|"/>
                          <m:endChr m:val="|"/>
                          <m:ctrlP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en-US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S</m:t>
                          </m:r>
                          <m: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d>
                      <m:r>
                        <a:rPr lang="en-US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4</m:t>
                      </m:r>
                    </m:oMath>
                  </m:oMathPara>
                </a14:m>
                <a:endParaRPr lang="en-US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53" name="Content Placeholder 4">
                <a:extLst>
                  <a:ext uri="{FF2B5EF4-FFF2-40B4-BE49-F238E27FC236}">
                    <a16:creationId xmlns:a16="http://schemas.microsoft.com/office/drawing/2014/main" id="{B615FA3C-4A8C-87BF-65FC-DD7E7382A64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5578" y="3324128"/>
                <a:ext cx="2646181" cy="543600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  <a:ln w="12700" cap="flat" cmpd="sng" algn="ctr">
                <a:noFill/>
                <a:prstDash val="solid"/>
                <a:miter lim="800000"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4" name="Content Placeholder 4">
                <a:extLst>
                  <a:ext uri="{FF2B5EF4-FFF2-40B4-BE49-F238E27FC236}">
                    <a16:creationId xmlns:a16="http://schemas.microsoft.com/office/drawing/2014/main" id="{943E8303-3F55-8D0E-0F03-4169E7B80343}"/>
                  </a:ext>
                </a:extLst>
              </p:cNvPr>
              <p:cNvSpPr txBox="1">
                <a:spLocks/>
              </p:cNvSpPr>
              <p:nvPr/>
            </p:nvSpPr>
            <p:spPr>
              <a:xfrm flipH="1">
                <a:off x="-29764" y="4059962"/>
                <a:ext cx="10479505" cy="543600"/>
              </a:xfrm>
              <a:prstGeom prst="rect">
                <a:avLst/>
              </a:prstGeom>
              <a:noFill/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vert="horz" lIns="91440" tIns="45720" rIns="91440" bIns="45720" rtlCol="0" anchor="ctr">
                <a:noAutofit/>
              </a:bodyPr>
              <a:lstStyle>
                <a:lvl1pPr marL="265113" indent="-265113" algn="just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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809625" indent="-352425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118745" indent="0">
                  <a:lnSpc>
                    <a:spcPct val="115000"/>
                  </a:lnSpc>
                  <a:spcAft>
                    <a:spcPts val="800"/>
                  </a:spcAft>
                  <a:buNone/>
                </a:pPr>
                <a:r>
                  <a:rPr lang="en-US" sz="2800" dirty="0">
                    <a:solidFill>
                      <a:srgbClr val="002060"/>
                    </a:solidFill>
                    <a:latin typeface="+mj-lt"/>
                  </a:rPr>
                  <a:t>So, We can check </a:t>
                </a:r>
                <a:r>
                  <a:rPr lang="en-US" sz="2800" dirty="0">
                    <a:solidFill>
                      <a:srgbClr val="002060"/>
                    </a:solidFill>
                    <a:ea typeface="Calibri" panose="020F0502020204030204" pitchFamily="34" charset="0"/>
                    <a:cs typeface="Shruti" panose="020B0502040204020203" pitchFamily="34" charset="0"/>
                  </a:rPr>
                  <a:t>whether given set is basis for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Shruti" panose="020B0502040204020203" pitchFamily="34" charset="0"/>
                          </a:rPr>
                        </m:ctrlPr>
                      </m:sSubPr>
                      <m:e>
                        <m:r>
                          <a:rPr lang="en-US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Shruti" panose="020B0502040204020203" pitchFamily="34" charset="0"/>
                          </a:rPr>
                          <m:t> </m:t>
                        </m:r>
                        <m:r>
                          <a:rPr lang="en-US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Shruti" panose="020B0502040204020203" pitchFamily="34" charset="0"/>
                          </a:rPr>
                          <m:t>𝕄</m:t>
                        </m:r>
                      </m:e>
                      <m:sub>
                        <m:r>
                          <a:rPr lang="en-US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Shruti" panose="020B0502040204020203" pitchFamily="34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2800" dirty="0">
                    <a:solidFill>
                      <a:srgbClr val="002060"/>
                    </a:solidFill>
                    <a:latin typeface="+mj-lt"/>
                  </a:rPr>
                  <a:t> using determinant. </a:t>
                </a:r>
                <a:endParaRPr lang="en-US" sz="2800" dirty="0">
                  <a:solidFill>
                    <a:srgbClr val="002060"/>
                  </a:solidFill>
                  <a:ea typeface="Calibri" panose="020F0502020204030204" pitchFamily="34" charset="0"/>
                  <a:cs typeface="Shruti" panose="020B0502040204020203" pitchFamily="34" charset="0"/>
                </a:endParaRPr>
              </a:p>
            </p:txBody>
          </p:sp>
        </mc:Choice>
        <mc:Fallback xmlns="">
          <p:sp>
            <p:nvSpPr>
              <p:cNvPr id="54" name="Content Placeholder 4">
                <a:extLst>
                  <a:ext uri="{FF2B5EF4-FFF2-40B4-BE49-F238E27FC236}">
                    <a16:creationId xmlns:a16="http://schemas.microsoft.com/office/drawing/2014/main" id="{943E8303-3F55-8D0E-0F03-4169E7B8034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-29764" y="4059962"/>
                <a:ext cx="10479505" cy="543600"/>
              </a:xfrm>
              <a:prstGeom prst="rect">
                <a:avLst/>
              </a:prstGeom>
              <a:blipFill>
                <a:blip r:embed="rId10"/>
                <a:stretch>
                  <a:fillRect l="-58" t="-6742" b="-32584"/>
                </a:stretch>
              </a:blipFill>
              <a:ln w="12700" cap="flat" cmpd="sng" algn="ctr">
                <a:noFill/>
                <a:prstDash val="solid"/>
                <a:miter lim="800000"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5" name="Content Placeholder 4">
                <a:extLst>
                  <a:ext uri="{FF2B5EF4-FFF2-40B4-BE49-F238E27FC236}">
                    <a16:creationId xmlns:a16="http://schemas.microsoft.com/office/drawing/2014/main" id="{B2ED5508-4152-4C4D-B631-5D19C5F6CD5F}"/>
                  </a:ext>
                </a:extLst>
              </p:cNvPr>
              <p:cNvSpPr txBox="1">
                <a:spLocks/>
              </p:cNvSpPr>
              <p:nvPr/>
            </p:nvSpPr>
            <p:spPr>
              <a:xfrm flipH="1">
                <a:off x="2725139" y="3238004"/>
                <a:ext cx="4805817" cy="605827"/>
              </a:xfrm>
              <a:prstGeom prst="rect">
                <a:avLst/>
              </a:prstGeom>
              <a:noFill/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vert="horz" lIns="91440" tIns="45720" rIns="91440" bIns="45720" rtlCol="0" anchor="ctr">
                <a:noAutofit/>
              </a:bodyPr>
              <a:lstStyle>
                <a:lvl1pPr marL="265113" indent="-265113" algn="just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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809625" indent="-352425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lnSpc>
                    <a:spcPct val="150000"/>
                  </a:lnSpc>
                  <a:spcAft>
                    <a:spcPts val="800"/>
                  </a:spcAft>
                  <a:buNone/>
                </a:pPr>
                <a:r>
                  <a:rPr lang="en-US" sz="2800" b="0" dirty="0">
                    <a:solidFill>
                      <a:srgbClr val="002060"/>
                    </a:solidFill>
                    <a:ea typeface="Cambria Math" panose="02040503050406030204" pitchFamily="18" charset="0"/>
                  </a:rPr>
                  <a:t>and  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m</m:t>
                    </m:r>
                    <m:r>
                      <a:rPr lang="en-US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dim</m:t>
                    </m:r>
                    <m:d>
                      <m:dPr>
                        <m:ctrlPr>
                          <a:rPr lang="en-US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Shruti" panose="020B0502040204020203" pitchFamily="34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80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Shruti" panose="020B0502040204020203" pitchFamily="34" charset="0"/>
                              </a:rPr>
                            </m:ctrlPr>
                          </m:sSubPr>
                          <m:e>
                            <m:r>
                              <a:rPr lang="en-US" sz="280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Shruti" panose="020B0502040204020203" pitchFamily="34" charset="0"/>
                              </a:rPr>
                              <m:t> </m:t>
                            </m:r>
                            <m:r>
                              <a:rPr lang="en-US" sz="280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Shruti" panose="020B0502040204020203" pitchFamily="34" charset="0"/>
                              </a:rPr>
                              <m:t>𝕄</m:t>
                            </m:r>
                          </m:e>
                          <m:sub>
                            <m:r>
                              <a:rPr lang="en-US" sz="280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Shruti" panose="020B0502040204020203" pitchFamily="34" charset="0"/>
                              </a:rPr>
                              <m:t>2</m:t>
                            </m:r>
                            <m:r>
                              <a:rPr lang="en-US" sz="2800" b="0" i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Shruti" panose="020B0502040204020203" pitchFamily="34" charset="0"/>
                              </a:rPr>
                              <m:t>×2</m:t>
                            </m:r>
                          </m:sub>
                        </m:sSub>
                      </m:e>
                    </m:d>
                    <m:r>
                      <a:rPr lang="en-US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sz="2800" b="0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endParaRPr lang="en-US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55" name="Content Placeholder 4">
                <a:extLst>
                  <a:ext uri="{FF2B5EF4-FFF2-40B4-BE49-F238E27FC236}">
                    <a16:creationId xmlns:a16="http://schemas.microsoft.com/office/drawing/2014/main" id="{B2ED5508-4152-4C4D-B631-5D19C5F6CD5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2725139" y="3238004"/>
                <a:ext cx="4805817" cy="605827"/>
              </a:xfrm>
              <a:prstGeom prst="rect">
                <a:avLst/>
              </a:prstGeom>
              <a:blipFill>
                <a:blip r:embed="rId11"/>
                <a:stretch>
                  <a:fillRect l="-2538" b="-33000"/>
                </a:stretch>
              </a:blipFill>
              <a:ln w="12700" cap="flat" cmpd="sng" algn="ctr">
                <a:noFill/>
                <a:prstDash val="solid"/>
                <a:miter lim="800000"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7" name="Rounded Rectangle 56"/>
          <p:cNvSpPr/>
          <p:nvPr/>
        </p:nvSpPr>
        <p:spPr>
          <a:xfrm>
            <a:off x="3219995" y="2604071"/>
            <a:ext cx="1832065" cy="521778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8" name="Rounded Rectangle 57"/>
          <p:cNvSpPr/>
          <p:nvPr/>
        </p:nvSpPr>
        <p:spPr>
          <a:xfrm>
            <a:off x="5353560" y="2606183"/>
            <a:ext cx="582672" cy="521778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Rectangle 17"/>
              <p:cNvSpPr/>
              <p:nvPr/>
            </p:nvSpPr>
            <p:spPr>
              <a:xfrm>
                <a:off x="3854886" y="5336445"/>
                <a:ext cx="900421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Shruti" panose="020B0502040204020203" pitchFamily="34" charset="0"/>
                        </a:rPr>
                        <m:t>≠</m:t>
                      </m:r>
                      <m:r>
                        <a:rPr lang="en-US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Shruti" panose="020B0502040204020203" pitchFamily="34" charset="0"/>
                        </a:rPr>
                        <m:t>0</m:t>
                      </m:r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  <a:latin typeface="Cambria Math" panose="02040503050406030204" pitchFamily="18" charset="0"/>
                  <a:ea typeface="Calibri" panose="020F0502020204030204" pitchFamily="34" charset="0"/>
                  <a:cs typeface="Shruti" panose="020B0502040204020203" pitchFamily="34" charset="0"/>
                </a:endParaRPr>
              </a:p>
            </p:txBody>
          </p:sp>
        </mc:Choice>
        <mc:Fallback xmlns="">
          <p:sp>
            <p:nvSpPr>
              <p:cNvPr id="18" name="Rectangle 1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54886" y="5336445"/>
                <a:ext cx="900421" cy="523220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003261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8" grpId="0"/>
      <p:bldP spid="49" grpId="0"/>
      <p:bldP spid="51" grpId="0"/>
      <p:bldP spid="52" grpId="0"/>
      <p:bldP spid="53" grpId="0"/>
      <p:bldP spid="54" grpId="0"/>
      <p:bldP spid="55" grpId="0"/>
      <p:bldP spid="57" grpId="0" animBg="1"/>
      <p:bldP spid="57" grpId="1" animBg="1"/>
      <p:bldP spid="58" grpId="0" animBg="1"/>
      <p:bldP spid="58" grpId="1" animBg="1"/>
      <p:bldP spid="18" grpId="0"/>
    </p:bldLst>
  </p:timing>
</p:sld>
</file>

<file path=ppt/slides/slide1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ECFC8A-BC0D-5D72-FE99-20313653BC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FDFDD70C-3AAE-183B-5AED-36C59E3E9B77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IN" dirty="0"/>
                  <a:t>Method:5 </a:t>
                </a:r>
                <a14:m>
                  <m:oMath xmlns:m="http://schemas.openxmlformats.org/officeDocument/2006/math">
                    <m:r>
                      <a:rPr lang="en-I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⇝</m:t>
                    </m:r>
                  </m:oMath>
                </a14:m>
                <a:r>
                  <a:rPr lang="en-IN" dirty="0"/>
                  <a:t> Example:12</a:t>
                </a:r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FDFDD70C-3AAE-183B-5AED-36C59E3E9B7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3"/>
                <a:stretch>
                  <a:fillRect l="-400" t="-8547" b="-1965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Content Placeholder 4">
            <a:extLst>
              <a:ext uri="{FF2B5EF4-FFF2-40B4-BE49-F238E27FC236}">
                <a16:creationId xmlns:a16="http://schemas.microsoft.com/office/drawing/2014/main" id="{CAE77E5B-BF33-5497-20B0-3BFB83C99976}"/>
              </a:ext>
            </a:extLst>
          </p:cNvPr>
          <p:cNvSpPr txBox="1">
            <a:spLocks/>
          </p:cNvSpPr>
          <p:nvPr/>
        </p:nvSpPr>
        <p:spPr>
          <a:xfrm>
            <a:off x="205273" y="800163"/>
            <a:ext cx="1558214" cy="522081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marL="265113" indent="-265113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Wingdings 3" panose="05040102010807070707" pitchFamily="18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9625" indent="-352425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 3" panose="05040102010807070707" pitchFamily="18" charset="2"/>
              <a:buChar char="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endParaRPr lang="en-IN" sz="2800" b="1" dirty="0">
              <a:solidFill>
                <a:schemeClr val="tx2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4" name="Content Placeholder 4">
                <a:extLst>
                  <a:ext uri="{FF2B5EF4-FFF2-40B4-BE49-F238E27FC236}">
                    <a16:creationId xmlns:a16="http://schemas.microsoft.com/office/drawing/2014/main" id="{ED23B262-736E-4535-FBA7-00FB33ACCCF0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545770" y="355601"/>
                <a:ext cx="10273273" cy="1321680"/>
              </a:xfrm>
              <a:prstGeom prst="rect">
                <a:avLst/>
              </a:prstGeom>
              <a:noFill/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vert="horz" lIns="91440" tIns="45720" rIns="91440" bIns="45720" rtlCol="0" anchor="ctr">
                <a:noAutofit/>
              </a:bodyPr>
              <a:lstStyle>
                <a:lvl1pPr marL="265113" indent="-265113" algn="just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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809625" indent="-352425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 algn="l">
                  <a:lnSpc>
                    <a:spcPct val="150000"/>
                  </a:lnSpc>
                  <a:buNone/>
                </a:pPr>
                <a:r>
                  <a:rPr lang="en-US" sz="2800" dirty="0">
                    <a:solidFill>
                      <a:srgbClr val="002060"/>
                    </a:solidFill>
                    <a:ea typeface="Calibri" panose="020F0502020204030204" pitchFamily="34" charset="0"/>
                    <a:cs typeface="Shruti" panose="020B0502040204020203" pitchFamily="34" charset="0"/>
                  </a:rPr>
                  <a:t>Show that 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Shruti" panose="020B0502040204020203" pitchFamily="34" charset="0"/>
                      </a:rPr>
                      <m:t>S</m:t>
                    </m:r>
                    <m:r>
                      <a:rPr lang="en-US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Shruti" panose="020B0502040204020203" pitchFamily="34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US" sz="28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Shruti" panose="020B0502040204020203" pitchFamily="34" charset="0"/>
                          </a:rPr>
                        </m:ctrlPr>
                      </m:dPr>
                      <m:e>
                        <m:r>
                          <a:rPr lang="en-US" sz="2800" b="0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Shruti" panose="020B0502040204020203" pitchFamily="34" charset="0"/>
                          </a:rPr>
                          <m:t> </m:t>
                        </m:r>
                        <m:r>
                          <a:rPr lang="en-US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Shruti" panose="020B0502040204020203" pitchFamily="34" charset="0"/>
                          </a:rPr>
                          <m:t>1−3</m:t>
                        </m:r>
                        <m:r>
                          <m:rPr>
                            <m:sty m:val="p"/>
                          </m:rPr>
                          <a:rPr lang="en-US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Shruti" panose="020B0502040204020203" pitchFamily="34" charset="0"/>
                          </a:rPr>
                          <m:t>x</m:t>
                        </m:r>
                        <m:r>
                          <a:rPr lang="en-US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Shruti" panose="020B0502040204020203" pitchFamily="34" charset="0"/>
                          </a:rPr>
                          <m:t>+2</m:t>
                        </m:r>
                        <m:sSup>
                          <m:sSupPr>
                            <m:ctrlPr>
                              <a:rPr lang="en-US" sz="280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Shruti" panose="020B0502040204020203" pitchFamily="34" charset="0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lang="en-US" sz="280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Shruti" panose="020B0502040204020203" pitchFamily="34" charset="0"/>
                              </a:rPr>
                              <m:t>x</m:t>
                            </m:r>
                          </m:e>
                          <m:sup>
                            <m:r>
                              <a:rPr lang="en-US" sz="280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Shruti" panose="020B0502040204020203" pitchFamily="34" charset="0"/>
                              </a:rPr>
                              <m:t>2</m:t>
                            </m:r>
                          </m:sup>
                        </m:sSup>
                        <m:r>
                          <a:rPr lang="en-US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Shruti" panose="020B0502040204020203" pitchFamily="34" charset="0"/>
                          </a:rPr>
                          <m:t>,1+</m:t>
                        </m:r>
                        <m:r>
                          <m:rPr>
                            <m:sty m:val="p"/>
                          </m:rPr>
                          <a:rPr lang="en-US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Shruti" panose="020B0502040204020203" pitchFamily="34" charset="0"/>
                          </a:rPr>
                          <m:t>x</m:t>
                        </m:r>
                        <m:r>
                          <a:rPr lang="en-US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Shruti" panose="020B0502040204020203" pitchFamily="34" charset="0"/>
                          </a:rPr>
                          <m:t>+4</m:t>
                        </m:r>
                        <m:sSup>
                          <m:sSupPr>
                            <m:ctrlPr>
                              <a:rPr lang="en-US" sz="280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Shruti" panose="020B0502040204020203" pitchFamily="34" charset="0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lang="en-US" sz="280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Shruti" panose="020B0502040204020203" pitchFamily="34" charset="0"/>
                              </a:rPr>
                              <m:t>x</m:t>
                            </m:r>
                          </m:e>
                          <m:sup>
                            <m:r>
                              <a:rPr lang="en-US" sz="280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Shruti" panose="020B0502040204020203" pitchFamily="34" charset="0"/>
                              </a:rPr>
                              <m:t>2</m:t>
                            </m:r>
                          </m:sup>
                        </m:sSup>
                        <m:r>
                          <a:rPr lang="en-US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Shruti" panose="020B0502040204020203" pitchFamily="34" charset="0"/>
                          </a:rPr>
                          <m:t>,1−7</m:t>
                        </m:r>
                        <m:r>
                          <m:rPr>
                            <m:sty m:val="p"/>
                          </m:rPr>
                          <a:rPr lang="en-US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Shruti" panose="020B0502040204020203" pitchFamily="34" charset="0"/>
                          </a:rPr>
                          <m:t>x</m:t>
                        </m:r>
                        <m:r>
                          <a:rPr lang="en-US" sz="2800" b="0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Shruti" panose="020B0502040204020203" pitchFamily="34" charset="0"/>
                          </a:rPr>
                          <m:t> </m:t>
                        </m:r>
                      </m:e>
                    </m:d>
                  </m:oMath>
                </a14:m>
                <a:r>
                  <a:rPr lang="en-US" sz="2800" dirty="0">
                    <a:solidFill>
                      <a:srgbClr val="002060"/>
                    </a:solidFill>
                    <a:ea typeface="Calibri" panose="020F0502020204030204" pitchFamily="34" charset="0"/>
                    <a:cs typeface="Shruti" panose="020B0502040204020203" pitchFamily="34" charset="0"/>
                  </a:rPr>
                  <a:t> is a basis for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Shruti" panose="020B0502040204020203" pitchFamily="34" charset="0"/>
                          </a:rPr>
                        </m:ctrlPr>
                      </m:sSubPr>
                      <m:e>
                        <m:r>
                          <a:rPr lang="en-US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Shruti" panose="020B0502040204020203" pitchFamily="34" charset="0"/>
                          </a:rPr>
                          <m:t>ℙ</m:t>
                        </m:r>
                      </m:e>
                      <m:sub>
                        <m:r>
                          <a:rPr lang="en-US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Shruti" panose="020B0502040204020203" pitchFamily="34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2800" dirty="0">
                    <a:solidFill>
                      <a:srgbClr val="002060"/>
                    </a:solidFill>
                    <a:ea typeface="Calibri" panose="020F0502020204030204" pitchFamily="34" charset="0"/>
                    <a:cs typeface="Shruti" panose="020B0502040204020203" pitchFamily="34" charset="0"/>
                  </a:rPr>
                  <a:t>.</a:t>
                </a:r>
                <a:endParaRPr lang="en-IN" sz="2800" dirty="0">
                  <a:solidFill>
                    <a:srgbClr val="002060"/>
                  </a:solidFill>
                  <a:ea typeface="Calibri" panose="020F0502020204030204" pitchFamily="34" charset="0"/>
                  <a:cs typeface="Shruti" panose="020B0502040204020203" pitchFamily="34" charset="0"/>
                </a:endParaRPr>
              </a:p>
            </p:txBody>
          </p:sp>
        </mc:Choice>
        <mc:Fallback xmlns="">
          <p:sp>
            <p:nvSpPr>
              <p:cNvPr id="34" name="Content Placeholder 4">
                <a:extLst>
                  <a:ext uri="{FF2B5EF4-FFF2-40B4-BE49-F238E27FC236}">
                    <a16:creationId xmlns:a16="http://schemas.microsoft.com/office/drawing/2014/main" id="{ED23B262-736E-4535-FBA7-00FB33ACCCF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45770" y="355601"/>
                <a:ext cx="10273273" cy="1321680"/>
              </a:xfrm>
              <a:prstGeom prst="rect">
                <a:avLst/>
              </a:prstGeom>
              <a:blipFill>
                <a:blip r:embed="rId4"/>
                <a:stretch>
                  <a:fillRect l="-1246" r="-1009"/>
                </a:stretch>
              </a:blipFill>
              <a:ln w="12700" cap="flat" cmpd="sng" algn="ctr">
                <a:noFill/>
                <a:prstDash val="solid"/>
                <a:miter lim="800000"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5" name="Rectangle: Rounded Corners 34">
            <a:extLst>
              <a:ext uri="{FF2B5EF4-FFF2-40B4-BE49-F238E27FC236}">
                <a16:creationId xmlns:a16="http://schemas.microsoft.com/office/drawing/2014/main" id="{7FC45F7B-4A36-49BB-E330-CB7BC1EEC8DC}"/>
              </a:ext>
            </a:extLst>
          </p:cNvPr>
          <p:cNvSpPr/>
          <p:nvPr/>
        </p:nvSpPr>
        <p:spPr>
          <a:xfrm>
            <a:off x="122279" y="854244"/>
            <a:ext cx="1450657" cy="468000"/>
          </a:xfrm>
          <a:prstGeom prst="roundRect">
            <a:avLst/>
          </a:prstGeom>
          <a:gradFill>
            <a:gsLst>
              <a:gs pos="10000">
                <a:srgbClr val="0E47A1"/>
              </a:gs>
              <a:gs pos="100000">
                <a:srgbClr val="03A9F5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r>
              <a:rPr lang="en-IN" sz="2800" dirty="0">
                <a:solidFill>
                  <a:schemeClr val="bg1"/>
                </a:solidFill>
              </a:rPr>
              <a:t>Example</a:t>
            </a:r>
          </a:p>
        </p:txBody>
      </p:sp>
      <p:sp>
        <p:nvSpPr>
          <p:cNvPr id="23" name="Content Placeholder 4">
            <a:extLst>
              <a:ext uri="{FF2B5EF4-FFF2-40B4-BE49-F238E27FC236}">
                <a16:creationId xmlns:a16="http://schemas.microsoft.com/office/drawing/2014/main" id="{63305C07-F1B9-4158-AB35-36DE134F7E08}"/>
              </a:ext>
            </a:extLst>
          </p:cNvPr>
          <p:cNvSpPr txBox="1">
            <a:spLocks/>
          </p:cNvSpPr>
          <p:nvPr/>
        </p:nvSpPr>
        <p:spPr>
          <a:xfrm flipH="1">
            <a:off x="6958939" y="107357"/>
            <a:ext cx="4571801" cy="5400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marL="265113" indent="-265113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Wingdings 3" panose="05040102010807070707" pitchFamily="18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9625" indent="-352425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 3" panose="05040102010807070707" pitchFamily="18" charset="2"/>
              <a:buChar char="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18745" indent="0" algn="l">
              <a:lnSpc>
                <a:spcPct val="115000"/>
              </a:lnSpc>
              <a:spcAft>
                <a:spcPts val="800"/>
              </a:spcAft>
              <a:buNone/>
            </a:pPr>
            <a:endParaRPr lang="en-US" sz="3600" b="1" dirty="0">
              <a:solidFill>
                <a:srgbClr val="3D0FE7"/>
              </a:solidFill>
              <a:latin typeface="Cambria Math" panose="02040503050406030204" pitchFamily="18" charset="0"/>
            </a:endParaRPr>
          </a:p>
        </p:txBody>
      </p:sp>
      <p:sp>
        <p:nvSpPr>
          <p:cNvPr id="47" name="Rectangle: Rounded Corners 12">
            <a:extLst>
              <a:ext uri="{FF2B5EF4-FFF2-40B4-BE49-F238E27FC236}">
                <a16:creationId xmlns:a16="http://schemas.microsoft.com/office/drawing/2014/main" id="{35972A2E-25D7-C897-9D78-CA14AF0D56C8}"/>
              </a:ext>
            </a:extLst>
          </p:cNvPr>
          <p:cNvSpPr/>
          <p:nvPr/>
        </p:nvSpPr>
        <p:spPr>
          <a:xfrm>
            <a:off x="122278" y="1700308"/>
            <a:ext cx="1450657" cy="468000"/>
          </a:xfrm>
          <a:prstGeom prst="roundRect">
            <a:avLst/>
          </a:prstGeom>
          <a:gradFill>
            <a:gsLst>
              <a:gs pos="10000">
                <a:srgbClr val="0E47A1"/>
              </a:gs>
              <a:gs pos="100000">
                <a:srgbClr val="03A9F5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en-IN" sz="2800" dirty="0">
                <a:solidFill>
                  <a:schemeClr val="bg1"/>
                </a:solidFill>
              </a:rPr>
              <a:t>Solution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9" name="Content Placeholder 4">
                <a:extLst>
                  <a:ext uri="{FF2B5EF4-FFF2-40B4-BE49-F238E27FC236}">
                    <a16:creationId xmlns:a16="http://schemas.microsoft.com/office/drawing/2014/main" id="{943E8303-3F55-8D0E-0F03-4169E7B80343}"/>
                  </a:ext>
                </a:extLst>
              </p:cNvPr>
              <p:cNvSpPr txBox="1">
                <a:spLocks/>
              </p:cNvSpPr>
              <p:nvPr/>
            </p:nvSpPr>
            <p:spPr>
              <a:xfrm flipH="1">
                <a:off x="1509290" y="1681151"/>
                <a:ext cx="7761709" cy="543600"/>
              </a:xfrm>
              <a:prstGeom prst="rect">
                <a:avLst/>
              </a:prstGeom>
              <a:noFill/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vert="horz" lIns="91440" tIns="45720" rIns="91440" bIns="45720" rtlCol="0" anchor="ctr">
                <a:noAutofit/>
              </a:bodyPr>
              <a:lstStyle>
                <a:lvl1pPr marL="265113" indent="-265113" algn="just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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809625" indent="-352425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118745" indent="0">
                  <a:lnSpc>
                    <a:spcPct val="115000"/>
                  </a:lnSpc>
                  <a:spcAft>
                    <a:spcPts val="800"/>
                  </a:spcAft>
                  <a:buNone/>
                </a:pPr>
                <a:r>
                  <a:rPr lang="en-US" sz="2800" dirty="0">
                    <a:solidFill>
                      <a:srgbClr val="002060"/>
                    </a:solidFill>
                    <a:latin typeface="+mj-lt"/>
                  </a:rPr>
                  <a:t>Let,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800" b="0" i="0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S</m:t>
                    </m:r>
                    <m:r>
                      <a:rPr lang="en-US" sz="2800" b="0" i="0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US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Shruti" panose="020B0502040204020203" pitchFamily="34" charset="0"/>
                          </a:rPr>
                        </m:ctrlPr>
                      </m:dPr>
                      <m:e>
                        <m:r>
                          <a:rPr lang="en-US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Shruti" panose="020B0502040204020203" pitchFamily="34" charset="0"/>
                          </a:rPr>
                          <m:t>1−3</m:t>
                        </m:r>
                        <m:r>
                          <m:rPr>
                            <m:sty m:val="p"/>
                          </m:rPr>
                          <a:rPr lang="en-US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Shruti" panose="020B0502040204020203" pitchFamily="34" charset="0"/>
                          </a:rPr>
                          <m:t>x</m:t>
                        </m:r>
                        <m:r>
                          <a:rPr lang="en-US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Shruti" panose="020B0502040204020203" pitchFamily="34" charset="0"/>
                          </a:rPr>
                          <m:t>+2</m:t>
                        </m:r>
                        <m:sSup>
                          <m:sSupPr>
                            <m:ctrlPr>
                              <a:rPr lang="en-US" sz="280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Shruti" panose="020B0502040204020203" pitchFamily="34" charset="0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lang="en-US" sz="280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Shruti" panose="020B0502040204020203" pitchFamily="34" charset="0"/>
                              </a:rPr>
                              <m:t>x</m:t>
                            </m:r>
                          </m:e>
                          <m:sup>
                            <m:r>
                              <a:rPr lang="en-US" sz="280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Shruti" panose="020B0502040204020203" pitchFamily="34" charset="0"/>
                              </a:rPr>
                              <m:t>2</m:t>
                            </m:r>
                          </m:sup>
                        </m:sSup>
                        <m:r>
                          <a:rPr lang="en-US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Shruti" panose="020B0502040204020203" pitchFamily="34" charset="0"/>
                          </a:rPr>
                          <m:t>,1+</m:t>
                        </m:r>
                        <m:r>
                          <m:rPr>
                            <m:sty m:val="p"/>
                          </m:rPr>
                          <a:rPr lang="en-US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Shruti" panose="020B0502040204020203" pitchFamily="34" charset="0"/>
                          </a:rPr>
                          <m:t>x</m:t>
                        </m:r>
                        <m:r>
                          <a:rPr lang="en-US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Shruti" panose="020B0502040204020203" pitchFamily="34" charset="0"/>
                          </a:rPr>
                          <m:t>+4</m:t>
                        </m:r>
                        <m:sSup>
                          <m:sSupPr>
                            <m:ctrlPr>
                              <a:rPr lang="en-US" sz="280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Shruti" panose="020B0502040204020203" pitchFamily="34" charset="0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lang="en-US" sz="280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Shruti" panose="020B0502040204020203" pitchFamily="34" charset="0"/>
                              </a:rPr>
                              <m:t>x</m:t>
                            </m:r>
                          </m:e>
                          <m:sup>
                            <m:r>
                              <a:rPr lang="en-US" sz="280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Shruti" panose="020B0502040204020203" pitchFamily="34" charset="0"/>
                              </a:rPr>
                              <m:t>2</m:t>
                            </m:r>
                          </m:sup>
                        </m:sSup>
                        <m:r>
                          <a:rPr lang="en-US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Shruti" panose="020B0502040204020203" pitchFamily="34" charset="0"/>
                          </a:rPr>
                          <m:t>,1−7</m:t>
                        </m:r>
                        <m:r>
                          <m:rPr>
                            <m:sty m:val="p"/>
                          </m:rPr>
                          <a:rPr lang="en-US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Shruti" panose="020B0502040204020203" pitchFamily="34" charset="0"/>
                          </a:rPr>
                          <m:t>x</m:t>
                        </m:r>
                      </m:e>
                    </m:d>
                    <m:r>
                      <a:rPr lang="en-US" sz="2800" b="0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⊂</m:t>
                    </m:r>
                    <m:sSub>
                      <m:sSubPr>
                        <m:ctrlPr>
                          <a:rPr lang="en-US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Shruti" panose="020B0502040204020203" pitchFamily="34" charset="0"/>
                          </a:rPr>
                        </m:ctrlPr>
                      </m:sSubPr>
                      <m:e>
                        <m:r>
                          <a:rPr lang="en-US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Shruti" panose="020B0502040204020203" pitchFamily="34" charset="0"/>
                          </a:rPr>
                          <m:t> </m:t>
                        </m:r>
                        <m:r>
                          <a:rPr lang="en-US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Shruti" panose="020B0502040204020203" pitchFamily="34" charset="0"/>
                          </a:rPr>
                          <m:t>ℙ</m:t>
                        </m:r>
                      </m:e>
                      <m:sub>
                        <m:r>
                          <a:rPr lang="en-US" sz="2800" b="0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Shruti" panose="020B0502040204020203" pitchFamily="34" charset="0"/>
                          </a:rPr>
                          <m:t>2</m:t>
                        </m:r>
                      </m:sub>
                    </m:sSub>
                  </m:oMath>
                </a14:m>
                <a:endParaRPr lang="en-US" sz="2800" dirty="0">
                  <a:solidFill>
                    <a:srgbClr val="002060"/>
                  </a:solidFill>
                  <a:ea typeface="Calibri" panose="020F0502020204030204" pitchFamily="34" charset="0"/>
                  <a:cs typeface="Shruti" panose="020B0502040204020203" pitchFamily="34" charset="0"/>
                </a:endParaRPr>
              </a:p>
            </p:txBody>
          </p:sp>
        </mc:Choice>
        <mc:Fallback xmlns="">
          <p:sp>
            <p:nvSpPr>
              <p:cNvPr id="49" name="Content Placeholder 4">
                <a:extLst>
                  <a:ext uri="{FF2B5EF4-FFF2-40B4-BE49-F238E27FC236}">
                    <a16:creationId xmlns:a16="http://schemas.microsoft.com/office/drawing/2014/main" id="{943E8303-3F55-8D0E-0F03-4169E7B8034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1509290" y="1681151"/>
                <a:ext cx="7761709" cy="543600"/>
              </a:xfrm>
              <a:prstGeom prst="rect">
                <a:avLst/>
              </a:prstGeom>
              <a:blipFill>
                <a:blip r:embed="rId5"/>
                <a:stretch>
                  <a:fillRect l="-157" t="-6742" b="-32584"/>
                </a:stretch>
              </a:blipFill>
              <a:ln w="12700" cap="flat" cmpd="sng" algn="ctr">
                <a:noFill/>
                <a:prstDash val="solid"/>
                <a:miter lim="800000"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3" name="Content Placeholder 4">
                <a:extLst>
                  <a:ext uri="{FF2B5EF4-FFF2-40B4-BE49-F238E27FC236}">
                    <a16:creationId xmlns:a16="http://schemas.microsoft.com/office/drawing/2014/main" id="{B615FA3C-4A8C-87BF-65FC-DD7E7382A64B}"/>
                  </a:ext>
                </a:extLst>
              </p:cNvPr>
              <p:cNvSpPr txBox="1">
                <a:spLocks/>
              </p:cNvSpPr>
              <p:nvPr/>
            </p:nvSpPr>
            <p:spPr>
              <a:xfrm flipH="1">
                <a:off x="5578" y="2324827"/>
                <a:ext cx="2646181" cy="543600"/>
              </a:xfrm>
              <a:prstGeom prst="rect">
                <a:avLst/>
              </a:prstGeom>
              <a:noFill/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vert="horz" lIns="91440" tIns="45720" rIns="91440" bIns="45720" rtlCol="0" anchor="ctr">
                <a:noAutofit/>
              </a:bodyPr>
              <a:lstStyle>
                <a:lvl1pPr marL="265113" indent="-265113" algn="just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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809625" indent="-352425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lnSpc>
                    <a:spcPct val="150000"/>
                  </a:lnSpc>
                  <a:spcAft>
                    <a:spcPts val="8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⇒</m:t>
                      </m:r>
                      <m:r>
                        <m:rPr>
                          <m:sty m:val="p"/>
                        </m:rPr>
                        <a:rPr lang="en-US" sz="280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n</m:t>
                      </m:r>
                      <m:r>
                        <a:rPr lang="en-US" sz="280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|"/>
                          <m:endChr m:val="|"/>
                          <m:ctrlP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en-US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S</m:t>
                          </m:r>
                          <m: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d>
                      <m:r>
                        <a:rPr lang="en-US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3</m:t>
                      </m:r>
                    </m:oMath>
                  </m:oMathPara>
                </a14:m>
                <a:endParaRPr lang="en-US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53" name="Content Placeholder 4">
                <a:extLst>
                  <a:ext uri="{FF2B5EF4-FFF2-40B4-BE49-F238E27FC236}">
                    <a16:creationId xmlns:a16="http://schemas.microsoft.com/office/drawing/2014/main" id="{B615FA3C-4A8C-87BF-65FC-DD7E7382A64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5578" y="2324827"/>
                <a:ext cx="2646181" cy="54360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ln w="12700" cap="flat" cmpd="sng" algn="ctr">
                <a:noFill/>
                <a:prstDash val="solid"/>
                <a:miter lim="800000"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4" name="Content Placeholder 4">
                <a:extLst>
                  <a:ext uri="{FF2B5EF4-FFF2-40B4-BE49-F238E27FC236}">
                    <a16:creationId xmlns:a16="http://schemas.microsoft.com/office/drawing/2014/main" id="{943E8303-3F55-8D0E-0F03-4169E7B80343}"/>
                  </a:ext>
                </a:extLst>
              </p:cNvPr>
              <p:cNvSpPr txBox="1">
                <a:spLocks/>
              </p:cNvSpPr>
              <p:nvPr/>
            </p:nvSpPr>
            <p:spPr>
              <a:xfrm flipH="1">
                <a:off x="-29764" y="2971761"/>
                <a:ext cx="10479505" cy="543600"/>
              </a:xfrm>
              <a:prstGeom prst="rect">
                <a:avLst/>
              </a:prstGeom>
              <a:noFill/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vert="horz" lIns="91440" tIns="45720" rIns="91440" bIns="45720" rtlCol="0" anchor="ctr">
                <a:noAutofit/>
              </a:bodyPr>
              <a:lstStyle>
                <a:lvl1pPr marL="265113" indent="-265113" algn="just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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809625" indent="-352425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118745" indent="0">
                  <a:lnSpc>
                    <a:spcPct val="115000"/>
                  </a:lnSpc>
                  <a:spcAft>
                    <a:spcPts val="800"/>
                  </a:spcAft>
                  <a:buNone/>
                </a:pPr>
                <a:r>
                  <a:rPr lang="en-US" sz="2800" dirty="0">
                    <a:solidFill>
                      <a:srgbClr val="002060"/>
                    </a:solidFill>
                    <a:latin typeface="+mj-lt"/>
                  </a:rPr>
                  <a:t>So, We can check </a:t>
                </a:r>
                <a:r>
                  <a:rPr lang="en-US" sz="2800" dirty="0">
                    <a:solidFill>
                      <a:srgbClr val="002060"/>
                    </a:solidFill>
                    <a:ea typeface="Calibri" panose="020F0502020204030204" pitchFamily="34" charset="0"/>
                    <a:cs typeface="Shruti" panose="020B0502040204020203" pitchFamily="34" charset="0"/>
                  </a:rPr>
                  <a:t>whether given set is basis for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Shruti" panose="020B0502040204020203" pitchFamily="34" charset="0"/>
                          </a:rPr>
                        </m:ctrlPr>
                      </m:sSubPr>
                      <m:e>
                        <m:r>
                          <a:rPr lang="en-US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Shruti" panose="020B0502040204020203" pitchFamily="34" charset="0"/>
                          </a:rPr>
                          <m:t> </m:t>
                        </m:r>
                        <m:r>
                          <a:rPr lang="en-US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Shruti" panose="020B0502040204020203" pitchFamily="34" charset="0"/>
                          </a:rPr>
                          <m:t>ℙ</m:t>
                        </m:r>
                      </m:e>
                      <m:sub>
                        <m:r>
                          <a:rPr lang="en-US" sz="2800" b="0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Shruti" panose="020B0502040204020203" pitchFamily="34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2800" dirty="0">
                    <a:solidFill>
                      <a:srgbClr val="002060"/>
                    </a:solidFill>
                    <a:latin typeface="+mj-lt"/>
                  </a:rPr>
                  <a:t> using determinant. </a:t>
                </a:r>
                <a:endParaRPr lang="en-US" sz="2800" dirty="0">
                  <a:solidFill>
                    <a:srgbClr val="002060"/>
                  </a:solidFill>
                  <a:ea typeface="Calibri" panose="020F0502020204030204" pitchFamily="34" charset="0"/>
                  <a:cs typeface="Shruti" panose="020B0502040204020203" pitchFamily="34" charset="0"/>
                </a:endParaRPr>
              </a:p>
            </p:txBody>
          </p:sp>
        </mc:Choice>
        <mc:Fallback xmlns="">
          <p:sp>
            <p:nvSpPr>
              <p:cNvPr id="54" name="Content Placeholder 4">
                <a:extLst>
                  <a:ext uri="{FF2B5EF4-FFF2-40B4-BE49-F238E27FC236}">
                    <a16:creationId xmlns:a16="http://schemas.microsoft.com/office/drawing/2014/main" id="{943E8303-3F55-8D0E-0F03-4169E7B8034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-29764" y="2971761"/>
                <a:ext cx="10479505" cy="543600"/>
              </a:xfrm>
              <a:prstGeom prst="rect">
                <a:avLst/>
              </a:prstGeom>
              <a:blipFill>
                <a:blip r:embed="rId7"/>
                <a:stretch>
                  <a:fillRect l="-58" t="-5556" b="-31111"/>
                </a:stretch>
              </a:blipFill>
              <a:ln w="12700" cap="flat" cmpd="sng" algn="ctr">
                <a:noFill/>
                <a:prstDash val="solid"/>
                <a:miter lim="800000"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5" name="Content Placeholder 4">
                <a:extLst>
                  <a:ext uri="{FF2B5EF4-FFF2-40B4-BE49-F238E27FC236}">
                    <a16:creationId xmlns:a16="http://schemas.microsoft.com/office/drawing/2014/main" id="{B2ED5508-4152-4C4D-B631-5D19C5F6CD5F}"/>
                  </a:ext>
                </a:extLst>
              </p:cNvPr>
              <p:cNvSpPr txBox="1">
                <a:spLocks/>
              </p:cNvSpPr>
              <p:nvPr/>
            </p:nvSpPr>
            <p:spPr>
              <a:xfrm flipH="1">
                <a:off x="2725141" y="2238703"/>
                <a:ext cx="3784515" cy="605827"/>
              </a:xfrm>
              <a:prstGeom prst="rect">
                <a:avLst/>
              </a:prstGeom>
              <a:noFill/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vert="horz" lIns="91440" tIns="45720" rIns="91440" bIns="45720" rtlCol="0" anchor="ctr">
                <a:noAutofit/>
              </a:bodyPr>
              <a:lstStyle>
                <a:lvl1pPr marL="265113" indent="-265113" algn="just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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809625" indent="-352425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lnSpc>
                    <a:spcPct val="150000"/>
                  </a:lnSpc>
                  <a:spcAft>
                    <a:spcPts val="800"/>
                  </a:spcAft>
                  <a:buNone/>
                </a:pPr>
                <a:r>
                  <a:rPr lang="en-US" sz="2800" b="0" dirty="0">
                    <a:solidFill>
                      <a:srgbClr val="002060"/>
                    </a:solidFill>
                    <a:ea typeface="Cambria Math" panose="02040503050406030204" pitchFamily="18" charset="0"/>
                  </a:rPr>
                  <a:t>and  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m</m:t>
                    </m:r>
                    <m:r>
                      <a:rPr lang="en-US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dim</m:t>
                    </m:r>
                    <m:d>
                      <m:dPr>
                        <m:ctrlPr>
                          <a:rPr lang="en-US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Shruti" panose="020B0502040204020203" pitchFamily="34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80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Shruti" panose="020B0502040204020203" pitchFamily="34" charset="0"/>
                              </a:rPr>
                            </m:ctrlPr>
                          </m:sSubPr>
                          <m:e>
                            <m:r>
                              <a:rPr lang="en-US" sz="280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Shruti" panose="020B0502040204020203" pitchFamily="34" charset="0"/>
                              </a:rPr>
                              <m:t> </m:t>
                            </m:r>
                            <m:r>
                              <a:rPr lang="en-US" sz="280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Shruti" panose="020B0502040204020203" pitchFamily="34" charset="0"/>
                              </a:rPr>
                              <m:t>ℙ</m:t>
                            </m:r>
                          </m:e>
                          <m:sub>
                            <m:r>
                              <a:rPr lang="en-US" sz="2800" b="0" i="0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Shruti" panose="020B0502040204020203" pitchFamily="34" charset="0"/>
                              </a:rPr>
                              <m:t>2</m:t>
                            </m:r>
                          </m:sub>
                        </m:sSub>
                      </m:e>
                    </m:d>
                    <m:r>
                      <a:rPr lang="en-US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sz="2800" b="0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endParaRPr lang="en-US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55" name="Content Placeholder 4">
                <a:extLst>
                  <a:ext uri="{FF2B5EF4-FFF2-40B4-BE49-F238E27FC236}">
                    <a16:creationId xmlns:a16="http://schemas.microsoft.com/office/drawing/2014/main" id="{B2ED5508-4152-4C4D-B631-5D19C5F6CD5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2725141" y="2238703"/>
                <a:ext cx="3784515" cy="605827"/>
              </a:xfrm>
              <a:prstGeom prst="rect">
                <a:avLst/>
              </a:prstGeom>
              <a:blipFill>
                <a:blip r:embed="rId8"/>
                <a:stretch>
                  <a:fillRect l="-3221" b="-33000"/>
                </a:stretch>
              </a:blipFill>
              <a:ln w="12700" cap="flat" cmpd="sng" algn="ctr">
                <a:noFill/>
                <a:prstDash val="solid"/>
                <a:miter lim="800000"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7" name="Rounded Rectangle 56"/>
          <p:cNvSpPr/>
          <p:nvPr/>
        </p:nvSpPr>
        <p:spPr>
          <a:xfrm>
            <a:off x="2877094" y="1706370"/>
            <a:ext cx="5377905" cy="521778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8" name="Rounded Rectangle 57"/>
          <p:cNvSpPr/>
          <p:nvPr/>
        </p:nvSpPr>
        <p:spPr>
          <a:xfrm>
            <a:off x="8574679" y="1708482"/>
            <a:ext cx="553446" cy="521778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Content Placeholder 4">
                <a:extLst>
                  <a:ext uri="{FF2B5EF4-FFF2-40B4-BE49-F238E27FC236}">
                    <a16:creationId xmlns:a16="http://schemas.microsoft.com/office/drawing/2014/main" id="{943E8303-3F55-8D0E-0F03-4169E7B80343}"/>
                  </a:ext>
                </a:extLst>
              </p:cNvPr>
              <p:cNvSpPr txBox="1">
                <a:spLocks/>
              </p:cNvSpPr>
              <p:nvPr/>
            </p:nvSpPr>
            <p:spPr>
              <a:xfrm flipH="1">
                <a:off x="-1" y="3494696"/>
                <a:ext cx="3091543" cy="1375506"/>
              </a:xfrm>
              <a:prstGeom prst="rect">
                <a:avLst/>
              </a:prstGeom>
              <a:noFill/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vert="horz" lIns="91440" tIns="45720" rIns="91440" bIns="45720" rtlCol="0" anchor="ctr">
                <a:noAutofit/>
              </a:bodyPr>
              <a:lstStyle>
                <a:lvl1pPr marL="265113" indent="-265113" algn="just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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809625" indent="-352425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118745" indent="0">
                  <a:lnSpc>
                    <a:spcPct val="115000"/>
                  </a:lnSpc>
                  <a:spcAft>
                    <a:spcPts val="800"/>
                  </a:spcAft>
                  <a:buNone/>
                </a:pPr>
                <a:r>
                  <a:rPr lang="en-US" sz="2800" dirty="0">
                    <a:solidFill>
                      <a:srgbClr val="002060"/>
                    </a:solidFill>
                    <a:latin typeface="+mj-lt"/>
                  </a:rPr>
                  <a:t>Now,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IN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Shruti" panose="020B0502040204020203" pitchFamily="34" charset="0"/>
                          </a:rPr>
                        </m:ctrlPr>
                      </m:dPr>
                      <m:e>
                        <m:r>
                          <a:rPr lang="en-IN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Shruti" panose="020B0502040204020203" pitchFamily="34" charset="0"/>
                          </a:rPr>
                          <m:t> </m:t>
                        </m:r>
                        <m:m>
                          <m:mPr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>
                              <a:rPr lang="en-IN" sz="280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Shruti" panose="020B0502040204020203" pitchFamily="34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US" sz="2800" b="0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Shruti" panose="020B0502040204020203" pitchFamily="34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sz="2800" b="0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Shruti" panose="020B0502040204020203" pitchFamily="34" charset="0"/>
                                </a:rPr>
                                <m:t>−3</m:t>
                              </m:r>
                            </m:e>
                            <m:e>
                              <m:r>
                                <a:rPr lang="en-US" sz="2800" b="0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Shruti" panose="020B0502040204020203" pitchFamily="34" charset="0"/>
                                </a:rPr>
                                <m:t>2</m:t>
                              </m:r>
                            </m:e>
                          </m:mr>
                          <m:mr>
                            <m:e>
                              <m: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Shruti" panose="020B0502040204020203" pitchFamily="34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sz="2800" b="0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Shruti" panose="020B0502040204020203" pitchFamily="34" charset="0"/>
                                </a:rPr>
                                <m:t>   1</m:t>
                              </m:r>
                            </m:e>
                            <m:e>
                              <m:r>
                                <a:rPr lang="en-US" sz="2800" b="0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Shruti" panose="020B0502040204020203" pitchFamily="34" charset="0"/>
                                </a:rPr>
                                <m:t>4</m:t>
                              </m:r>
                            </m:e>
                          </m:mr>
                          <m:mr>
                            <m:e>
                              <m: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Shruti" panose="020B0502040204020203" pitchFamily="34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sz="2800" b="0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Shruti" panose="020B0502040204020203" pitchFamily="34" charset="0"/>
                                </a:rPr>
                                <m:t>−7</m:t>
                              </m:r>
                            </m:e>
                            <m:e>
                              <m:r>
                                <a:rPr lang="en-US" sz="2800" b="0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Shruti" panose="020B0502040204020203" pitchFamily="34" charset="0"/>
                                </a:rPr>
                                <m:t>0</m:t>
                              </m:r>
                            </m:e>
                          </m:mr>
                        </m:m>
                        <m:r>
                          <a:rPr lang="en-IN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Shruti" panose="020B0502040204020203" pitchFamily="34" charset="0"/>
                          </a:rPr>
                          <m:t> </m:t>
                        </m:r>
                      </m:e>
                    </m:d>
                  </m:oMath>
                </a14:m>
                <a:endParaRPr lang="en-US" sz="2800" dirty="0">
                  <a:solidFill>
                    <a:srgbClr val="002060"/>
                  </a:solidFill>
                  <a:ea typeface="Calibri" panose="020F0502020204030204" pitchFamily="34" charset="0"/>
                  <a:cs typeface="Shruti" panose="020B0502040204020203" pitchFamily="34" charset="0"/>
                </a:endParaRPr>
              </a:p>
            </p:txBody>
          </p:sp>
        </mc:Choice>
        <mc:Fallback xmlns="">
          <p:sp>
            <p:nvSpPr>
              <p:cNvPr id="24" name="Content Placeholder 4">
                <a:extLst>
                  <a:ext uri="{FF2B5EF4-FFF2-40B4-BE49-F238E27FC236}">
                    <a16:creationId xmlns:a16="http://schemas.microsoft.com/office/drawing/2014/main" id="{943E8303-3F55-8D0E-0F03-4169E7B8034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-1" y="3494696"/>
                <a:ext cx="3091543" cy="1375506"/>
              </a:xfrm>
              <a:prstGeom prst="rect">
                <a:avLst/>
              </a:prstGeom>
              <a:blipFill>
                <a:blip r:embed="rId9"/>
                <a:stretch>
                  <a:fillRect l="-197"/>
                </a:stretch>
              </a:blipFill>
              <a:ln w="12700" cap="flat" cmpd="sng" algn="ctr">
                <a:noFill/>
                <a:prstDash val="solid"/>
                <a:miter lim="800000"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Content Placeholder 4">
                <a:extLst>
                  <a:ext uri="{FF2B5EF4-FFF2-40B4-BE49-F238E27FC236}">
                    <a16:creationId xmlns:a16="http://schemas.microsoft.com/office/drawing/2014/main" id="{943E8303-3F55-8D0E-0F03-4169E7B80343}"/>
                  </a:ext>
                </a:extLst>
              </p:cNvPr>
              <p:cNvSpPr txBox="1">
                <a:spLocks/>
              </p:cNvSpPr>
              <p:nvPr/>
            </p:nvSpPr>
            <p:spPr>
              <a:xfrm flipH="1">
                <a:off x="2982642" y="4076396"/>
                <a:ext cx="5968775" cy="508927"/>
              </a:xfrm>
              <a:prstGeom prst="rect">
                <a:avLst/>
              </a:prstGeom>
              <a:noFill/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vert="horz" lIns="91440" tIns="45720" rIns="91440" bIns="45720" rtlCol="0" anchor="ctr">
                <a:noAutofit/>
              </a:bodyPr>
              <a:lstStyle>
                <a:lvl1pPr marL="265113" indent="-265113" algn="just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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809625" indent="-352425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lnSpc>
                    <a:spcPct val="115000"/>
                  </a:lnSpc>
                  <a:spcAft>
                    <a:spcPts val="8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IN" sz="280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Shruti" panose="020B0502040204020203" pitchFamily="34" charset="0"/>
                        </a:rPr>
                        <m:t>=</m:t>
                      </m:r>
                      <m:r>
                        <a:rPr lang="en-US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Shruti" panose="020B0502040204020203" pitchFamily="34" charset="0"/>
                        </a:rPr>
                        <m:t>1</m:t>
                      </m:r>
                      <m:d>
                        <m:dPr>
                          <m:ctrlPr>
                            <a:rPr lang="en-US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Shruti" panose="020B0502040204020203" pitchFamily="34" charset="0"/>
                            </a:rPr>
                          </m:ctrlPr>
                        </m:dPr>
                        <m:e>
                          <m:r>
                            <a:rPr lang="en-US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Shruti" panose="020B0502040204020203" pitchFamily="34" charset="0"/>
                            </a:rPr>
                            <m:t>0+28</m:t>
                          </m:r>
                        </m:e>
                      </m:d>
                      <m:r>
                        <a:rPr lang="en-US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Shruti" panose="020B0502040204020203" pitchFamily="34" charset="0"/>
                        </a:rPr>
                        <m:t>+3</m:t>
                      </m:r>
                      <m:d>
                        <m:dPr>
                          <m:ctrlPr>
                            <a:rPr lang="en-US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Shruti" panose="020B0502040204020203" pitchFamily="34" charset="0"/>
                            </a:rPr>
                          </m:ctrlPr>
                        </m:dPr>
                        <m:e>
                          <m:r>
                            <a:rPr lang="en-US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Shruti" panose="020B0502040204020203" pitchFamily="34" charset="0"/>
                            </a:rPr>
                            <m:t>0−4</m:t>
                          </m:r>
                        </m:e>
                      </m:d>
                      <m:r>
                        <a:rPr lang="en-US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Shruti" panose="020B0502040204020203" pitchFamily="34" charset="0"/>
                        </a:rPr>
                        <m:t>−2</m:t>
                      </m:r>
                      <m:d>
                        <m:dPr>
                          <m:ctrlPr>
                            <a:rPr lang="en-US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Shruti" panose="020B0502040204020203" pitchFamily="34" charset="0"/>
                            </a:rPr>
                          </m:ctrlPr>
                        </m:dPr>
                        <m:e>
                          <m:r>
                            <a:rPr lang="en-US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Shruti" panose="020B0502040204020203" pitchFamily="34" charset="0"/>
                            </a:rPr>
                            <m:t>−7</m:t>
                          </m:r>
                          <m: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Shruti" panose="020B0502040204020203" pitchFamily="34" charset="0"/>
                            </a:rPr>
                            <m:t>−</m:t>
                          </m:r>
                          <m:r>
                            <a:rPr lang="en-US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Shruti" panose="020B0502040204020203" pitchFamily="34" charset="0"/>
                            </a:rPr>
                            <m:t>1</m:t>
                          </m:r>
                        </m:e>
                      </m:d>
                    </m:oMath>
                  </m:oMathPara>
                </a14:m>
                <a:endParaRPr lang="en-US" sz="2800" dirty="0">
                  <a:solidFill>
                    <a:srgbClr val="002060"/>
                  </a:solidFill>
                  <a:ea typeface="Calibri" panose="020F0502020204030204" pitchFamily="34" charset="0"/>
                  <a:cs typeface="Shruti" panose="020B0502040204020203" pitchFamily="34" charset="0"/>
                </a:endParaRPr>
              </a:p>
            </p:txBody>
          </p:sp>
        </mc:Choice>
        <mc:Fallback xmlns="">
          <p:sp>
            <p:nvSpPr>
              <p:cNvPr id="25" name="Content Placeholder 4">
                <a:extLst>
                  <a:ext uri="{FF2B5EF4-FFF2-40B4-BE49-F238E27FC236}">
                    <a16:creationId xmlns:a16="http://schemas.microsoft.com/office/drawing/2014/main" id="{943E8303-3F55-8D0E-0F03-4169E7B8034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2982642" y="4076396"/>
                <a:ext cx="5968775" cy="508927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  <a:ln w="12700" cap="flat" cmpd="sng" algn="ctr">
                <a:noFill/>
                <a:prstDash val="solid"/>
                <a:miter lim="800000"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Content Placeholder 4">
                <a:extLst>
                  <a:ext uri="{FF2B5EF4-FFF2-40B4-BE49-F238E27FC236}">
                    <a16:creationId xmlns:a16="http://schemas.microsoft.com/office/drawing/2014/main" id="{943E8303-3F55-8D0E-0F03-4169E7B80343}"/>
                  </a:ext>
                </a:extLst>
              </p:cNvPr>
              <p:cNvSpPr txBox="1">
                <a:spLocks/>
              </p:cNvSpPr>
              <p:nvPr/>
            </p:nvSpPr>
            <p:spPr>
              <a:xfrm flipH="1">
                <a:off x="8615208" y="4076395"/>
                <a:ext cx="1010662" cy="508927"/>
              </a:xfrm>
              <a:prstGeom prst="rect">
                <a:avLst/>
              </a:prstGeom>
              <a:noFill/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vert="horz" lIns="91440" tIns="45720" rIns="91440" bIns="45720" rtlCol="0" anchor="ctr">
                <a:noAutofit/>
              </a:bodyPr>
              <a:lstStyle>
                <a:lvl1pPr marL="265113" indent="-265113" algn="just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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809625" indent="-352425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118745" indent="0">
                  <a:lnSpc>
                    <a:spcPct val="115000"/>
                  </a:lnSpc>
                  <a:spcAft>
                    <a:spcPts val="8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IN" sz="280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Shruti" panose="020B0502040204020203" pitchFamily="34" charset="0"/>
                        </a:rPr>
                        <m:t>=</m:t>
                      </m:r>
                      <m:r>
                        <a:rPr lang="en-US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Shruti" panose="020B0502040204020203" pitchFamily="34" charset="0"/>
                        </a:rPr>
                        <m:t>32</m:t>
                      </m:r>
                    </m:oMath>
                  </m:oMathPara>
                </a14:m>
                <a:endParaRPr lang="en-US" sz="2800" dirty="0">
                  <a:solidFill>
                    <a:srgbClr val="002060"/>
                  </a:solidFill>
                  <a:ea typeface="Calibri" panose="020F0502020204030204" pitchFamily="34" charset="0"/>
                  <a:cs typeface="Shruti" panose="020B0502040204020203" pitchFamily="34" charset="0"/>
                </a:endParaRPr>
              </a:p>
            </p:txBody>
          </p:sp>
        </mc:Choice>
        <mc:Fallback xmlns="">
          <p:sp>
            <p:nvSpPr>
              <p:cNvPr id="26" name="Content Placeholder 4">
                <a:extLst>
                  <a:ext uri="{FF2B5EF4-FFF2-40B4-BE49-F238E27FC236}">
                    <a16:creationId xmlns:a16="http://schemas.microsoft.com/office/drawing/2014/main" id="{943E8303-3F55-8D0E-0F03-4169E7B8034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8615208" y="4076395"/>
                <a:ext cx="1010662" cy="508927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  <a:ln w="12700" cap="flat" cmpd="sng" algn="ctr">
                <a:noFill/>
                <a:prstDash val="solid"/>
                <a:miter lim="800000"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Content Placeholder 4">
                <a:extLst>
                  <a:ext uri="{FF2B5EF4-FFF2-40B4-BE49-F238E27FC236}">
                    <a16:creationId xmlns:a16="http://schemas.microsoft.com/office/drawing/2014/main" id="{B615FA3C-4A8C-87BF-65FC-DD7E7382A64B}"/>
                  </a:ext>
                </a:extLst>
              </p:cNvPr>
              <p:cNvSpPr txBox="1">
                <a:spLocks/>
              </p:cNvSpPr>
              <p:nvPr/>
            </p:nvSpPr>
            <p:spPr>
              <a:xfrm flipH="1">
                <a:off x="-3" y="5062436"/>
                <a:ext cx="8574681" cy="543600"/>
              </a:xfrm>
              <a:prstGeom prst="rect">
                <a:avLst/>
              </a:prstGeom>
              <a:noFill/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vert="horz" lIns="91440" tIns="45720" rIns="91440" bIns="45720" rtlCol="0" anchor="ctr">
                <a:noAutofit/>
              </a:bodyPr>
              <a:lstStyle>
                <a:lvl1pPr marL="265113" indent="-265113" algn="just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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809625" indent="-352425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118745" indent="0">
                  <a:lnSpc>
                    <a:spcPct val="115000"/>
                  </a:lnSpc>
                  <a:spcAft>
                    <a:spcPts val="800"/>
                  </a:spcAft>
                  <a:buNone/>
                </a:pPr>
                <a:r>
                  <a:rPr lang="en-IN" sz="2800" dirty="0">
                    <a:solidFill>
                      <a:srgbClr val="002060"/>
                    </a:solidFill>
                  </a:rPr>
                  <a:t>So,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en-US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Shruti" panose="020B0502040204020203" pitchFamily="34" charset="0"/>
                          </a:rPr>
                        </m:ctrlPr>
                      </m:dPr>
                      <m:e>
                        <m:r>
                          <a:rPr lang="en-US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Shruti" panose="020B0502040204020203" pitchFamily="34" charset="0"/>
                          </a:rPr>
                          <m:t>1−3</m:t>
                        </m:r>
                        <m:r>
                          <m:rPr>
                            <m:sty m:val="p"/>
                          </m:rPr>
                          <a:rPr lang="en-US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Shruti" panose="020B0502040204020203" pitchFamily="34" charset="0"/>
                          </a:rPr>
                          <m:t>x</m:t>
                        </m:r>
                        <m:r>
                          <a:rPr lang="en-US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Shruti" panose="020B0502040204020203" pitchFamily="34" charset="0"/>
                          </a:rPr>
                          <m:t>+2</m:t>
                        </m:r>
                        <m:sSup>
                          <m:sSupPr>
                            <m:ctrlPr>
                              <a:rPr lang="en-US" sz="280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Shruti" panose="020B0502040204020203" pitchFamily="34" charset="0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lang="en-US" sz="280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Shruti" panose="020B0502040204020203" pitchFamily="34" charset="0"/>
                              </a:rPr>
                              <m:t>x</m:t>
                            </m:r>
                          </m:e>
                          <m:sup>
                            <m:r>
                              <a:rPr lang="en-US" sz="280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Shruti" panose="020B0502040204020203" pitchFamily="34" charset="0"/>
                              </a:rPr>
                              <m:t>2</m:t>
                            </m:r>
                          </m:sup>
                        </m:sSup>
                        <m:r>
                          <a:rPr lang="en-US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Shruti" panose="020B0502040204020203" pitchFamily="34" charset="0"/>
                          </a:rPr>
                          <m:t>,1+</m:t>
                        </m:r>
                        <m:r>
                          <m:rPr>
                            <m:sty m:val="p"/>
                          </m:rPr>
                          <a:rPr lang="en-US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Shruti" panose="020B0502040204020203" pitchFamily="34" charset="0"/>
                          </a:rPr>
                          <m:t>x</m:t>
                        </m:r>
                        <m:r>
                          <a:rPr lang="en-US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Shruti" panose="020B0502040204020203" pitchFamily="34" charset="0"/>
                          </a:rPr>
                          <m:t>+4</m:t>
                        </m:r>
                        <m:sSup>
                          <m:sSupPr>
                            <m:ctrlPr>
                              <a:rPr lang="en-US" sz="280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Shruti" panose="020B0502040204020203" pitchFamily="34" charset="0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lang="en-US" sz="280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Shruti" panose="020B0502040204020203" pitchFamily="34" charset="0"/>
                              </a:rPr>
                              <m:t>x</m:t>
                            </m:r>
                          </m:e>
                          <m:sup>
                            <m:r>
                              <a:rPr lang="en-US" sz="280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Shruti" panose="020B0502040204020203" pitchFamily="34" charset="0"/>
                              </a:rPr>
                              <m:t>2</m:t>
                            </m:r>
                          </m:sup>
                        </m:sSup>
                        <m:r>
                          <a:rPr lang="en-US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Shruti" panose="020B0502040204020203" pitchFamily="34" charset="0"/>
                          </a:rPr>
                          <m:t>,1−7</m:t>
                        </m:r>
                        <m:r>
                          <m:rPr>
                            <m:sty m:val="p"/>
                          </m:rPr>
                          <a:rPr lang="en-US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Shruti" panose="020B0502040204020203" pitchFamily="34" charset="0"/>
                          </a:rPr>
                          <m:t>x</m:t>
                        </m:r>
                      </m:e>
                    </m:d>
                  </m:oMath>
                </a14:m>
                <a:r>
                  <a:rPr lang="en-US" sz="2800" dirty="0">
                    <a:solidFill>
                      <a:srgbClr val="002060"/>
                    </a:solidFill>
                    <a:ea typeface="Calibri" panose="020F0502020204030204" pitchFamily="34" charset="0"/>
                    <a:cs typeface="Shruti" panose="020B0502040204020203" pitchFamily="34" charset="0"/>
                  </a:rPr>
                  <a:t> is a basis for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Shruti" panose="020B0502040204020203" pitchFamily="34" charset="0"/>
                          </a:rPr>
                        </m:ctrlPr>
                      </m:sSubPr>
                      <m:e>
                        <m:r>
                          <a:rPr lang="en-US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Shruti" panose="020B0502040204020203" pitchFamily="34" charset="0"/>
                          </a:rPr>
                          <m:t> </m:t>
                        </m:r>
                        <m:r>
                          <a:rPr lang="en-US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Shruti" panose="020B0502040204020203" pitchFamily="34" charset="0"/>
                          </a:rPr>
                          <m:t>ℙ</m:t>
                        </m:r>
                      </m:e>
                      <m:sub>
                        <m:r>
                          <a:rPr lang="en-US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Shruti" panose="020B0502040204020203" pitchFamily="34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IN" sz="2800" dirty="0">
                    <a:solidFill>
                      <a:srgbClr val="002060"/>
                    </a:solidFill>
                  </a:rPr>
                  <a:t>.</a:t>
                </a:r>
                <a:endParaRPr lang="en-US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27" name="Content Placeholder 4">
                <a:extLst>
                  <a:ext uri="{FF2B5EF4-FFF2-40B4-BE49-F238E27FC236}">
                    <a16:creationId xmlns:a16="http://schemas.microsoft.com/office/drawing/2014/main" id="{B615FA3C-4A8C-87BF-65FC-DD7E7382A64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-3" y="5062436"/>
                <a:ext cx="8574681" cy="543600"/>
              </a:xfrm>
              <a:prstGeom prst="rect">
                <a:avLst/>
              </a:prstGeom>
              <a:blipFill>
                <a:blip r:embed="rId12"/>
                <a:stretch>
                  <a:fillRect l="-71" t="-5556" r="-782" b="-31111"/>
                </a:stretch>
              </a:blipFill>
              <a:ln w="12700" cap="flat" cmpd="sng" algn="ctr">
                <a:noFill/>
                <a:prstDash val="solid"/>
                <a:miter lim="800000"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Rectangle 27"/>
              <p:cNvSpPr/>
              <p:nvPr/>
            </p:nvSpPr>
            <p:spPr>
              <a:xfrm>
                <a:off x="9510218" y="4006840"/>
                <a:ext cx="900421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Shruti" panose="020B0502040204020203" pitchFamily="34" charset="0"/>
                        </a:rPr>
                        <m:t>≠</m:t>
                      </m:r>
                      <m:r>
                        <a:rPr lang="en-US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Shruti" panose="020B0502040204020203" pitchFamily="34" charset="0"/>
                        </a:rPr>
                        <m:t>0</m:t>
                      </m:r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  <a:latin typeface="Cambria Math" panose="02040503050406030204" pitchFamily="18" charset="0"/>
                  <a:ea typeface="Calibri" panose="020F0502020204030204" pitchFamily="34" charset="0"/>
                  <a:cs typeface="Shruti" panose="020B0502040204020203" pitchFamily="34" charset="0"/>
                </a:endParaRPr>
              </a:p>
            </p:txBody>
          </p:sp>
        </mc:Choice>
        <mc:Fallback xmlns="">
          <p:sp>
            <p:nvSpPr>
              <p:cNvPr id="28" name="Rectangle 2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10218" y="4006840"/>
                <a:ext cx="900421" cy="523220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587531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9" grpId="0"/>
      <p:bldP spid="53" grpId="0"/>
      <p:bldP spid="54" grpId="0"/>
      <p:bldP spid="55" grpId="0"/>
      <p:bldP spid="57" grpId="0" animBg="1"/>
      <p:bldP spid="57" grpId="1" animBg="1"/>
      <p:bldP spid="58" grpId="0" animBg="1"/>
      <p:bldP spid="58" grpId="1" animBg="1"/>
      <p:bldP spid="24" grpId="0"/>
      <p:bldP spid="25" grpId="0"/>
      <p:bldP spid="26" grpId="0"/>
      <p:bldP spid="27" grpId="0"/>
      <p:bldP spid="28" grpId="0"/>
    </p:bldLst>
  </p:timing>
</p:sld>
</file>

<file path=ppt/slides/slide1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ECFC8A-BC0D-5D72-FE99-20313653BC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FDFDD70C-3AAE-183B-5AED-36C59E3E9B77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IN" dirty="0"/>
                  <a:t>Method:5 </a:t>
                </a:r>
                <a14:m>
                  <m:oMath xmlns:m="http://schemas.openxmlformats.org/officeDocument/2006/math">
                    <m:r>
                      <a:rPr lang="en-I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⇝</m:t>
                    </m:r>
                  </m:oMath>
                </a14:m>
                <a:r>
                  <a:rPr lang="en-IN" dirty="0"/>
                  <a:t> Example:13</a:t>
                </a:r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FDFDD70C-3AAE-183B-5AED-36C59E3E9B7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3"/>
                <a:stretch>
                  <a:fillRect l="-400" t="-8547" b="-1965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Content Placeholder 4">
            <a:extLst>
              <a:ext uri="{FF2B5EF4-FFF2-40B4-BE49-F238E27FC236}">
                <a16:creationId xmlns:a16="http://schemas.microsoft.com/office/drawing/2014/main" id="{CAE77E5B-BF33-5497-20B0-3BFB83C99976}"/>
              </a:ext>
            </a:extLst>
          </p:cNvPr>
          <p:cNvSpPr txBox="1">
            <a:spLocks/>
          </p:cNvSpPr>
          <p:nvPr/>
        </p:nvSpPr>
        <p:spPr>
          <a:xfrm>
            <a:off x="205273" y="800163"/>
            <a:ext cx="1558214" cy="522081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marL="265113" indent="-265113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Wingdings 3" panose="05040102010807070707" pitchFamily="18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9625" indent="-352425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 3" panose="05040102010807070707" pitchFamily="18" charset="2"/>
              <a:buChar char="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endParaRPr lang="en-IN" sz="2800" b="1" dirty="0">
              <a:solidFill>
                <a:schemeClr val="tx2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4" name="Content Placeholder 4">
                <a:extLst>
                  <a:ext uri="{FF2B5EF4-FFF2-40B4-BE49-F238E27FC236}">
                    <a16:creationId xmlns:a16="http://schemas.microsoft.com/office/drawing/2014/main" id="{ED23B262-736E-4535-FBA7-00FB33ACCCF0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572935" y="731979"/>
                <a:ext cx="10273273" cy="1321680"/>
              </a:xfrm>
              <a:prstGeom prst="rect">
                <a:avLst/>
              </a:prstGeom>
              <a:noFill/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vert="horz" lIns="91440" tIns="45720" rIns="91440" bIns="45720" rtlCol="0" anchor="ctr">
                <a:noAutofit/>
              </a:bodyPr>
              <a:lstStyle>
                <a:lvl1pPr marL="265113" indent="-265113" algn="just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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809625" indent="-352425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 algn="l">
                  <a:lnSpc>
                    <a:spcPct val="150000"/>
                  </a:lnSpc>
                  <a:buNone/>
                </a:pPr>
                <a:r>
                  <a:rPr lang="en-US" sz="2800" dirty="0">
                    <a:solidFill>
                      <a:srgbClr val="002060"/>
                    </a:solidFill>
                    <a:ea typeface="Calibri" panose="020F0502020204030204" pitchFamily="34" charset="0"/>
                    <a:cs typeface="Shruti" panose="020B0502040204020203" pitchFamily="34" charset="0"/>
                  </a:rPr>
                  <a:t>Can vectors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Shruti" panose="020B0502040204020203" pitchFamily="34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2800" b="0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Shruti" panose="020B0502040204020203" pitchFamily="34" charset="0"/>
                          </a:rPr>
                          <m:t>u</m:t>
                        </m:r>
                      </m:e>
                      <m:sub>
                        <m:r>
                          <a:rPr lang="en-US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Shruti" panose="020B0502040204020203" pitchFamily="34" charset="0"/>
                          </a:rPr>
                          <m:t>1</m:t>
                        </m:r>
                      </m:sub>
                    </m:sSub>
                    <m:r>
                      <a:rPr lang="en-US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Shruti" panose="020B0502040204020203" pitchFamily="34" charset="0"/>
                      </a:rPr>
                      <m:t>=3+</m:t>
                    </m:r>
                    <m:sSup>
                      <m:sSupPr>
                        <m:ctrlPr>
                          <a:rPr lang="en-US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Shruti" panose="020B0502040204020203" pitchFamily="34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Shruti" panose="020B0502040204020203" pitchFamily="34" charset="0"/>
                          </a:rPr>
                          <m:t>x</m:t>
                        </m:r>
                      </m:e>
                      <m:sup>
                        <m:r>
                          <a:rPr lang="en-US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Shruti" panose="020B0502040204020203" pitchFamily="34" charset="0"/>
                          </a:rPr>
                          <m:t>3</m:t>
                        </m:r>
                      </m:sup>
                    </m:sSup>
                    <m:r>
                      <a:rPr lang="en-US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Shruti" panose="020B0502040204020203" pitchFamily="34" charset="0"/>
                      </a:rPr>
                      <m:t>,</m:t>
                    </m:r>
                    <m:sSub>
                      <m:sSubPr>
                        <m:ctrlPr>
                          <a:rPr lang="en-US" sz="28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Shruti" panose="020B0502040204020203" pitchFamily="34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2800" b="0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Shruti" panose="020B0502040204020203" pitchFamily="34" charset="0"/>
                          </a:rPr>
                          <m:t>u</m:t>
                        </m:r>
                      </m:e>
                      <m:sub>
                        <m:r>
                          <a:rPr lang="en-US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Shruti" panose="020B0502040204020203" pitchFamily="34" charset="0"/>
                          </a:rPr>
                          <m:t>2</m:t>
                        </m:r>
                      </m:sub>
                    </m:sSub>
                    <m:r>
                      <a:rPr lang="en-US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Shruti" panose="020B0502040204020203" pitchFamily="34" charset="0"/>
                      </a:rPr>
                      <m:t>=2−</m:t>
                    </m:r>
                    <m:r>
                      <m:rPr>
                        <m:sty m:val="p"/>
                      </m:rPr>
                      <a:rPr lang="en-US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Shruti" panose="020B0502040204020203" pitchFamily="34" charset="0"/>
                      </a:rPr>
                      <m:t>x</m:t>
                    </m:r>
                    <m:r>
                      <a:rPr lang="en-US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Shruti" panose="020B0502040204020203" pitchFamily="34" charset="0"/>
                      </a:rPr>
                      <m:t>−</m:t>
                    </m:r>
                    <m:sSup>
                      <m:sSupPr>
                        <m:ctrlPr>
                          <a:rPr lang="en-US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Shruti" panose="020B0502040204020203" pitchFamily="34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Shruti" panose="020B0502040204020203" pitchFamily="34" charset="0"/>
                          </a:rPr>
                          <m:t>x</m:t>
                        </m:r>
                      </m:e>
                      <m:sup>
                        <m:r>
                          <a:rPr lang="en-US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Shruti" panose="020B0502040204020203" pitchFamily="34" charset="0"/>
                          </a:rPr>
                          <m:t>2</m:t>
                        </m:r>
                      </m:sup>
                    </m:sSup>
                    <m:r>
                      <a:rPr lang="en-US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Shruti" panose="020B0502040204020203" pitchFamily="34" charset="0"/>
                      </a:rPr>
                      <m:t>, </m:t>
                    </m:r>
                    <m:sSub>
                      <m:sSubPr>
                        <m:ctrlPr>
                          <a:rPr lang="en-US" sz="28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Shruti" panose="020B0502040204020203" pitchFamily="34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2800" b="0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Shruti" panose="020B0502040204020203" pitchFamily="34" charset="0"/>
                          </a:rPr>
                          <m:t>u</m:t>
                        </m:r>
                      </m:e>
                      <m:sub>
                        <m:r>
                          <a:rPr lang="en-US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Shruti" panose="020B0502040204020203" pitchFamily="34" charset="0"/>
                          </a:rPr>
                          <m:t>3</m:t>
                        </m:r>
                      </m:sub>
                    </m:sSub>
                    <m:r>
                      <a:rPr lang="en-US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Shruti" panose="020B0502040204020203" pitchFamily="34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Shruti" panose="020B0502040204020203" pitchFamily="34" charset="0"/>
                      </a:rPr>
                      <m:t>x</m:t>
                    </m:r>
                    <m:r>
                      <a:rPr lang="en-US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Shruti" panose="020B0502040204020203" pitchFamily="34" charset="0"/>
                      </a:rPr>
                      <m:t>+</m:t>
                    </m:r>
                    <m:sSup>
                      <m:sSupPr>
                        <m:ctrlPr>
                          <a:rPr lang="en-US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Shruti" panose="020B0502040204020203" pitchFamily="34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Shruti" panose="020B0502040204020203" pitchFamily="34" charset="0"/>
                          </a:rPr>
                          <m:t>x</m:t>
                        </m:r>
                      </m:e>
                      <m:sup>
                        <m:r>
                          <a:rPr lang="en-US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Shruti" panose="020B0502040204020203" pitchFamily="34" charset="0"/>
                          </a:rPr>
                          <m:t>2</m:t>
                        </m:r>
                      </m:sup>
                    </m:sSup>
                    <m:r>
                      <a:rPr lang="en-US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Shruti" panose="020B0502040204020203" pitchFamily="34" charset="0"/>
                      </a:rPr>
                      <m:t>−</m:t>
                    </m:r>
                    <m:sSup>
                      <m:sSupPr>
                        <m:ctrlPr>
                          <a:rPr lang="en-US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Shruti" panose="020B0502040204020203" pitchFamily="34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Shruti" panose="020B0502040204020203" pitchFamily="34" charset="0"/>
                          </a:rPr>
                          <m:t>x</m:t>
                        </m:r>
                      </m:e>
                      <m:sup>
                        <m:r>
                          <a:rPr lang="en-US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Shruti" panose="020B0502040204020203" pitchFamily="34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lang="en-US" sz="2800" dirty="0">
                    <a:solidFill>
                      <a:srgbClr val="002060"/>
                    </a:solidFill>
                    <a:ea typeface="Calibri" panose="020F0502020204030204" pitchFamily="34" charset="0"/>
                    <a:cs typeface="Shruti" panose="020B0502040204020203" pitchFamily="34" charset="0"/>
                  </a:rPr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Shruti" panose="020B0502040204020203" pitchFamily="34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2800" b="0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Shruti" panose="020B0502040204020203" pitchFamily="34" charset="0"/>
                          </a:rPr>
                          <m:t>u</m:t>
                        </m:r>
                      </m:e>
                      <m:sub>
                        <m:r>
                          <a:rPr lang="en-US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Shruti" panose="020B0502040204020203" pitchFamily="34" charset="0"/>
                          </a:rPr>
                          <m:t>4</m:t>
                        </m:r>
                      </m:sub>
                    </m:sSub>
                    <m:r>
                      <a:rPr lang="en-US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Shruti" panose="020B0502040204020203" pitchFamily="34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Shruti" panose="020B0502040204020203" pitchFamily="34" charset="0"/>
                      </a:rPr>
                      <m:t>x</m:t>
                    </m:r>
                    <m:r>
                      <a:rPr lang="en-US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Shruti" panose="020B0502040204020203" pitchFamily="34" charset="0"/>
                      </a:rPr>
                      <m:t>+</m:t>
                    </m:r>
                    <m:sSup>
                      <m:sSupPr>
                        <m:ctrlPr>
                          <a:rPr lang="en-US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Shruti" panose="020B0502040204020203" pitchFamily="34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Shruti" panose="020B0502040204020203" pitchFamily="34" charset="0"/>
                          </a:rPr>
                          <m:t>x</m:t>
                        </m:r>
                      </m:e>
                      <m:sup>
                        <m:r>
                          <a:rPr lang="en-US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Shruti" panose="020B0502040204020203" pitchFamily="34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sz="2800" dirty="0">
                    <a:solidFill>
                      <a:srgbClr val="002060"/>
                    </a:solidFill>
                    <a:ea typeface="Calibri" panose="020F0502020204030204" pitchFamily="34" charset="0"/>
                    <a:cs typeface="Shruti" panose="020B0502040204020203" pitchFamily="34" charset="0"/>
                  </a:rPr>
                  <a:t> forms a basis for a vector space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Shruti" panose="020B0502040204020203" pitchFamily="34" charset="0"/>
                          </a:rPr>
                        </m:ctrlPr>
                      </m:sSubPr>
                      <m:e>
                        <m:r>
                          <a:rPr lang="en-US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Shruti" panose="020B0502040204020203" pitchFamily="34" charset="0"/>
                          </a:rPr>
                          <m:t> </m:t>
                        </m:r>
                        <m:r>
                          <a:rPr lang="en-US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Shruti" panose="020B0502040204020203" pitchFamily="34" charset="0"/>
                          </a:rPr>
                          <m:t>ℙ</m:t>
                        </m:r>
                      </m:e>
                      <m:sub>
                        <m:r>
                          <a:rPr lang="en-US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Shruti" panose="020B0502040204020203" pitchFamily="34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lang="en-US" sz="2800" dirty="0">
                    <a:solidFill>
                      <a:srgbClr val="002060"/>
                    </a:solidFill>
                    <a:ea typeface="Calibri" panose="020F0502020204030204" pitchFamily="34" charset="0"/>
                    <a:cs typeface="Shruti" panose="020B0502040204020203" pitchFamily="34" charset="0"/>
                  </a:rPr>
                  <a:t>?</a:t>
                </a:r>
                <a:endParaRPr lang="en-IN" sz="2800" dirty="0">
                  <a:solidFill>
                    <a:srgbClr val="002060"/>
                  </a:solidFill>
                  <a:ea typeface="Calibri" panose="020F0502020204030204" pitchFamily="34" charset="0"/>
                  <a:cs typeface="Shruti" panose="020B0502040204020203" pitchFamily="34" charset="0"/>
                </a:endParaRPr>
              </a:p>
            </p:txBody>
          </p:sp>
        </mc:Choice>
        <mc:Fallback xmlns="">
          <p:sp>
            <p:nvSpPr>
              <p:cNvPr id="34" name="Content Placeholder 4">
                <a:extLst>
                  <a:ext uri="{FF2B5EF4-FFF2-40B4-BE49-F238E27FC236}">
                    <a16:creationId xmlns:a16="http://schemas.microsoft.com/office/drawing/2014/main" id="{ED23B262-736E-4535-FBA7-00FB33ACCCF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72935" y="731979"/>
                <a:ext cx="10273273" cy="1321680"/>
              </a:xfrm>
              <a:prstGeom prst="rect">
                <a:avLst/>
              </a:prstGeom>
              <a:blipFill>
                <a:blip r:embed="rId4"/>
                <a:stretch>
                  <a:fillRect l="-1187" b="-10599"/>
                </a:stretch>
              </a:blipFill>
              <a:ln w="12700" cap="flat" cmpd="sng" algn="ctr">
                <a:noFill/>
                <a:prstDash val="solid"/>
                <a:miter lim="800000"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5" name="Rectangle: Rounded Corners 34">
            <a:extLst>
              <a:ext uri="{FF2B5EF4-FFF2-40B4-BE49-F238E27FC236}">
                <a16:creationId xmlns:a16="http://schemas.microsoft.com/office/drawing/2014/main" id="{7FC45F7B-4A36-49BB-E330-CB7BC1EEC8DC}"/>
              </a:ext>
            </a:extLst>
          </p:cNvPr>
          <p:cNvSpPr/>
          <p:nvPr/>
        </p:nvSpPr>
        <p:spPr>
          <a:xfrm>
            <a:off x="122279" y="854244"/>
            <a:ext cx="1450657" cy="468000"/>
          </a:xfrm>
          <a:prstGeom prst="roundRect">
            <a:avLst/>
          </a:prstGeom>
          <a:gradFill>
            <a:gsLst>
              <a:gs pos="10000">
                <a:srgbClr val="0E47A1"/>
              </a:gs>
              <a:gs pos="100000">
                <a:srgbClr val="03A9F5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r>
              <a:rPr lang="en-IN" sz="2800" dirty="0">
                <a:solidFill>
                  <a:schemeClr val="bg1"/>
                </a:solidFill>
              </a:rPr>
              <a:t>Example</a:t>
            </a:r>
          </a:p>
        </p:txBody>
      </p:sp>
      <p:sp>
        <p:nvSpPr>
          <p:cNvPr id="23" name="Content Placeholder 4">
            <a:extLst>
              <a:ext uri="{FF2B5EF4-FFF2-40B4-BE49-F238E27FC236}">
                <a16:creationId xmlns:a16="http://schemas.microsoft.com/office/drawing/2014/main" id="{63305C07-F1B9-4158-AB35-36DE134F7E08}"/>
              </a:ext>
            </a:extLst>
          </p:cNvPr>
          <p:cNvSpPr txBox="1">
            <a:spLocks/>
          </p:cNvSpPr>
          <p:nvPr/>
        </p:nvSpPr>
        <p:spPr>
          <a:xfrm flipH="1">
            <a:off x="6958939" y="107357"/>
            <a:ext cx="4571801" cy="5400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marL="265113" indent="-265113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Wingdings 3" panose="05040102010807070707" pitchFamily="18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9625" indent="-352425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 3" panose="05040102010807070707" pitchFamily="18" charset="2"/>
              <a:buChar char="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18745" indent="0" algn="l">
              <a:lnSpc>
                <a:spcPct val="115000"/>
              </a:lnSpc>
              <a:spcAft>
                <a:spcPts val="800"/>
              </a:spcAft>
              <a:buNone/>
            </a:pPr>
            <a:endParaRPr lang="en-US" sz="3600" b="1" dirty="0">
              <a:solidFill>
                <a:srgbClr val="3D0FE7"/>
              </a:solidFill>
              <a:latin typeface="Cambria Math" panose="02040503050406030204" pitchFamily="18" charset="0"/>
            </a:endParaRPr>
          </a:p>
        </p:txBody>
      </p:sp>
      <p:sp>
        <p:nvSpPr>
          <p:cNvPr id="47" name="Rectangle: Rounded Corners 12">
            <a:extLst>
              <a:ext uri="{FF2B5EF4-FFF2-40B4-BE49-F238E27FC236}">
                <a16:creationId xmlns:a16="http://schemas.microsoft.com/office/drawing/2014/main" id="{35972A2E-25D7-C897-9D78-CA14AF0D56C8}"/>
              </a:ext>
            </a:extLst>
          </p:cNvPr>
          <p:cNvSpPr/>
          <p:nvPr/>
        </p:nvSpPr>
        <p:spPr>
          <a:xfrm>
            <a:off x="122278" y="2255109"/>
            <a:ext cx="1450657" cy="468000"/>
          </a:xfrm>
          <a:prstGeom prst="roundRect">
            <a:avLst/>
          </a:prstGeom>
          <a:gradFill>
            <a:gsLst>
              <a:gs pos="10000">
                <a:srgbClr val="0E47A1"/>
              </a:gs>
              <a:gs pos="100000">
                <a:srgbClr val="03A9F5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en-IN" sz="2800" dirty="0">
                <a:solidFill>
                  <a:schemeClr val="bg1"/>
                </a:solidFill>
              </a:rPr>
              <a:t>Solution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8" name="Content Placeholder 4">
                <a:extLst>
                  <a:ext uri="{FF2B5EF4-FFF2-40B4-BE49-F238E27FC236}">
                    <a16:creationId xmlns:a16="http://schemas.microsoft.com/office/drawing/2014/main" id="{943E8303-3F55-8D0E-0F03-4169E7B80343}"/>
                  </a:ext>
                </a:extLst>
              </p:cNvPr>
              <p:cNvSpPr txBox="1">
                <a:spLocks/>
              </p:cNvSpPr>
              <p:nvPr/>
            </p:nvSpPr>
            <p:spPr>
              <a:xfrm flipH="1">
                <a:off x="-6" y="3904365"/>
                <a:ext cx="4582280" cy="1915890"/>
              </a:xfrm>
              <a:prstGeom prst="rect">
                <a:avLst/>
              </a:prstGeom>
              <a:noFill/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vert="horz" lIns="91440" tIns="45720" rIns="91440" bIns="45720" rtlCol="0" anchor="ctr">
                <a:noAutofit/>
              </a:bodyPr>
              <a:lstStyle>
                <a:lvl1pPr marL="265113" indent="-265113" algn="just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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809625" indent="-352425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118745" indent="0">
                  <a:lnSpc>
                    <a:spcPct val="115000"/>
                  </a:lnSpc>
                  <a:spcAft>
                    <a:spcPts val="800"/>
                  </a:spcAft>
                  <a:buNone/>
                </a:pPr>
                <a:r>
                  <a:rPr lang="en-US" sz="2800" dirty="0">
                    <a:solidFill>
                      <a:srgbClr val="002060"/>
                    </a:solidFill>
                    <a:latin typeface="+mj-lt"/>
                  </a:rPr>
                  <a:t>Now,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sz="28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Shruti" panose="020B0502040204020203" pitchFamily="34" charset="0"/>
                          </a:rPr>
                        </m:ctrlPr>
                      </m:dPr>
                      <m:e>
                        <m:r>
                          <a:rPr lang="en-US" sz="28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Shruti" panose="020B0502040204020203" pitchFamily="34" charset="0"/>
                          </a:rPr>
                          <m:t> </m:t>
                        </m:r>
                        <m:m>
                          <m:mPr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>
                              <a:rPr lang="en-IN" sz="2800" i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US" sz="2800" b="0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  <m:e>
                              <m:r>
                                <a:rPr lang="en-US" sz="2800" b="0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   0</m:t>
                              </m:r>
                            </m:e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2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IN" sz="2800" i="1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US" sz="2800" b="0" i="1" smtClean="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 </m:t>
                                    </m:r>
                                    <m:r>
                                      <a:rPr lang="en-US" sz="2800" b="0" i="1" smtClean="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   0</m:t>
                                    </m:r>
                                  </m:e>
                                  <m:e>
                                    <m:r>
                                      <a:rPr lang="en-US" sz="2800" b="0" i="1" smtClean="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    1</m:t>
                                    </m:r>
                                  </m:e>
                                </m:mr>
                              </m:m>
                            </m:e>
                          </m:mr>
                          <m:mr>
                            <m:e>
                              <m:r>
                                <a:rPr lang="en-US" sz="2800" b="0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e>
                              <m:r>
                                <a:rPr lang="en-US" sz="2800" b="0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e>
                            <m:e>
                              <m:r>
                                <a:rPr lang="en-US" sz="2800" b="0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m>
                                <m:mPr>
                                  <m:mcs>
                                    <m:mc>
                                      <m:mcPr>
                                        <m:count m:val="2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IN" sz="2800" i="1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a:rPr lang="en-US" sz="2800" b="0" i="1" smtClean="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e>
                                  <m:e>
                                    <m:r>
                                      <a:rPr lang="en-US" sz="2800" b="0" i="1" smtClean="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    0</m:t>
                                    </m:r>
                                  </m:e>
                                </m:mr>
                              </m:m>
                            </m:e>
                          </m:mr>
                          <m:m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1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IN" sz="2800" i="1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US" sz="2800" b="0" i="1" smtClean="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</m:mr>
                                <m:mr>
                                  <m:e>
                                    <m:r>
                                      <a:rPr lang="en-US" sz="2800" b="0" i="1" smtClean="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</m:mr>
                              </m:m>
                            </m:e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1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IN" sz="2800" i="1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US" sz="2800" b="0" i="1" smtClean="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 </m:t>
                                    </m:r>
                                    <m:r>
                                      <a:rPr lang="en-US" sz="2800" b="0" i="1" smtClean="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  1</m:t>
                                    </m:r>
                                  </m:e>
                                </m:mr>
                                <m:mr>
                                  <m:e>
                                    <m:r>
                                      <a:rPr lang="en-US" sz="2800" b="0" i="1" smtClean="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   1</m:t>
                                    </m:r>
                                  </m:e>
                                </m:mr>
                              </m:m>
                            </m:e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2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IN" sz="2800" i="1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m>
                                      <m:mPr>
                                        <m:mcs>
                                          <m:mc>
                                            <m:mcPr>
                                              <m:count m:val="1"/>
                                              <m:mcJc m:val="center"/>
                                            </m:mcPr>
                                          </m:mc>
                                        </m:mcs>
                                        <m:ctrlPr>
                                          <a:rPr lang="en-IN" sz="2800" i="1" smtClean="0">
                                            <a:solidFill>
                                              <a:srgbClr val="00206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mPr>
                                      <m:mr>
                                        <m:e>
                                          <m:r>
                                            <m:rPr>
                                              <m:brk m:alnAt="7"/>
                                            </m:rPr>
                                            <a:rPr lang="en-US" sz="2800" b="0" i="1" smtClean="0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 </m:t>
                                          </m:r>
                                          <m:r>
                                            <a:rPr lang="en-US" sz="2800" b="0" i="1" smtClean="0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   1</m:t>
                                          </m:r>
                                        </m:e>
                                      </m:mr>
                                      <m:mr>
                                        <m:e>
                                          <m:r>
                                            <a:rPr lang="en-US" sz="2800" b="0" i="1" smtClean="0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    </m:t>
                                          </m:r>
                                          <m:r>
                                            <m:rPr>
                                              <m:brk m:alnAt="7"/>
                                            </m:rPr>
                                            <a:rPr lang="en-US" sz="2800" b="0" i="1" smtClean="0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1</m:t>
                                          </m:r>
                                        </m:e>
                                      </m:mr>
                                    </m:m>
                                  </m:e>
                                  <m:e>
                                    <m:m>
                                      <m:mPr>
                                        <m:mcs>
                                          <m:mc>
                                            <m:mcPr>
                                              <m:count m:val="1"/>
                                              <m:mcJc m:val="center"/>
                                            </m:mcPr>
                                          </m:mc>
                                        </m:mcs>
                                        <m:ctrlPr>
                                          <a:rPr lang="en-IN" sz="2800" i="1" smtClean="0">
                                            <a:solidFill>
                                              <a:srgbClr val="00206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mPr>
                                      <m:mr>
                                        <m:e>
                                          <m:r>
                                            <a:rPr lang="en-US" sz="2800" b="0" i="1" smtClean="0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−1</m:t>
                                          </m:r>
                                        </m:e>
                                      </m:mr>
                                      <m:mr>
                                        <m:e>
                                          <m:r>
                                            <a:rPr lang="en-US" sz="2800" b="0" i="1" smtClean="0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    0</m:t>
                                          </m:r>
                                        </m:e>
                                      </m:mr>
                                    </m:m>
                                  </m:e>
                                </m:mr>
                              </m:m>
                            </m:e>
                          </m:mr>
                        </m:m>
                        <m:r>
                          <a:rPr lang="en-US" sz="28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</m:e>
                    </m:d>
                  </m:oMath>
                </a14:m>
                <a:endParaRPr lang="en-US" sz="2800" dirty="0">
                  <a:solidFill>
                    <a:srgbClr val="002060"/>
                  </a:solidFill>
                  <a:ea typeface="Calibri" panose="020F0502020204030204" pitchFamily="34" charset="0"/>
                  <a:cs typeface="Shruti" panose="020B0502040204020203" pitchFamily="34" charset="0"/>
                </a:endParaRPr>
              </a:p>
            </p:txBody>
          </p:sp>
        </mc:Choice>
        <mc:Fallback xmlns="">
          <p:sp>
            <p:nvSpPr>
              <p:cNvPr id="48" name="Content Placeholder 4">
                <a:extLst>
                  <a:ext uri="{FF2B5EF4-FFF2-40B4-BE49-F238E27FC236}">
                    <a16:creationId xmlns:a16="http://schemas.microsoft.com/office/drawing/2014/main" id="{943E8303-3F55-8D0E-0F03-4169E7B8034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-6" y="3904365"/>
                <a:ext cx="4582280" cy="1915890"/>
              </a:xfrm>
              <a:prstGeom prst="rect">
                <a:avLst/>
              </a:prstGeom>
              <a:blipFill>
                <a:blip r:embed="rId5"/>
                <a:stretch>
                  <a:fillRect l="-266"/>
                </a:stretch>
              </a:blipFill>
              <a:ln w="12700" cap="flat" cmpd="sng" algn="ctr">
                <a:noFill/>
                <a:prstDash val="solid"/>
                <a:miter lim="800000"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9" name="Content Placeholder 4">
                <a:extLst>
                  <a:ext uri="{FF2B5EF4-FFF2-40B4-BE49-F238E27FC236}">
                    <a16:creationId xmlns:a16="http://schemas.microsoft.com/office/drawing/2014/main" id="{943E8303-3F55-8D0E-0F03-4169E7B80343}"/>
                  </a:ext>
                </a:extLst>
              </p:cNvPr>
              <p:cNvSpPr txBox="1">
                <a:spLocks/>
              </p:cNvSpPr>
              <p:nvPr/>
            </p:nvSpPr>
            <p:spPr>
              <a:xfrm flipH="1">
                <a:off x="1509291" y="2235952"/>
                <a:ext cx="4920083" cy="543600"/>
              </a:xfrm>
              <a:prstGeom prst="rect">
                <a:avLst/>
              </a:prstGeom>
              <a:noFill/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vert="horz" lIns="91440" tIns="45720" rIns="91440" bIns="45720" rtlCol="0" anchor="ctr">
                <a:noAutofit/>
              </a:bodyPr>
              <a:lstStyle>
                <a:lvl1pPr marL="265113" indent="-265113" algn="just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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809625" indent="-352425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118745" indent="0">
                  <a:lnSpc>
                    <a:spcPct val="115000"/>
                  </a:lnSpc>
                  <a:spcAft>
                    <a:spcPts val="800"/>
                  </a:spcAft>
                  <a:buNone/>
                </a:pPr>
                <a:r>
                  <a:rPr lang="en-US" sz="2800" dirty="0">
                    <a:solidFill>
                      <a:srgbClr val="002060"/>
                    </a:solidFill>
                    <a:latin typeface="+mj-lt"/>
                  </a:rPr>
                  <a:t>Let,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800" b="0" i="0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S</m:t>
                    </m:r>
                    <m:r>
                      <a:rPr lang="en-US" sz="2800" b="0" i="0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US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Shruti" panose="020B0502040204020203" pitchFamily="34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80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Shruti" panose="020B0502040204020203" pitchFamily="34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sz="280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Shruti" panose="020B0502040204020203" pitchFamily="34" charset="0"/>
                              </a:rPr>
                              <m:t>u</m:t>
                            </m:r>
                          </m:e>
                          <m:sub>
                            <m:r>
                              <a:rPr lang="en-US" sz="280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Shruti" panose="020B0502040204020203" pitchFamily="34" charset="0"/>
                              </a:rPr>
                              <m:t>1</m:t>
                            </m:r>
                          </m:sub>
                        </m:sSub>
                        <m:r>
                          <a:rPr lang="en-US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Shruti" panose="020B0502040204020203" pitchFamily="34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sz="280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Shruti" panose="020B0502040204020203" pitchFamily="34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sz="280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Shruti" panose="020B0502040204020203" pitchFamily="34" charset="0"/>
                              </a:rPr>
                              <m:t>u</m:t>
                            </m:r>
                          </m:e>
                          <m:sub>
                            <m:r>
                              <a:rPr lang="en-US" sz="2800" b="0" i="0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Shruti" panose="020B0502040204020203" pitchFamily="34" charset="0"/>
                              </a:rPr>
                              <m:t>2</m:t>
                            </m:r>
                          </m:sub>
                        </m:sSub>
                        <m:r>
                          <a:rPr lang="en-US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Shruti" panose="020B0502040204020203" pitchFamily="34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sz="280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Shruti" panose="020B0502040204020203" pitchFamily="34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sz="280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Shruti" panose="020B0502040204020203" pitchFamily="34" charset="0"/>
                              </a:rPr>
                              <m:t>u</m:t>
                            </m:r>
                          </m:e>
                          <m:sub>
                            <m:r>
                              <a:rPr lang="en-US" sz="2800" b="0" i="0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Shruti" panose="020B0502040204020203" pitchFamily="34" charset="0"/>
                              </a:rPr>
                              <m:t>3</m:t>
                            </m:r>
                          </m:sub>
                        </m:sSub>
                        <m:r>
                          <a:rPr lang="en-US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Shruti" panose="020B0502040204020203" pitchFamily="34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sz="280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Shruti" panose="020B0502040204020203" pitchFamily="34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sz="280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Shruti" panose="020B0502040204020203" pitchFamily="34" charset="0"/>
                              </a:rPr>
                              <m:t>u</m:t>
                            </m:r>
                          </m:e>
                          <m:sub>
                            <m:r>
                              <a:rPr lang="en-US" sz="2800" b="0" i="0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Shruti" panose="020B0502040204020203" pitchFamily="34" charset="0"/>
                              </a:rPr>
                              <m:t>4</m:t>
                            </m:r>
                          </m:sub>
                        </m:sSub>
                      </m:e>
                    </m:d>
                    <m:r>
                      <a:rPr lang="en-US" sz="2800" b="0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⊂</m:t>
                    </m:r>
                    <m:sSub>
                      <m:sSubPr>
                        <m:ctrlPr>
                          <a:rPr lang="en-US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Shruti" panose="020B0502040204020203" pitchFamily="34" charset="0"/>
                          </a:rPr>
                        </m:ctrlPr>
                      </m:sSubPr>
                      <m:e>
                        <m:r>
                          <a:rPr lang="en-US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Shruti" panose="020B0502040204020203" pitchFamily="34" charset="0"/>
                          </a:rPr>
                          <m:t> </m:t>
                        </m:r>
                        <m:r>
                          <a:rPr lang="en-US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Shruti" panose="020B0502040204020203" pitchFamily="34" charset="0"/>
                          </a:rPr>
                          <m:t>ℙ</m:t>
                        </m:r>
                      </m:e>
                      <m:sub>
                        <m:r>
                          <a:rPr lang="en-US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Shruti" panose="020B0502040204020203" pitchFamily="34" charset="0"/>
                          </a:rPr>
                          <m:t>3</m:t>
                        </m:r>
                      </m:sub>
                    </m:sSub>
                  </m:oMath>
                </a14:m>
                <a:endParaRPr lang="en-US" sz="2800" dirty="0">
                  <a:solidFill>
                    <a:srgbClr val="002060"/>
                  </a:solidFill>
                  <a:ea typeface="Calibri" panose="020F0502020204030204" pitchFamily="34" charset="0"/>
                  <a:cs typeface="Shruti" panose="020B0502040204020203" pitchFamily="34" charset="0"/>
                </a:endParaRPr>
              </a:p>
            </p:txBody>
          </p:sp>
        </mc:Choice>
        <mc:Fallback xmlns="">
          <p:sp>
            <p:nvSpPr>
              <p:cNvPr id="49" name="Content Placeholder 4">
                <a:extLst>
                  <a:ext uri="{FF2B5EF4-FFF2-40B4-BE49-F238E27FC236}">
                    <a16:creationId xmlns:a16="http://schemas.microsoft.com/office/drawing/2014/main" id="{943E8303-3F55-8D0E-0F03-4169E7B8034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1509291" y="2235952"/>
                <a:ext cx="4920083" cy="543600"/>
              </a:xfrm>
              <a:prstGeom prst="rect">
                <a:avLst/>
              </a:prstGeom>
              <a:blipFill>
                <a:blip r:embed="rId6"/>
                <a:stretch>
                  <a:fillRect l="-248" t="-10112" b="-29213"/>
                </a:stretch>
              </a:blipFill>
              <a:ln w="12700" cap="flat" cmpd="sng" algn="ctr">
                <a:noFill/>
                <a:prstDash val="solid"/>
                <a:miter lim="800000"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1" name="Content Placeholder 4">
                <a:extLst>
                  <a:ext uri="{FF2B5EF4-FFF2-40B4-BE49-F238E27FC236}">
                    <a16:creationId xmlns:a16="http://schemas.microsoft.com/office/drawing/2014/main" id="{943E8303-3F55-8D0E-0F03-4169E7B80343}"/>
                  </a:ext>
                </a:extLst>
              </p:cNvPr>
              <p:cNvSpPr txBox="1">
                <a:spLocks/>
              </p:cNvSpPr>
              <p:nvPr/>
            </p:nvSpPr>
            <p:spPr>
              <a:xfrm flipH="1">
                <a:off x="3933759" y="4799908"/>
                <a:ext cx="1267957" cy="508927"/>
              </a:xfrm>
              <a:prstGeom prst="rect">
                <a:avLst/>
              </a:prstGeom>
              <a:noFill/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vert="horz" lIns="91440" tIns="45720" rIns="91440" bIns="45720" rtlCol="0" anchor="ctr">
                <a:noAutofit/>
              </a:bodyPr>
              <a:lstStyle>
                <a:lvl1pPr marL="265113" indent="-265113" algn="just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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809625" indent="-352425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118745" indent="0">
                  <a:lnSpc>
                    <a:spcPct val="115000"/>
                  </a:lnSpc>
                  <a:spcAft>
                    <a:spcPts val="8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IN" sz="280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Shruti" panose="020B0502040204020203" pitchFamily="34" charset="0"/>
                        </a:rPr>
                        <m:t>=</m:t>
                      </m:r>
                      <m:r>
                        <a:rPr lang="en-US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Shruti" panose="020B0502040204020203" pitchFamily="34" charset="0"/>
                        </a:rPr>
                        <m:t>0</m:t>
                      </m:r>
                    </m:oMath>
                  </m:oMathPara>
                </a14:m>
                <a:endParaRPr lang="en-US" sz="2800" dirty="0">
                  <a:solidFill>
                    <a:srgbClr val="002060"/>
                  </a:solidFill>
                  <a:ea typeface="Calibri" panose="020F0502020204030204" pitchFamily="34" charset="0"/>
                  <a:cs typeface="Shruti" panose="020B0502040204020203" pitchFamily="34" charset="0"/>
                </a:endParaRPr>
              </a:p>
            </p:txBody>
          </p:sp>
        </mc:Choice>
        <mc:Fallback xmlns="">
          <p:sp>
            <p:nvSpPr>
              <p:cNvPr id="51" name="Content Placeholder 4">
                <a:extLst>
                  <a:ext uri="{FF2B5EF4-FFF2-40B4-BE49-F238E27FC236}">
                    <a16:creationId xmlns:a16="http://schemas.microsoft.com/office/drawing/2014/main" id="{943E8303-3F55-8D0E-0F03-4169E7B8034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3933759" y="4799908"/>
                <a:ext cx="1267957" cy="508927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  <a:ln w="12700" cap="flat" cmpd="sng" algn="ctr">
                <a:noFill/>
                <a:prstDash val="solid"/>
                <a:miter lim="800000"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2" name="Content Placeholder 4">
                <a:extLst>
                  <a:ext uri="{FF2B5EF4-FFF2-40B4-BE49-F238E27FC236}">
                    <a16:creationId xmlns:a16="http://schemas.microsoft.com/office/drawing/2014/main" id="{B615FA3C-4A8C-87BF-65FC-DD7E7382A64B}"/>
                  </a:ext>
                </a:extLst>
              </p:cNvPr>
              <p:cNvSpPr txBox="1">
                <a:spLocks/>
              </p:cNvSpPr>
              <p:nvPr/>
            </p:nvSpPr>
            <p:spPr>
              <a:xfrm flipH="1">
                <a:off x="122277" y="5937098"/>
                <a:ext cx="6836662" cy="543600"/>
              </a:xfrm>
              <a:prstGeom prst="rect">
                <a:avLst/>
              </a:prstGeom>
              <a:noFill/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vert="horz" lIns="91440" tIns="45720" rIns="91440" bIns="45720" rtlCol="0" anchor="ctr">
                <a:noAutofit/>
              </a:bodyPr>
              <a:lstStyle>
                <a:lvl1pPr marL="265113" indent="-265113" algn="just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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809625" indent="-352425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lnSpc>
                    <a:spcPct val="115000"/>
                  </a:lnSpc>
                  <a:spcAft>
                    <a:spcPts val="800"/>
                  </a:spcAft>
                  <a:buNone/>
                </a:pPr>
                <a:r>
                  <a:rPr lang="en-IN" sz="2800" dirty="0">
                    <a:solidFill>
                      <a:srgbClr val="002060"/>
                    </a:solidFill>
                  </a:rPr>
                  <a:t>So,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Shruti" panose="020B0502040204020203" pitchFamily="34" charset="0"/>
                      </a:rPr>
                      <m:t>S</m:t>
                    </m:r>
                    <m:r>
                      <a:rPr lang="en-US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Shruti" panose="020B0502040204020203" pitchFamily="34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US" sz="28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Shruti" panose="020B0502040204020203" pitchFamily="34" charset="0"/>
                          </a:rPr>
                        </m:ctrlPr>
                      </m:dPr>
                      <m:e>
                        <m:r>
                          <a:rPr lang="en-US" sz="28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Shruti" panose="020B0502040204020203" pitchFamily="34" charset="0"/>
                          </a:rPr>
                          <m:t> </m:t>
                        </m:r>
                        <m:sSub>
                          <m:sSubPr>
                            <m:ctrlPr>
                              <a:rPr lang="en-US" sz="280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Shruti" panose="020B0502040204020203" pitchFamily="34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sz="280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Shruti" panose="020B0502040204020203" pitchFamily="34" charset="0"/>
                              </a:rPr>
                              <m:t>u</m:t>
                            </m:r>
                          </m:e>
                          <m:sub>
                            <m:r>
                              <a:rPr lang="en-US" sz="280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Shruti" panose="020B0502040204020203" pitchFamily="34" charset="0"/>
                              </a:rPr>
                              <m:t>1</m:t>
                            </m:r>
                          </m:sub>
                        </m:sSub>
                        <m:r>
                          <a:rPr lang="en-US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Shruti" panose="020B0502040204020203" pitchFamily="34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sz="280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Shruti" panose="020B0502040204020203" pitchFamily="34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sz="280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Shruti" panose="020B0502040204020203" pitchFamily="34" charset="0"/>
                              </a:rPr>
                              <m:t>u</m:t>
                            </m:r>
                          </m:e>
                          <m:sub>
                            <m:r>
                              <a:rPr lang="en-US" sz="280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Shruti" panose="020B0502040204020203" pitchFamily="34" charset="0"/>
                              </a:rPr>
                              <m:t>2</m:t>
                            </m:r>
                          </m:sub>
                        </m:sSub>
                        <m:r>
                          <a:rPr lang="en-US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Shruti" panose="020B0502040204020203" pitchFamily="34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sz="280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Shruti" panose="020B0502040204020203" pitchFamily="34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sz="280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Shruti" panose="020B0502040204020203" pitchFamily="34" charset="0"/>
                              </a:rPr>
                              <m:t>u</m:t>
                            </m:r>
                          </m:e>
                          <m:sub>
                            <m:r>
                              <a:rPr lang="en-US" sz="280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Shruti" panose="020B0502040204020203" pitchFamily="34" charset="0"/>
                              </a:rPr>
                              <m:t>3</m:t>
                            </m:r>
                          </m:sub>
                        </m:sSub>
                        <m:r>
                          <a:rPr lang="en-US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Shruti" panose="020B0502040204020203" pitchFamily="34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sz="280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Shruti" panose="020B0502040204020203" pitchFamily="34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sz="280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Shruti" panose="020B0502040204020203" pitchFamily="34" charset="0"/>
                              </a:rPr>
                              <m:t>u</m:t>
                            </m:r>
                          </m:e>
                          <m:sub>
                            <m:r>
                              <a:rPr lang="en-US" sz="280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Shruti" panose="020B0502040204020203" pitchFamily="34" charset="0"/>
                              </a:rPr>
                              <m:t>4</m:t>
                            </m:r>
                          </m:sub>
                        </m:sSub>
                        <m:r>
                          <a:rPr lang="en-US" sz="28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Shruti" panose="020B0502040204020203" pitchFamily="34" charset="0"/>
                          </a:rPr>
                          <m:t> </m:t>
                        </m:r>
                      </m:e>
                    </m:d>
                  </m:oMath>
                </a14:m>
                <a:r>
                  <a:rPr lang="en-US" sz="2800" dirty="0">
                    <a:solidFill>
                      <a:srgbClr val="002060"/>
                    </a:solidFill>
                    <a:ea typeface="Calibri" panose="020F0502020204030204" pitchFamily="34" charset="0"/>
                    <a:cs typeface="Shruti" panose="020B0502040204020203" pitchFamily="34" charset="0"/>
                  </a:rPr>
                  <a:t> is not a basis for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Shruti" panose="020B0502040204020203" pitchFamily="34" charset="0"/>
                          </a:rPr>
                        </m:ctrlPr>
                      </m:sSubPr>
                      <m:e>
                        <m:r>
                          <a:rPr lang="en-US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Shruti" panose="020B0502040204020203" pitchFamily="34" charset="0"/>
                          </a:rPr>
                          <m:t> </m:t>
                        </m:r>
                        <m:r>
                          <a:rPr lang="en-US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Shruti" panose="020B0502040204020203" pitchFamily="34" charset="0"/>
                          </a:rPr>
                          <m:t>ℙ</m:t>
                        </m:r>
                      </m:e>
                      <m:sub>
                        <m:r>
                          <a:rPr lang="en-US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Shruti" panose="020B0502040204020203" pitchFamily="34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lang="en-IN" sz="2800" dirty="0">
                    <a:solidFill>
                      <a:srgbClr val="002060"/>
                    </a:solidFill>
                  </a:rPr>
                  <a:t>.</a:t>
                </a:r>
                <a:endParaRPr lang="en-US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52" name="Content Placeholder 4">
                <a:extLst>
                  <a:ext uri="{FF2B5EF4-FFF2-40B4-BE49-F238E27FC236}">
                    <a16:creationId xmlns:a16="http://schemas.microsoft.com/office/drawing/2014/main" id="{B615FA3C-4A8C-87BF-65FC-DD7E7382A64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122277" y="5937098"/>
                <a:ext cx="6836662" cy="543600"/>
              </a:xfrm>
              <a:prstGeom prst="rect">
                <a:avLst/>
              </a:prstGeom>
              <a:blipFill>
                <a:blip r:embed="rId8"/>
                <a:stretch>
                  <a:fillRect l="-1783" t="-6742" b="-32584"/>
                </a:stretch>
              </a:blipFill>
              <a:ln w="12700" cap="flat" cmpd="sng" algn="ctr">
                <a:noFill/>
                <a:prstDash val="solid"/>
                <a:miter lim="800000"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3" name="Content Placeholder 4">
                <a:extLst>
                  <a:ext uri="{FF2B5EF4-FFF2-40B4-BE49-F238E27FC236}">
                    <a16:creationId xmlns:a16="http://schemas.microsoft.com/office/drawing/2014/main" id="{B615FA3C-4A8C-87BF-65FC-DD7E7382A64B}"/>
                  </a:ext>
                </a:extLst>
              </p:cNvPr>
              <p:cNvSpPr txBox="1">
                <a:spLocks/>
              </p:cNvSpPr>
              <p:nvPr/>
            </p:nvSpPr>
            <p:spPr>
              <a:xfrm flipH="1">
                <a:off x="5578" y="2879628"/>
                <a:ext cx="2646181" cy="543600"/>
              </a:xfrm>
              <a:prstGeom prst="rect">
                <a:avLst/>
              </a:prstGeom>
              <a:noFill/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vert="horz" lIns="91440" tIns="45720" rIns="91440" bIns="45720" rtlCol="0" anchor="ctr">
                <a:noAutofit/>
              </a:bodyPr>
              <a:lstStyle>
                <a:lvl1pPr marL="265113" indent="-265113" algn="just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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809625" indent="-352425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lnSpc>
                    <a:spcPct val="150000"/>
                  </a:lnSpc>
                  <a:spcAft>
                    <a:spcPts val="8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⇒</m:t>
                      </m:r>
                      <m:r>
                        <m:rPr>
                          <m:sty m:val="p"/>
                        </m:rPr>
                        <a:rPr lang="en-US" sz="280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n</m:t>
                      </m:r>
                      <m:r>
                        <a:rPr lang="en-US" sz="280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|"/>
                          <m:endChr m:val="|"/>
                          <m:ctrlP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en-US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S</m:t>
                          </m:r>
                          <m: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d>
                      <m:r>
                        <a:rPr lang="en-US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4</m:t>
                      </m:r>
                    </m:oMath>
                  </m:oMathPara>
                </a14:m>
                <a:endParaRPr lang="en-US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53" name="Content Placeholder 4">
                <a:extLst>
                  <a:ext uri="{FF2B5EF4-FFF2-40B4-BE49-F238E27FC236}">
                    <a16:creationId xmlns:a16="http://schemas.microsoft.com/office/drawing/2014/main" id="{B615FA3C-4A8C-87BF-65FC-DD7E7382A64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5578" y="2879628"/>
                <a:ext cx="2646181" cy="543600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  <a:ln w="12700" cap="flat" cmpd="sng" algn="ctr">
                <a:noFill/>
                <a:prstDash val="solid"/>
                <a:miter lim="800000"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4" name="Content Placeholder 4">
                <a:extLst>
                  <a:ext uri="{FF2B5EF4-FFF2-40B4-BE49-F238E27FC236}">
                    <a16:creationId xmlns:a16="http://schemas.microsoft.com/office/drawing/2014/main" id="{943E8303-3F55-8D0E-0F03-4169E7B80343}"/>
                  </a:ext>
                </a:extLst>
              </p:cNvPr>
              <p:cNvSpPr txBox="1">
                <a:spLocks/>
              </p:cNvSpPr>
              <p:nvPr/>
            </p:nvSpPr>
            <p:spPr>
              <a:xfrm flipH="1">
                <a:off x="-29764" y="3526562"/>
                <a:ext cx="10479505" cy="543600"/>
              </a:xfrm>
              <a:prstGeom prst="rect">
                <a:avLst/>
              </a:prstGeom>
              <a:noFill/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vert="horz" lIns="91440" tIns="45720" rIns="91440" bIns="45720" rtlCol="0" anchor="ctr">
                <a:noAutofit/>
              </a:bodyPr>
              <a:lstStyle>
                <a:lvl1pPr marL="265113" indent="-265113" algn="just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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809625" indent="-352425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118745" indent="0">
                  <a:lnSpc>
                    <a:spcPct val="115000"/>
                  </a:lnSpc>
                  <a:spcAft>
                    <a:spcPts val="800"/>
                  </a:spcAft>
                  <a:buNone/>
                </a:pPr>
                <a:r>
                  <a:rPr lang="en-US" sz="2800" dirty="0">
                    <a:solidFill>
                      <a:srgbClr val="002060"/>
                    </a:solidFill>
                    <a:latin typeface="+mj-lt"/>
                  </a:rPr>
                  <a:t>So, We can check </a:t>
                </a:r>
                <a:r>
                  <a:rPr lang="en-US" sz="2800" dirty="0">
                    <a:solidFill>
                      <a:srgbClr val="002060"/>
                    </a:solidFill>
                    <a:ea typeface="Calibri" panose="020F0502020204030204" pitchFamily="34" charset="0"/>
                    <a:cs typeface="Shruti" panose="020B0502040204020203" pitchFamily="34" charset="0"/>
                  </a:rPr>
                  <a:t>whether given set is basis for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Shruti" panose="020B0502040204020203" pitchFamily="34" charset="0"/>
                          </a:rPr>
                        </m:ctrlPr>
                      </m:sSubPr>
                      <m:e>
                        <m:r>
                          <a:rPr lang="en-US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Shruti" panose="020B0502040204020203" pitchFamily="34" charset="0"/>
                          </a:rPr>
                          <m:t> </m:t>
                        </m:r>
                        <m:r>
                          <a:rPr lang="en-US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Shruti" panose="020B0502040204020203" pitchFamily="34" charset="0"/>
                          </a:rPr>
                          <m:t>ℙ</m:t>
                        </m:r>
                      </m:e>
                      <m:sub>
                        <m:r>
                          <a:rPr lang="en-US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Shruti" panose="020B0502040204020203" pitchFamily="34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lang="en-US" sz="2800" dirty="0">
                    <a:solidFill>
                      <a:srgbClr val="002060"/>
                    </a:solidFill>
                    <a:latin typeface="+mj-lt"/>
                  </a:rPr>
                  <a:t> using determinant. </a:t>
                </a:r>
                <a:endParaRPr lang="en-US" sz="2800" dirty="0">
                  <a:solidFill>
                    <a:srgbClr val="002060"/>
                  </a:solidFill>
                  <a:ea typeface="Calibri" panose="020F0502020204030204" pitchFamily="34" charset="0"/>
                  <a:cs typeface="Shruti" panose="020B0502040204020203" pitchFamily="34" charset="0"/>
                </a:endParaRPr>
              </a:p>
            </p:txBody>
          </p:sp>
        </mc:Choice>
        <mc:Fallback xmlns="">
          <p:sp>
            <p:nvSpPr>
              <p:cNvPr id="54" name="Content Placeholder 4">
                <a:extLst>
                  <a:ext uri="{FF2B5EF4-FFF2-40B4-BE49-F238E27FC236}">
                    <a16:creationId xmlns:a16="http://schemas.microsoft.com/office/drawing/2014/main" id="{943E8303-3F55-8D0E-0F03-4169E7B8034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-29764" y="3526562"/>
                <a:ext cx="10479505" cy="543600"/>
              </a:xfrm>
              <a:prstGeom prst="rect">
                <a:avLst/>
              </a:prstGeom>
              <a:blipFill>
                <a:blip r:embed="rId10"/>
                <a:stretch>
                  <a:fillRect l="-58" t="-10112" b="-28090"/>
                </a:stretch>
              </a:blipFill>
              <a:ln w="12700" cap="flat" cmpd="sng" algn="ctr">
                <a:noFill/>
                <a:prstDash val="solid"/>
                <a:miter lim="800000"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5" name="Content Placeholder 4">
                <a:extLst>
                  <a:ext uri="{FF2B5EF4-FFF2-40B4-BE49-F238E27FC236}">
                    <a16:creationId xmlns:a16="http://schemas.microsoft.com/office/drawing/2014/main" id="{B2ED5508-4152-4C4D-B631-5D19C5F6CD5F}"/>
                  </a:ext>
                </a:extLst>
              </p:cNvPr>
              <p:cNvSpPr txBox="1">
                <a:spLocks/>
              </p:cNvSpPr>
              <p:nvPr/>
            </p:nvSpPr>
            <p:spPr>
              <a:xfrm flipH="1">
                <a:off x="2725141" y="2793504"/>
                <a:ext cx="3784515" cy="605827"/>
              </a:xfrm>
              <a:prstGeom prst="rect">
                <a:avLst/>
              </a:prstGeom>
              <a:noFill/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vert="horz" lIns="91440" tIns="45720" rIns="91440" bIns="45720" rtlCol="0" anchor="ctr">
                <a:noAutofit/>
              </a:bodyPr>
              <a:lstStyle>
                <a:lvl1pPr marL="265113" indent="-265113" algn="just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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809625" indent="-352425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lnSpc>
                    <a:spcPct val="150000"/>
                  </a:lnSpc>
                  <a:spcAft>
                    <a:spcPts val="800"/>
                  </a:spcAft>
                  <a:buNone/>
                </a:pPr>
                <a:r>
                  <a:rPr lang="en-US" sz="2800" b="0" dirty="0">
                    <a:solidFill>
                      <a:srgbClr val="002060"/>
                    </a:solidFill>
                    <a:ea typeface="Cambria Math" panose="02040503050406030204" pitchFamily="18" charset="0"/>
                  </a:rPr>
                  <a:t>and  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m</m:t>
                    </m:r>
                    <m:r>
                      <a:rPr lang="en-US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dim</m:t>
                    </m:r>
                    <m:d>
                      <m:dPr>
                        <m:ctrlPr>
                          <a:rPr lang="en-US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Shruti" panose="020B0502040204020203" pitchFamily="34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80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Shruti" panose="020B0502040204020203" pitchFamily="34" charset="0"/>
                              </a:rPr>
                            </m:ctrlPr>
                          </m:sSubPr>
                          <m:e>
                            <m:r>
                              <a:rPr lang="en-US" sz="280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Shruti" panose="020B0502040204020203" pitchFamily="34" charset="0"/>
                              </a:rPr>
                              <m:t> </m:t>
                            </m:r>
                            <m:r>
                              <a:rPr lang="en-US" sz="280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Shruti" panose="020B0502040204020203" pitchFamily="34" charset="0"/>
                              </a:rPr>
                              <m:t>ℙ</m:t>
                            </m:r>
                          </m:e>
                          <m:sub>
                            <m:r>
                              <a:rPr lang="en-US" sz="280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Shruti" panose="020B0502040204020203" pitchFamily="34" charset="0"/>
                              </a:rPr>
                              <m:t>3</m:t>
                            </m:r>
                          </m:sub>
                        </m:sSub>
                      </m:e>
                    </m:d>
                    <m:r>
                      <a:rPr lang="en-US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sz="2800" b="0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endParaRPr lang="en-US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55" name="Content Placeholder 4">
                <a:extLst>
                  <a:ext uri="{FF2B5EF4-FFF2-40B4-BE49-F238E27FC236}">
                    <a16:creationId xmlns:a16="http://schemas.microsoft.com/office/drawing/2014/main" id="{B2ED5508-4152-4C4D-B631-5D19C5F6CD5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2725141" y="2793504"/>
                <a:ext cx="3784515" cy="605827"/>
              </a:xfrm>
              <a:prstGeom prst="rect">
                <a:avLst/>
              </a:prstGeom>
              <a:blipFill>
                <a:blip r:embed="rId11"/>
                <a:stretch>
                  <a:fillRect l="-3221" b="-27000"/>
                </a:stretch>
              </a:blipFill>
              <a:ln w="12700" cap="flat" cmpd="sng" algn="ctr">
                <a:noFill/>
                <a:prstDash val="solid"/>
                <a:miter lim="800000"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7" name="Rounded Rectangle 56"/>
          <p:cNvSpPr/>
          <p:nvPr/>
        </p:nvSpPr>
        <p:spPr>
          <a:xfrm>
            <a:off x="2877095" y="2261171"/>
            <a:ext cx="2256880" cy="521778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8" name="Rounded Rectangle 57"/>
          <p:cNvSpPr/>
          <p:nvPr/>
        </p:nvSpPr>
        <p:spPr>
          <a:xfrm>
            <a:off x="5437779" y="2263283"/>
            <a:ext cx="553446" cy="521778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168155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8" grpId="0"/>
      <p:bldP spid="49" grpId="0"/>
      <p:bldP spid="51" grpId="0"/>
      <p:bldP spid="52" grpId="0"/>
      <p:bldP spid="53" grpId="0"/>
      <p:bldP spid="54" grpId="0"/>
      <p:bldP spid="55" grpId="0"/>
      <p:bldP spid="57" grpId="0" animBg="1"/>
      <p:bldP spid="57" grpId="1" animBg="1"/>
      <p:bldP spid="58" grpId="0" animBg="1"/>
      <p:bldP spid="58" grpId="1" animBg="1"/>
    </p:bldLst>
  </p:timing>
</p:sld>
</file>

<file path=ppt/slides/slide1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ECFC8A-BC0D-5D72-FE99-20313653BC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FDFDD70C-3AAE-183B-5AED-36C59E3E9B77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IN" dirty="0"/>
                  <a:t>Method:5 </a:t>
                </a:r>
                <a14:m>
                  <m:oMath xmlns:m="http://schemas.openxmlformats.org/officeDocument/2006/math">
                    <m:r>
                      <a:rPr lang="en-I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⇝</m:t>
                    </m:r>
                  </m:oMath>
                </a14:m>
                <a:r>
                  <a:rPr lang="en-IN" dirty="0"/>
                  <a:t> Example:14</a:t>
                </a:r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FDFDD70C-3AAE-183B-5AED-36C59E3E9B7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3"/>
                <a:stretch>
                  <a:fillRect l="-400" t="-8547" b="-1965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Content Placeholder 4">
            <a:extLst>
              <a:ext uri="{FF2B5EF4-FFF2-40B4-BE49-F238E27FC236}">
                <a16:creationId xmlns:a16="http://schemas.microsoft.com/office/drawing/2014/main" id="{CAE77E5B-BF33-5497-20B0-3BFB83C99976}"/>
              </a:ext>
            </a:extLst>
          </p:cNvPr>
          <p:cNvSpPr txBox="1">
            <a:spLocks/>
          </p:cNvSpPr>
          <p:nvPr/>
        </p:nvSpPr>
        <p:spPr>
          <a:xfrm>
            <a:off x="205273" y="800163"/>
            <a:ext cx="1558214" cy="522081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marL="265113" indent="-265113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Wingdings 3" panose="05040102010807070707" pitchFamily="18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9625" indent="-352425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 3" panose="05040102010807070707" pitchFamily="18" charset="2"/>
              <a:buChar char="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endParaRPr lang="en-IN" sz="2800" b="1" dirty="0">
              <a:solidFill>
                <a:schemeClr val="tx2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4" name="Content Placeholder 4">
                <a:extLst>
                  <a:ext uri="{FF2B5EF4-FFF2-40B4-BE49-F238E27FC236}">
                    <a16:creationId xmlns:a16="http://schemas.microsoft.com/office/drawing/2014/main" id="{ED23B262-736E-4535-FBA7-00FB33ACCCF0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572935" y="731979"/>
                <a:ext cx="10619065" cy="1321680"/>
              </a:xfrm>
              <a:prstGeom prst="rect">
                <a:avLst/>
              </a:prstGeom>
              <a:noFill/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vert="horz" lIns="91440" tIns="45720" rIns="91440" bIns="45720" rtlCol="0" anchor="ctr">
                <a:noAutofit/>
              </a:bodyPr>
              <a:lstStyle>
                <a:lvl1pPr marL="265113" indent="-265113" algn="just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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809625" indent="-352425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 algn="l">
                  <a:lnSpc>
                    <a:spcPct val="150000"/>
                  </a:lnSpc>
                  <a:buNone/>
                </a:pPr>
                <a:r>
                  <a:rPr lang="en-US" sz="2800" dirty="0">
                    <a:solidFill>
                      <a:srgbClr val="002060"/>
                    </a:solidFill>
                    <a:ea typeface="Calibri" panose="020F0502020204030204" pitchFamily="34" charset="0"/>
                    <a:cs typeface="Shruti" panose="020B0502040204020203" pitchFamily="34" charset="0"/>
                  </a:rPr>
                  <a:t>Write a standard basis and find dimension of the following vector spaces.</a:t>
                </a:r>
                <a:r>
                  <a:rPr lang="en-IN" sz="2800" dirty="0">
                    <a:solidFill>
                      <a:srgbClr val="002060"/>
                    </a:solidFill>
                    <a:ea typeface="Calibri" panose="020F0502020204030204" pitchFamily="34" charset="0"/>
                    <a:cs typeface="Shruti" panose="020B0502040204020203" pitchFamily="34" charset="0"/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Shruti" panose="020B0502040204020203" pitchFamily="34" charset="0"/>
                          </a:rPr>
                        </m:ctrlPr>
                      </m:dPr>
                      <m:e>
                        <m:r>
                          <a:rPr lang="en-US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Shruti" panose="020B0502040204020203" pitchFamily="34" charset="0"/>
                          </a:rPr>
                          <m:t>1</m:t>
                        </m:r>
                      </m:e>
                    </m:d>
                    <m:r>
                      <a:rPr lang="en-US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Shruti" panose="020B0502040204020203" pitchFamily="34" charset="0"/>
                      </a:rPr>
                      <m:t>  </m:t>
                    </m:r>
                    <m:sSup>
                      <m:sSupPr>
                        <m:ctrlPr>
                          <a:rPr lang="en-US" sz="28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Shruti" panose="020B0502040204020203" pitchFamily="34" charset="0"/>
                          </a:rPr>
                        </m:ctrlPr>
                      </m:sSupPr>
                      <m:e>
                        <m:r>
                          <a:rPr lang="en-US" sz="280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Shruti" panose="020B0502040204020203" pitchFamily="34" charset="0"/>
                          </a:rPr>
                          <m:t>ℝ</m:t>
                        </m:r>
                      </m:e>
                      <m:sup>
                        <m:r>
                          <a:rPr lang="en-US" sz="280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Shruti" panose="020B0502040204020203" pitchFamily="34" charset="0"/>
                          </a:rPr>
                          <m:t>4</m:t>
                        </m:r>
                      </m:sup>
                    </m:sSup>
                    <m:r>
                      <a:rPr lang="en-US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Shruti" panose="020B0502040204020203" pitchFamily="34" charset="0"/>
                      </a:rPr>
                      <m:t>      </m:t>
                    </m:r>
                    <m:d>
                      <m:dPr>
                        <m:ctrlPr>
                          <a:rPr lang="en-US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Shruti" panose="020B0502040204020203" pitchFamily="34" charset="0"/>
                          </a:rPr>
                        </m:ctrlPr>
                      </m:dPr>
                      <m:e>
                        <m:r>
                          <a:rPr lang="en-US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Shruti" panose="020B0502040204020203" pitchFamily="34" charset="0"/>
                          </a:rPr>
                          <m:t>2</m:t>
                        </m:r>
                      </m:e>
                    </m:d>
                    <m:r>
                      <a:rPr lang="en-US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Shruti" panose="020B0502040204020203" pitchFamily="34" charset="0"/>
                      </a:rPr>
                      <m:t>   </m:t>
                    </m:r>
                    <m:sSub>
                      <m:sSubPr>
                        <m:ctrlPr>
                          <a:rPr lang="en-US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Shruti" panose="020B0502040204020203" pitchFamily="34" charset="0"/>
                          </a:rPr>
                        </m:ctrlPr>
                      </m:sSubPr>
                      <m:e>
                        <m:r>
                          <a:rPr lang="en-US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Shruti" panose="020B0502040204020203" pitchFamily="34" charset="0"/>
                          </a:rPr>
                          <m:t>ℙ</m:t>
                        </m:r>
                      </m:e>
                      <m:sub>
                        <m:r>
                          <a:rPr lang="en-US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Shruti" panose="020B0502040204020203" pitchFamily="34" charset="0"/>
                          </a:rPr>
                          <m:t>5</m:t>
                        </m:r>
                      </m:sub>
                    </m:sSub>
                    <m:r>
                      <a:rPr lang="en-US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Shruti" panose="020B0502040204020203" pitchFamily="34" charset="0"/>
                      </a:rPr>
                      <m:t>     </m:t>
                    </m:r>
                  </m:oMath>
                </a14:m>
                <a:r>
                  <a:rPr lang="en-US" sz="2800" dirty="0">
                    <a:solidFill>
                      <a:srgbClr val="002060"/>
                    </a:solidFill>
                    <a:ea typeface="Calibri" panose="020F0502020204030204" pitchFamily="34" charset="0"/>
                    <a:cs typeface="Shruti" panose="020B0502040204020203" pitchFamily="34" charset="0"/>
                  </a:rPr>
                  <a:t>and   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Shruti" panose="020B0502040204020203" pitchFamily="34" charset="0"/>
                          </a:rPr>
                        </m:ctrlPr>
                      </m:dPr>
                      <m:e>
                        <m:r>
                          <a:rPr lang="en-US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Shruti" panose="020B0502040204020203" pitchFamily="34" charset="0"/>
                          </a:rPr>
                          <m:t>3</m:t>
                        </m:r>
                      </m:e>
                    </m:d>
                    <m:r>
                      <a:rPr lang="en-US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Shruti" panose="020B0502040204020203" pitchFamily="34" charset="0"/>
                      </a:rPr>
                      <m:t>   </m:t>
                    </m:r>
                    <m:sSub>
                      <m:sSubPr>
                        <m:ctrlPr>
                          <a:rPr lang="en-US" sz="280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Shruti" panose="020B0502040204020203" pitchFamily="34" charset="0"/>
                          </a:rPr>
                        </m:ctrlPr>
                      </m:sSubPr>
                      <m:e>
                        <m:r>
                          <a:rPr lang="en-US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Shruti" panose="020B0502040204020203" pitchFamily="34" charset="0"/>
                          </a:rPr>
                          <m:t>𝕄</m:t>
                        </m:r>
                      </m:e>
                      <m:sub>
                        <m:r>
                          <a:rPr lang="en-US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Shruti" panose="020B0502040204020203" pitchFamily="34" charset="0"/>
                          </a:rPr>
                          <m:t>3</m:t>
                        </m:r>
                        <m:r>
                          <a:rPr lang="en-US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Shruti" panose="020B0502040204020203" pitchFamily="34" charset="0"/>
                          </a:rPr>
                          <m:t>×</m:t>
                        </m:r>
                        <m:r>
                          <a:rPr lang="en-US" sz="2800" b="0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Shruti" panose="020B0502040204020203" pitchFamily="34" charset="0"/>
                          </a:rPr>
                          <m:t>2</m:t>
                        </m:r>
                      </m:sub>
                    </m:sSub>
                  </m:oMath>
                </a14:m>
                <a:endParaRPr lang="en-IN" sz="2800" dirty="0">
                  <a:solidFill>
                    <a:srgbClr val="002060"/>
                  </a:solidFill>
                  <a:ea typeface="Calibri" panose="020F0502020204030204" pitchFamily="34" charset="0"/>
                  <a:cs typeface="Shruti" panose="020B0502040204020203" pitchFamily="34" charset="0"/>
                </a:endParaRPr>
              </a:p>
            </p:txBody>
          </p:sp>
        </mc:Choice>
        <mc:Fallback xmlns="">
          <p:sp>
            <p:nvSpPr>
              <p:cNvPr id="34" name="Content Placeholder 4">
                <a:extLst>
                  <a:ext uri="{FF2B5EF4-FFF2-40B4-BE49-F238E27FC236}">
                    <a16:creationId xmlns:a16="http://schemas.microsoft.com/office/drawing/2014/main" id="{ED23B262-736E-4535-FBA7-00FB33ACCCF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72935" y="731979"/>
                <a:ext cx="10619065" cy="1321680"/>
              </a:xfrm>
              <a:prstGeom prst="rect">
                <a:avLst/>
              </a:prstGeom>
              <a:blipFill>
                <a:blip r:embed="rId4"/>
                <a:stretch>
                  <a:fillRect l="-1148" b="-12442"/>
                </a:stretch>
              </a:blipFill>
              <a:ln w="12700" cap="flat" cmpd="sng" algn="ctr">
                <a:noFill/>
                <a:prstDash val="solid"/>
                <a:miter lim="800000"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5" name="Rectangle: Rounded Corners 34">
            <a:extLst>
              <a:ext uri="{FF2B5EF4-FFF2-40B4-BE49-F238E27FC236}">
                <a16:creationId xmlns:a16="http://schemas.microsoft.com/office/drawing/2014/main" id="{7FC45F7B-4A36-49BB-E330-CB7BC1EEC8DC}"/>
              </a:ext>
            </a:extLst>
          </p:cNvPr>
          <p:cNvSpPr/>
          <p:nvPr/>
        </p:nvSpPr>
        <p:spPr>
          <a:xfrm>
            <a:off x="122279" y="854244"/>
            <a:ext cx="1450657" cy="468000"/>
          </a:xfrm>
          <a:prstGeom prst="roundRect">
            <a:avLst/>
          </a:prstGeom>
          <a:gradFill>
            <a:gsLst>
              <a:gs pos="10000">
                <a:srgbClr val="0E47A1"/>
              </a:gs>
              <a:gs pos="100000">
                <a:srgbClr val="03A9F5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r>
              <a:rPr lang="en-IN" sz="2800" dirty="0">
                <a:solidFill>
                  <a:schemeClr val="bg1"/>
                </a:solidFill>
              </a:rPr>
              <a:t>Example</a:t>
            </a:r>
          </a:p>
        </p:txBody>
      </p:sp>
      <p:sp>
        <p:nvSpPr>
          <p:cNvPr id="23" name="Content Placeholder 4">
            <a:extLst>
              <a:ext uri="{FF2B5EF4-FFF2-40B4-BE49-F238E27FC236}">
                <a16:creationId xmlns:a16="http://schemas.microsoft.com/office/drawing/2014/main" id="{63305C07-F1B9-4158-AB35-36DE134F7E08}"/>
              </a:ext>
            </a:extLst>
          </p:cNvPr>
          <p:cNvSpPr txBox="1">
            <a:spLocks/>
          </p:cNvSpPr>
          <p:nvPr/>
        </p:nvSpPr>
        <p:spPr>
          <a:xfrm flipH="1">
            <a:off x="6958939" y="107357"/>
            <a:ext cx="4571801" cy="5400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marL="265113" indent="-265113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Wingdings 3" panose="05040102010807070707" pitchFamily="18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9625" indent="-352425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 3" panose="05040102010807070707" pitchFamily="18" charset="2"/>
              <a:buChar char="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18745" indent="0" algn="l">
              <a:lnSpc>
                <a:spcPct val="115000"/>
              </a:lnSpc>
              <a:spcAft>
                <a:spcPts val="800"/>
              </a:spcAft>
              <a:buNone/>
            </a:pPr>
            <a:endParaRPr lang="en-US" sz="3600" b="1" dirty="0">
              <a:solidFill>
                <a:srgbClr val="3D0FE7"/>
              </a:solidFill>
              <a:latin typeface="Cambria Math" panose="02040503050406030204" pitchFamily="18" charset="0"/>
            </a:endParaRPr>
          </a:p>
        </p:txBody>
      </p:sp>
      <p:sp>
        <p:nvSpPr>
          <p:cNvPr id="47" name="Rectangle: Rounded Corners 12">
            <a:extLst>
              <a:ext uri="{FF2B5EF4-FFF2-40B4-BE49-F238E27FC236}">
                <a16:creationId xmlns:a16="http://schemas.microsoft.com/office/drawing/2014/main" id="{35972A2E-25D7-C897-9D78-CA14AF0D56C8}"/>
              </a:ext>
            </a:extLst>
          </p:cNvPr>
          <p:cNvSpPr/>
          <p:nvPr/>
        </p:nvSpPr>
        <p:spPr>
          <a:xfrm>
            <a:off x="122278" y="2255109"/>
            <a:ext cx="1450657" cy="468000"/>
          </a:xfrm>
          <a:prstGeom prst="roundRect">
            <a:avLst/>
          </a:prstGeom>
          <a:gradFill>
            <a:gsLst>
              <a:gs pos="10000">
                <a:srgbClr val="0E47A1"/>
              </a:gs>
              <a:gs pos="100000">
                <a:srgbClr val="03A9F5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en-IN" sz="2800" dirty="0">
                <a:solidFill>
                  <a:schemeClr val="bg1"/>
                </a:solidFill>
              </a:rPr>
              <a:t>Solution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Content Placeholder 4">
                <a:extLst>
                  <a:ext uri="{FF2B5EF4-FFF2-40B4-BE49-F238E27FC236}">
                    <a16:creationId xmlns:a16="http://schemas.microsoft.com/office/drawing/2014/main" id="{B2ED5508-4152-4C4D-B631-5D19C5F6CD5F}"/>
                  </a:ext>
                </a:extLst>
              </p:cNvPr>
              <p:cNvSpPr txBox="1">
                <a:spLocks/>
              </p:cNvSpPr>
              <p:nvPr/>
            </p:nvSpPr>
            <p:spPr>
              <a:xfrm flipH="1">
                <a:off x="0" y="2866152"/>
                <a:ext cx="3924300" cy="543600"/>
              </a:xfrm>
              <a:prstGeom prst="rect">
                <a:avLst/>
              </a:prstGeom>
              <a:noFill/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vert="horz" lIns="91440" tIns="45720" rIns="91440" bIns="45720" rtlCol="0" anchor="ctr">
                <a:noAutofit/>
              </a:bodyPr>
              <a:lstStyle>
                <a:lvl1pPr marL="265113" indent="-265113" algn="just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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809625" indent="-352425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118745" indent="0">
                  <a:lnSpc>
                    <a:spcPct val="150000"/>
                  </a:lnSpc>
                  <a:spcAft>
                    <a:spcPts val="800"/>
                  </a:spcAft>
                  <a:buNone/>
                </a:pPr>
                <a14:m>
                  <m:oMath xmlns:m="http://schemas.openxmlformats.org/officeDocument/2006/math">
                    <m:d>
                      <m:dPr>
                        <m:ctrlPr>
                          <a:rPr lang="en-US" sz="2800" i="1">
                            <a:solidFill>
                              <a:srgbClr val="3A4A6A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>
                            <a:solidFill>
                              <a:srgbClr val="3A4A6A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  <m:r>
                      <a:rPr lang="en-US" sz="2800">
                        <a:solidFill>
                          <a:srgbClr val="3A4A6A"/>
                        </a:solidFill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sz="2800" b="0" i="1" smtClean="0">
                        <a:solidFill>
                          <a:srgbClr val="3A4A6A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800" b="0" i="0" dirty="0">
                    <a:solidFill>
                      <a:srgbClr val="3A4A6A"/>
                    </a:solidFill>
                    <a:latin typeface="+mj-lt"/>
                  </a:rPr>
                  <a:t> Vector Space  :</a:t>
                </a:r>
                <a:endParaRPr lang="en-US" sz="2800" dirty="0">
                  <a:solidFill>
                    <a:srgbClr val="3A4A6A"/>
                  </a:solidFill>
                </a:endParaRPr>
              </a:p>
            </p:txBody>
          </p:sp>
        </mc:Choice>
        <mc:Fallback xmlns="">
          <p:sp>
            <p:nvSpPr>
              <p:cNvPr id="19" name="Content Placeholder 4">
                <a:extLst>
                  <a:ext uri="{FF2B5EF4-FFF2-40B4-BE49-F238E27FC236}">
                    <a16:creationId xmlns:a16="http://schemas.microsoft.com/office/drawing/2014/main" id="{B2ED5508-4152-4C4D-B631-5D19C5F6CD5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0" y="2866152"/>
                <a:ext cx="3924300" cy="543600"/>
              </a:xfrm>
              <a:prstGeom prst="rect">
                <a:avLst/>
              </a:prstGeom>
              <a:blipFill>
                <a:blip r:embed="rId5"/>
                <a:stretch>
                  <a:fillRect t="-2247" b="-37079"/>
                </a:stretch>
              </a:blipFill>
              <a:ln w="12700" cap="flat" cmpd="sng" algn="ctr">
                <a:noFill/>
                <a:prstDash val="solid"/>
                <a:miter lim="800000"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Content Placeholder 4">
                <a:extLst>
                  <a:ext uri="{FF2B5EF4-FFF2-40B4-BE49-F238E27FC236}">
                    <a16:creationId xmlns:a16="http://schemas.microsoft.com/office/drawing/2014/main" id="{B2ED5508-4152-4C4D-B631-5D19C5F6CD5F}"/>
                  </a:ext>
                </a:extLst>
              </p:cNvPr>
              <p:cNvSpPr txBox="1">
                <a:spLocks/>
              </p:cNvSpPr>
              <p:nvPr/>
            </p:nvSpPr>
            <p:spPr>
              <a:xfrm flipH="1">
                <a:off x="723900" y="3477195"/>
                <a:ext cx="12192000" cy="1628205"/>
              </a:xfrm>
              <a:prstGeom prst="rect">
                <a:avLst/>
              </a:prstGeom>
              <a:noFill/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vert="horz" lIns="91440" tIns="45720" rIns="91440" bIns="45720" rtlCol="0" anchor="ctr">
                <a:noAutofit/>
              </a:bodyPr>
              <a:lstStyle>
                <a:lvl1pPr marL="265113" indent="-265113" algn="just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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809625" indent="-352425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118745" indent="0">
                  <a:lnSpc>
                    <a:spcPct val="150000"/>
                  </a:lnSpc>
                  <a:spcAft>
                    <a:spcPts val="800"/>
                  </a:spcAft>
                  <a:buNone/>
                </a:pPr>
                <a:r>
                  <a:rPr lang="en-IN" sz="2800" b="1" dirty="0">
                    <a:solidFill>
                      <a:srgbClr val="3A4A6A"/>
                    </a:solidFill>
                  </a:rPr>
                  <a:t>Standard Basis	: 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en-US" sz="2800" b="1" i="1" smtClean="0">
                            <a:solidFill>
                              <a:srgbClr val="3A4A6A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b="1" i="0" smtClean="0">
                            <a:solidFill>
                              <a:srgbClr val="3A4A6A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d>
                          <m:dPr>
                            <m:ctrlPr>
                              <a:rPr lang="en-US" sz="2800" i="1">
                                <a:solidFill>
                                  <a:srgbClr val="3A4A6A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800">
                                <a:solidFill>
                                  <a:srgbClr val="3A4A6A"/>
                                </a:solidFill>
                                <a:latin typeface="Cambria Math" panose="02040503050406030204" pitchFamily="18" charset="0"/>
                              </a:rPr>
                              <m:t>1,0,0,0</m:t>
                            </m:r>
                          </m:e>
                        </m:d>
                        <m:r>
                          <a:rPr lang="en-US" sz="2800">
                            <a:solidFill>
                              <a:srgbClr val="3A4A6A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d>
                          <m:dPr>
                            <m:ctrlPr>
                              <a:rPr lang="en-US" sz="2800" i="1">
                                <a:solidFill>
                                  <a:srgbClr val="3A4A6A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800">
                                <a:solidFill>
                                  <a:srgbClr val="3A4A6A"/>
                                </a:solidFill>
                                <a:latin typeface="Cambria Math" panose="02040503050406030204" pitchFamily="18" charset="0"/>
                              </a:rPr>
                              <m:t>0,1,0,0</m:t>
                            </m:r>
                          </m:e>
                        </m:d>
                        <m:r>
                          <a:rPr lang="en-US" sz="2800">
                            <a:solidFill>
                              <a:srgbClr val="3A4A6A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d>
                          <m:dPr>
                            <m:ctrlPr>
                              <a:rPr lang="en-US" sz="2800" i="1">
                                <a:solidFill>
                                  <a:srgbClr val="3A4A6A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800">
                                <a:solidFill>
                                  <a:srgbClr val="3A4A6A"/>
                                </a:solidFill>
                                <a:latin typeface="Cambria Math" panose="02040503050406030204" pitchFamily="18" charset="0"/>
                              </a:rPr>
                              <m:t>0,0,1,0</m:t>
                            </m:r>
                          </m:e>
                        </m:d>
                        <m:r>
                          <a:rPr lang="en-US" sz="2800">
                            <a:solidFill>
                              <a:srgbClr val="3A4A6A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d>
                          <m:dPr>
                            <m:ctrlPr>
                              <a:rPr lang="en-US" sz="2800" i="1">
                                <a:solidFill>
                                  <a:srgbClr val="3A4A6A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800">
                                <a:solidFill>
                                  <a:srgbClr val="3A4A6A"/>
                                </a:solidFill>
                                <a:latin typeface="Cambria Math" panose="02040503050406030204" pitchFamily="18" charset="0"/>
                              </a:rPr>
                              <m:t>0,0,0,1</m:t>
                            </m:r>
                          </m:e>
                        </m:d>
                        <m:r>
                          <a:rPr lang="en-US" sz="2800" b="0" i="1" smtClean="0">
                            <a:solidFill>
                              <a:srgbClr val="3A4A6A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</m:e>
                    </m:d>
                  </m:oMath>
                </a14:m>
                <a:endParaRPr lang="en-US" sz="2800" dirty="0">
                  <a:solidFill>
                    <a:srgbClr val="3A4A6A"/>
                  </a:solidFill>
                </a:endParaRPr>
              </a:p>
              <a:p>
                <a:pPr marL="118745" indent="0">
                  <a:lnSpc>
                    <a:spcPct val="150000"/>
                  </a:lnSpc>
                  <a:spcAft>
                    <a:spcPts val="800"/>
                  </a:spcAft>
                  <a:buNone/>
                </a:pPr>
                <a:r>
                  <a:rPr lang="en-US" sz="2800" b="1" dirty="0">
                    <a:solidFill>
                      <a:srgbClr val="3A4A6A"/>
                    </a:solidFill>
                  </a:rPr>
                  <a:t>Dimension		:</a:t>
                </a:r>
                <a:r>
                  <a:rPr lang="en-US" sz="2800" dirty="0">
                    <a:solidFill>
                      <a:srgbClr val="3A4A6A"/>
                    </a:solidFill>
                  </a:rPr>
                  <a:t>  </a:t>
                </a:r>
                <a14:m>
                  <m:oMath xmlns:m="http://schemas.openxmlformats.org/officeDocument/2006/math">
                    <m:r>
                      <a:rPr lang="en-US" sz="2800">
                        <a:solidFill>
                          <a:srgbClr val="3A4A6A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endParaRPr lang="en-US" sz="28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0" name="Content Placeholder 4">
                <a:extLst>
                  <a:ext uri="{FF2B5EF4-FFF2-40B4-BE49-F238E27FC236}">
                    <a16:creationId xmlns:a16="http://schemas.microsoft.com/office/drawing/2014/main" id="{B2ED5508-4152-4C4D-B631-5D19C5F6CD5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723900" y="3477195"/>
                <a:ext cx="12192000" cy="1628205"/>
              </a:xfrm>
              <a:prstGeom prst="rect">
                <a:avLst/>
              </a:prstGeom>
              <a:blipFill>
                <a:blip r:embed="rId6"/>
                <a:stretch>
                  <a:fillRect l="-100" b="-5224"/>
                </a:stretch>
              </a:blipFill>
              <a:ln w="12700" cap="flat" cmpd="sng" algn="ctr">
                <a:noFill/>
                <a:prstDash val="solid"/>
                <a:miter lim="800000"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" name="Content Placeholder 4">
            <a:extLst>
              <a:ext uri="{FF2B5EF4-FFF2-40B4-BE49-F238E27FC236}">
                <a16:creationId xmlns:a16="http://schemas.microsoft.com/office/drawing/2014/main" id="{B2ED5508-4152-4C4D-B631-5D19C5F6CD5F}"/>
              </a:ext>
            </a:extLst>
          </p:cNvPr>
          <p:cNvSpPr txBox="1">
            <a:spLocks/>
          </p:cNvSpPr>
          <p:nvPr/>
        </p:nvSpPr>
        <p:spPr>
          <a:xfrm flipH="1">
            <a:off x="4231822" y="4448160"/>
            <a:ext cx="4680857" cy="5436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marL="265113" indent="-265113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Wingdings 3" panose="05040102010807070707" pitchFamily="18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9625" indent="-352425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 3" panose="05040102010807070707" pitchFamily="18" charset="2"/>
              <a:buChar char="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18745" indent="0">
              <a:lnSpc>
                <a:spcPct val="150000"/>
              </a:lnSpc>
              <a:spcAft>
                <a:spcPts val="800"/>
              </a:spcAft>
              <a:buNone/>
            </a:pPr>
            <a:r>
              <a:rPr lang="en-US" sz="2800" b="1" dirty="0">
                <a:solidFill>
                  <a:srgbClr val="FF0000"/>
                </a:solidFill>
              </a:rPr>
              <a:t>[ There are 4 vectors in basis ]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Content Placeholder 4">
                <a:extLst>
                  <a:ext uri="{FF2B5EF4-FFF2-40B4-BE49-F238E27FC236}">
                    <a16:creationId xmlns:a16="http://schemas.microsoft.com/office/drawing/2014/main" id="{B2ED5508-4152-4C4D-B631-5D19C5F6CD5F}"/>
                  </a:ext>
                </a:extLst>
              </p:cNvPr>
              <p:cNvSpPr txBox="1">
                <a:spLocks/>
              </p:cNvSpPr>
              <p:nvPr/>
            </p:nvSpPr>
            <p:spPr>
              <a:xfrm flipH="1">
                <a:off x="3338686" y="2956173"/>
                <a:ext cx="822678" cy="543600"/>
              </a:xfrm>
              <a:prstGeom prst="rect">
                <a:avLst/>
              </a:prstGeom>
              <a:noFill/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vert="horz" lIns="91440" tIns="45720" rIns="91440" bIns="45720" rtlCol="0" anchor="ctr">
                <a:noAutofit/>
              </a:bodyPr>
              <a:lstStyle>
                <a:lvl1pPr marL="265113" indent="-265113" algn="just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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809625" indent="-352425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118745" indent="0">
                  <a:lnSpc>
                    <a:spcPct val="150000"/>
                  </a:lnSpc>
                  <a:spcAft>
                    <a:spcPts val="8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800" i="1">
                              <a:solidFill>
                                <a:srgbClr val="3A4A6A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800">
                              <a:solidFill>
                                <a:srgbClr val="3A4A6A"/>
                              </a:solidFill>
                              <a:latin typeface="Cambria Math" panose="02040503050406030204" pitchFamily="18" charset="0"/>
                            </a:rPr>
                            <m:t>ℝ</m:t>
                          </m:r>
                        </m:e>
                        <m:sup>
                          <m:r>
                            <a:rPr lang="en-US" sz="2800">
                              <a:solidFill>
                                <a:srgbClr val="3A4A6A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sup>
                      </m:sSup>
                    </m:oMath>
                  </m:oMathPara>
                </a14:m>
                <a:endParaRPr lang="en-US" sz="2800" dirty="0">
                  <a:solidFill>
                    <a:srgbClr val="3A4A6A"/>
                  </a:solidFill>
                </a:endParaRPr>
              </a:p>
            </p:txBody>
          </p:sp>
        </mc:Choice>
        <mc:Fallback xmlns="">
          <p:sp>
            <p:nvSpPr>
              <p:cNvPr id="11" name="Content Placeholder 4">
                <a:extLst>
                  <a:ext uri="{FF2B5EF4-FFF2-40B4-BE49-F238E27FC236}">
                    <a16:creationId xmlns:a16="http://schemas.microsoft.com/office/drawing/2014/main" id="{B2ED5508-4152-4C4D-B631-5D19C5F6CD5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3338686" y="2956173"/>
                <a:ext cx="822678" cy="54360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  <a:ln w="12700" cap="flat" cmpd="sng" algn="ctr">
                <a:noFill/>
                <a:prstDash val="solid"/>
                <a:miter lim="800000"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01019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11" grpId="0"/>
    </p:bldLst>
  </p:timing>
</p:sld>
</file>

<file path=ppt/slides/slide1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ECFC8A-BC0D-5D72-FE99-20313653BC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FDFDD70C-3AAE-183B-5AED-36C59E3E9B77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IN" dirty="0"/>
                  <a:t>Method:5 </a:t>
                </a:r>
                <a14:m>
                  <m:oMath xmlns:m="http://schemas.openxmlformats.org/officeDocument/2006/math">
                    <m:r>
                      <a:rPr lang="en-I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⇝</m:t>
                    </m:r>
                  </m:oMath>
                </a14:m>
                <a:r>
                  <a:rPr lang="en-IN" dirty="0"/>
                  <a:t> Example:14</a:t>
                </a:r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FDFDD70C-3AAE-183B-5AED-36C59E3E9B7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3"/>
                <a:stretch>
                  <a:fillRect l="-400" t="-8547" b="-1965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Content Placeholder 4">
            <a:extLst>
              <a:ext uri="{FF2B5EF4-FFF2-40B4-BE49-F238E27FC236}">
                <a16:creationId xmlns:a16="http://schemas.microsoft.com/office/drawing/2014/main" id="{CAE77E5B-BF33-5497-20B0-3BFB83C99976}"/>
              </a:ext>
            </a:extLst>
          </p:cNvPr>
          <p:cNvSpPr txBox="1">
            <a:spLocks/>
          </p:cNvSpPr>
          <p:nvPr/>
        </p:nvSpPr>
        <p:spPr>
          <a:xfrm>
            <a:off x="205273" y="800163"/>
            <a:ext cx="1558214" cy="522081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marL="265113" indent="-265113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Wingdings 3" panose="05040102010807070707" pitchFamily="18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9625" indent="-352425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 3" panose="05040102010807070707" pitchFamily="18" charset="2"/>
              <a:buChar char="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endParaRPr lang="en-IN" sz="2800" b="1" dirty="0">
              <a:solidFill>
                <a:schemeClr val="tx2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4" name="Content Placeholder 4">
                <a:extLst>
                  <a:ext uri="{FF2B5EF4-FFF2-40B4-BE49-F238E27FC236}">
                    <a16:creationId xmlns:a16="http://schemas.microsoft.com/office/drawing/2014/main" id="{ED23B262-736E-4535-FBA7-00FB33ACCCF0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572935" y="731979"/>
                <a:ext cx="10619065" cy="1321680"/>
              </a:xfrm>
              <a:prstGeom prst="rect">
                <a:avLst/>
              </a:prstGeom>
              <a:noFill/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vert="horz" lIns="91440" tIns="45720" rIns="91440" bIns="45720" rtlCol="0" anchor="ctr">
                <a:noAutofit/>
              </a:bodyPr>
              <a:lstStyle>
                <a:lvl1pPr marL="265113" indent="-265113" algn="just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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809625" indent="-352425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 algn="l">
                  <a:lnSpc>
                    <a:spcPct val="150000"/>
                  </a:lnSpc>
                  <a:buNone/>
                </a:pPr>
                <a:r>
                  <a:rPr lang="en-US" sz="2800" dirty="0">
                    <a:solidFill>
                      <a:srgbClr val="002060"/>
                    </a:solidFill>
                    <a:ea typeface="Calibri" panose="020F0502020204030204" pitchFamily="34" charset="0"/>
                    <a:cs typeface="Shruti" panose="020B0502040204020203" pitchFamily="34" charset="0"/>
                  </a:rPr>
                  <a:t>Write a standard basis and find dimension of the following vector spaces.</a:t>
                </a:r>
                <a:r>
                  <a:rPr lang="en-IN" sz="2800" dirty="0">
                    <a:solidFill>
                      <a:srgbClr val="002060"/>
                    </a:solidFill>
                    <a:ea typeface="Calibri" panose="020F0502020204030204" pitchFamily="34" charset="0"/>
                    <a:cs typeface="Shruti" panose="020B0502040204020203" pitchFamily="34" charset="0"/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Shruti" panose="020B0502040204020203" pitchFamily="34" charset="0"/>
                          </a:rPr>
                        </m:ctrlPr>
                      </m:dPr>
                      <m:e>
                        <m:r>
                          <a:rPr lang="en-US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Shruti" panose="020B0502040204020203" pitchFamily="34" charset="0"/>
                          </a:rPr>
                          <m:t>1</m:t>
                        </m:r>
                      </m:e>
                    </m:d>
                    <m:r>
                      <a:rPr lang="en-US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Shruti" panose="020B0502040204020203" pitchFamily="34" charset="0"/>
                      </a:rPr>
                      <m:t>  </m:t>
                    </m:r>
                    <m:sSup>
                      <m:sSupPr>
                        <m:ctrlPr>
                          <a:rPr lang="en-US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Shruti" panose="020B0502040204020203" pitchFamily="34" charset="0"/>
                          </a:rPr>
                        </m:ctrlPr>
                      </m:sSupPr>
                      <m:e>
                        <m:r>
                          <a:rPr lang="en-US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Shruti" panose="020B0502040204020203" pitchFamily="34" charset="0"/>
                          </a:rPr>
                          <m:t>ℝ</m:t>
                        </m:r>
                      </m:e>
                      <m:sup>
                        <m:r>
                          <a:rPr lang="en-US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Shruti" panose="020B0502040204020203" pitchFamily="34" charset="0"/>
                          </a:rPr>
                          <m:t>4</m:t>
                        </m:r>
                      </m:sup>
                    </m:sSup>
                    <m:r>
                      <a:rPr lang="en-US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Shruti" panose="020B0502040204020203" pitchFamily="34" charset="0"/>
                      </a:rPr>
                      <m:t>      </m:t>
                    </m:r>
                    <m:d>
                      <m:dPr>
                        <m:ctrlPr>
                          <a:rPr lang="en-US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Shruti" panose="020B0502040204020203" pitchFamily="34" charset="0"/>
                          </a:rPr>
                        </m:ctrlPr>
                      </m:dPr>
                      <m:e>
                        <m:r>
                          <a:rPr lang="en-US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Shruti" panose="020B0502040204020203" pitchFamily="34" charset="0"/>
                          </a:rPr>
                          <m:t>2</m:t>
                        </m:r>
                      </m:e>
                    </m:d>
                    <m:r>
                      <a:rPr lang="en-US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Shruti" panose="020B0502040204020203" pitchFamily="34" charset="0"/>
                      </a:rPr>
                      <m:t>   </m:t>
                    </m:r>
                    <m:sSub>
                      <m:sSubPr>
                        <m:ctrlPr>
                          <a:rPr lang="en-US" sz="28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Shruti" panose="020B0502040204020203" pitchFamily="34" charset="0"/>
                          </a:rPr>
                        </m:ctrlPr>
                      </m:sSubPr>
                      <m:e>
                        <m:r>
                          <a:rPr lang="en-US" sz="280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Shruti" panose="020B0502040204020203" pitchFamily="34" charset="0"/>
                          </a:rPr>
                          <m:t>ℙ</m:t>
                        </m:r>
                      </m:e>
                      <m:sub>
                        <m:r>
                          <a:rPr lang="en-US" sz="280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Shruti" panose="020B0502040204020203" pitchFamily="34" charset="0"/>
                          </a:rPr>
                          <m:t>5</m:t>
                        </m:r>
                      </m:sub>
                    </m:sSub>
                    <m:r>
                      <a:rPr lang="en-US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Shruti" panose="020B0502040204020203" pitchFamily="34" charset="0"/>
                      </a:rPr>
                      <m:t>     </m:t>
                    </m:r>
                  </m:oMath>
                </a14:m>
                <a:r>
                  <a:rPr lang="en-US" sz="2800" dirty="0">
                    <a:solidFill>
                      <a:srgbClr val="002060"/>
                    </a:solidFill>
                    <a:ea typeface="Calibri" panose="020F0502020204030204" pitchFamily="34" charset="0"/>
                    <a:cs typeface="Shruti" panose="020B0502040204020203" pitchFamily="34" charset="0"/>
                  </a:rPr>
                  <a:t>and   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Shruti" panose="020B0502040204020203" pitchFamily="34" charset="0"/>
                          </a:rPr>
                        </m:ctrlPr>
                      </m:dPr>
                      <m:e>
                        <m:r>
                          <a:rPr lang="en-US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Shruti" panose="020B0502040204020203" pitchFamily="34" charset="0"/>
                          </a:rPr>
                          <m:t>3</m:t>
                        </m:r>
                      </m:e>
                    </m:d>
                    <m:r>
                      <a:rPr lang="en-US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Shruti" panose="020B0502040204020203" pitchFamily="34" charset="0"/>
                      </a:rPr>
                      <m:t>   </m:t>
                    </m:r>
                    <m:sSub>
                      <m:sSubPr>
                        <m:ctrlPr>
                          <a:rPr lang="en-US" sz="280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Shruti" panose="020B0502040204020203" pitchFamily="34" charset="0"/>
                          </a:rPr>
                        </m:ctrlPr>
                      </m:sSubPr>
                      <m:e>
                        <m:r>
                          <a:rPr lang="en-US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Shruti" panose="020B0502040204020203" pitchFamily="34" charset="0"/>
                          </a:rPr>
                          <m:t>𝕄</m:t>
                        </m:r>
                      </m:e>
                      <m:sub>
                        <m:r>
                          <a:rPr lang="en-US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Shruti" panose="020B0502040204020203" pitchFamily="34" charset="0"/>
                          </a:rPr>
                          <m:t>3</m:t>
                        </m:r>
                        <m:r>
                          <a:rPr lang="en-US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Shruti" panose="020B0502040204020203" pitchFamily="34" charset="0"/>
                          </a:rPr>
                          <m:t>×</m:t>
                        </m:r>
                        <m:r>
                          <a:rPr lang="en-US" sz="2800" b="0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Shruti" panose="020B0502040204020203" pitchFamily="34" charset="0"/>
                          </a:rPr>
                          <m:t>2</m:t>
                        </m:r>
                      </m:sub>
                    </m:sSub>
                  </m:oMath>
                </a14:m>
                <a:endParaRPr lang="en-IN" sz="2800" dirty="0">
                  <a:solidFill>
                    <a:srgbClr val="002060"/>
                  </a:solidFill>
                  <a:ea typeface="Calibri" panose="020F0502020204030204" pitchFamily="34" charset="0"/>
                  <a:cs typeface="Shruti" panose="020B0502040204020203" pitchFamily="34" charset="0"/>
                </a:endParaRPr>
              </a:p>
            </p:txBody>
          </p:sp>
        </mc:Choice>
        <mc:Fallback xmlns="">
          <p:sp>
            <p:nvSpPr>
              <p:cNvPr id="34" name="Content Placeholder 4">
                <a:extLst>
                  <a:ext uri="{FF2B5EF4-FFF2-40B4-BE49-F238E27FC236}">
                    <a16:creationId xmlns:a16="http://schemas.microsoft.com/office/drawing/2014/main" id="{ED23B262-736E-4535-FBA7-00FB33ACCCF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72935" y="731979"/>
                <a:ext cx="10619065" cy="1321680"/>
              </a:xfrm>
              <a:prstGeom prst="rect">
                <a:avLst/>
              </a:prstGeom>
              <a:blipFill>
                <a:blip r:embed="rId4"/>
                <a:stretch>
                  <a:fillRect l="-1148" b="-12442"/>
                </a:stretch>
              </a:blipFill>
              <a:ln w="12700" cap="flat" cmpd="sng" algn="ctr">
                <a:noFill/>
                <a:prstDash val="solid"/>
                <a:miter lim="800000"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5" name="Rectangle: Rounded Corners 34">
            <a:extLst>
              <a:ext uri="{FF2B5EF4-FFF2-40B4-BE49-F238E27FC236}">
                <a16:creationId xmlns:a16="http://schemas.microsoft.com/office/drawing/2014/main" id="{7FC45F7B-4A36-49BB-E330-CB7BC1EEC8DC}"/>
              </a:ext>
            </a:extLst>
          </p:cNvPr>
          <p:cNvSpPr/>
          <p:nvPr/>
        </p:nvSpPr>
        <p:spPr>
          <a:xfrm>
            <a:off x="122279" y="854244"/>
            <a:ext cx="1450657" cy="468000"/>
          </a:xfrm>
          <a:prstGeom prst="roundRect">
            <a:avLst/>
          </a:prstGeom>
          <a:gradFill>
            <a:gsLst>
              <a:gs pos="10000">
                <a:srgbClr val="0E47A1"/>
              </a:gs>
              <a:gs pos="100000">
                <a:srgbClr val="03A9F5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r>
              <a:rPr lang="en-IN" sz="2800" dirty="0">
                <a:solidFill>
                  <a:schemeClr val="bg1"/>
                </a:solidFill>
              </a:rPr>
              <a:t>Example</a:t>
            </a:r>
          </a:p>
        </p:txBody>
      </p:sp>
      <p:sp>
        <p:nvSpPr>
          <p:cNvPr id="23" name="Content Placeholder 4">
            <a:extLst>
              <a:ext uri="{FF2B5EF4-FFF2-40B4-BE49-F238E27FC236}">
                <a16:creationId xmlns:a16="http://schemas.microsoft.com/office/drawing/2014/main" id="{63305C07-F1B9-4158-AB35-36DE134F7E08}"/>
              </a:ext>
            </a:extLst>
          </p:cNvPr>
          <p:cNvSpPr txBox="1">
            <a:spLocks/>
          </p:cNvSpPr>
          <p:nvPr/>
        </p:nvSpPr>
        <p:spPr>
          <a:xfrm flipH="1">
            <a:off x="6958939" y="107357"/>
            <a:ext cx="4571801" cy="5400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marL="265113" indent="-265113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Wingdings 3" panose="05040102010807070707" pitchFamily="18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9625" indent="-352425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 3" panose="05040102010807070707" pitchFamily="18" charset="2"/>
              <a:buChar char="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18745" indent="0" algn="l">
              <a:lnSpc>
                <a:spcPct val="115000"/>
              </a:lnSpc>
              <a:spcAft>
                <a:spcPts val="800"/>
              </a:spcAft>
              <a:buNone/>
            </a:pPr>
            <a:endParaRPr lang="en-US" sz="3600" b="1" dirty="0">
              <a:solidFill>
                <a:srgbClr val="3D0FE7"/>
              </a:solidFill>
              <a:latin typeface="Cambria Math" panose="02040503050406030204" pitchFamily="18" charset="0"/>
            </a:endParaRPr>
          </a:p>
        </p:txBody>
      </p:sp>
      <p:sp>
        <p:nvSpPr>
          <p:cNvPr id="47" name="Rectangle: Rounded Corners 12">
            <a:extLst>
              <a:ext uri="{FF2B5EF4-FFF2-40B4-BE49-F238E27FC236}">
                <a16:creationId xmlns:a16="http://schemas.microsoft.com/office/drawing/2014/main" id="{35972A2E-25D7-C897-9D78-CA14AF0D56C8}"/>
              </a:ext>
            </a:extLst>
          </p:cNvPr>
          <p:cNvSpPr/>
          <p:nvPr/>
        </p:nvSpPr>
        <p:spPr>
          <a:xfrm>
            <a:off x="122278" y="2255109"/>
            <a:ext cx="1450657" cy="468000"/>
          </a:xfrm>
          <a:prstGeom prst="roundRect">
            <a:avLst/>
          </a:prstGeom>
          <a:gradFill>
            <a:gsLst>
              <a:gs pos="10000">
                <a:srgbClr val="0E47A1"/>
              </a:gs>
              <a:gs pos="100000">
                <a:srgbClr val="03A9F5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en-IN" sz="2800" dirty="0">
                <a:solidFill>
                  <a:schemeClr val="bg1"/>
                </a:solidFill>
              </a:rPr>
              <a:t>Solution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Content Placeholder 4">
                <a:extLst>
                  <a:ext uri="{FF2B5EF4-FFF2-40B4-BE49-F238E27FC236}">
                    <a16:creationId xmlns:a16="http://schemas.microsoft.com/office/drawing/2014/main" id="{B2ED5508-4152-4C4D-B631-5D19C5F6CD5F}"/>
                  </a:ext>
                </a:extLst>
              </p:cNvPr>
              <p:cNvSpPr txBox="1">
                <a:spLocks/>
              </p:cNvSpPr>
              <p:nvPr/>
            </p:nvSpPr>
            <p:spPr>
              <a:xfrm flipH="1">
                <a:off x="0" y="2866152"/>
                <a:ext cx="3924300" cy="543600"/>
              </a:xfrm>
              <a:prstGeom prst="rect">
                <a:avLst/>
              </a:prstGeom>
              <a:noFill/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vert="horz" lIns="91440" tIns="45720" rIns="91440" bIns="45720" rtlCol="0" anchor="ctr">
                <a:noAutofit/>
              </a:bodyPr>
              <a:lstStyle>
                <a:lvl1pPr marL="265113" indent="-265113" algn="just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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809625" indent="-352425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118745" indent="0">
                  <a:lnSpc>
                    <a:spcPct val="150000"/>
                  </a:lnSpc>
                  <a:spcAft>
                    <a:spcPts val="800"/>
                  </a:spcAft>
                  <a:buNone/>
                </a:pPr>
                <a14:m>
                  <m:oMath xmlns:m="http://schemas.openxmlformats.org/officeDocument/2006/math">
                    <m:d>
                      <m:dPr>
                        <m:ctrlPr>
                          <a:rPr lang="en-US" sz="2800" b="0" i="1" smtClean="0">
                            <a:solidFill>
                              <a:srgbClr val="3A4A6A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b="0" i="0" smtClean="0">
                            <a:solidFill>
                              <a:srgbClr val="3A4A6A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d>
                    <m:r>
                      <a:rPr lang="en-US" sz="2800">
                        <a:solidFill>
                          <a:srgbClr val="3A4A6A"/>
                        </a:solidFill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sz="2800" b="0" i="1" smtClean="0">
                        <a:solidFill>
                          <a:srgbClr val="3A4A6A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800" b="0" i="0" dirty="0">
                    <a:solidFill>
                      <a:srgbClr val="3A4A6A"/>
                    </a:solidFill>
                    <a:latin typeface="+mj-lt"/>
                  </a:rPr>
                  <a:t> Vector Space  :</a:t>
                </a:r>
                <a:endParaRPr lang="en-US" sz="2800" dirty="0">
                  <a:solidFill>
                    <a:srgbClr val="3A4A6A"/>
                  </a:solidFill>
                </a:endParaRPr>
              </a:p>
            </p:txBody>
          </p:sp>
        </mc:Choice>
        <mc:Fallback xmlns="">
          <p:sp>
            <p:nvSpPr>
              <p:cNvPr id="19" name="Content Placeholder 4">
                <a:extLst>
                  <a:ext uri="{FF2B5EF4-FFF2-40B4-BE49-F238E27FC236}">
                    <a16:creationId xmlns:a16="http://schemas.microsoft.com/office/drawing/2014/main" id="{B2ED5508-4152-4C4D-B631-5D19C5F6CD5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0" y="2866152"/>
                <a:ext cx="3924300" cy="543600"/>
              </a:xfrm>
              <a:prstGeom prst="rect">
                <a:avLst/>
              </a:prstGeom>
              <a:blipFill>
                <a:blip r:embed="rId5"/>
                <a:stretch>
                  <a:fillRect t="-2247" b="-37079"/>
                </a:stretch>
              </a:blipFill>
              <a:ln w="12700" cap="flat" cmpd="sng" algn="ctr">
                <a:noFill/>
                <a:prstDash val="solid"/>
                <a:miter lim="800000"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Content Placeholder 4">
                <a:extLst>
                  <a:ext uri="{FF2B5EF4-FFF2-40B4-BE49-F238E27FC236}">
                    <a16:creationId xmlns:a16="http://schemas.microsoft.com/office/drawing/2014/main" id="{B2ED5508-4152-4C4D-B631-5D19C5F6CD5F}"/>
                  </a:ext>
                </a:extLst>
              </p:cNvPr>
              <p:cNvSpPr txBox="1">
                <a:spLocks/>
              </p:cNvSpPr>
              <p:nvPr/>
            </p:nvSpPr>
            <p:spPr>
              <a:xfrm flipH="1">
                <a:off x="723900" y="3477195"/>
                <a:ext cx="12192000" cy="1628205"/>
              </a:xfrm>
              <a:prstGeom prst="rect">
                <a:avLst/>
              </a:prstGeom>
              <a:noFill/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vert="horz" lIns="91440" tIns="45720" rIns="91440" bIns="45720" rtlCol="0" anchor="ctr">
                <a:noAutofit/>
              </a:bodyPr>
              <a:lstStyle>
                <a:lvl1pPr marL="265113" indent="-265113" algn="just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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809625" indent="-352425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118745" indent="0">
                  <a:lnSpc>
                    <a:spcPct val="150000"/>
                  </a:lnSpc>
                  <a:spcAft>
                    <a:spcPts val="800"/>
                  </a:spcAft>
                  <a:buNone/>
                </a:pPr>
                <a:r>
                  <a:rPr lang="en-IN" sz="2800" b="1" dirty="0">
                    <a:solidFill>
                      <a:srgbClr val="3A4A6A"/>
                    </a:solidFill>
                  </a:rPr>
                  <a:t>Standard Basis	: 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en-US" sz="2800" i="1">
                            <a:solidFill>
                              <a:srgbClr val="3A4A6A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i="1">
                            <a:solidFill>
                              <a:srgbClr val="3A4A6A"/>
                            </a:solidFill>
                            <a:latin typeface="Cambria Math" panose="02040503050406030204" pitchFamily="18" charset="0"/>
                          </a:rPr>
                          <m:t> 1,</m:t>
                        </m:r>
                        <m:r>
                          <m:rPr>
                            <m:sty m:val="p"/>
                          </m:rPr>
                          <a:rPr lang="en-US" sz="2800">
                            <a:solidFill>
                              <a:srgbClr val="3A4A6A"/>
                            </a:solidFill>
                            <a:latin typeface="Cambria Math" panose="02040503050406030204" pitchFamily="18" charset="0"/>
                          </a:rPr>
                          <m:t>x</m:t>
                        </m:r>
                        <m:r>
                          <a:rPr lang="en-US" sz="2800">
                            <a:solidFill>
                              <a:srgbClr val="3A4A6A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sSup>
                          <m:sSupPr>
                            <m:ctrlPr>
                              <a:rPr lang="en-US" sz="2800" i="1">
                                <a:solidFill>
                                  <a:srgbClr val="3A4A6A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lang="en-US" sz="2800">
                                <a:solidFill>
                                  <a:srgbClr val="3A4A6A"/>
                                </a:solidFill>
                                <a:latin typeface="Cambria Math" panose="02040503050406030204" pitchFamily="18" charset="0"/>
                              </a:rPr>
                              <m:t>x</m:t>
                            </m:r>
                          </m:e>
                          <m:sup>
                            <m:r>
                              <a:rPr lang="en-US" sz="2800">
                                <a:solidFill>
                                  <a:srgbClr val="3A4A6A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sz="2800">
                            <a:solidFill>
                              <a:srgbClr val="3A4A6A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sSup>
                          <m:sSupPr>
                            <m:ctrlPr>
                              <a:rPr lang="en-US" sz="2800" i="1">
                                <a:solidFill>
                                  <a:srgbClr val="3A4A6A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lang="en-US" sz="2800">
                                <a:solidFill>
                                  <a:srgbClr val="3A4A6A"/>
                                </a:solidFill>
                                <a:latin typeface="Cambria Math" panose="02040503050406030204" pitchFamily="18" charset="0"/>
                              </a:rPr>
                              <m:t>x</m:t>
                            </m:r>
                          </m:e>
                          <m:sup>
                            <m:r>
                              <a:rPr lang="en-US" sz="2800">
                                <a:solidFill>
                                  <a:srgbClr val="3A4A6A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  <m:r>
                          <a:rPr lang="en-US" sz="2800">
                            <a:solidFill>
                              <a:srgbClr val="3A4A6A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sSup>
                          <m:sSupPr>
                            <m:ctrlPr>
                              <a:rPr lang="en-US" sz="2800" i="1">
                                <a:solidFill>
                                  <a:srgbClr val="3A4A6A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lang="en-US" sz="2800">
                                <a:solidFill>
                                  <a:srgbClr val="3A4A6A"/>
                                </a:solidFill>
                                <a:latin typeface="Cambria Math" panose="02040503050406030204" pitchFamily="18" charset="0"/>
                              </a:rPr>
                              <m:t>x</m:t>
                            </m:r>
                          </m:e>
                          <m:sup>
                            <m:r>
                              <a:rPr lang="en-US" sz="2800">
                                <a:solidFill>
                                  <a:srgbClr val="3A4A6A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sup>
                        </m:sSup>
                        <m:r>
                          <a:rPr lang="en-US" sz="2800">
                            <a:solidFill>
                              <a:srgbClr val="3A4A6A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sSup>
                          <m:sSupPr>
                            <m:ctrlPr>
                              <a:rPr lang="en-US" sz="2800" i="1">
                                <a:solidFill>
                                  <a:srgbClr val="3A4A6A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lang="en-US" sz="2800">
                                <a:solidFill>
                                  <a:srgbClr val="3A4A6A"/>
                                </a:solidFill>
                                <a:latin typeface="Cambria Math" panose="02040503050406030204" pitchFamily="18" charset="0"/>
                              </a:rPr>
                              <m:t>x</m:t>
                            </m:r>
                          </m:e>
                          <m:sup>
                            <m:r>
                              <a:rPr lang="en-US" sz="2800">
                                <a:solidFill>
                                  <a:srgbClr val="3A4A6A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sup>
                        </m:sSup>
                        <m:r>
                          <a:rPr lang="en-US" sz="2800" i="1">
                            <a:solidFill>
                              <a:srgbClr val="3A4A6A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</m:e>
                    </m:d>
                  </m:oMath>
                </a14:m>
                <a:endParaRPr lang="en-US" sz="2800" dirty="0">
                  <a:solidFill>
                    <a:srgbClr val="3A4A6A"/>
                  </a:solidFill>
                </a:endParaRPr>
              </a:p>
              <a:p>
                <a:pPr marL="118745" indent="0">
                  <a:lnSpc>
                    <a:spcPct val="150000"/>
                  </a:lnSpc>
                  <a:spcAft>
                    <a:spcPts val="800"/>
                  </a:spcAft>
                  <a:buNone/>
                </a:pPr>
                <a:r>
                  <a:rPr lang="en-US" sz="2800" b="1" dirty="0">
                    <a:solidFill>
                      <a:srgbClr val="3A4A6A"/>
                    </a:solidFill>
                  </a:rPr>
                  <a:t>Dimension		:</a:t>
                </a:r>
                <a:r>
                  <a:rPr lang="en-US" sz="2800" dirty="0">
                    <a:solidFill>
                      <a:srgbClr val="3A4A6A"/>
                    </a:solidFill>
                  </a:rPr>
                  <a:t>  </a:t>
                </a:r>
                <a14:m>
                  <m:oMath xmlns:m="http://schemas.openxmlformats.org/officeDocument/2006/math">
                    <m:r>
                      <a:rPr lang="en-US" sz="2800" b="0" i="0" smtClean="0">
                        <a:solidFill>
                          <a:srgbClr val="3A4A6A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endParaRPr lang="en-US" sz="28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0" name="Content Placeholder 4">
                <a:extLst>
                  <a:ext uri="{FF2B5EF4-FFF2-40B4-BE49-F238E27FC236}">
                    <a16:creationId xmlns:a16="http://schemas.microsoft.com/office/drawing/2014/main" id="{B2ED5508-4152-4C4D-B631-5D19C5F6CD5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723900" y="3477195"/>
                <a:ext cx="12192000" cy="1628205"/>
              </a:xfrm>
              <a:prstGeom prst="rect">
                <a:avLst/>
              </a:prstGeom>
              <a:blipFill>
                <a:blip r:embed="rId6"/>
                <a:stretch>
                  <a:fillRect l="-100" b="-5224"/>
                </a:stretch>
              </a:blipFill>
              <a:ln w="12700" cap="flat" cmpd="sng" algn="ctr">
                <a:noFill/>
                <a:prstDash val="solid"/>
                <a:miter lim="800000"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" name="Content Placeholder 4">
            <a:extLst>
              <a:ext uri="{FF2B5EF4-FFF2-40B4-BE49-F238E27FC236}">
                <a16:creationId xmlns:a16="http://schemas.microsoft.com/office/drawing/2014/main" id="{B2ED5508-4152-4C4D-B631-5D19C5F6CD5F}"/>
              </a:ext>
            </a:extLst>
          </p:cNvPr>
          <p:cNvSpPr txBox="1">
            <a:spLocks/>
          </p:cNvSpPr>
          <p:nvPr/>
        </p:nvSpPr>
        <p:spPr>
          <a:xfrm flipH="1">
            <a:off x="4231822" y="4448160"/>
            <a:ext cx="4680857" cy="5436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marL="265113" indent="-265113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Wingdings 3" panose="05040102010807070707" pitchFamily="18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9625" indent="-352425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 3" panose="05040102010807070707" pitchFamily="18" charset="2"/>
              <a:buChar char="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18745" indent="0">
              <a:lnSpc>
                <a:spcPct val="150000"/>
              </a:lnSpc>
              <a:spcAft>
                <a:spcPts val="800"/>
              </a:spcAft>
              <a:buNone/>
            </a:pPr>
            <a:r>
              <a:rPr lang="en-US" sz="2800" b="1" dirty="0">
                <a:solidFill>
                  <a:srgbClr val="FF0000"/>
                </a:solidFill>
              </a:rPr>
              <a:t>[ There are 6 vectors in basis ]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Content Placeholder 4">
                <a:extLst>
                  <a:ext uri="{FF2B5EF4-FFF2-40B4-BE49-F238E27FC236}">
                    <a16:creationId xmlns:a16="http://schemas.microsoft.com/office/drawing/2014/main" id="{B2ED5508-4152-4C4D-B631-5D19C5F6CD5F}"/>
                  </a:ext>
                </a:extLst>
              </p:cNvPr>
              <p:cNvSpPr txBox="1">
                <a:spLocks/>
              </p:cNvSpPr>
              <p:nvPr/>
            </p:nvSpPr>
            <p:spPr>
              <a:xfrm flipH="1">
                <a:off x="3338686" y="2956173"/>
                <a:ext cx="822678" cy="543600"/>
              </a:xfrm>
              <a:prstGeom prst="rect">
                <a:avLst/>
              </a:prstGeom>
              <a:noFill/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vert="horz" lIns="91440" tIns="45720" rIns="91440" bIns="45720" rtlCol="0" anchor="ctr">
                <a:noAutofit/>
              </a:bodyPr>
              <a:lstStyle>
                <a:lvl1pPr marL="265113" indent="-265113" algn="just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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809625" indent="-352425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118745" indent="0">
                  <a:lnSpc>
                    <a:spcPct val="150000"/>
                  </a:lnSpc>
                  <a:spcAft>
                    <a:spcPts val="8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Shruti" panose="020B0502040204020203" pitchFamily="34" charset="0"/>
                            </a:rPr>
                          </m:ctrlPr>
                        </m:sSubPr>
                        <m:e>
                          <m: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Shruti" panose="020B0502040204020203" pitchFamily="34" charset="0"/>
                            </a:rPr>
                            <m:t>ℙ</m:t>
                          </m:r>
                        </m:e>
                        <m:sub>
                          <m: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Shruti" panose="020B0502040204020203" pitchFamily="34" charset="0"/>
                            </a:rPr>
                            <m:t>5</m:t>
                          </m:r>
                        </m:sub>
                      </m:sSub>
                    </m:oMath>
                  </m:oMathPara>
                </a14:m>
                <a:endParaRPr lang="en-US" sz="2800" dirty="0">
                  <a:solidFill>
                    <a:srgbClr val="3A4A6A"/>
                  </a:solidFill>
                </a:endParaRPr>
              </a:p>
            </p:txBody>
          </p:sp>
        </mc:Choice>
        <mc:Fallback xmlns="">
          <p:sp>
            <p:nvSpPr>
              <p:cNvPr id="11" name="Content Placeholder 4">
                <a:extLst>
                  <a:ext uri="{FF2B5EF4-FFF2-40B4-BE49-F238E27FC236}">
                    <a16:creationId xmlns:a16="http://schemas.microsoft.com/office/drawing/2014/main" id="{B2ED5508-4152-4C4D-B631-5D19C5F6CD5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3338686" y="2956173"/>
                <a:ext cx="822678" cy="54360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  <a:ln w="12700" cap="flat" cmpd="sng" algn="ctr">
                <a:noFill/>
                <a:prstDash val="solid"/>
                <a:miter lim="800000"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982138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</p:bldLst>
  </p:timing>
</p:sld>
</file>

<file path=ppt/slides/slide1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ECFC8A-BC0D-5D72-FE99-20313653BC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FDFDD70C-3AAE-183B-5AED-36C59E3E9B77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IN" dirty="0"/>
                  <a:t>Method:5 </a:t>
                </a:r>
                <a14:m>
                  <m:oMath xmlns:m="http://schemas.openxmlformats.org/officeDocument/2006/math">
                    <m:r>
                      <a:rPr lang="en-I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⇝</m:t>
                    </m:r>
                  </m:oMath>
                </a14:m>
                <a:r>
                  <a:rPr lang="en-IN" dirty="0"/>
                  <a:t> Example:14</a:t>
                </a:r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FDFDD70C-3AAE-183B-5AED-36C59E3E9B7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3"/>
                <a:stretch>
                  <a:fillRect l="-400" t="-8547" b="-1965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Content Placeholder 4">
            <a:extLst>
              <a:ext uri="{FF2B5EF4-FFF2-40B4-BE49-F238E27FC236}">
                <a16:creationId xmlns:a16="http://schemas.microsoft.com/office/drawing/2014/main" id="{CAE77E5B-BF33-5497-20B0-3BFB83C99976}"/>
              </a:ext>
            </a:extLst>
          </p:cNvPr>
          <p:cNvSpPr txBox="1">
            <a:spLocks/>
          </p:cNvSpPr>
          <p:nvPr/>
        </p:nvSpPr>
        <p:spPr>
          <a:xfrm>
            <a:off x="205273" y="800163"/>
            <a:ext cx="1558214" cy="522081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marL="265113" indent="-265113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Wingdings 3" panose="05040102010807070707" pitchFamily="18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9625" indent="-352425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 3" panose="05040102010807070707" pitchFamily="18" charset="2"/>
              <a:buChar char="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endParaRPr lang="en-IN" sz="2800" b="1" dirty="0">
              <a:solidFill>
                <a:schemeClr val="tx2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4" name="Content Placeholder 4">
                <a:extLst>
                  <a:ext uri="{FF2B5EF4-FFF2-40B4-BE49-F238E27FC236}">
                    <a16:creationId xmlns:a16="http://schemas.microsoft.com/office/drawing/2014/main" id="{ED23B262-736E-4535-FBA7-00FB33ACCCF0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572935" y="731979"/>
                <a:ext cx="10619065" cy="1321680"/>
              </a:xfrm>
              <a:prstGeom prst="rect">
                <a:avLst/>
              </a:prstGeom>
              <a:noFill/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vert="horz" lIns="91440" tIns="45720" rIns="91440" bIns="45720" rtlCol="0" anchor="ctr">
                <a:noAutofit/>
              </a:bodyPr>
              <a:lstStyle>
                <a:lvl1pPr marL="265113" indent="-265113" algn="just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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809625" indent="-352425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 algn="l">
                  <a:lnSpc>
                    <a:spcPct val="150000"/>
                  </a:lnSpc>
                  <a:buNone/>
                </a:pPr>
                <a:r>
                  <a:rPr lang="en-US" sz="2800" dirty="0">
                    <a:solidFill>
                      <a:srgbClr val="002060"/>
                    </a:solidFill>
                    <a:ea typeface="Calibri" panose="020F0502020204030204" pitchFamily="34" charset="0"/>
                    <a:cs typeface="Shruti" panose="020B0502040204020203" pitchFamily="34" charset="0"/>
                  </a:rPr>
                  <a:t>Write a standard basis and find dimension of the following vector spaces.</a:t>
                </a:r>
                <a:r>
                  <a:rPr lang="en-IN" sz="2800" dirty="0">
                    <a:solidFill>
                      <a:srgbClr val="002060"/>
                    </a:solidFill>
                    <a:ea typeface="Calibri" panose="020F0502020204030204" pitchFamily="34" charset="0"/>
                    <a:cs typeface="Shruti" panose="020B0502040204020203" pitchFamily="34" charset="0"/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Shruti" panose="020B0502040204020203" pitchFamily="34" charset="0"/>
                          </a:rPr>
                        </m:ctrlPr>
                      </m:dPr>
                      <m:e>
                        <m:r>
                          <a:rPr lang="en-US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Shruti" panose="020B0502040204020203" pitchFamily="34" charset="0"/>
                          </a:rPr>
                          <m:t>1</m:t>
                        </m:r>
                      </m:e>
                    </m:d>
                    <m:r>
                      <a:rPr lang="en-US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Shruti" panose="020B0502040204020203" pitchFamily="34" charset="0"/>
                      </a:rPr>
                      <m:t>  </m:t>
                    </m:r>
                    <m:sSup>
                      <m:sSupPr>
                        <m:ctrlPr>
                          <a:rPr lang="en-US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Shruti" panose="020B0502040204020203" pitchFamily="34" charset="0"/>
                          </a:rPr>
                        </m:ctrlPr>
                      </m:sSupPr>
                      <m:e>
                        <m:r>
                          <a:rPr lang="en-US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Shruti" panose="020B0502040204020203" pitchFamily="34" charset="0"/>
                          </a:rPr>
                          <m:t>ℝ</m:t>
                        </m:r>
                      </m:e>
                      <m:sup>
                        <m:r>
                          <a:rPr lang="en-US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Shruti" panose="020B0502040204020203" pitchFamily="34" charset="0"/>
                          </a:rPr>
                          <m:t>4</m:t>
                        </m:r>
                      </m:sup>
                    </m:sSup>
                    <m:r>
                      <a:rPr lang="en-US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Shruti" panose="020B0502040204020203" pitchFamily="34" charset="0"/>
                      </a:rPr>
                      <m:t>      </m:t>
                    </m:r>
                    <m:d>
                      <m:dPr>
                        <m:ctrlPr>
                          <a:rPr lang="en-US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Shruti" panose="020B0502040204020203" pitchFamily="34" charset="0"/>
                          </a:rPr>
                        </m:ctrlPr>
                      </m:dPr>
                      <m:e>
                        <m:r>
                          <a:rPr lang="en-US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Shruti" panose="020B0502040204020203" pitchFamily="34" charset="0"/>
                          </a:rPr>
                          <m:t>2</m:t>
                        </m:r>
                      </m:e>
                    </m:d>
                    <m:r>
                      <a:rPr lang="en-US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Shruti" panose="020B0502040204020203" pitchFamily="34" charset="0"/>
                      </a:rPr>
                      <m:t>   </m:t>
                    </m:r>
                    <m:sSub>
                      <m:sSubPr>
                        <m:ctrlPr>
                          <a:rPr lang="en-US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Shruti" panose="020B0502040204020203" pitchFamily="34" charset="0"/>
                          </a:rPr>
                        </m:ctrlPr>
                      </m:sSubPr>
                      <m:e>
                        <m:r>
                          <a:rPr lang="en-US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Shruti" panose="020B0502040204020203" pitchFamily="34" charset="0"/>
                          </a:rPr>
                          <m:t>ℙ</m:t>
                        </m:r>
                      </m:e>
                      <m:sub>
                        <m:r>
                          <a:rPr lang="en-US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Shruti" panose="020B0502040204020203" pitchFamily="34" charset="0"/>
                          </a:rPr>
                          <m:t>5</m:t>
                        </m:r>
                      </m:sub>
                    </m:sSub>
                    <m:r>
                      <a:rPr lang="en-US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Shruti" panose="020B0502040204020203" pitchFamily="34" charset="0"/>
                      </a:rPr>
                      <m:t>     </m:t>
                    </m:r>
                  </m:oMath>
                </a14:m>
                <a:r>
                  <a:rPr lang="en-US" sz="2800" dirty="0">
                    <a:solidFill>
                      <a:srgbClr val="002060"/>
                    </a:solidFill>
                    <a:ea typeface="Calibri" panose="020F0502020204030204" pitchFamily="34" charset="0"/>
                    <a:cs typeface="Shruti" panose="020B0502040204020203" pitchFamily="34" charset="0"/>
                  </a:rPr>
                  <a:t>and   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Shruti" panose="020B0502040204020203" pitchFamily="34" charset="0"/>
                          </a:rPr>
                        </m:ctrlPr>
                      </m:dPr>
                      <m:e>
                        <m:r>
                          <a:rPr lang="en-US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Shruti" panose="020B0502040204020203" pitchFamily="34" charset="0"/>
                          </a:rPr>
                          <m:t>3</m:t>
                        </m:r>
                      </m:e>
                    </m:d>
                    <m:r>
                      <a:rPr lang="en-US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Shruti" panose="020B0502040204020203" pitchFamily="34" charset="0"/>
                      </a:rPr>
                      <m:t>   </m:t>
                    </m:r>
                    <m:sSub>
                      <m:sSubPr>
                        <m:ctrlPr>
                          <a:rPr lang="en-US" sz="28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Shruti" panose="020B0502040204020203" pitchFamily="34" charset="0"/>
                          </a:rPr>
                        </m:ctrlPr>
                      </m:sSubPr>
                      <m:e>
                        <m:r>
                          <a:rPr lang="en-US" sz="280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Shruti" panose="020B0502040204020203" pitchFamily="34" charset="0"/>
                          </a:rPr>
                          <m:t>𝕄</m:t>
                        </m:r>
                      </m:e>
                      <m:sub>
                        <m:r>
                          <a:rPr lang="en-US" sz="280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Shruti" panose="020B0502040204020203" pitchFamily="34" charset="0"/>
                          </a:rPr>
                          <m:t>3</m:t>
                        </m:r>
                        <m:r>
                          <a:rPr lang="en-US" sz="28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Shruti" panose="020B0502040204020203" pitchFamily="34" charset="0"/>
                          </a:rPr>
                          <m:t>×</m:t>
                        </m:r>
                        <m:r>
                          <a:rPr lang="en-US" sz="2800" b="0" i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Shruti" panose="020B0502040204020203" pitchFamily="34" charset="0"/>
                          </a:rPr>
                          <m:t>2</m:t>
                        </m:r>
                      </m:sub>
                    </m:sSub>
                  </m:oMath>
                </a14:m>
                <a:endParaRPr lang="en-IN" sz="2800" dirty="0">
                  <a:solidFill>
                    <a:srgbClr val="002060"/>
                  </a:solidFill>
                  <a:ea typeface="Calibri" panose="020F0502020204030204" pitchFamily="34" charset="0"/>
                  <a:cs typeface="Shruti" panose="020B0502040204020203" pitchFamily="34" charset="0"/>
                </a:endParaRPr>
              </a:p>
            </p:txBody>
          </p:sp>
        </mc:Choice>
        <mc:Fallback xmlns="">
          <p:sp>
            <p:nvSpPr>
              <p:cNvPr id="34" name="Content Placeholder 4">
                <a:extLst>
                  <a:ext uri="{FF2B5EF4-FFF2-40B4-BE49-F238E27FC236}">
                    <a16:creationId xmlns:a16="http://schemas.microsoft.com/office/drawing/2014/main" id="{ED23B262-736E-4535-FBA7-00FB33ACCCF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72935" y="731979"/>
                <a:ext cx="10619065" cy="1321680"/>
              </a:xfrm>
              <a:prstGeom prst="rect">
                <a:avLst/>
              </a:prstGeom>
              <a:blipFill>
                <a:blip r:embed="rId4"/>
                <a:stretch>
                  <a:fillRect l="-1148" b="-12442"/>
                </a:stretch>
              </a:blipFill>
              <a:ln w="12700" cap="flat" cmpd="sng" algn="ctr">
                <a:noFill/>
                <a:prstDash val="solid"/>
                <a:miter lim="800000"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5" name="Rectangle: Rounded Corners 34">
            <a:extLst>
              <a:ext uri="{FF2B5EF4-FFF2-40B4-BE49-F238E27FC236}">
                <a16:creationId xmlns:a16="http://schemas.microsoft.com/office/drawing/2014/main" id="{7FC45F7B-4A36-49BB-E330-CB7BC1EEC8DC}"/>
              </a:ext>
            </a:extLst>
          </p:cNvPr>
          <p:cNvSpPr/>
          <p:nvPr/>
        </p:nvSpPr>
        <p:spPr>
          <a:xfrm>
            <a:off x="122279" y="854244"/>
            <a:ext cx="1450657" cy="468000"/>
          </a:xfrm>
          <a:prstGeom prst="roundRect">
            <a:avLst/>
          </a:prstGeom>
          <a:gradFill>
            <a:gsLst>
              <a:gs pos="10000">
                <a:srgbClr val="0E47A1"/>
              </a:gs>
              <a:gs pos="100000">
                <a:srgbClr val="03A9F5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r>
              <a:rPr lang="en-IN" sz="2800" dirty="0">
                <a:solidFill>
                  <a:schemeClr val="bg1"/>
                </a:solidFill>
              </a:rPr>
              <a:t>Example</a:t>
            </a:r>
          </a:p>
        </p:txBody>
      </p:sp>
      <p:sp>
        <p:nvSpPr>
          <p:cNvPr id="23" name="Content Placeholder 4">
            <a:extLst>
              <a:ext uri="{FF2B5EF4-FFF2-40B4-BE49-F238E27FC236}">
                <a16:creationId xmlns:a16="http://schemas.microsoft.com/office/drawing/2014/main" id="{63305C07-F1B9-4158-AB35-36DE134F7E08}"/>
              </a:ext>
            </a:extLst>
          </p:cNvPr>
          <p:cNvSpPr txBox="1">
            <a:spLocks/>
          </p:cNvSpPr>
          <p:nvPr/>
        </p:nvSpPr>
        <p:spPr>
          <a:xfrm flipH="1">
            <a:off x="6958939" y="107357"/>
            <a:ext cx="4571801" cy="5400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marL="265113" indent="-265113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Wingdings 3" panose="05040102010807070707" pitchFamily="18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9625" indent="-352425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 3" panose="05040102010807070707" pitchFamily="18" charset="2"/>
              <a:buChar char="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18745" indent="0" algn="l">
              <a:lnSpc>
                <a:spcPct val="115000"/>
              </a:lnSpc>
              <a:spcAft>
                <a:spcPts val="800"/>
              </a:spcAft>
              <a:buNone/>
            </a:pPr>
            <a:endParaRPr lang="en-US" sz="3600" b="1" dirty="0">
              <a:solidFill>
                <a:srgbClr val="3D0FE7"/>
              </a:solidFill>
              <a:latin typeface="Cambria Math" panose="02040503050406030204" pitchFamily="18" charset="0"/>
            </a:endParaRPr>
          </a:p>
        </p:txBody>
      </p:sp>
      <p:sp>
        <p:nvSpPr>
          <p:cNvPr id="47" name="Rectangle: Rounded Corners 12">
            <a:extLst>
              <a:ext uri="{FF2B5EF4-FFF2-40B4-BE49-F238E27FC236}">
                <a16:creationId xmlns:a16="http://schemas.microsoft.com/office/drawing/2014/main" id="{35972A2E-25D7-C897-9D78-CA14AF0D56C8}"/>
              </a:ext>
            </a:extLst>
          </p:cNvPr>
          <p:cNvSpPr/>
          <p:nvPr/>
        </p:nvSpPr>
        <p:spPr>
          <a:xfrm>
            <a:off x="122278" y="2255109"/>
            <a:ext cx="1450657" cy="468000"/>
          </a:xfrm>
          <a:prstGeom prst="roundRect">
            <a:avLst/>
          </a:prstGeom>
          <a:gradFill>
            <a:gsLst>
              <a:gs pos="10000">
                <a:srgbClr val="0E47A1"/>
              </a:gs>
              <a:gs pos="100000">
                <a:srgbClr val="03A9F5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en-IN" sz="2800" dirty="0">
                <a:solidFill>
                  <a:schemeClr val="bg1"/>
                </a:solidFill>
              </a:rPr>
              <a:t>Solution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Content Placeholder 4">
                <a:extLst>
                  <a:ext uri="{FF2B5EF4-FFF2-40B4-BE49-F238E27FC236}">
                    <a16:creationId xmlns:a16="http://schemas.microsoft.com/office/drawing/2014/main" id="{B2ED5508-4152-4C4D-B631-5D19C5F6CD5F}"/>
                  </a:ext>
                </a:extLst>
              </p:cNvPr>
              <p:cNvSpPr txBox="1">
                <a:spLocks/>
              </p:cNvSpPr>
              <p:nvPr/>
            </p:nvSpPr>
            <p:spPr>
              <a:xfrm flipH="1">
                <a:off x="0" y="2866152"/>
                <a:ext cx="3924300" cy="543600"/>
              </a:xfrm>
              <a:prstGeom prst="rect">
                <a:avLst/>
              </a:prstGeom>
              <a:noFill/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vert="horz" lIns="91440" tIns="45720" rIns="91440" bIns="45720" rtlCol="0" anchor="ctr">
                <a:noAutofit/>
              </a:bodyPr>
              <a:lstStyle>
                <a:lvl1pPr marL="265113" indent="-265113" algn="just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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809625" indent="-352425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118745" indent="0">
                  <a:lnSpc>
                    <a:spcPct val="150000"/>
                  </a:lnSpc>
                  <a:spcAft>
                    <a:spcPts val="800"/>
                  </a:spcAft>
                  <a:buNone/>
                </a:pPr>
                <a14:m>
                  <m:oMath xmlns:m="http://schemas.openxmlformats.org/officeDocument/2006/math">
                    <m:d>
                      <m:dPr>
                        <m:ctrlPr>
                          <a:rPr lang="en-US" sz="2800" b="0" i="1" smtClean="0">
                            <a:solidFill>
                              <a:srgbClr val="3A4A6A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b="0" i="0" smtClean="0">
                            <a:solidFill>
                              <a:srgbClr val="3A4A6A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d>
                    <m:r>
                      <a:rPr lang="en-US" sz="2800">
                        <a:solidFill>
                          <a:srgbClr val="3A4A6A"/>
                        </a:solidFill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sz="2800" b="0" i="1" smtClean="0">
                        <a:solidFill>
                          <a:srgbClr val="3A4A6A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800" b="0" i="0" dirty="0">
                    <a:solidFill>
                      <a:srgbClr val="3A4A6A"/>
                    </a:solidFill>
                    <a:latin typeface="+mj-lt"/>
                  </a:rPr>
                  <a:t> Vector Space  :</a:t>
                </a:r>
                <a:endParaRPr lang="en-US" sz="2800" dirty="0">
                  <a:solidFill>
                    <a:srgbClr val="3A4A6A"/>
                  </a:solidFill>
                </a:endParaRPr>
              </a:p>
            </p:txBody>
          </p:sp>
        </mc:Choice>
        <mc:Fallback xmlns="">
          <p:sp>
            <p:nvSpPr>
              <p:cNvPr id="19" name="Content Placeholder 4">
                <a:extLst>
                  <a:ext uri="{FF2B5EF4-FFF2-40B4-BE49-F238E27FC236}">
                    <a16:creationId xmlns:a16="http://schemas.microsoft.com/office/drawing/2014/main" id="{B2ED5508-4152-4C4D-B631-5D19C5F6CD5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0" y="2866152"/>
                <a:ext cx="3924300" cy="543600"/>
              </a:xfrm>
              <a:prstGeom prst="rect">
                <a:avLst/>
              </a:prstGeom>
              <a:blipFill>
                <a:blip r:embed="rId5"/>
                <a:stretch>
                  <a:fillRect t="-2247" b="-37079"/>
                </a:stretch>
              </a:blipFill>
              <a:ln w="12700" cap="flat" cmpd="sng" algn="ctr">
                <a:noFill/>
                <a:prstDash val="solid"/>
                <a:miter lim="800000"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Content Placeholder 4">
                <a:extLst>
                  <a:ext uri="{FF2B5EF4-FFF2-40B4-BE49-F238E27FC236}">
                    <a16:creationId xmlns:a16="http://schemas.microsoft.com/office/drawing/2014/main" id="{B2ED5508-4152-4C4D-B631-5D19C5F6CD5F}"/>
                  </a:ext>
                </a:extLst>
              </p:cNvPr>
              <p:cNvSpPr txBox="1">
                <a:spLocks/>
              </p:cNvSpPr>
              <p:nvPr/>
            </p:nvSpPr>
            <p:spPr>
              <a:xfrm flipH="1">
                <a:off x="723900" y="3477195"/>
                <a:ext cx="12192000" cy="1628205"/>
              </a:xfrm>
              <a:prstGeom prst="rect">
                <a:avLst/>
              </a:prstGeom>
              <a:noFill/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vert="horz" lIns="91440" tIns="45720" rIns="91440" bIns="45720" rtlCol="0" anchor="ctr">
                <a:noAutofit/>
              </a:bodyPr>
              <a:lstStyle>
                <a:lvl1pPr marL="265113" indent="-265113" algn="just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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809625" indent="-352425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118745" indent="0">
                  <a:lnSpc>
                    <a:spcPct val="150000"/>
                  </a:lnSpc>
                  <a:spcAft>
                    <a:spcPts val="800"/>
                  </a:spcAft>
                  <a:buNone/>
                </a:pPr>
                <a:r>
                  <a:rPr lang="en-IN" sz="2800" b="1" dirty="0">
                    <a:solidFill>
                      <a:srgbClr val="3A4A6A"/>
                    </a:solidFill>
                  </a:rPr>
                  <a:t>Standard Basis	: 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en-US" sz="2800" i="1">
                            <a:solidFill>
                              <a:srgbClr val="3A4A6A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en-US" sz="2800" i="1">
                                <a:solidFill>
                                  <a:srgbClr val="3A4A6A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eqArrPr>
                          <m:e>
                            <m:r>
                              <a:rPr lang="en-US" sz="2800" i="1">
                                <a:solidFill>
                                  <a:srgbClr val="3A4A6A"/>
                                </a:solidFill>
                                <a:latin typeface="Cambria Math" panose="02040503050406030204" pitchFamily="18" charset="0"/>
                              </a:rPr>
                              <m:t> </m:t>
                            </m:r>
                            <m:d>
                              <m:dPr>
                                <m:begChr m:val="["/>
                                <m:endChr m:val="]"/>
                                <m:ctrlPr>
                                  <a:rPr lang="en-US" sz="2800" i="1">
                                    <a:solidFill>
                                      <a:srgbClr val="3A4A6A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2800" i="1">
                                    <a:solidFill>
                                      <a:srgbClr val="3A4A6A"/>
                                    </a:solidFill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m>
                                  <m:mPr>
                                    <m:mcs>
                                      <m:mc>
                                        <m:mcPr>
                                          <m:count m:val="3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sz="2800" i="1">
                                        <a:solidFill>
                                          <a:srgbClr val="3A4A6A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a:rPr lang="en-US" sz="2800" b="1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𝟏</m:t>
                                      </m:r>
                                    </m:e>
                                    <m:e>
                                      <m:r>
                                        <a:rPr lang="en-US" sz="2800" i="1">
                                          <a:solidFill>
                                            <a:srgbClr val="3A4A6A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e>
                                    <m:e>
                                      <m:r>
                                        <a:rPr lang="en-US" sz="2800" i="1">
                                          <a:solidFill>
                                            <a:srgbClr val="3A4A6A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e>
                                  </m:mr>
                                  <m:mr>
                                    <m:e>
                                      <m:r>
                                        <a:rPr lang="en-US" sz="2800" i="1">
                                          <a:solidFill>
                                            <a:srgbClr val="3A4A6A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e>
                                    <m:e>
                                      <m:r>
                                        <a:rPr lang="en-US" sz="2800" i="1">
                                          <a:solidFill>
                                            <a:srgbClr val="3A4A6A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e>
                                    <m:e>
                                      <m:r>
                                        <a:rPr lang="en-US" sz="2800" i="1">
                                          <a:solidFill>
                                            <a:srgbClr val="3A4A6A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e>
                                  </m:mr>
                                </m:m>
                                <m:r>
                                  <a:rPr lang="en-US" sz="2800" i="1">
                                    <a:solidFill>
                                      <a:srgbClr val="3A4A6A"/>
                                    </a:solidFill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</m:e>
                            </m:d>
                            <m:r>
                              <a:rPr lang="en-US" sz="2800" i="1">
                                <a:solidFill>
                                  <a:srgbClr val="3A4A6A"/>
                                </a:solidFill>
                                <a:latin typeface="Cambria Math" panose="02040503050406030204" pitchFamily="18" charset="0"/>
                              </a:rPr>
                              <m:t>,</m:t>
                            </m:r>
                            <m:d>
                              <m:dPr>
                                <m:begChr m:val="["/>
                                <m:endChr m:val="]"/>
                                <m:ctrlPr>
                                  <a:rPr lang="en-US" sz="2800" i="1">
                                    <a:solidFill>
                                      <a:srgbClr val="3A4A6A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2800" i="1">
                                    <a:solidFill>
                                      <a:srgbClr val="3A4A6A"/>
                                    </a:solidFill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m>
                                  <m:mPr>
                                    <m:mcs>
                                      <m:mc>
                                        <m:mcPr>
                                          <m:count m:val="3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sz="2800" i="1">
                                        <a:solidFill>
                                          <a:srgbClr val="3A4A6A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n-US" sz="2800" i="1">
                                          <a:solidFill>
                                            <a:srgbClr val="3A4A6A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e>
                                    <m:e>
                                      <m:r>
                                        <a:rPr lang="en-US" sz="2800" b="1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𝟏</m:t>
                                      </m:r>
                                    </m:e>
                                    <m:e>
                                      <m:r>
                                        <a:rPr lang="en-US" sz="2800" i="1">
                                          <a:solidFill>
                                            <a:srgbClr val="3A4A6A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e>
                                  </m:mr>
                                  <m:mr>
                                    <m:e>
                                      <m:r>
                                        <a:rPr lang="en-US" sz="2800" i="1">
                                          <a:solidFill>
                                            <a:srgbClr val="3A4A6A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e>
                                    <m:e>
                                      <m:r>
                                        <a:rPr lang="en-US" sz="2800" i="1">
                                          <a:solidFill>
                                            <a:srgbClr val="3A4A6A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e>
                                    <m:e>
                                      <m:r>
                                        <a:rPr lang="en-US" sz="2800" i="1">
                                          <a:solidFill>
                                            <a:srgbClr val="3A4A6A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e>
                                  </m:mr>
                                </m:m>
                                <m:r>
                                  <a:rPr lang="en-US" sz="2800" i="1">
                                    <a:solidFill>
                                      <a:srgbClr val="3A4A6A"/>
                                    </a:solidFill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</m:e>
                            </m:d>
                            <m:r>
                              <a:rPr lang="en-US" sz="2800" i="1">
                                <a:solidFill>
                                  <a:srgbClr val="3A4A6A"/>
                                </a:solidFill>
                                <a:latin typeface="Cambria Math" panose="02040503050406030204" pitchFamily="18" charset="0"/>
                              </a:rPr>
                              <m:t>,</m:t>
                            </m:r>
                            <m:d>
                              <m:dPr>
                                <m:begChr m:val="["/>
                                <m:endChr m:val="]"/>
                                <m:ctrlPr>
                                  <a:rPr lang="en-US" sz="2800" i="1">
                                    <a:solidFill>
                                      <a:srgbClr val="3A4A6A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2800" i="1">
                                    <a:solidFill>
                                      <a:srgbClr val="3A4A6A"/>
                                    </a:solidFill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m>
                                  <m:mPr>
                                    <m:mcs>
                                      <m:mc>
                                        <m:mcPr>
                                          <m:count m:val="3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sz="2800" i="1">
                                        <a:solidFill>
                                          <a:srgbClr val="3A4A6A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n-US" sz="2800" i="1">
                                          <a:solidFill>
                                            <a:srgbClr val="3A4A6A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e>
                                    <m:e>
                                      <m:r>
                                        <a:rPr lang="en-US" sz="2800" i="1">
                                          <a:solidFill>
                                            <a:srgbClr val="3A4A6A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e>
                                    <m:e>
                                      <m:r>
                                        <a:rPr lang="en-US" sz="2800" b="1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𝟏</m:t>
                                      </m:r>
                                    </m:e>
                                  </m:mr>
                                  <m:mr>
                                    <m:e>
                                      <m:r>
                                        <a:rPr lang="en-US" sz="2800" i="1">
                                          <a:solidFill>
                                            <a:srgbClr val="3A4A6A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e>
                                    <m:e>
                                      <m:r>
                                        <a:rPr lang="en-US" sz="2800" i="1">
                                          <a:solidFill>
                                            <a:srgbClr val="3A4A6A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e>
                                    <m:e>
                                      <m:r>
                                        <a:rPr lang="en-US" sz="2800" i="1">
                                          <a:solidFill>
                                            <a:srgbClr val="3A4A6A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e>
                                  </m:mr>
                                </m:m>
                                <m:r>
                                  <a:rPr lang="en-US" sz="2800" i="1">
                                    <a:solidFill>
                                      <a:srgbClr val="3A4A6A"/>
                                    </a:solidFill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</m:e>
                            </m:d>
                            <m:r>
                              <a:rPr lang="en-US" sz="2800" i="1">
                                <a:solidFill>
                                  <a:srgbClr val="3A4A6A"/>
                                </a:solidFill>
                                <a:latin typeface="Cambria Math" panose="02040503050406030204" pitchFamily="18" charset="0"/>
                              </a:rPr>
                              <m:t>,</m:t>
                            </m:r>
                          </m:e>
                          <m:e>
                            <m:d>
                              <m:dPr>
                                <m:begChr m:val="["/>
                                <m:endChr m:val="]"/>
                                <m:ctrlPr>
                                  <a:rPr lang="en-US" sz="2800" i="1">
                                    <a:solidFill>
                                      <a:srgbClr val="3A4A6A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2800" i="1">
                                    <a:solidFill>
                                      <a:srgbClr val="3A4A6A"/>
                                    </a:solidFill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m>
                                  <m:mPr>
                                    <m:mcs>
                                      <m:mc>
                                        <m:mcPr>
                                          <m:count m:val="3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sz="2800" i="1">
                                        <a:solidFill>
                                          <a:srgbClr val="3A4A6A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n-US" sz="2800" i="1">
                                          <a:solidFill>
                                            <a:srgbClr val="3A4A6A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e>
                                    <m:e>
                                      <m:r>
                                        <a:rPr lang="en-US" sz="2800" i="1">
                                          <a:solidFill>
                                            <a:srgbClr val="3A4A6A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e>
                                    <m:e>
                                      <m:r>
                                        <a:rPr lang="en-US" sz="2800" i="1">
                                          <a:solidFill>
                                            <a:srgbClr val="3A4A6A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e>
                                  </m:mr>
                                  <m:mr>
                                    <m:e>
                                      <m:r>
                                        <a:rPr lang="en-US" sz="2800" b="1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𝟏</m:t>
                                      </m:r>
                                    </m:e>
                                    <m:e>
                                      <m:r>
                                        <a:rPr lang="en-US" sz="2800" i="1">
                                          <a:solidFill>
                                            <a:srgbClr val="3A4A6A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e>
                                    <m:e>
                                      <m:r>
                                        <a:rPr lang="en-US" sz="2800" i="1">
                                          <a:solidFill>
                                            <a:srgbClr val="3A4A6A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e>
                                  </m:mr>
                                </m:m>
                                <m:r>
                                  <a:rPr lang="en-US" sz="2800" i="1">
                                    <a:solidFill>
                                      <a:srgbClr val="3A4A6A"/>
                                    </a:solidFill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</m:e>
                            </m:d>
                            <m:r>
                              <a:rPr lang="en-US" sz="2800" i="1">
                                <a:solidFill>
                                  <a:srgbClr val="3A4A6A"/>
                                </a:solidFill>
                                <a:latin typeface="Cambria Math" panose="02040503050406030204" pitchFamily="18" charset="0"/>
                              </a:rPr>
                              <m:t>,</m:t>
                            </m:r>
                            <m:d>
                              <m:dPr>
                                <m:begChr m:val="["/>
                                <m:endChr m:val="]"/>
                                <m:ctrlPr>
                                  <a:rPr lang="en-US" sz="2800" i="1">
                                    <a:solidFill>
                                      <a:srgbClr val="3A4A6A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2800" i="1">
                                    <a:solidFill>
                                      <a:srgbClr val="3A4A6A"/>
                                    </a:solidFill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m>
                                  <m:mPr>
                                    <m:mcs>
                                      <m:mc>
                                        <m:mcPr>
                                          <m:count m:val="3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sz="2800" i="1">
                                        <a:solidFill>
                                          <a:srgbClr val="3A4A6A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n-US" sz="2800" i="1">
                                          <a:solidFill>
                                            <a:srgbClr val="3A4A6A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e>
                                    <m:e>
                                      <m:r>
                                        <a:rPr lang="en-US" sz="2800" i="1">
                                          <a:solidFill>
                                            <a:srgbClr val="3A4A6A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e>
                                    <m:e>
                                      <m:r>
                                        <a:rPr lang="en-US" sz="2800" i="1">
                                          <a:solidFill>
                                            <a:srgbClr val="3A4A6A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e>
                                  </m:mr>
                                  <m:mr>
                                    <m:e>
                                      <m:r>
                                        <a:rPr lang="en-US" sz="2800" i="1">
                                          <a:solidFill>
                                            <a:srgbClr val="3A4A6A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e>
                                    <m:e>
                                      <m:r>
                                        <a:rPr lang="en-US" sz="2800" b="1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𝟏</m:t>
                                      </m:r>
                                    </m:e>
                                    <m:e>
                                      <m:r>
                                        <a:rPr lang="en-US" sz="2800" i="1">
                                          <a:solidFill>
                                            <a:srgbClr val="3A4A6A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e>
                                  </m:mr>
                                </m:m>
                                <m:r>
                                  <a:rPr lang="en-US" sz="2800" i="1">
                                    <a:solidFill>
                                      <a:srgbClr val="3A4A6A"/>
                                    </a:solidFill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</m:e>
                            </m:d>
                            <m:r>
                              <a:rPr lang="en-US" sz="2800" i="1">
                                <a:solidFill>
                                  <a:srgbClr val="3A4A6A"/>
                                </a:solidFill>
                                <a:latin typeface="Cambria Math" panose="02040503050406030204" pitchFamily="18" charset="0"/>
                              </a:rPr>
                              <m:t>,</m:t>
                            </m:r>
                            <m:d>
                              <m:dPr>
                                <m:begChr m:val="["/>
                                <m:endChr m:val="]"/>
                                <m:ctrlPr>
                                  <a:rPr lang="en-US" sz="2800" i="1">
                                    <a:solidFill>
                                      <a:srgbClr val="3A4A6A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2800" i="1">
                                    <a:solidFill>
                                      <a:srgbClr val="3A4A6A"/>
                                    </a:solidFill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m>
                                  <m:mPr>
                                    <m:mcs>
                                      <m:mc>
                                        <m:mcPr>
                                          <m:count m:val="3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sz="2800" i="1">
                                        <a:solidFill>
                                          <a:srgbClr val="3A4A6A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n-US" sz="2800" i="1">
                                          <a:solidFill>
                                            <a:srgbClr val="3A4A6A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e>
                                    <m:e>
                                      <m:r>
                                        <a:rPr lang="en-US" sz="2800" i="1">
                                          <a:solidFill>
                                            <a:srgbClr val="3A4A6A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e>
                                    <m:e>
                                      <m:r>
                                        <a:rPr lang="en-US" sz="2800" i="1">
                                          <a:solidFill>
                                            <a:srgbClr val="3A4A6A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e>
                                  </m:mr>
                                  <m:mr>
                                    <m:e>
                                      <m:r>
                                        <a:rPr lang="en-US" sz="2800" i="1">
                                          <a:solidFill>
                                            <a:srgbClr val="3A4A6A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e>
                                    <m:e>
                                      <m:r>
                                        <a:rPr lang="en-US" sz="2800" i="1">
                                          <a:solidFill>
                                            <a:srgbClr val="3A4A6A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e>
                                    <m:e>
                                      <m:r>
                                        <a:rPr lang="en-US" sz="2800" b="1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𝟏</m:t>
                                      </m:r>
                                    </m:e>
                                  </m:mr>
                                </m:m>
                                <m:r>
                                  <a:rPr lang="en-US" sz="2800" i="1">
                                    <a:solidFill>
                                      <a:srgbClr val="3A4A6A"/>
                                    </a:solidFill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</m:e>
                            </m:d>
                            <m:r>
                              <a:rPr lang="en-US" sz="2800" i="1">
                                <a:solidFill>
                                  <a:srgbClr val="3A4A6A"/>
                                </a:solidFill>
                                <a:latin typeface="Cambria Math" panose="02040503050406030204" pitchFamily="18" charset="0"/>
                              </a:rPr>
                              <m:t> </m:t>
                            </m:r>
                          </m:e>
                        </m:eqArr>
                      </m:e>
                    </m:d>
                  </m:oMath>
                </a14:m>
                <a:endParaRPr lang="en-US" sz="2800" dirty="0">
                  <a:solidFill>
                    <a:srgbClr val="3A4A6A"/>
                  </a:solidFill>
                </a:endParaRPr>
              </a:p>
              <a:p>
                <a:pPr marL="118745" indent="0">
                  <a:lnSpc>
                    <a:spcPct val="150000"/>
                  </a:lnSpc>
                  <a:spcAft>
                    <a:spcPts val="800"/>
                  </a:spcAft>
                  <a:buNone/>
                </a:pPr>
                <a:r>
                  <a:rPr lang="en-US" sz="2800" b="1" dirty="0">
                    <a:solidFill>
                      <a:srgbClr val="3A4A6A"/>
                    </a:solidFill>
                  </a:rPr>
                  <a:t>Dimension		:</a:t>
                </a:r>
                <a:r>
                  <a:rPr lang="en-US" sz="2800" dirty="0">
                    <a:solidFill>
                      <a:srgbClr val="3A4A6A"/>
                    </a:solidFill>
                  </a:rPr>
                  <a:t>  </a:t>
                </a:r>
                <a14:m>
                  <m:oMath xmlns:m="http://schemas.openxmlformats.org/officeDocument/2006/math">
                    <m:r>
                      <a:rPr lang="en-US" sz="2800">
                        <a:solidFill>
                          <a:srgbClr val="3A4A6A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endParaRPr lang="en-US" sz="28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0" name="Content Placeholder 4">
                <a:extLst>
                  <a:ext uri="{FF2B5EF4-FFF2-40B4-BE49-F238E27FC236}">
                    <a16:creationId xmlns:a16="http://schemas.microsoft.com/office/drawing/2014/main" id="{B2ED5508-4152-4C4D-B631-5D19C5F6CD5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723900" y="3477195"/>
                <a:ext cx="12192000" cy="1628205"/>
              </a:xfrm>
              <a:prstGeom prst="rect">
                <a:avLst/>
              </a:prstGeom>
              <a:blipFill>
                <a:blip r:embed="rId6"/>
                <a:stretch>
                  <a:fillRect l="-100" b="-58209"/>
                </a:stretch>
              </a:blipFill>
              <a:ln w="12700" cap="flat" cmpd="sng" algn="ctr">
                <a:noFill/>
                <a:prstDash val="solid"/>
                <a:miter lim="800000"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" name="Content Placeholder 4">
            <a:extLst>
              <a:ext uri="{FF2B5EF4-FFF2-40B4-BE49-F238E27FC236}">
                <a16:creationId xmlns:a16="http://schemas.microsoft.com/office/drawing/2014/main" id="{B2ED5508-4152-4C4D-B631-5D19C5F6CD5F}"/>
              </a:ext>
            </a:extLst>
          </p:cNvPr>
          <p:cNvSpPr txBox="1">
            <a:spLocks/>
          </p:cNvSpPr>
          <p:nvPr/>
        </p:nvSpPr>
        <p:spPr>
          <a:xfrm flipH="1">
            <a:off x="4299555" y="5354622"/>
            <a:ext cx="4680857" cy="5436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marL="265113" indent="-265113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Wingdings 3" panose="05040102010807070707" pitchFamily="18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9625" indent="-352425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 3" panose="05040102010807070707" pitchFamily="18" charset="2"/>
              <a:buChar char="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18745" indent="0">
              <a:lnSpc>
                <a:spcPct val="150000"/>
              </a:lnSpc>
              <a:spcAft>
                <a:spcPts val="800"/>
              </a:spcAft>
              <a:buNone/>
            </a:pPr>
            <a:r>
              <a:rPr lang="en-US" sz="2800" b="1" dirty="0">
                <a:solidFill>
                  <a:srgbClr val="FF0000"/>
                </a:solidFill>
              </a:rPr>
              <a:t>[ There are 6 vectors in basis ]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Content Placeholder 4">
                <a:extLst>
                  <a:ext uri="{FF2B5EF4-FFF2-40B4-BE49-F238E27FC236}">
                    <a16:creationId xmlns:a16="http://schemas.microsoft.com/office/drawing/2014/main" id="{B2ED5508-4152-4C4D-B631-5D19C5F6CD5F}"/>
                  </a:ext>
                </a:extLst>
              </p:cNvPr>
              <p:cNvSpPr txBox="1">
                <a:spLocks/>
              </p:cNvSpPr>
              <p:nvPr/>
            </p:nvSpPr>
            <p:spPr>
              <a:xfrm flipH="1">
                <a:off x="3338686" y="2956173"/>
                <a:ext cx="822678" cy="543600"/>
              </a:xfrm>
              <a:prstGeom prst="rect">
                <a:avLst/>
              </a:prstGeom>
              <a:noFill/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vert="horz" lIns="91440" tIns="45720" rIns="91440" bIns="45720" rtlCol="0" anchor="ctr">
                <a:noAutofit/>
              </a:bodyPr>
              <a:lstStyle>
                <a:lvl1pPr marL="265113" indent="-265113" algn="just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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809625" indent="-352425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118745" indent="0">
                  <a:lnSpc>
                    <a:spcPct val="150000"/>
                  </a:lnSpc>
                  <a:spcAft>
                    <a:spcPts val="8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Shruti" panose="020B0502040204020203" pitchFamily="34" charset="0"/>
                            </a:rPr>
                          </m:ctrlPr>
                        </m:sSubPr>
                        <m:e>
                          <m: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Shruti" panose="020B0502040204020203" pitchFamily="34" charset="0"/>
                            </a:rPr>
                            <m:t>𝕄</m:t>
                          </m:r>
                        </m:e>
                        <m:sub>
                          <m: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Shruti" panose="020B0502040204020203" pitchFamily="34" charset="0"/>
                            </a:rPr>
                            <m:t>3</m:t>
                          </m:r>
                          <m:r>
                            <a:rPr lang="en-US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Shruti" panose="020B0502040204020203" pitchFamily="34" charset="0"/>
                            </a:rPr>
                            <m:t>×</m:t>
                          </m:r>
                          <m: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Shruti" panose="020B0502040204020203" pitchFamily="34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sz="2800" dirty="0">
                  <a:solidFill>
                    <a:srgbClr val="3A4A6A"/>
                  </a:solidFill>
                </a:endParaRPr>
              </a:p>
            </p:txBody>
          </p:sp>
        </mc:Choice>
        <mc:Fallback xmlns="">
          <p:sp>
            <p:nvSpPr>
              <p:cNvPr id="11" name="Content Placeholder 4">
                <a:extLst>
                  <a:ext uri="{FF2B5EF4-FFF2-40B4-BE49-F238E27FC236}">
                    <a16:creationId xmlns:a16="http://schemas.microsoft.com/office/drawing/2014/main" id="{B2ED5508-4152-4C4D-B631-5D19C5F6CD5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3338686" y="2956173"/>
                <a:ext cx="822678" cy="543600"/>
              </a:xfrm>
              <a:prstGeom prst="rect">
                <a:avLst/>
              </a:prstGeom>
              <a:blipFill>
                <a:blip r:embed="rId7"/>
                <a:stretch>
                  <a:fillRect r="-21481"/>
                </a:stretch>
              </a:blipFill>
              <a:ln w="12700" cap="flat" cmpd="sng" algn="ctr">
                <a:noFill/>
                <a:prstDash val="solid"/>
                <a:miter lim="800000"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187732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</p:bldLst>
  </p:timing>
</p:sld>
</file>

<file path=ppt/slides/slide1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B87B41-5F37-FE8D-F821-0EE0A3F86E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DC2A7C96-FD4B-1EDB-6D1A-B9A8CE03D7BE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IN" dirty="0"/>
                  <a:t>Method:5 </a:t>
                </a:r>
                <a14:m>
                  <m:oMath xmlns:m="http://schemas.openxmlformats.org/officeDocument/2006/math">
                    <m:r>
                      <a:rPr lang="en-I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⇝</m:t>
                    </m:r>
                  </m:oMath>
                </a14:m>
                <a:r>
                  <a:rPr lang="en-IN" dirty="0"/>
                  <a:t> Example:19</a:t>
                </a:r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DC2A7C96-FD4B-1EDB-6D1A-B9A8CE03D7B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3"/>
                <a:stretch>
                  <a:fillRect l="-400" t="-8547" b="-1965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Content Placeholder 4">
            <a:extLst>
              <a:ext uri="{FF2B5EF4-FFF2-40B4-BE49-F238E27FC236}">
                <a16:creationId xmlns:a16="http://schemas.microsoft.com/office/drawing/2014/main" id="{3DB8ED03-BDD5-D9AE-4913-B05E1296A7EF}"/>
              </a:ext>
            </a:extLst>
          </p:cNvPr>
          <p:cNvSpPr txBox="1">
            <a:spLocks/>
          </p:cNvSpPr>
          <p:nvPr/>
        </p:nvSpPr>
        <p:spPr>
          <a:xfrm>
            <a:off x="205273" y="800163"/>
            <a:ext cx="1558214" cy="522081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marL="265113" indent="-265113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Wingdings 3" panose="05040102010807070707" pitchFamily="18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9625" indent="-352425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 3" panose="05040102010807070707" pitchFamily="18" charset="2"/>
              <a:buChar char="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endParaRPr lang="en-IN" sz="2800" b="1" dirty="0">
              <a:solidFill>
                <a:schemeClr val="tx2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4" name="Content Placeholder 4">
                <a:extLst>
                  <a:ext uri="{FF2B5EF4-FFF2-40B4-BE49-F238E27FC236}">
                    <a16:creationId xmlns:a16="http://schemas.microsoft.com/office/drawing/2014/main" id="{F1DE4F88-A513-2238-42C9-F0CA107AC414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572935" y="731979"/>
                <a:ext cx="10619065" cy="2357730"/>
              </a:xfrm>
              <a:prstGeom prst="rect">
                <a:avLst/>
              </a:prstGeom>
              <a:noFill/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vert="horz" lIns="91440" tIns="45720" rIns="91440" bIns="45720" rtlCol="0" anchor="ctr">
                <a:noAutofit/>
              </a:bodyPr>
              <a:lstStyle>
                <a:lvl1pPr marL="265113" indent="-265113" algn="just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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809625" indent="-352425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lnSpc>
                    <a:spcPct val="150000"/>
                  </a:lnSpc>
                  <a:buNone/>
                </a:pPr>
                <a:r>
                  <a:rPr lang="en-US" sz="2800" dirty="0">
                    <a:solidFill>
                      <a:srgbClr val="3A4A6A"/>
                    </a:solidFill>
                    <a:latin typeface="+mj-lt"/>
                  </a:rPr>
                  <a:t>Let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sz="2800" i="1">
                            <a:solidFill>
                              <a:srgbClr val="3A4A6A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2800">
                            <a:solidFill>
                              <a:srgbClr val="3A4A6A"/>
                            </a:solidFill>
                            <a:latin typeface="Cambria Math" panose="02040503050406030204" pitchFamily="18" charset="0"/>
                          </a:rPr>
                          <m:t>𝕄</m:t>
                        </m:r>
                      </m:e>
                      <m:sub>
                        <m:r>
                          <a:rPr lang="en-IN" sz="2800">
                            <a:solidFill>
                              <a:srgbClr val="3A4A6A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2800" dirty="0">
                    <a:solidFill>
                      <a:srgbClr val="3A4A6A"/>
                    </a:solidFill>
                    <a:latin typeface="+mj-lt"/>
                  </a:rPr>
                  <a:t> be a vector space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800">
                        <a:solidFill>
                          <a:srgbClr val="3A4A6A"/>
                        </a:solidFill>
                        <a:latin typeface="Cambria Math" panose="02040503050406030204" pitchFamily="18" charset="0"/>
                      </a:rPr>
                      <m:t>S</m:t>
                    </m:r>
                  </m:oMath>
                </a14:m>
                <a:r>
                  <a:rPr lang="en-US" sz="2800" dirty="0">
                    <a:solidFill>
                      <a:srgbClr val="3A4A6A"/>
                    </a:solidFill>
                    <a:latin typeface="+mj-lt"/>
                  </a:rPr>
                  <a:t> be the subspace spanned by the set of vectors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en-IN" sz="2800" b="0" i="1" smtClean="0">
                            <a:solidFill>
                              <a:srgbClr val="3A4A6A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800" b="0" i="0" smtClean="0">
                            <a:solidFill>
                              <a:srgbClr val="3A4A6A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en-IN" sz="2800" b="0" i="1" smtClean="0">
                                <a:solidFill>
                                  <a:srgbClr val="3A4A6A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800" b="0" i="0" smtClean="0">
                                <a:solidFill>
                                  <a:srgbClr val="3A4A6A"/>
                                </a:solidFill>
                                <a:latin typeface="Cambria Math" panose="02040503050406030204" pitchFamily="18" charset="0"/>
                              </a:rPr>
                              <m:t> </m:t>
                            </m:r>
                            <m:m>
                              <m:mPr>
                                <m:mcs>
                                  <m:mc>
                                    <m:mcPr>
                                      <m:count m:val="2"/>
                                      <m:mcJc m:val="center"/>
                                    </m:mcPr>
                                  </m:mc>
                                </m:mcs>
                                <m:ctrlPr>
                                  <a:rPr lang="en-IN" sz="2800" i="1">
                                    <a:solidFill>
                                      <a:srgbClr val="3A4A6A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mPr>
                              <m:mr>
                                <m:e>
                                  <m:r>
                                    <a:rPr lang="en-IN" sz="2800">
                                      <a:solidFill>
                                        <a:srgbClr val="3A4A6A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e>
                                <m:e>
                                  <m:r>
                                    <a:rPr lang="en-IN" sz="2800">
                                      <a:solidFill>
                                        <a:srgbClr val="3A4A6A"/>
                                      </a:solidFill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  <m:r>
                                    <a:rPr lang="en-IN" sz="2800" b="0" i="0" smtClean="0">
                                      <a:solidFill>
                                        <a:srgbClr val="3A4A6A"/>
                                      </a:solidFill>
                                      <a:latin typeface="Cambria Math" panose="02040503050406030204" pitchFamily="18" charset="0"/>
                                    </a:rPr>
                                    <m:t>  </m:t>
                                  </m:r>
                                  <m:r>
                                    <a:rPr lang="en-IN" sz="2800">
                                      <a:solidFill>
                                        <a:srgbClr val="3A4A6A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e>
                              </m:mr>
                              <m:mr>
                                <m:e>
                                  <m:r>
                                    <a:rPr lang="en-IN" sz="2800">
                                      <a:solidFill>
                                        <a:srgbClr val="3A4A6A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e>
                                <m:e>
                                  <m:r>
                                    <a:rPr lang="en-IN" sz="2800">
                                      <a:solidFill>
                                        <a:srgbClr val="3A4A6A"/>
                                      </a:solidFill>
                                      <a:latin typeface="Cambria Math" panose="02040503050406030204" pitchFamily="18" charset="0"/>
                                    </a:rPr>
                                    <m:t>−2</m:t>
                                  </m:r>
                                </m:e>
                              </m:mr>
                            </m:m>
                            <m:r>
                              <a:rPr lang="en-IN" sz="2800">
                                <a:solidFill>
                                  <a:srgbClr val="3A4A6A"/>
                                </a:solidFill>
                                <a:latin typeface="Cambria Math" panose="02040503050406030204" pitchFamily="18" charset="0"/>
                              </a:rPr>
                              <m:t> </m:t>
                            </m:r>
                          </m:e>
                        </m:d>
                        <m:r>
                          <a:rPr lang="en-IN" sz="2800">
                            <a:solidFill>
                              <a:srgbClr val="3A4A6A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en-IN" sz="2800" i="1">
                                <a:solidFill>
                                  <a:srgbClr val="3A4A6A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800">
                                <a:solidFill>
                                  <a:srgbClr val="3A4A6A"/>
                                </a:solidFill>
                                <a:latin typeface="Cambria Math" panose="02040503050406030204" pitchFamily="18" charset="0"/>
                              </a:rPr>
                              <m:t> </m:t>
                            </m:r>
                            <m:m>
                              <m:mPr>
                                <m:mcs>
                                  <m:mc>
                                    <m:mcPr>
                                      <m:count m:val="2"/>
                                      <m:mcJc m:val="center"/>
                                    </m:mcPr>
                                  </m:mc>
                                </m:mcs>
                                <m:ctrlPr>
                                  <a:rPr lang="en-IN" sz="2800" i="1">
                                    <a:solidFill>
                                      <a:srgbClr val="3A4A6A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mPr>
                              <m:mr>
                                <m:e>
                                  <m:r>
                                    <a:rPr lang="en-IN" sz="2800">
                                      <a:solidFill>
                                        <a:srgbClr val="3A4A6A"/>
                                      </a:solidFill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e>
                                <m:e>
                                  <m:r>
                                    <a:rPr lang="en-IN" sz="2800">
                                      <a:solidFill>
                                        <a:srgbClr val="3A4A6A"/>
                                      </a:solidFill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  <m:r>
                                    <a:rPr lang="en-IN" sz="2800" b="0" i="0" smtClean="0">
                                      <a:solidFill>
                                        <a:srgbClr val="3A4A6A"/>
                                      </a:solidFill>
                                      <a:latin typeface="Cambria Math" panose="02040503050406030204" pitchFamily="18" charset="0"/>
                                    </a:rPr>
                                    <m:t>  </m:t>
                                  </m:r>
                                  <m:r>
                                    <a:rPr lang="en-IN" sz="2800">
                                      <a:solidFill>
                                        <a:srgbClr val="3A4A6A"/>
                                      </a:solidFill>
                                      <a:latin typeface="Cambria Math" panose="02040503050406030204" pitchFamily="18" charset="0"/>
                                    </a:rPr>
                                    <m:t>8</m:t>
                                  </m:r>
                                </m:e>
                              </m:mr>
                              <m:mr>
                                <m:e>
                                  <m:r>
                                    <a:rPr lang="en-IN" sz="2800">
                                      <a:solidFill>
                                        <a:srgbClr val="3A4A6A"/>
                                      </a:solidFill>
                                      <a:latin typeface="Cambria Math" panose="02040503050406030204" pitchFamily="18" charset="0"/>
                                    </a:rPr>
                                    <m:t>5</m:t>
                                  </m:r>
                                </m:e>
                                <m:e>
                                  <m:r>
                                    <a:rPr lang="en-IN" sz="2800">
                                      <a:solidFill>
                                        <a:srgbClr val="3A4A6A"/>
                                      </a:solidFill>
                                      <a:latin typeface="Cambria Math" panose="02040503050406030204" pitchFamily="18" charset="0"/>
                                    </a:rPr>
                                    <m:t>−6</m:t>
                                  </m:r>
                                </m:e>
                              </m:mr>
                            </m:m>
                            <m:r>
                              <a:rPr lang="en-IN" sz="2800">
                                <a:solidFill>
                                  <a:srgbClr val="3A4A6A"/>
                                </a:solidFill>
                                <a:latin typeface="Cambria Math" panose="02040503050406030204" pitchFamily="18" charset="0"/>
                              </a:rPr>
                              <m:t> </m:t>
                            </m:r>
                          </m:e>
                        </m:d>
                        <m:r>
                          <a:rPr lang="en-IN" sz="2800">
                            <a:solidFill>
                              <a:srgbClr val="3A4A6A"/>
                            </a:solidFill>
                            <a:latin typeface="Cambria Math" panose="02040503050406030204" pitchFamily="18" charset="0"/>
                          </a:rPr>
                          <m:t>, 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en-IN" sz="2800" b="0" i="1" smtClean="0">
                                <a:solidFill>
                                  <a:srgbClr val="3A4A6A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800" b="0" i="0" smtClean="0">
                                <a:solidFill>
                                  <a:srgbClr val="3A4A6A"/>
                                </a:solidFill>
                                <a:latin typeface="Cambria Math" panose="02040503050406030204" pitchFamily="18" charset="0"/>
                              </a:rPr>
                              <m:t> </m:t>
                            </m:r>
                            <m:m>
                              <m:mPr>
                                <m:mcs>
                                  <m:mc>
                                    <m:mcPr>
                                      <m:count m:val="2"/>
                                      <m:mcJc m:val="center"/>
                                    </m:mcPr>
                                  </m:mc>
                                </m:mcs>
                                <m:ctrlPr>
                                  <a:rPr lang="en-IN" sz="2800" i="1">
                                    <a:solidFill>
                                      <a:srgbClr val="3A4A6A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mPr>
                              <m:mr>
                                <m:e>
                                  <m:r>
                                    <a:rPr lang="en-IN" sz="2800">
                                      <a:solidFill>
                                        <a:srgbClr val="3A4A6A"/>
                                      </a:solidFill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  <m:e>
                                  <m:r>
                                    <a:rPr lang="en-IN" sz="2800">
                                      <a:solidFill>
                                        <a:srgbClr val="3A4A6A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e>
                              </m:mr>
                              <m:mr>
                                <m:e>
                                  <m:r>
                                    <a:rPr lang="en-IN" sz="2800">
                                      <a:solidFill>
                                        <a:srgbClr val="3A4A6A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e>
                                <m:e>
                                  <m:r>
                                    <a:rPr lang="en-IN" sz="2800">
                                      <a:solidFill>
                                        <a:srgbClr val="3A4A6A"/>
                                      </a:solidFill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</m:mr>
                            </m:m>
                            <m:r>
                              <a:rPr lang="en-IN" sz="2800" b="0" i="0" smtClean="0">
                                <a:solidFill>
                                  <a:srgbClr val="3A4A6A"/>
                                </a:solidFill>
                                <a:latin typeface="Cambria Math" panose="02040503050406030204" pitchFamily="18" charset="0"/>
                              </a:rPr>
                              <m:t> </m:t>
                            </m:r>
                          </m:e>
                        </m:d>
                        <m:r>
                          <a:rPr lang="en-IN" sz="2800">
                            <a:solidFill>
                              <a:srgbClr val="3A4A6A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</m:e>
                    </m:d>
                    <m:r>
                      <a:rPr lang="en-IN" sz="2800">
                        <a:solidFill>
                          <a:srgbClr val="3A4A6A"/>
                        </a:solidFill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r>
                  <a:rPr lang="en-US" sz="2800" dirty="0">
                    <a:solidFill>
                      <a:srgbClr val="3A4A6A"/>
                    </a:solidFill>
                    <a:latin typeface="+mj-lt"/>
                  </a:rPr>
                  <a:t> Find a basis for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800">
                        <a:solidFill>
                          <a:srgbClr val="3A4A6A"/>
                        </a:solidFill>
                        <a:latin typeface="Cambria Math" panose="02040503050406030204" pitchFamily="18" charset="0"/>
                      </a:rPr>
                      <m:t>S</m:t>
                    </m:r>
                  </m:oMath>
                </a14:m>
                <a:r>
                  <a:rPr lang="en-US" sz="2800" dirty="0">
                    <a:solidFill>
                      <a:srgbClr val="3A4A6A"/>
                    </a:solidFill>
                    <a:latin typeface="+mj-lt"/>
                  </a:rPr>
                  <a:t> and evaluate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IN" sz="2800" i="1">
                            <a:solidFill>
                              <a:srgbClr val="3A4A6A"/>
                            </a:solidFill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3A4A6A"/>
                            </a:solidFill>
                            <a:latin typeface="Cambria Math" panose="02040503050406030204" pitchFamily="18" charset="0"/>
                          </a:rPr>
                          <m:t>dim</m:t>
                        </m:r>
                      </m:fName>
                      <m:e>
                        <m:d>
                          <m:dPr>
                            <m:ctrlPr>
                              <a:rPr lang="en-IN" sz="2800" i="1">
                                <a:solidFill>
                                  <a:srgbClr val="3A4A6A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m:rPr>
                                <m:sty m:val="p"/>
                              </m:rPr>
                              <a:rPr lang="en-IN" sz="2800">
                                <a:solidFill>
                                  <a:srgbClr val="3A4A6A"/>
                                </a:solidFill>
                                <a:latin typeface="Cambria Math" panose="02040503050406030204" pitchFamily="18" charset="0"/>
                              </a:rPr>
                              <m:t>S</m:t>
                            </m:r>
                          </m:e>
                        </m:d>
                      </m:e>
                    </m:func>
                    <m:r>
                      <a:rPr lang="en-IN" sz="2800">
                        <a:solidFill>
                          <a:srgbClr val="3A4A6A"/>
                        </a:solidFill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en-IN" sz="2800" dirty="0">
                  <a:solidFill>
                    <a:srgbClr val="3A4A6A"/>
                  </a:solidFill>
                  <a:latin typeface="+mj-lt"/>
                </a:endParaRPr>
              </a:p>
            </p:txBody>
          </p:sp>
        </mc:Choice>
        <mc:Fallback xmlns="">
          <p:sp>
            <p:nvSpPr>
              <p:cNvPr id="34" name="Content Placeholder 4">
                <a:extLst>
                  <a:ext uri="{FF2B5EF4-FFF2-40B4-BE49-F238E27FC236}">
                    <a16:creationId xmlns:a16="http://schemas.microsoft.com/office/drawing/2014/main" id="{F1DE4F88-A513-2238-42C9-F0CA107AC41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72935" y="731979"/>
                <a:ext cx="10619065" cy="2357730"/>
              </a:xfrm>
              <a:prstGeom prst="rect">
                <a:avLst/>
              </a:prstGeom>
              <a:blipFill>
                <a:blip r:embed="rId4"/>
                <a:stretch>
                  <a:fillRect l="-1148" r="-1206" b="-9044"/>
                </a:stretch>
              </a:blipFill>
              <a:ln w="12700" cap="flat" cmpd="sng" algn="ctr">
                <a:noFill/>
                <a:prstDash val="solid"/>
                <a:miter lim="800000"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5" name="Rectangle: Rounded Corners 34">
            <a:extLst>
              <a:ext uri="{FF2B5EF4-FFF2-40B4-BE49-F238E27FC236}">
                <a16:creationId xmlns:a16="http://schemas.microsoft.com/office/drawing/2014/main" id="{4ABA6294-F7F3-6C3B-775B-3E69C1C2EC1E}"/>
              </a:ext>
            </a:extLst>
          </p:cNvPr>
          <p:cNvSpPr/>
          <p:nvPr/>
        </p:nvSpPr>
        <p:spPr>
          <a:xfrm>
            <a:off x="122279" y="854244"/>
            <a:ext cx="1450657" cy="468000"/>
          </a:xfrm>
          <a:prstGeom prst="roundRect">
            <a:avLst/>
          </a:prstGeom>
          <a:gradFill>
            <a:gsLst>
              <a:gs pos="10000">
                <a:srgbClr val="0E47A1"/>
              </a:gs>
              <a:gs pos="100000">
                <a:srgbClr val="03A9F5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r>
              <a:rPr lang="en-IN" sz="2800" dirty="0">
                <a:solidFill>
                  <a:schemeClr val="bg1"/>
                </a:solidFill>
              </a:rPr>
              <a:t>Example</a:t>
            </a:r>
          </a:p>
        </p:txBody>
      </p:sp>
      <p:sp>
        <p:nvSpPr>
          <p:cNvPr id="23" name="Content Placeholder 4">
            <a:extLst>
              <a:ext uri="{FF2B5EF4-FFF2-40B4-BE49-F238E27FC236}">
                <a16:creationId xmlns:a16="http://schemas.microsoft.com/office/drawing/2014/main" id="{98861FBF-EDE9-F29B-4869-11BE4AFA8762}"/>
              </a:ext>
            </a:extLst>
          </p:cNvPr>
          <p:cNvSpPr txBox="1">
            <a:spLocks/>
          </p:cNvSpPr>
          <p:nvPr/>
        </p:nvSpPr>
        <p:spPr>
          <a:xfrm flipH="1">
            <a:off x="6958939" y="107357"/>
            <a:ext cx="4571801" cy="5400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marL="265113" indent="-265113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Wingdings 3" panose="05040102010807070707" pitchFamily="18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9625" indent="-352425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 3" panose="05040102010807070707" pitchFamily="18" charset="2"/>
              <a:buChar char="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18745" indent="0" algn="l">
              <a:lnSpc>
                <a:spcPct val="115000"/>
              </a:lnSpc>
              <a:spcAft>
                <a:spcPts val="800"/>
              </a:spcAft>
              <a:buNone/>
            </a:pPr>
            <a:endParaRPr lang="en-US" sz="3600" b="1" dirty="0">
              <a:solidFill>
                <a:srgbClr val="3D0FE7"/>
              </a:solidFill>
              <a:latin typeface="Cambria Math" panose="02040503050406030204" pitchFamily="18" charset="0"/>
            </a:endParaRP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BB7DBE55-E99F-528C-58E4-5EEE88391296}"/>
              </a:ext>
            </a:extLst>
          </p:cNvPr>
          <p:cNvSpPr/>
          <p:nvPr/>
        </p:nvSpPr>
        <p:spPr>
          <a:xfrm>
            <a:off x="122278" y="3471379"/>
            <a:ext cx="1450657" cy="468000"/>
          </a:xfrm>
          <a:prstGeom prst="roundRect">
            <a:avLst/>
          </a:prstGeom>
          <a:gradFill>
            <a:gsLst>
              <a:gs pos="10000">
                <a:srgbClr val="0E47A1"/>
              </a:gs>
              <a:gs pos="100000">
                <a:srgbClr val="03A9F5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en-IN" sz="2800" dirty="0">
                <a:solidFill>
                  <a:schemeClr val="bg1"/>
                </a:solidFill>
              </a:rPr>
              <a:t>Solution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E5F72D8F-1B82-491A-A8CE-535975DB8CFB}"/>
                  </a:ext>
                </a:extLst>
              </p:cNvPr>
              <p:cNvSpPr txBox="1">
                <a:spLocks/>
              </p:cNvSpPr>
              <p:nvPr/>
            </p:nvSpPr>
            <p:spPr>
              <a:xfrm flipH="1">
                <a:off x="1453219" y="3089709"/>
                <a:ext cx="10838242" cy="1125690"/>
              </a:xfrm>
              <a:prstGeom prst="rect">
                <a:avLst/>
              </a:prstGeom>
              <a:noFill/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vert="horz" lIns="91440" tIns="45720" rIns="91440" bIns="45720" rtlCol="0" anchor="ctr">
                <a:noAutofit/>
              </a:bodyPr>
              <a:lstStyle>
                <a:lvl1pPr marL="265113" indent="-265113" algn="just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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809625" indent="-352425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118745" indent="0">
                  <a:lnSpc>
                    <a:spcPct val="115000"/>
                  </a:lnSpc>
                  <a:spcAft>
                    <a:spcPts val="800"/>
                  </a:spcAft>
                  <a:buNone/>
                </a:pPr>
                <a:r>
                  <a:rPr lang="en-US" sz="2800" dirty="0">
                    <a:solidFill>
                      <a:srgbClr val="002060"/>
                    </a:solidFill>
                    <a:latin typeface="+mj-lt"/>
                  </a:rPr>
                  <a:t>Let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sz="28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IN" sz="2800" b="0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A</m:t>
                        </m:r>
                      </m:e>
                      <m:sub>
                        <m:r>
                          <a:rPr lang="en-US" sz="2800" i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IN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IN" sz="2800" i="1">
                            <a:solidFill>
                              <a:srgbClr val="3A4A6A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800" i="0">
                            <a:solidFill>
                              <a:srgbClr val="3A4A6A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IN" sz="2800" i="1">
                                <a:solidFill>
                                  <a:srgbClr val="3A4A6A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800" i="0">
                                  <a:solidFill>
                                    <a:srgbClr val="3A4A6A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800" i="0">
                                  <a:solidFill>
                                    <a:srgbClr val="3A4A6A"/>
                                  </a:solidFill>
                                  <a:latin typeface="Cambria Math" panose="02040503050406030204" pitchFamily="18" charset="0"/>
                                </a:rPr>
                                <m:t>   2</m:t>
                              </m:r>
                            </m:e>
                          </m:mr>
                          <m:mr>
                            <m:e>
                              <m:r>
                                <a:rPr lang="en-IN" sz="2800" i="0">
                                  <a:solidFill>
                                    <a:srgbClr val="3A4A6A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800" i="0">
                                  <a:solidFill>
                                    <a:srgbClr val="3A4A6A"/>
                                  </a:solidFill>
                                  <a:latin typeface="Cambria Math" panose="02040503050406030204" pitchFamily="18" charset="0"/>
                                </a:rPr>
                                <m:t>−2</m:t>
                              </m:r>
                            </m:e>
                          </m:mr>
                        </m:m>
                        <m:r>
                          <a:rPr lang="en-IN" sz="2800" i="0">
                            <a:solidFill>
                              <a:srgbClr val="3A4A6A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</m:e>
                    </m:d>
                    <m:r>
                      <a:rPr lang="en-IN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80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IN" sz="28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IN" sz="2800" b="0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A</m:t>
                        </m:r>
                      </m:e>
                      <m:sub>
                        <m:r>
                          <a:rPr lang="en-US" sz="2800" i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IN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IN" sz="2800" i="1">
                            <a:solidFill>
                              <a:srgbClr val="3A4A6A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800" i="0">
                            <a:solidFill>
                              <a:srgbClr val="3A4A6A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IN" sz="2800" i="1">
                                <a:solidFill>
                                  <a:srgbClr val="3A4A6A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800" i="0">
                                  <a:solidFill>
                                    <a:srgbClr val="3A4A6A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  <m:e>
                              <m:r>
                                <a:rPr lang="en-IN" sz="2800" i="0">
                                  <a:solidFill>
                                    <a:srgbClr val="3A4A6A"/>
                                  </a:solidFill>
                                  <a:latin typeface="Cambria Math" panose="02040503050406030204" pitchFamily="18" charset="0"/>
                                </a:rPr>
                                <m:t>   8</m:t>
                              </m:r>
                            </m:e>
                          </m:mr>
                          <m:mr>
                            <m:e>
                              <m:r>
                                <a:rPr lang="en-IN" sz="2800" i="0">
                                  <a:solidFill>
                                    <a:srgbClr val="3A4A6A"/>
                                  </a:solidFill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e>
                            <m:e>
                              <m:r>
                                <a:rPr lang="en-IN" sz="2800" i="0">
                                  <a:solidFill>
                                    <a:srgbClr val="3A4A6A"/>
                                  </a:solidFill>
                                  <a:latin typeface="Cambria Math" panose="02040503050406030204" pitchFamily="18" charset="0"/>
                                </a:rPr>
                                <m:t>−6</m:t>
                              </m:r>
                            </m:e>
                          </m:mr>
                        </m:m>
                        <m:r>
                          <a:rPr lang="en-IN" sz="2800" i="0">
                            <a:solidFill>
                              <a:srgbClr val="3A4A6A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</m:e>
                    </m:d>
                    <m:r>
                      <a:rPr lang="en-IN" sz="2800" i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IN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IN" sz="2800" i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A</m:t>
                        </m:r>
                      </m:e>
                      <m:sub>
                        <m:r>
                          <a:rPr lang="en-IN" sz="2800" b="0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IN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IN" sz="2800" i="1">
                            <a:solidFill>
                              <a:srgbClr val="3A4A6A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800" i="0">
                            <a:solidFill>
                              <a:srgbClr val="3A4A6A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IN" sz="2800" i="1">
                                <a:solidFill>
                                  <a:srgbClr val="3A4A6A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800" i="0">
                                  <a:solidFill>
                                    <a:srgbClr val="3A4A6A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IN" sz="2800" i="0">
                                  <a:solidFill>
                                    <a:srgbClr val="3A4A6A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lang="en-IN" sz="2800" i="0">
                                  <a:solidFill>
                                    <a:srgbClr val="3A4A6A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800" i="0">
                                  <a:solidFill>
                                    <a:srgbClr val="3A4A6A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</m:m>
                        <m:r>
                          <a:rPr lang="en-IN" sz="2800" i="0">
                            <a:solidFill>
                              <a:srgbClr val="3A4A6A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</m:e>
                    </m:d>
                  </m:oMath>
                </a14:m>
                <a:endParaRPr lang="en-US" sz="2800" dirty="0">
                  <a:solidFill>
                    <a:srgbClr val="002060"/>
                  </a:solidFill>
                  <a:latin typeface="+mj-lt"/>
                </a:endParaRPr>
              </a:p>
            </p:txBody>
          </p:sp>
        </mc:Choice>
        <mc:Fallback xmlns="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E5F72D8F-1B82-491A-A8CE-535975DB8CF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1453219" y="3089709"/>
                <a:ext cx="10838242" cy="1125690"/>
              </a:xfrm>
              <a:prstGeom prst="rect">
                <a:avLst/>
              </a:prstGeom>
              <a:blipFill>
                <a:blip r:embed="rId5"/>
                <a:stretch>
                  <a:fillRect l="-56"/>
                </a:stretch>
              </a:blipFill>
              <a:ln w="12700" cap="flat" cmpd="sng" algn="ctr">
                <a:noFill/>
                <a:prstDash val="solid"/>
                <a:miter lim="800000"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Content Placeholder 4">
                <a:extLst>
                  <a:ext uri="{FF2B5EF4-FFF2-40B4-BE49-F238E27FC236}">
                    <a16:creationId xmlns:a16="http://schemas.microsoft.com/office/drawing/2014/main" id="{A9AB5256-F10E-7D2B-11CE-9F958A9691B4}"/>
                  </a:ext>
                </a:extLst>
              </p:cNvPr>
              <p:cNvSpPr txBox="1">
                <a:spLocks/>
              </p:cNvSpPr>
              <p:nvPr/>
            </p:nvSpPr>
            <p:spPr>
              <a:xfrm flipH="1">
                <a:off x="0" y="4325269"/>
                <a:ext cx="5054600" cy="543600"/>
              </a:xfrm>
              <a:prstGeom prst="rect">
                <a:avLst/>
              </a:prstGeom>
              <a:noFill/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vert="horz" lIns="91440" tIns="45720" rIns="91440" bIns="45720" rtlCol="0" anchor="ctr">
                <a:noAutofit/>
              </a:bodyPr>
              <a:lstStyle>
                <a:defPPr>
                  <a:defRPr lang="en-US"/>
                </a:defPPr>
                <a:lvl1pPr marL="118745" algn="just">
                  <a:lnSpc>
                    <a:spcPct val="115000"/>
                  </a:lnSpc>
                  <a:spcBef>
                    <a:spcPts val="1000"/>
                  </a:spcBef>
                  <a:spcAft>
                    <a:spcPts val="800"/>
                  </a:spcAft>
                  <a:buClr>
                    <a:schemeClr val="accent6"/>
                  </a:buClr>
                  <a:buFont typeface="Wingdings 3" panose="05040102010807070707" pitchFamily="18" charset="2"/>
                  <a:buNone/>
                  <a:defRPr sz="2800">
                    <a:solidFill>
                      <a:srgbClr val="3A4A6A"/>
                    </a:solidFill>
                  </a:defRPr>
                </a:lvl1pPr>
              </a:lstStyle>
              <a:p>
                <a:pPr>
                  <a:lnSpc>
                    <a:spcPct val="90000"/>
                  </a:lnSpc>
                </a:pPr>
                <a:r>
                  <a:rPr lang="en-GB" dirty="0">
                    <a:solidFill>
                      <a:srgbClr val="002060"/>
                    </a:solidFill>
                  </a:rPr>
                  <a:t>Let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k</m:t>
                        </m:r>
                      </m:e>
                      <m:sub>
                        <m:r>
                          <a:rPr lang="en-US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IN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IN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A</m:t>
                        </m:r>
                      </m:e>
                      <m:sub>
                        <m:r>
                          <a:rPr lang="en-US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k</m:t>
                        </m:r>
                      </m:e>
                      <m:sub>
                        <m:r>
                          <a:rPr lang="en-US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sSub>
                      <m:sSubPr>
                        <m:ctrlPr>
                          <a:rPr lang="en-IN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IN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A</m:t>
                        </m:r>
                      </m:e>
                      <m:sub>
                        <m:r>
                          <a:rPr lang="en-GB" b="0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k</m:t>
                        </m:r>
                      </m:e>
                      <m:sub>
                        <m:r>
                          <a:rPr lang="en-US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sSub>
                      <m:sSubPr>
                        <m:ctrlPr>
                          <a:rPr lang="en-IN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IN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A</m:t>
                        </m:r>
                      </m:e>
                      <m:sub>
                        <m:r>
                          <a:rPr lang="en-GB" b="0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IN" b="0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endParaRPr lang="en-US" i="1" dirty="0">
                  <a:solidFill>
                    <a:srgbClr val="002060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6" name="Content Placeholder 4">
                <a:extLst>
                  <a:ext uri="{FF2B5EF4-FFF2-40B4-BE49-F238E27FC236}">
                    <a16:creationId xmlns:a16="http://schemas.microsoft.com/office/drawing/2014/main" id="{A9AB5256-F10E-7D2B-11CE-9F958A9691B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0" y="4325269"/>
                <a:ext cx="5054600" cy="543600"/>
              </a:xfrm>
              <a:prstGeom prst="rect">
                <a:avLst/>
              </a:prstGeom>
              <a:blipFill>
                <a:blip r:embed="rId6"/>
                <a:stretch>
                  <a:fillRect l="-121" t="-12360" b="-25843"/>
                </a:stretch>
              </a:blipFill>
              <a:ln w="12700" cap="flat" cmpd="sng" algn="ctr">
                <a:noFill/>
                <a:prstDash val="solid"/>
                <a:miter lim="800000"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Content Placeholder 4">
                <a:extLst>
                  <a:ext uri="{FF2B5EF4-FFF2-40B4-BE49-F238E27FC236}">
                    <a16:creationId xmlns:a16="http://schemas.microsoft.com/office/drawing/2014/main" id="{9923127A-1A79-F580-28EE-8FB1BC037861}"/>
                  </a:ext>
                </a:extLst>
              </p:cNvPr>
              <p:cNvSpPr txBox="1">
                <a:spLocks/>
              </p:cNvSpPr>
              <p:nvPr/>
            </p:nvSpPr>
            <p:spPr>
              <a:xfrm flipH="1">
                <a:off x="37220" y="4994723"/>
                <a:ext cx="8490094" cy="1125690"/>
              </a:xfrm>
              <a:prstGeom prst="rect">
                <a:avLst/>
              </a:prstGeom>
              <a:noFill/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vert="horz" lIns="91440" tIns="45720" rIns="91440" bIns="45720" rtlCol="0" anchor="ctr">
                <a:noAutofit/>
              </a:bodyPr>
              <a:lstStyle>
                <a:defPPr>
                  <a:defRPr lang="en-US"/>
                </a:defPPr>
                <a:lvl1pPr marL="118745" algn="just">
                  <a:lnSpc>
                    <a:spcPct val="115000"/>
                  </a:lnSpc>
                  <a:spcBef>
                    <a:spcPts val="1000"/>
                  </a:spcBef>
                  <a:spcAft>
                    <a:spcPts val="800"/>
                  </a:spcAft>
                  <a:buClr>
                    <a:schemeClr val="accent6"/>
                  </a:buClr>
                  <a:buFont typeface="Wingdings 3" panose="05040102010807070707" pitchFamily="18" charset="2"/>
                  <a:buNone/>
                  <a:defRPr sz="2800">
                    <a:solidFill>
                      <a:srgbClr val="3A4A6A"/>
                    </a:solidFill>
                  </a:defRPr>
                </a:lvl1pPr>
              </a:lstStyle>
              <a:p>
                <a:pPr marL="85725">
                  <a:lnSpc>
                    <a:spcPct val="9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⇒</m:t>
                      </m:r>
                      <m:sSub>
                        <m:sSubPr>
                          <m:ctrlPr>
                            <a:rPr lang="en-US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k</m:t>
                          </m:r>
                        </m:e>
                        <m:sub>
                          <m:r>
                            <a:rPr lang="en-US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d>
                        <m:dPr>
                          <m:begChr m:val="["/>
                          <m:endChr m:val="]"/>
                          <m:ctrlPr>
                            <a:rPr lang="en-IN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>
                              <a:latin typeface="Cambria Math" panose="02040503050406030204" pitchFamily="18" charset="0"/>
                            </a:rPr>
                            <m:t> </m:t>
                          </m:r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IN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IN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IN">
                                    <a:latin typeface="Cambria Math" panose="02040503050406030204" pitchFamily="18" charset="0"/>
                                  </a:rPr>
                                  <m:t>   2</m:t>
                                </m:r>
                              </m:e>
                            </m:mr>
                            <m:mr>
                              <m:e>
                                <m:r>
                                  <a:rPr lang="en-IN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IN">
                                    <a:latin typeface="Cambria Math" panose="02040503050406030204" pitchFamily="18" charset="0"/>
                                  </a:rPr>
                                  <m:t>−2</m:t>
                                </m:r>
                              </m:e>
                            </m:mr>
                          </m:m>
                          <m:r>
                            <a:rPr lang="en-IN"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d>
                      <m:r>
                        <a:rPr lang="en-US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k</m:t>
                          </m:r>
                        </m:e>
                        <m:sub>
                          <m:r>
                            <a:rPr lang="en-US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d>
                        <m:dPr>
                          <m:begChr m:val="["/>
                          <m:endChr m:val="]"/>
                          <m:ctrlPr>
                            <a:rPr lang="en-IN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>
                              <a:latin typeface="Cambria Math" panose="02040503050406030204" pitchFamily="18" charset="0"/>
                            </a:rPr>
                            <m:t> </m:t>
                          </m:r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IN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IN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  <m:e>
                                <m:r>
                                  <a:rPr lang="en-IN">
                                    <a:latin typeface="Cambria Math" panose="02040503050406030204" pitchFamily="18" charset="0"/>
                                  </a:rPr>
                                  <m:t>   8</m:t>
                                </m:r>
                              </m:e>
                            </m:mr>
                            <m:mr>
                              <m:e>
                                <m:r>
                                  <a:rPr lang="en-IN"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e>
                              <m:e>
                                <m:r>
                                  <a:rPr lang="en-IN">
                                    <a:latin typeface="Cambria Math" panose="02040503050406030204" pitchFamily="18" charset="0"/>
                                  </a:rPr>
                                  <m:t>−6</m:t>
                                </m:r>
                              </m:e>
                            </m:mr>
                          </m:m>
                          <m:r>
                            <a:rPr lang="en-IN"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d>
                      <m:r>
                        <a:rPr lang="en-US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k</m:t>
                          </m:r>
                        </m:e>
                        <m:sub>
                          <m:r>
                            <a:rPr lang="en-US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d>
                        <m:dPr>
                          <m:begChr m:val="["/>
                          <m:endChr m:val="]"/>
                          <m:ctrlPr>
                            <a:rPr lang="en-IN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>
                              <a:latin typeface="Cambria Math" panose="02040503050406030204" pitchFamily="18" charset="0"/>
                            </a:rPr>
                            <m:t> </m:t>
                          </m:r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IN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IN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IN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  <m:mr>
                              <m:e>
                                <m:r>
                                  <a:rPr lang="en-IN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IN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</m:m>
                          <m:r>
                            <a:rPr lang="en-IN"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d>
                      <m:r>
                        <a:rPr lang="en-US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IN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>
                              <a:latin typeface="Cambria Math" panose="02040503050406030204" pitchFamily="18" charset="0"/>
                            </a:rPr>
                            <m:t> </m:t>
                          </m:r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IN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IN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IN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IN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IN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</m:m>
                          <m:r>
                            <a:rPr lang="en-IN"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7" name="Content Placeholder 4">
                <a:extLst>
                  <a:ext uri="{FF2B5EF4-FFF2-40B4-BE49-F238E27FC236}">
                    <a16:creationId xmlns:a16="http://schemas.microsoft.com/office/drawing/2014/main" id="{9923127A-1A79-F580-28EE-8FB1BC03786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37220" y="4994723"/>
                <a:ext cx="8490094" cy="112569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  <a:ln w="12700" cap="flat" cmpd="sng" algn="ctr">
                <a:noFill/>
                <a:prstDash val="solid"/>
                <a:miter lim="800000"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033466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7" grpId="0"/>
    </p:bldLst>
  </p:timing>
</p:sld>
</file>

<file path=ppt/slides/slide1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F37482-B230-9D75-7FB8-13B1DEFF6C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7" name="Content Placeholder 4">
                <a:extLst>
                  <a:ext uri="{FF2B5EF4-FFF2-40B4-BE49-F238E27FC236}">
                    <a16:creationId xmlns:a16="http://schemas.microsoft.com/office/drawing/2014/main" id="{F982930C-928A-EEFB-C598-8B2493C514D7}"/>
                  </a:ext>
                </a:extLst>
              </p:cNvPr>
              <p:cNvSpPr txBox="1">
                <a:spLocks/>
              </p:cNvSpPr>
              <p:nvPr/>
            </p:nvSpPr>
            <p:spPr>
              <a:xfrm flipH="1">
                <a:off x="37220" y="858654"/>
                <a:ext cx="8490094" cy="1125690"/>
              </a:xfrm>
              <a:prstGeom prst="rect">
                <a:avLst/>
              </a:prstGeom>
              <a:noFill/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vert="horz" lIns="91440" tIns="45720" rIns="91440" bIns="45720" rtlCol="0" anchor="ctr">
                <a:noAutofit/>
              </a:bodyPr>
              <a:lstStyle>
                <a:defPPr>
                  <a:defRPr lang="en-US"/>
                </a:defPPr>
                <a:lvl1pPr marL="118745" algn="just">
                  <a:lnSpc>
                    <a:spcPct val="115000"/>
                  </a:lnSpc>
                  <a:spcBef>
                    <a:spcPts val="1000"/>
                  </a:spcBef>
                  <a:spcAft>
                    <a:spcPts val="800"/>
                  </a:spcAft>
                  <a:buClr>
                    <a:schemeClr val="accent6"/>
                  </a:buClr>
                  <a:buFont typeface="Wingdings 3" panose="05040102010807070707" pitchFamily="18" charset="2"/>
                  <a:buNone/>
                  <a:defRPr sz="2800">
                    <a:solidFill>
                      <a:srgbClr val="3A4A6A"/>
                    </a:solidFill>
                  </a:defRPr>
                </a:lvl1pPr>
              </a:lstStyle>
              <a:p>
                <a:pPr marL="85725">
                  <a:lnSpc>
                    <a:spcPct val="9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⇒</m:t>
                      </m:r>
                      <m:sSub>
                        <m:sSubPr>
                          <m:ctrlPr>
                            <a:rPr lang="en-US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k</m:t>
                          </m:r>
                        </m:e>
                        <m:sub>
                          <m:r>
                            <a:rPr lang="en-US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d>
                        <m:dPr>
                          <m:begChr m:val="["/>
                          <m:endChr m:val="]"/>
                          <m:ctrlPr>
                            <a:rPr lang="en-IN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>
                              <a:latin typeface="Cambria Math" panose="02040503050406030204" pitchFamily="18" charset="0"/>
                            </a:rPr>
                            <m:t> </m:t>
                          </m:r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IN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IN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IN">
                                    <a:latin typeface="Cambria Math" panose="02040503050406030204" pitchFamily="18" charset="0"/>
                                  </a:rPr>
                                  <m:t>   2</m:t>
                                </m:r>
                              </m:e>
                            </m:mr>
                            <m:mr>
                              <m:e>
                                <m:r>
                                  <a:rPr lang="en-IN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IN">
                                    <a:latin typeface="Cambria Math" panose="02040503050406030204" pitchFamily="18" charset="0"/>
                                  </a:rPr>
                                  <m:t>−2</m:t>
                                </m:r>
                              </m:e>
                            </m:mr>
                          </m:m>
                          <m:r>
                            <a:rPr lang="en-IN"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d>
                      <m:r>
                        <a:rPr lang="en-US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k</m:t>
                          </m:r>
                        </m:e>
                        <m:sub>
                          <m:r>
                            <a:rPr lang="en-US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d>
                        <m:dPr>
                          <m:begChr m:val="["/>
                          <m:endChr m:val="]"/>
                          <m:ctrlPr>
                            <a:rPr lang="en-IN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>
                              <a:latin typeface="Cambria Math" panose="02040503050406030204" pitchFamily="18" charset="0"/>
                            </a:rPr>
                            <m:t> </m:t>
                          </m:r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IN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IN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  <m:e>
                                <m:r>
                                  <a:rPr lang="en-IN">
                                    <a:latin typeface="Cambria Math" panose="02040503050406030204" pitchFamily="18" charset="0"/>
                                  </a:rPr>
                                  <m:t>   8</m:t>
                                </m:r>
                              </m:e>
                            </m:mr>
                            <m:mr>
                              <m:e>
                                <m:r>
                                  <a:rPr lang="en-IN"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e>
                              <m:e>
                                <m:r>
                                  <a:rPr lang="en-IN">
                                    <a:latin typeface="Cambria Math" panose="02040503050406030204" pitchFamily="18" charset="0"/>
                                  </a:rPr>
                                  <m:t>−6</m:t>
                                </m:r>
                              </m:e>
                            </m:mr>
                          </m:m>
                          <m:r>
                            <a:rPr lang="en-IN"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d>
                      <m:r>
                        <a:rPr lang="en-US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k</m:t>
                          </m:r>
                        </m:e>
                        <m:sub>
                          <m:r>
                            <a:rPr lang="en-US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d>
                        <m:dPr>
                          <m:begChr m:val="["/>
                          <m:endChr m:val="]"/>
                          <m:ctrlPr>
                            <a:rPr lang="en-IN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>
                              <a:latin typeface="Cambria Math" panose="02040503050406030204" pitchFamily="18" charset="0"/>
                            </a:rPr>
                            <m:t> </m:t>
                          </m:r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IN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IN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IN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  <m:mr>
                              <m:e>
                                <m:r>
                                  <a:rPr lang="en-IN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IN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</m:m>
                          <m:r>
                            <a:rPr lang="en-IN"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d>
                      <m:r>
                        <a:rPr lang="en-US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IN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>
                              <a:latin typeface="Cambria Math" panose="02040503050406030204" pitchFamily="18" charset="0"/>
                            </a:rPr>
                            <m:t> </m:t>
                          </m:r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IN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IN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IN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IN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IN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</m:m>
                          <m:r>
                            <a:rPr lang="en-IN"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7" name="Content Placeholder 4">
                <a:extLst>
                  <a:ext uri="{FF2B5EF4-FFF2-40B4-BE49-F238E27FC236}">
                    <a16:creationId xmlns:a16="http://schemas.microsoft.com/office/drawing/2014/main" id="{F982930C-928A-EEFB-C598-8B2493C514D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37220" y="858654"/>
                <a:ext cx="8490094" cy="112569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 w="12700" cap="flat" cmpd="sng" algn="ctr">
                <a:noFill/>
                <a:prstDash val="solid"/>
                <a:miter lim="800000"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817A4C8F-3015-2CEF-9BFC-94C98A4E7969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IN" dirty="0"/>
                  <a:t>Method:5 </a:t>
                </a:r>
                <a14:m>
                  <m:oMath xmlns:m="http://schemas.openxmlformats.org/officeDocument/2006/math">
                    <m:r>
                      <a:rPr lang="en-I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⇝</m:t>
                    </m:r>
                  </m:oMath>
                </a14:m>
                <a:r>
                  <a:rPr lang="en-IN" dirty="0"/>
                  <a:t> Example:19</a:t>
                </a:r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817A4C8F-3015-2CEF-9BFC-94C98A4E796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4"/>
                <a:stretch>
                  <a:fillRect l="-400" t="-8547" b="-1965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Content Placeholder 4">
            <a:extLst>
              <a:ext uri="{FF2B5EF4-FFF2-40B4-BE49-F238E27FC236}">
                <a16:creationId xmlns:a16="http://schemas.microsoft.com/office/drawing/2014/main" id="{54D716A8-362E-38DF-B467-E1ABB9BD8C8A}"/>
              </a:ext>
            </a:extLst>
          </p:cNvPr>
          <p:cNvSpPr txBox="1">
            <a:spLocks/>
          </p:cNvSpPr>
          <p:nvPr/>
        </p:nvSpPr>
        <p:spPr>
          <a:xfrm>
            <a:off x="205273" y="800163"/>
            <a:ext cx="1558214" cy="522081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marL="265113" indent="-265113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Wingdings 3" panose="05040102010807070707" pitchFamily="18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9625" indent="-352425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 3" panose="05040102010807070707" pitchFamily="18" charset="2"/>
              <a:buChar char="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endParaRPr lang="en-IN" sz="2800" b="1" dirty="0">
              <a:solidFill>
                <a:schemeClr val="tx2"/>
              </a:solidFill>
            </a:endParaRPr>
          </a:p>
        </p:txBody>
      </p:sp>
      <p:sp>
        <p:nvSpPr>
          <p:cNvPr id="23" name="Content Placeholder 4">
            <a:extLst>
              <a:ext uri="{FF2B5EF4-FFF2-40B4-BE49-F238E27FC236}">
                <a16:creationId xmlns:a16="http://schemas.microsoft.com/office/drawing/2014/main" id="{11F2C0F2-4AB2-08C7-CC93-3FC303AA1B32}"/>
              </a:ext>
            </a:extLst>
          </p:cNvPr>
          <p:cNvSpPr txBox="1">
            <a:spLocks/>
          </p:cNvSpPr>
          <p:nvPr/>
        </p:nvSpPr>
        <p:spPr>
          <a:xfrm flipH="1">
            <a:off x="6958939" y="107357"/>
            <a:ext cx="4571801" cy="5400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marL="265113" indent="-265113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Wingdings 3" panose="05040102010807070707" pitchFamily="18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9625" indent="-352425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 3" panose="05040102010807070707" pitchFamily="18" charset="2"/>
              <a:buChar char="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18745" indent="0" algn="l">
              <a:lnSpc>
                <a:spcPct val="115000"/>
              </a:lnSpc>
              <a:spcAft>
                <a:spcPts val="800"/>
              </a:spcAft>
              <a:buNone/>
            </a:pPr>
            <a:endParaRPr lang="en-US" sz="3600" b="1" dirty="0">
              <a:solidFill>
                <a:srgbClr val="3D0FE7"/>
              </a:solidFill>
              <a:latin typeface="Cambria Math" panose="020405030504060302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Content Placeholder 4">
                <a:extLst>
                  <a:ext uri="{FF2B5EF4-FFF2-40B4-BE49-F238E27FC236}">
                    <a16:creationId xmlns:a16="http://schemas.microsoft.com/office/drawing/2014/main" id="{BE74F495-C051-A5EB-FFF5-2E4017D7F3D1}"/>
                  </a:ext>
                </a:extLst>
              </p:cNvPr>
              <p:cNvSpPr txBox="1">
                <a:spLocks/>
              </p:cNvSpPr>
              <p:nvPr/>
            </p:nvSpPr>
            <p:spPr>
              <a:xfrm flipH="1">
                <a:off x="0" y="2042835"/>
                <a:ext cx="8633637" cy="1125690"/>
              </a:xfrm>
              <a:prstGeom prst="rect">
                <a:avLst/>
              </a:prstGeom>
              <a:noFill/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vert="horz" lIns="91440" tIns="45720" rIns="91440" bIns="45720" rtlCol="0" anchor="ctr">
                <a:noAutofit/>
              </a:bodyPr>
              <a:lstStyle>
                <a:defPPr>
                  <a:defRPr lang="en-US"/>
                </a:defPPr>
                <a:lvl1pPr marL="118745" algn="just">
                  <a:lnSpc>
                    <a:spcPct val="115000"/>
                  </a:lnSpc>
                  <a:spcBef>
                    <a:spcPts val="1000"/>
                  </a:spcBef>
                  <a:spcAft>
                    <a:spcPts val="800"/>
                  </a:spcAft>
                  <a:buClr>
                    <a:schemeClr val="accent6"/>
                  </a:buClr>
                  <a:buFont typeface="Wingdings 3" panose="05040102010807070707" pitchFamily="18" charset="2"/>
                  <a:buNone/>
                  <a:defRPr sz="2800">
                    <a:solidFill>
                      <a:srgbClr val="3A4A6A"/>
                    </a:solidFill>
                  </a:defRPr>
                </a:lvl1pPr>
              </a:lstStyle>
              <a:p>
                <a:pPr marL="85725">
                  <a:lnSpc>
                    <a:spcPct val="9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0" dirty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⇒</m:t>
                      </m:r>
                      <m:d>
                        <m:dPr>
                          <m:begChr m:val="["/>
                          <m:endChr m:val="]"/>
                          <m:ctrlPr>
                            <a:rPr lang="en-IN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i="0">
                              <a:latin typeface="Cambria Math" panose="02040503050406030204" pitchFamily="18" charset="0"/>
                            </a:rPr>
                            <m:t> </m:t>
                          </m:r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IN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GB" b="0" i="0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sSub>
                                  <m:sSubPr>
                                    <m:ctrlPr>
                                      <a:rPr lang="en-US" i="1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i="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k</m:t>
                                    </m:r>
                                  </m:e>
                                  <m:sub>
                                    <m:r>
                                      <a:rPr lang="en-US" i="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a:rPr lang="en-GB" b="0" i="0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IN" i="0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  <m:sSub>
                                  <m:sSubPr>
                                    <m:ctrlPr>
                                      <a:rPr lang="en-US" i="1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i="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k</m:t>
                                    </m:r>
                                  </m:e>
                                  <m:sub>
                                    <m:r>
                                      <a:rPr lang="en-US" i="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  <m:r>
                                  <a:rPr lang="en-GB" b="0" i="0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+0</m:t>
                                </m:r>
                                <m:sSub>
                                  <m:sSubPr>
                                    <m:ctrlPr>
                                      <a:rPr lang="en-GB" b="0" i="1" smtClean="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GB" b="0" i="0" smtClean="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k</m:t>
                                    </m:r>
                                  </m:e>
                                  <m:sub>
                                    <m:r>
                                      <a:rPr lang="en-GB" b="0" i="0" smtClean="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b>
                                </m:sSub>
                              </m:e>
                              <m:e>
                                <m:r>
                                  <a:rPr lang="en-IN" i="0">
                                    <a:latin typeface="Cambria Math" panose="02040503050406030204" pitchFamily="18" charset="0"/>
                                  </a:rPr>
                                  <m:t>   2</m:t>
                                </m:r>
                                <m:sSub>
                                  <m:sSubPr>
                                    <m:ctrlPr>
                                      <a:rPr lang="en-US" i="1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i="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k</m:t>
                                    </m:r>
                                  </m:e>
                                  <m:sub>
                                    <m:r>
                                      <a:rPr lang="en-US" i="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a:rPr lang="en-GB" b="0" i="0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IN" i="0">
                                    <a:latin typeface="Cambria Math" panose="02040503050406030204" pitchFamily="18" charset="0"/>
                                  </a:rPr>
                                  <m:t>8</m:t>
                                </m:r>
                                <m:sSub>
                                  <m:sSubPr>
                                    <m:ctrlPr>
                                      <a:rPr lang="en-US" i="1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i="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k</m:t>
                                    </m:r>
                                  </m:e>
                                  <m:sub>
                                    <m:r>
                                      <a:rPr lang="en-US" i="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  <m:r>
                                  <a:rPr lang="en-GB" b="0" i="0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en-GB" b="0" i="1" smtClean="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b="0" i="0" smtClean="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en-GB" b="0" i="0" smtClean="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k</m:t>
                                    </m:r>
                                  </m:e>
                                  <m:sub>
                                    <m:r>
                                      <a:rPr lang="en-GB" b="0" i="0" smtClean="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r>
                                  <a:rPr lang="en-GB" b="0" i="0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sSub>
                                  <m:sSubPr>
                                    <m:ctrlPr>
                                      <a:rPr lang="en-US" i="1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i="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k</m:t>
                                    </m:r>
                                  </m:e>
                                  <m:sub>
                                    <m:r>
                                      <a:rPr lang="en-US" i="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a:rPr lang="en-GB" b="0" i="0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IN" i="0"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  <m:sSub>
                                  <m:sSubPr>
                                    <m:ctrlPr>
                                      <a:rPr lang="en-US" i="1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i="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k</m:t>
                                    </m:r>
                                  </m:e>
                                  <m:sub>
                                    <m:r>
                                      <a:rPr lang="en-US" i="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  <m:r>
                                  <a:rPr lang="en-GB" i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GB" b="0" i="0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sSub>
                                  <m:sSubPr>
                                    <m:ctrlPr>
                                      <a:rPr lang="en-GB" i="1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GB" i="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k</m:t>
                                    </m:r>
                                  </m:e>
                                  <m:sub>
                                    <m:r>
                                      <a:rPr lang="en-GB" i="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b>
                                </m:sSub>
                              </m:e>
                              <m:e>
                                <m:r>
                                  <a:rPr lang="en-IN" i="0">
                                    <a:latin typeface="Cambria Math" panose="02040503050406030204" pitchFamily="18" charset="0"/>
                                  </a:rPr>
                                  <m:t>−2</m:t>
                                </m:r>
                                <m:sSub>
                                  <m:sSubPr>
                                    <m:ctrlPr>
                                      <a:rPr lang="en-US" i="1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i="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k</m:t>
                                    </m:r>
                                  </m:e>
                                  <m:sub>
                                    <m:r>
                                      <a:rPr lang="en-US" i="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a:rPr lang="en-IN" i="0">
                                    <a:latin typeface="Cambria Math" panose="02040503050406030204" pitchFamily="18" charset="0"/>
                                  </a:rPr>
                                  <m:t>−6</m:t>
                                </m:r>
                                <m:sSub>
                                  <m:sSubPr>
                                    <m:ctrlPr>
                                      <a:rPr lang="en-US" i="1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i="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k</m:t>
                                    </m:r>
                                  </m:e>
                                  <m:sub>
                                    <m:r>
                                      <a:rPr lang="en-US" i="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  <m:r>
                                  <a:rPr lang="en-GB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GB" b="0" i="1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  <m:sSub>
                                  <m:sSubPr>
                                    <m:ctrlPr>
                                      <a:rPr lang="en-GB" i="1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GB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k</m:t>
                                    </m:r>
                                  </m:e>
                                  <m:sub>
                                    <m:r>
                                      <a:rPr lang="en-GB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b>
                                </m:sSub>
                              </m:e>
                            </m:mr>
                          </m:m>
                          <m:r>
                            <a:rPr lang="en-IN" i="0"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d>
                      <m:r>
                        <a:rPr lang="en-US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IN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>
                              <a:latin typeface="Cambria Math" panose="02040503050406030204" pitchFamily="18" charset="0"/>
                            </a:rPr>
                            <m:t> </m:t>
                          </m:r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IN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IN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IN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IN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IN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</m:m>
                          <m:r>
                            <a:rPr lang="en-IN"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8" name="Content Placeholder 4">
                <a:extLst>
                  <a:ext uri="{FF2B5EF4-FFF2-40B4-BE49-F238E27FC236}">
                    <a16:creationId xmlns:a16="http://schemas.microsoft.com/office/drawing/2014/main" id="{BE74F495-C051-A5EB-FFF5-2E4017D7F3D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0" y="2042835"/>
                <a:ext cx="8633637" cy="112569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 w="12700" cap="flat" cmpd="sng" algn="ctr">
                <a:noFill/>
                <a:prstDash val="solid"/>
                <a:miter lim="800000"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Content Placeholder 4">
                <a:extLst>
                  <a:ext uri="{FF2B5EF4-FFF2-40B4-BE49-F238E27FC236}">
                    <a16:creationId xmlns:a16="http://schemas.microsoft.com/office/drawing/2014/main" id="{5C7B9920-6DD0-2891-C1DE-DA890ED67F7D}"/>
                  </a:ext>
                </a:extLst>
              </p:cNvPr>
              <p:cNvSpPr txBox="1">
                <a:spLocks/>
              </p:cNvSpPr>
              <p:nvPr/>
            </p:nvSpPr>
            <p:spPr>
              <a:xfrm flipH="1">
                <a:off x="248636" y="3930132"/>
                <a:ext cx="4408092" cy="2349386"/>
              </a:xfrm>
              <a:prstGeom prst="rect">
                <a:avLst/>
              </a:prstGeom>
              <a:noFill/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vert="horz" lIns="91440" tIns="45720" rIns="91440" bIns="45720" rtlCol="0" anchor="ctr">
                <a:noAutofit/>
              </a:bodyPr>
              <a:lstStyle>
                <a:defPPr>
                  <a:defRPr lang="en-US"/>
                </a:defPPr>
                <a:lvl1pPr marL="118745" algn="just">
                  <a:lnSpc>
                    <a:spcPct val="115000"/>
                  </a:lnSpc>
                  <a:spcBef>
                    <a:spcPts val="1000"/>
                  </a:spcBef>
                  <a:spcAft>
                    <a:spcPts val="800"/>
                  </a:spcAft>
                  <a:buClr>
                    <a:schemeClr val="accent6"/>
                  </a:buClr>
                  <a:buFont typeface="Wingdings 3" panose="05040102010807070707" pitchFamily="18" charset="2"/>
                  <a:buNone/>
                  <a:defRPr sz="2800">
                    <a:solidFill>
                      <a:srgbClr val="3A4A6A"/>
                    </a:solidFill>
                  </a:defRPr>
                </a:lvl1pPr>
              </a:lstStyle>
              <a:p>
                <a:pPr algn="l">
                  <a:lnSpc>
                    <a:spcPct val="125000"/>
                  </a:lnSpc>
                </a:pPr>
                <a14:m>
                  <m:oMath xmlns:m="http://schemas.openxmlformats.org/officeDocument/2006/math">
                    <m:r>
                      <m:rPr>
                        <m:brk m:alnAt="7"/>
                      </m:rPr>
                      <a:rPr lang="en-GB" i="0" smtClean="0">
                        <a:latin typeface="Cambria Math" panose="02040503050406030204" pitchFamily="18" charset="0"/>
                      </a:rPr>
                      <m:t>1</m:t>
                    </m:r>
                    <m:sSub>
                      <m:sSubPr>
                        <m:ctrlPr>
                          <a:rPr lang="en-US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i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k</m:t>
                        </m:r>
                      </m:e>
                      <m:sub>
                        <m:r>
                          <a:rPr lang="en-US" i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GB" i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i="0">
                        <a:latin typeface="Cambria Math" panose="02040503050406030204" pitchFamily="18" charset="0"/>
                      </a:rPr>
                      <m:t>3</m:t>
                    </m:r>
                    <m:sSub>
                      <m:sSubPr>
                        <m:ctrlPr>
                          <a:rPr lang="en-US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i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k</m:t>
                        </m:r>
                      </m:e>
                      <m:sub>
                        <m:r>
                          <a:rPr lang="en-US" i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GB" i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+0</m:t>
                    </m:r>
                    <m:sSub>
                      <m:sSubPr>
                        <m:ctrlPr>
                          <a:rPr lang="en-GB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GB" i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k</m:t>
                        </m:r>
                      </m:e>
                      <m:sub>
                        <m:r>
                          <a:rPr lang="en-GB" i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US" i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en-US" dirty="0">
                    <a:solidFill>
                      <a:srgbClr val="002060"/>
                    </a:solidFill>
                    <a:latin typeface="Cambria Math" panose="02040503050406030204" pitchFamily="18" charset="0"/>
                  </a:rPr>
                  <a:t> </a:t>
                </a:r>
              </a:p>
              <a:p>
                <a:pPr algn="l">
                  <a:lnSpc>
                    <a:spcPct val="125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IN" i="0">
                          <a:latin typeface="Cambria Math" panose="02040503050406030204" pitchFamily="18" charset="0"/>
                        </a:rPr>
                        <m:t>2</m:t>
                      </m:r>
                      <m:sSub>
                        <m:sSubPr>
                          <m:ctrlPr>
                            <a:rPr lang="en-US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k</m:t>
                          </m:r>
                        </m:e>
                        <m:sub>
                          <m:r>
                            <a:rPr lang="en-US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GB" i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IN" i="0">
                          <a:latin typeface="Cambria Math" panose="02040503050406030204" pitchFamily="18" charset="0"/>
                        </a:rPr>
                        <m:t>8</m:t>
                      </m:r>
                      <m:sSub>
                        <m:sSubPr>
                          <m:ctrlPr>
                            <a:rPr lang="en-US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k</m:t>
                          </m:r>
                        </m:e>
                        <m:sub>
                          <m:r>
                            <a:rPr lang="en-US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GB" i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GB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m:rPr>
                              <m:sty m:val="p"/>
                            </m:rPr>
                            <a:rPr lang="en-GB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k</m:t>
                          </m:r>
                        </m:e>
                        <m:sub>
                          <m:r>
                            <a:rPr lang="en-GB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i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IN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US" dirty="0">
                  <a:solidFill>
                    <a:srgbClr val="002060"/>
                  </a:solidFill>
                  <a:latin typeface="Cambria Math" panose="02040503050406030204" pitchFamily="18" charset="0"/>
                </a:endParaRPr>
              </a:p>
              <a:p>
                <a:pPr algn="l">
                  <a:lnSpc>
                    <a:spcPct val="125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GB" i="0">
                          <a:latin typeface="Cambria Math" panose="02040503050406030204" pitchFamily="18" charset="0"/>
                        </a:rPr>
                        <m:t>1</m:t>
                      </m:r>
                      <m:sSub>
                        <m:sSubPr>
                          <m:ctrlPr>
                            <a:rPr lang="en-US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k</m:t>
                          </m:r>
                        </m:e>
                        <m:sub>
                          <m:r>
                            <a:rPr lang="en-US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GB" i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IN" i="0">
                          <a:latin typeface="Cambria Math" panose="02040503050406030204" pitchFamily="18" charset="0"/>
                        </a:rPr>
                        <m:t>5</m:t>
                      </m:r>
                      <m:sSub>
                        <m:sSubPr>
                          <m:ctrlPr>
                            <a:rPr lang="en-US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k</m:t>
                          </m:r>
                        </m:e>
                        <m:sub>
                          <m:r>
                            <a:rPr lang="en-US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GB" i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+1</m:t>
                      </m:r>
                      <m:sSub>
                        <m:sSubPr>
                          <m:ctrlPr>
                            <a:rPr lang="en-GB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GB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k</m:t>
                          </m:r>
                        </m:e>
                        <m:sub>
                          <m:r>
                            <a:rPr lang="en-GB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IN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US" b="0" dirty="0">
                  <a:solidFill>
                    <a:srgbClr val="002060"/>
                  </a:solidFill>
                  <a:latin typeface="Cambria Math" panose="02040503050406030204" pitchFamily="18" charset="0"/>
                </a:endParaRPr>
              </a:p>
              <a:p>
                <a:pPr algn="l">
                  <a:lnSpc>
                    <a:spcPct val="125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IN" i="0">
                          <a:latin typeface="Cambria Math" panose="02040503050406030204" pitchFamily="18" charset="0"/>
                        </a:rPr>
                        <m:t>−2</m:t>
                      </m:r>
                      <m:sSub>
                        <m:sSubPr>
                          <m:ctrlPr>
                            <a:rPr lang="en-US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k</m:t>
                          </m:r>
                        </m:e>
                        <m:sub>
                          <m:r>
                            <a:rPr lang="en-US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IN" i="0">
                          <a:latin typeface="Cambria Math" panose="02040503050406030204" pitchFamily="18" charset="0"/>
                        </a:rPr>
                        <m:t>−6</m:t>
                      </m:r>
                      <m:sSub>
                        <m:sSubPr>
                          <m:ctrlPr>
                            <a:rPr lang="en-US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k</m:t>
                          </m:r>
                        </m:e>
                        <m:sub>
                          <m:r>
                            <a:rPr lang="en-US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GB" i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+0</m:t>
                      </m:r>
                      <m:sSub>
                        <m:sSubPr>
                          <m:ctrlPr>
                            <a:rPr lang="en-GB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GB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k</m:t>
                          </m:r>
                        </m:e>
                        <m:sub>
                          <m:r>
                            <a:rPr lang="en-GB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Shruti" panose="020B0502040204020203" pitchFamily="34" charset="0"/>
                        </a:rPr>
                        <m:t>=</m:t>
                      </m:r>
                      <m:r>
                        <a:rPr lang="en-IN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Shruti" panose="020B0502040204020203" pitchFamily="34" charset="0"/>
                        </a:rPr>
                        <m:t>0</m:t>
                      </m:r>
                    </m:oMath>
                  </m:oMathPara>
                </a14:m>
                <a:endParaRPr lang="en-US" dirty="0">
                  <a:solidFill>
                    <a:srgbClr val="002060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9" name="Content Placeholder 4">
                <a:extLst>
                  <a:ext uri="{FF2B5EF4-FFF2-40B4-BE49-F238E27FC236}">
                    <a16:creationId xmlns:a16="http://schemas.microsoft.com/office/drawing/2014/main" id="{5C7B9920-6DD0-2891-C1DE-DA890ED67F7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248636" y="3930132"/>
                <a:ext cx="4408092" cy="2349386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ln w="12700" cap="flat" cmpd="sng" algn="ctr">
                <a:noFill/>
                <a:prstDash val="solid"/>
                <a:miter lim="800000"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Content Placeholder 4">
            <a:extLst>
              <a:ext uri="{FF2B5EF4-FFF2-40B4-BE49-F238E27FC236}">
                <a16:creationId xmlns:a16="http://schemas.microsoft.com/office/drawing/2014/main" id="{AC98E5B5-3EE8-47FD-9564-BE23D6E10067}"/>
              </a:ext>
            </a:extLst>
          </p:cNvPr>
          <p:cNvSpPr txBox="1">
            <a:spLocks/>
          </p:cNvSpPr>
          <p:nvPr/>
        </p:nvSpPr>
        <p:spPr>
          <a:xfrm flipH="1">
            <a:off x="130962" y="3202595"/>
            <a:ext cx="5313761" cy="5436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defPPr>
              <a:defRPr lang="en-US"/>
            </a:defPPr>
            <a:lvl1pPr marL="118745" algn="just">
              <a:lnSpc>
                <a:spcPct val="115000"/>
              </a:lnSpc>
              <a:spcBef>
                <a:spcPts val="1000"/>
              </a:spcBef>
              <a:spcAft>
                <a:spcPts val="800"/>
              </a:spcAft>
              <a:buClr>
                <a:schemeClr val="accent6"/>
              </a:buClr>
              <a:buFont typeface="Wingdings 3" panose="05040102010807070707" pitchFamily="18" charset="2"/>
              <a:buNone/>
              <a:defRPr sz="2800">
                <a:solidFill>
                  <a:srgbClr val="3A4A6A"/>
                </a:solidFill>
              </a:defRPr>
            </a:lvl1pPr>
          </a:lstStyle>
          <a:p>
            <a:pPr>
              <a:lnSpc>
                <a:spcPct val="90000"/>
              </a:lnSpc>
            </a:pPr>
            <a:r>
              <a:rPr lang="en-US" i="0" dirty="0">
                <a:solidFill>
                  <a:srgbClr val="002060"/>
                </a:solidFill>
                <a:latin typeface="+mj-lt"/>
              </a:rPr>
              <a:t>Comparing both the sides, we have </a:t>
            </a:r>
            <a:endParaRPr lang="en-US" dirty="0">
              <a:solidFill>
                <a:srgbClr val="002060"/>
              </a:solidFill>
              <a:latin typeface="Cambria Math" panose="02040503050406030204" pitchFamily="18" charset="0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0B01656-FED5-28C5-CA81-3301B27799C4}"/>
              </a:ext>
            </a:extLst>
          </p:cNvPr>
          <p:cNvSpPr/>
          <p:nvPr/>
        </p:nvSpPr>
        <p:spPr>
          <a:xfrm>
            <a:off x="6240658" y="3196457"/>
            <a:ext cx="6020992" cy="54360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r>
              <a:rPr lang="en-IN" sz="2800" dirty="0">
                <a:solidFill>
                  <a:srgbClr val="002060"/>
                </a:solidFill>
              </a:rPr>
              <a:t>The Augmented matrix of the </a:t>
            </a:r>
            <a:r>
              <a:rPr lang="en-US" sz="2800" dirty="0">
                <a:solidFill>
                  <a:srgbClr val="002060"/>
                </a:solidFill>
              </a:rPr>
              <a:t>system is</a:t>
            </a:r>
            <a:endParaRPr lang="en-IN" sz="2800" b="1" dirty="0">
              <a:solidFill>
                <a:srgbClr val="00206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443F85D4-2084-42A1-21AB-993D1224ED21}"/>
                  </a:ext>
                </a:extLst>
              </p:cNvPr>
              <p:cNvSpPr/>
              <p:nvPr/>
            </p:nvSpPr>
            <p:spPr>
              <a:xfrm>
                <a:off x="6240658" y="4245653"/>
                <a:ext cx="1728392" cy="543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IN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d>
                            <m:dPr>
                              <m:begChr m:val=""/>
                              <m:endChr m:val="|"/>
                              <m:ctrlPr>
                                <a:rPr lang="en-IN" sz="2800" b="0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m:rPr>
                                  <m:sty m:val="p"/>
                                </m:rPr>
                                <a:rPr lang="en-IN" sz="2800" b="0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A</m:t>
                              </m:r>
                              <m:r>
                                <a:rPr lang="en-IN" sz="2800" b="0" i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e>
                          </m:d>
                          <m: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B</m:t>
                          </m:r>
                          <m: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d>
                      <m:r>
                        <a:rPr lang="en-IN" sz="2800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443F85D4-2084-42A1-21AB-993D1224ED2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40658" y="4245653"/>
                <a:ext cx="1728392" cy="54360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4" name="Rectangle: Rounded Corners 37">
            <a:extLst>
              <a:ext uri="{FF2B5EF4-FFF2-40B4-BE49-F238E27FC236}">
                <a16:creationId xmlns:a16="http://schemas.microsoft.com/office/drawing/2014/main" id="{12A8A233-F5EB-B604-8115-853ED294F2CC}"/>
              </a:ext>
            </a:extLst>
          </p:cNvPr>
          <p:cNvSpPr/>
          <p:nvPr/>
        </p:nvSpPr>
        <p:spPr>
          <a:xfrm>
            <a:off x="6078000" y="3196626"/>
            <a:ext cx="36000" cy="3272727"/>
          </a:xfrm>
          <a:prstGeom prst="roundRect">
            <a:avLst/>
          </a:prstGeom>
          <a:gradFill>
            <a:gsLst>
              <a:gs pos="10000">
                <a:srgbClr val="0E47A1"/>
              </a:gs>
              <a:gs pos="100000">
                <a:srgbClr val="03A9F5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algn="ctr"/>
            <a:r>
              <a:rPr lang="en-IN" sz="2800" b="1" dirty="0">
                <a:solidFill>
                  <a:schemeClr val="bg1"/>
                </a:solidFill>
              </a:rPr>
              <a:t> </a:t>
            </a:r>
          </a:p>
        </p:txBody>
      </p:sp>
      <p:grpSp>
        <p:nvGrpSpPr>
          <p:cNvPr id="33" name="Group 32">
            <a:extLst>
              <a:ext uri="{FF2B5EF4-FFF2-40B4-BE49-F238E27FC236}">
                <a16:creationId xmlns:a16="http://schemas.microsoft.com/office/drawing/2014/main" id="{8391980E-88AC-41C9-5B98-CF1CC3878766}"/>
              </a:ext>
            </a:extLst>
          </p:cNvPr>
          <p:cNvGrpSpPr/>
          <p:nvPr/>
        </p:nvGrpSpPr>
        <p:grpSpPr>
          <a:xfrm>
            <a:off x="7720197" y="3767989"/>
            <a:ext cx="3942274" cy="1864083"/>
            <a:chOff x="15276119" y="2760074"/>
            <a:chExt cx="3942274" cy="1864083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0" name="Rectangle 29">
                  <a:extLst>
                    <a:ext uri="{FF2B5EF4-FFF2-40B4-BE49-F238E27FC236}">
                      <a16:creationId xmlns:a16="http://schemas.microsoft.com/office/drawing/2014/main" id="{9375ADAE-B76E-F7F6-CBE2-C7C095835103}"/>
                    </a:ext>
                  </a:extLst>
                </p:cNvPr>
                <p:cNvSpPr/>
                <p:nvPr/>
              </p:nvSpPr>
              <p:spPr>
                <a:xfrm>
                  <a:off x="15276119" y="2760074"/>
                  <a:ext cx="3942274" cy="1864083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begChr m:val="["/>
                            <m:endChr m:val="]"/>
                            <m:ctrlPr>
                              <a:rPr lang="en-IN" sz="2800" b="0" i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800" b="0" i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 </m:t>
                            </m:r>
                            <m:m>
                              <m:mPr>
                                <m:mcs>
                                  <m:mc>
                                    <m:mcPr>
                                      <m:count m:val="3"/>
                                      <m:mcJc m:val="center"/>
                                    </m:mcPr>
                                  </m:mc>
                                </m:mcs>
                                <m:ctrlPr>
                                  <a:rPr lang="en-IN" sz="2800" b="0" i="1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mPr>
                              <m:mr>
                                <m:e>
                                  <m:r>
                                    <m:rPr>
                                      <m:brk m:alnAt="7"/>
                                    </m:rPr>
                                    <a:rPr lang="en-IN" sz="2800" b="0" i="1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  <m:r>
                                    <a:rPr lang="en-IN" sz="2800" b="0" i="1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  </m:t>
                                  </m:r>
                                  <m:r>
                                    <a:rPr lang="en-GB" sz="2800" b="0" i="1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e>
                                <m:e>
                                  <m:r>
                                    <a:rPr lang="en-IN" sz="2800" b="0" i="1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   </m:t>
                                  </m:r>
                                  <m:r>
                                    <a:rPr lang="en-GB" sz="2800" b="0" i="1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e>
                                <m:e>
                                  <m:r>
                                    <a:rPr lang="en-IN" sz="2800" b="0" i="1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   0</m:t>
                                  </m:r>
                                </m:e>
                              </m:mr>
                              <m:mr>
                                <m:e>
                                  <m:r>
                                    <a:rPr lang="en-IN" sz="2800" b="0" i="1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   </m:t>
                                  </m:r>
                                  <m:r>
                                    <a:rPr lang="en-GB" sz="2800" b="0" i="1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e>
                                <m:e>
                                  <m:r>
                                    <a:rPr lang="en-GB" sz="2800" b="0" i="1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   8</m:t>
                                  </m:r>
                                </m:e>
                                <m:e>
                                  <m:r>
                                    <a:rPr lang="en-IN" sz="2800" b="0" i="1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   </m:t>
                                  </m:r>
                                  <m:r>
                                    <a:rPr lang="en-GB" sz="2800" b="0" i="1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e>
                              </m:mr>
                              <m:mr>
                                <m:e>
                                  <m:m>
                                    <m:mPr>
                                      <m:mcs>
                                        <m:mc>
                                          <m:mcPr>
                                            <m:count m:val="1"/>
                                            <m:mcJc m:val="center"/>
                                          </m:mcPr>
                                        </m:mc>
                                      </m:mcs>
                                      <m:ctrlPr>
                                        <a:rPr lang="en-IN" sz="2800" b="0" i="1" smtClean="0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mPr>
                                    <m:mr>
                                      <m:e>
                                        <m:r>
                                          <a:rPr lang="en-GB" sz="2800" b="0" i="1" smtClean="0">
                                            <a:solidFill>
                                              <a:srgbClr val="00206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   1</m:t>
                                        </m:r>
                                      </m:e>
                                    </m:mr>
                                    <m:mr>
                                      <m:e>
                                        <m:r>
                                          <a:rPr lang="en-IN" sz="2800" b="0" i="1" smtClean="0">
                                            <a:solidFill>
                                              <a:srgbClr val="00206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−2</m:t>
                                        </m:r>
                                      </m:e>
                                    </m:mr>
                                  </m:m>
                                </m:e>
                                <m:e>
                                  <m:m>
                                    <m:mPr>
                                      <m:mcs>
                                        <m:mc>
                                          <m:mcPr>
                                            <m:count m:val="1"/>
                                            <m:mcJc m:val="center"/>
                                          </m:mcPr>
                                        </m:mc>
                                      </m:mcs>
                                      <m:ctrlPr>
                                        <a:rPr lang="en-IN" sz="2800" b="0" i="1" smtClean="0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mPr>
                                    <m:mr>
                                      <m:e>
                                        <m:r>
                                          <m:rPr>
                                            <m:brk m:alnAt="7"/>
                                          </m:rPr>
                                          <a:rPr lang="en-IN" sz="2800" b="0" i="1" smtClean="0">
                                            <a:solidFill>
                                              <a:srgbClr val="00206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 </m:t>
                                        </m:r>
                                        <m:r>
                                          <a:rPr lang="en-IN" sz="2800" b="0" i="1" smtClean="0">
                                            <a:solidFill>
                                              <a:srgbClr val="00206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  </m:t>
                                        </m:r>
                                        <m:r>
                                          <a:rPr lang="en-GB" sz="2800" b="0" i="1" smtClean="0">
                                            <a:solidFill>
                                              <a:srgbClr val="00206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5</m:t>
                                        </m:r>
                                      </m:e>
                                    </m:mr>
                                    <m:mr>
                                      <m:e>
                                        <m:r>
                                          <a:rPr lang="en-GB" sz="2800" b="0" i="1" smtClean="0">
                                            <a:solidFill>
                                              <a:srgbClr val="00206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−6</m:t>
                                        </m:r>
                                      </m:e>
                                    </m:mr>
                                  </m:m>
                                </m:e>
                                <m:e>
                                  <m:m>
                                    <m:mPr>
                                      <m:mcs>
                                        <m:mc>
                                          <m:mcPr>
                                            <m:count m:val="1"/>
                                            <m:mcJc m:val="center"/>
                                          </m:mcPr>
                                        </m:mc>
                                      </m:mcs>
                                      <m:ctrlPr>
                                        <a:rPr lang="en-IN" sz="2800" b="0" i="1" smtClean="0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mPr>
                                    <m:mr>
                                      <m:e>
                                        <m:r>
                                          <m:rPr>
                                            <m:brk m:alnAt="7"/>
                                          </m:rPr>
                                          <a:rPr lang="en-IN" sz="2800" b="0" i="1" smtClean="0">
                                            <a:solidFill>
                                              <a:srgbClr val="00206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 </m:t>
                                        </m:r>
                                        <m:r>
                                          <a:rPr lang="en-IN" sz="2800" b="0" i="1" smtClean="0">
                                            <a:solidFill>
                                              <a:srgbClr val="00206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  1</m:t>
                                        </m:r>
                                      </m:e>
                                    </m:mr>
                                    <m:mr>
                                      <m:e>
                                        <m:r>
                                          <a:rPr lang="en-IN" sz="2800" b="0" i="1" smtClean="0">
                                            <a:solidFill>
                                              <a:srgbClr val="00206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   </m:t>
                                        </m:r>
                                        <m:r>
                                          <a:rPr lang="en-GB" sz="2800" b="0" i="1" smtClean="0">
                                            <a:solidFill>
                                              <a:srgbClr val="00206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0</m:t>
                                        </m:r>
                                      </m:e>
                                    </m:mr>
                                  </m:m>
                                </m:e>
                              </m:mr>
                            </m:m>
                            <m:r>
                              <a:rPr lang="en-IN" sz="2800" b="0" i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             </m:t>
                            </m:r>
                          </m:e>
                        </m:d>
                      </m:oMath>
                    </m:oMathPara>
                  </a14:m>
                  <a:endParaRPr lang="en-IN" sz="2800" dirty="0">
                    <a:solidFill>
                      <a:srgbClr val="002060"/>
                    </a:solidFill>
                  </a:endParaRPr>
                </a:p>
              </p:txBody>
            </p:sp>
          </mc:Choice>
          <mc:Fallback xmlns="">
            <p:sp>
              <p:nvSpPr>
                <p:cNvPr id="30" name="Rectangle 29">
                  <a:extLst>
                    <a:ext uri="{FF2B5EF4-FFF2-40B4-BE49-F238E27FC236}">
                      <a16:creationId xmlns:a16="http://schemas.microsoft.com/office/drawing/2014/main" id="{9375ADAE-B76E-F7F6-CBE2-C7C095835103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5276119" y="2760074"/>
                  <a:ext cx="3942274" cy="1864083"/>
                </a:xfrm>
                <a:prstGeom prst="rect">
                  <a:avLst/>
                </a:prstGeom>
                <a:blipFill>
                  <a:blip r:embed="rId10"/>
                  <a:stretch>
                    <a:fillRect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1" name="Rectangle 30">
                  <a:extLst>
                    <a:ext uri="{FF2B5EF4-FFF2-40B4-BE49-F238E27FC236}">
                      <a16:creationId xmlns:a16="http://schemas.microsoft.com/office/drawing/2014/main" id="{FB837AE1-11E9-ECA8-4952-EE0354F4158B}"/>
                    </a:ext>
                  </a:extLst>
                </p:cNvPr>
                <p:cNvSpPr/>
                <p:nvPr/>
              </p:nvSpPr>
              <p:spPr>
                <a:xfrm>
                  <a:off x="18131921" y="2807722"/>
                  <a:ext cx="758799" cy="1493163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800" i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800" b="0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IN" sz="2800" b="0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1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IN" sz="2800" i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a:rPr lang="en-IN" sz="2800" b="0" i="0" smtClean="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</m:mr>
                                <m:mr>
                                  <m:e>
                                    <m:r>
                                      <a:rPr lang="en-IN" sz="2800" b="0" i="0" smtClean="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</m:mr>
                              </m:m>
                            </m:e>
                          </m:mr>
                        </m:m>
                      </m:oMath>
                    </m:oMathPara>
                  </a14:m>
                  <a:endParaRPr lang="en-IN" sz="2800" dirty="0">
                    <a:solidFill>
                      <a:srgbClr val="002060"/>
                    </a:solidFill>
                  </a:endParaRPr>
                </a:p>
              </p:txBody>
            </p:sp>
          </mc:Choice>
          <mc:Fallback xmlns="">
            <p:sp>
              <p:nvSpPr>
                <p:cNvPr id="31" name="Rectangle 30">
                  <a:extLst>
                    <a:ext uri="{FF2B5EF4-FFF2-40B4-BE49-F238E27FC236}">
                      <a16:creationId xmlns:a16="http://schemas.microsoft.com/office/drawing/2014/main" id="{FB837AE1-11E9-ECA8-4952-EE0354F4158B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8131921" y="2807722"/>
                  <a:ext cx="758799" cy="1493163"/>
                </a:xfrm>
                <a:prstGeom prst="rect">
                  <a:avLst/>
                </a:prstGeom>
                <a:blipFill>
                  <a:blip r:embed="rId11"/>
                  <a:stretch>
                    <a:fillRect b="-2449"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50BD1847-F05F-7063-931B-9D7704B45154}"/>
                </a:ext>
              </a:extLst>
            </p:cNvPr>
            <p:cNvCxnSpPr/>
            <p:nvPr/>
          </p:nvCxnSpPr>
          <p:spPr>
            <a:xfrm>
              <a:off x="18087053" y="2798312"/>
              <a:ext cx="0" cy="1629144"/>
            </a:xfrm>
            <a:prstGeom prst="line">
              <a:avLst/>
            </a:prstGeom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6184086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/>
      <p:bldP spid="10" grpId="0"/>
      <p:bldP spid="15" grpId="0"/>
      <p:bldP spid="16" grpId="0"/>
      <p:bldP spid="24" grpId="0" animBg="1"/>
    </p:bldLst>
  </p:timing>
</p:sld>
</file>

<file path=ppt/slides/slide1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EEC499-6A03-6C9F-714F-F5C2BCC29B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F23B7ECA-C32B-A67A-779F-F3677926E0E2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IN" dirty="0"/>
                  <a:t>Method:5 </a:t>
                </a:r>
                <a14:m>
                  <m:oMath xmlns:m="http://schemas.openxmlformats.org/officeDocument/2006/math">
                    <m:r>
                      <a:rPr lang="en-I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⇝</m:t>
                    </m:r>
                  </m:oMath>
                </a14:m>
                <a:r>
                  <a:rPr lang="en-IN" dirty="0"/>
                  <a:t> Example:19</a:t>
                </a:r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F23B7ECA-C32B-A67A-779F-F3677926E0E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3"/>
                <a:stretch>
                  <a:fillRect l="-400" t="-8547" b="-1965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6" name="Rectangle 35">
            <a:extLst>
              <a:ext uri="{FF2B5EF4-FFF2-40B4-BE49-F238E27FC236}">
                <a16:creationId xmlns:a16="http://schemas.microsoft.com/office/drawing/2014/main" id="{BF95DD47-A13C-FEA1-5FB7-B4FE343BCD1F}"/>
              </a:ext>
            </a:extLst>
          </p:cNvPr>
          <p:cNvSpPr/>
          <p:nvPr/>
        </p:nvSpPr>
        <p:spPr>
          <a:xfrm>
            <a:off x="328347" y="1104100"/>
            <a:ext cx="6020992" cy="54360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r>
              <a:rPr lang="en-IN" sz="2800" dirty="0">
                <a:solidFill>
                  <a:srgbClr val="002060"/>
                </a:solidFill>
              </a:rPr>
              <a:t>The Augmented matrix of the </a:t>
            </a:r>
            <a:r>
              <a:rPr lang="en-US" sz="2800" dirty="0">
                <a:solidFill>
                  <a:srgbClr val="002060"/>
                </a:solidFill>
              </a:rPr>
              <a:t>system is</a:t>
            </a:r>
            <a:endParaRPr lang="en-IN" sz="2800" b="1" dirty="0">
              <a:solidFill>
                <a:srgbClr val="00206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7" name="Rectangle 36">
                <a:extLst>
                  <a:ext uri="{FF2B5EF4-FFF2-40B4-BE49-F238E27FC236}">
                    <a16:creationId xmlns:a16="http://schemas.microsoft.com/office/drawing/2014/main" id="{A450368C-1B59-7429-3DD4-DEAC3F7D9D06}"/>
                  </a:ext>
                </a:extLst>
              </p:cNvPr>
              <p:cNvSpPr/>
              <p:nvPr/>
            </p:nvSpPr>
            <p:spPr>
              <a:xfrm>
                <a:off x="328347" y="2153296"/>
                <a:ext cx="1728392" cy="543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IN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d>
                            <m:dPr>
                              <m:begChr m:val=""/>
                              <m:endChr m:val="|"/>
                              <m:ctrlPr>
                                <a:rPr lang="en-IN" sz="2800" b="0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m:rPr>
                                  <m:sty m:val="p"/>
                                </m:rPr>
                                <a:rPr lang="en-IN" sz="2800" b="0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A</m:t>
                              </m:r>
                              <m:r>
                                <a:rPr lang="en-IN" sz="2800" b="0" i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e>
                          </m:d>
                          <m: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B</m:t>
                          </m:r>
                          <m: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d>
                      <m:r>
                        <a:rPr lang="en-IN" sz="2800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  <a:p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37" name="Rectangle 36">
                <a:extLst>
                  <a:ext uri="{FF2B5EF4-FFF2-40B4-BE49-F238E27FC236}">
                    <a16:creationId xmlns:a16="http://schemas.microsoft.com/office/drawing/2014/main" id="{A450368C-1B59-7429-3DD4-DEAC3F7D9D0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8347" y="2153296"/>
                <a:ext cx="1728392" cy="54360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8" name="Group 37">
            <a:extLst>
              <a:ext uri="{FF2B5EF4-FFF2-40B4-BE49-F238E27FC236}">
                <a16:creationId xmlns:a16="http://schemas.microsoft.com/office/drawing/2014/main" id="{D3D32158-A328-2978-E4C1-780BBB6729A7}"/>
              </a:ext>
            </a:extLst>
          </p:cNvPr>
          <p:cNvGrpSpPr/>
          <p:nvPr/>
        </p:nvGrpSpPr>
        <p:grpSpPr>
          <a:xfrm>
            <a:off x="1807886" y="1675632"/>
            <a:ext cx="3942274" cy="1864083"/>
            <a:chOff x="15276119" y="2760074"/>
            <a:chExt cx="3942274" cy="1864083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9" name="Rectangle 38">
                  <a:extLst>
                    <a:ext uri="{FF2B5EF4-FFF2-40B4-BE49-F238E27FC236}">
                      <a16:creationId xmlns:a16="http://schemas.microsoft.com/office/drawing/2014/main" id="{EF3B284C-B673-6C10-051D-399EA3E2AC68}"/>
                    </a:ext>
                  </a:extLst>
                </p:cNvPr>
                <p:cNvSpPr/>
                <p:nvPr/>
              </p:nvSpPr>
              <p:spPr>
                <a:xfrm>
                  <a:off x="15276119" y="2760074"/>
                  <a:ext cx="3942274" cy="1864083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begChr m:val="["/>
                            <m:endChr m:val="]"/>
                            <m:ctrlPr>
                              <a:rPr lang="en-IN" sz="2800" b="0" i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800" b="0" i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 </m:t>
                            </m:r>
                            <m:m>
                              <m:mPr>
                                <m:mcs>
                                  <m:mc>
                                    <m:mcPr>
                                      <m:count m:val="3"/>
                                      <m:mcJc m:val="center"/>
                                    </m:mcPr>
                                  </m:mc>
                                </m:mcs>
                                <m:ctrlPr>
                                  <a:rPr lang="en-IN" sz="2800" b="0" i="1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mPr>
                              <m:mr>
                                <m:e>
                                  <m:r>
                                    <m:rPr>
                                      <m:brk m:alnAt="7"/>
                                    </m:rPr>
                                    <a:rPr lang="en-IN" sz="2800" b="0" i="1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  <m:r>
                                    <a:rPr lang="en-IN" sz="2800" b="0" i="1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  </m:t>
                                  </m:r>
                                  <m:r>
                                    <a:rPr lang="en-GB" sz="2800" b="0" i="1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e>
                                <m:e>
                                  <m:r>
                                    <a:rPr lang="en-IN" sz="2800" b="0" i="1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   </m:t>
                                  </m:r>
                                  <m:r>
                                    <a:rPr lang="en-GB" sz="2800" b="0" i="1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e>
                                <m:e>
                                  <m:r>
                                    <a:rPr lang="en-IN" sz="2800" b="0" i="1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   0</m:t>
                                  </m:r>
                                </m:e>
                              </m:mr>
                              <m:mr>
                                <m:e>
                                  <m:r>
                                    <a:rPr lang="en-IN" sz="2800" b="0" i="1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   </m:t>
                                  </m:r>
                                  <m:r>
                                    <a:rPr lang="en-GB" sz="2800" b="0" i="1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e>
                                <m:e>
                                  <m:r>
                                    <a:rPr lang="en-GB" sz="2800" b="0" i="1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   8</m:t>
                                  </m:r>
                                </m:e>
                                <m:e>
                                  <m:r>
                                    <a:rPr lang="en-IN" sz="2800" b="0" i="1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   </m:t>
                                  </m:r>
                                  <m:r>
                                    <a:rPr lang="en-GB" sz="2800" b="0" i="1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e>
                              </m:mr>
                              <m:mr>
                                <m:e>
                                  <m:m>
                                    <m:mPr>
                                      <m:mcs>
                                        <m:mc>
                                          <m:mcPr>
                                            <m:count m:val="1"/>
                                            <m:mcJc m:val="center"/>
                                          </m:mcPr>
                                        </m:mc>
                                      </m:mcs>
                                      <m:ctrlPr>
                                        <a:rPr lang="en-IN" sz="2800" b="0" i="1" smtClean="0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mPr>
                                    <m:mr>
                                      <m:e>
                                        <m:r>
                                          <a:rPr lang="en-GB" sz="2800" b="0" i="1" smtClean="0">
                                            <a:solidFill>
                                              <a:srgbClr val="00206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   1</m:t>
                                        </m:r>
                                      </m:e>
                                    </m:mr>
                                    <m:mr>
                                      <m:e>
                                        <m:r>
                                          <a:rPr lang="en-IN" sz="2800" b="0" i="1" smtClean="0">
                                            <a:solidFill>
                                              <a:srgbClr val="00206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−2</m:t>
                                        </m:r>
                                      </m:e>
                                    </m:mr>
                                  </m:m>
                                </m:e>
                                <m:e>
                                  <m:m>
                                    <m:mPr>
                                      <m:mcs>
                                        <m:mc>
                                          <m:mcPr>
                                            <m:count m:val="1"/>
                                            <m:mcJc m:val="center"/>
                                          </m:mcPr>
                                        </m:mc>
                                      </m:mcs>
                                      <m:ctrlPr>
                                        <a:rPr lang="en-IN" sz="2800" b="0" i="1" smtClean="0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mPr>
                                    <m:mr>
                                      <m:e>
                                        <m:r>
                                          <m:rPr>
                                            <m:brk m:alnAt="7"/>
                                          </m:rPr>
                                          <a:rPr lang="en-IN" sz="2800" b="0" i="1" smtClean="0">
                                            <a:solidFill>
                                              <a:srgbClr val="00206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 </m:t>
                                        </m:r>
                                        <m:r>
                                          <a:rPr lang="en-IN" sz="2800" b="0" i="1" smtClean="0">
                                            <a:solidFill>
                                              <a:srgbClr val="00206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  </m:t>
                                        </m:r>
                                        <m:r>
                                          <a:rPr lang="en-GB" sz="2800" b="0" i="1" smtClean="0">
                                            <a:solidFill>
                                              <a:srgbClr val="00206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5</m:t>
                                        </m:r>
                                      </m:e>
                                    </m:mr>
                                    <m:mr>
                                      <m:e>
                                        <m:r>
                                          <a:rPr lang="en-GB" sz="2800" b="0" i="1" smtClean="0">
                                            <a:solidFill>
                                              <a:srgbClr val="00206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−6</m:t>
                                        </m:r>
                                      </m:e>
                                    </m:mr>
                                  </m:m>
                                </m:e>
                                <m:e>
                                  <m:m>
                                    <m:mPr>
                                      <m:mcs>
                                        <m:mc>
                                          <m:mcPr>
                                            <m:count m:val="1"/>
                                            <m:mcJc m:val="center"/>
                                          </m:mcPr>
                                        </m:mc>
                                      </m:mcs>
                                      <m:ctrlPr>
                                        <a:rPr lang="en-IN" sz="2800" b="0" i="1" smtClean="0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mPr>
                                    <m:mr>
                                      <m:e>
                                        <m:r>
                                          <m:rPr>
                                            <m:brk m:alnAt="7"/>
                                          </m:rPr>
                                          <a:rPr lang="en-IN" sz="2800" b="0" i="1" smtClean="0">
                                            <a:solidFill>
                                              <a:srgbClr val="00206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 </m:t>
                                        </m:r>
                                        <m:r>
                                          <a:rPr lang="en-IN" sz="2800" b="0" i="1" smtClean="0">
                                            <a:solidFill>
                                              <a:srgbClr val="00206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  1</m:t>
                                        </m:r>
                                      </m:e>
                                    </m:mr>
                                    <m:mr>
                                      <m:e>
                                        <m:r>
                                          <a:rPr lang="en-IN" sz="2800" b="0" i="1" smtClean="0">
                                            <a:solidFill>
                                              <a:srgbClr val="00206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   </m:t>
                                        </m:r>
                                        <m:r>
                                          <a:rPr lang="en-GB" sz="2800" b="0" i="1" smtClean="0">
                                            <a:solidFill>
                                              <a:srgbClr val="00206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0</m:t>
                                        </m:r>
                                      </m:e>
                                    </m:mr>
                                  </m:m>
                                </m:e>
                              </m:mr>
                            </m:m>
                            <m:r>
                              <a:rPr lang="en-IN" sz="2800" b="0" i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             </m:t>
                            </m:r>
                          </m:e>
                        </m:d>
                      </m:oMath>
                    </m:oMathPara>
                  </a14:m>
                  <a:endParaRPr lang="en-IN" sz="2800" dirty="0">
                    <a:solidFill>
                      <a:srgbClr val="002060"/>
                    </a:solidFill>
                  </a:endParaRPr>
                </a:p>
              </p:txBody>
            </p:sp>
          </mc:Choice>
          <mc:Fallback xmlns="">
            <p:sp>
              <p:nvSpPr>
                <p:cNvPr id="39" name="Rectangle 38">
                  <a:extLst>
                    <a:ext uri="{FF2B5EF4-FFF2-40B4-BE49-F238E27FC236}">
                      <a16:creationId xmlns:a16="http://schemas.microsoft.com/office/drawing/2014/main" id="{EF3B284C-B673-6C10-051D-399EA3E2AC68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5276119" y="2760074"/>
                  <a:ext cx="3942274" cy="1864083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0" name="Rectangle 39">
                  <a:extLst>
                    <a:ext uri="{FF2B5EF4-FFF2-40B4-BE49-F238E27FC236}">
                      <a16:creationId xmlns:a16="http://schemas.microsoft.com/office/drawing/2014/main" id="{BE0168B0-78FB-C0C5-364F-19D2F655D165}"/>
                    </a:ext>
                  </a:extLst>
                </p:cNvPr>
                <p:cNvSpPr/>
                <p:nvPr/>
              </p:nvSpPr>
              <p:spPr>
                <a:xfrm>
                  <a:off x="18154181" y="2798832"/>
                  <a:ext cx="758799" cy="1569363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80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IN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1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IN" sz="2800" i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a:rPr lang="en-IN" sz="280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</m:mr>
                                <m:mr>
                                  <m:e>
                                    <m:r>
                                      <a:rPr lang="en-IN" sz="280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</m:mr>
                              </m:m>
                            </m:e>
                          </m:mr>
                        </m:m>
                      </m:oMath>
                    </m:oMathPara>
                  </a14:m>
                  <a:endParaRPr lang="en-IN" sz="2800" dirty="0">
                    <a:solidFill>
                      <a:srgbClr val="002060"/>
                    </a:solidFill>
                  </a:endParaRPr>
                </a:p>
              </p:txBody>
            </p:sp>
          </mc:Choice>
          <mc:Fallback xmlns="">
            <p:sp>
              <p:nvSpPr>
                <p:cNvPr id="40" name="Rectangle 39">
                  <a:extLst>
                    <a:ext uri="{FF2B5EF4-FFF2-40B4-BE49-F238E27FC236}">
                      <a16:creationId xmlns:a16="http://schemas.microsoft.com/office/drawing/2014/main" id="{BE0168B0-78FB-C0C5-364F-19D2F655D165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8154181" y="2798832"/>
                  <a:ext cx="758799" cy="1569363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E46ADB90-52F0-3D80-DA46-9191632E762E}"/>
                </a:ext>
              </a:extLst>
            </p:cNvPr>
            <p:cNvCxnSpPr/>
            <p:nvPr/>
          </p:nvCxnSpPr>
          <p:spPr>
            <a:xfrm>
              <a:off x="18087053" y="2798312"/>
              <a:ext cx="0" cy="1629144"/>
            </a:xfrm>
            <a:prstGeom prst="line">
              <a:avLst/>
            </a:prstGeom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42" name="Rectangle 41">
                <a:extLst>
                  <a:ext uri="{FF2B5EF4-FFF2-40B4-BE49-F238E27FC236}">
                    <a16:creationId xmlns:a16="http://schemas.microsoft.com/office/drawing/2014/main" id="{FF244206-D055-5B06-821C-3B8F6AA5B3A7}"/>
                  </a:ext>
                </a:extLst>
              </p:cNvPr>
              <p:cNvSpPr/>
              <p:nvPr/>
            </p:nvSpPr>
            <p:spPr>
              <a:xfrm>
                <a:off x="1528957" y="3539715"/>
                <a:ext cx="1701076" cy="543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28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2800" b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𝐑</m:t>
                          </m:r>
                        </m:e>
                        <m:sub>
                          <m:r>
                            <a:rPr lang="en-GB" sz="2800" b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  <m:r>
                            <a:rPr lang="en-GB" sz="2800" b="1" i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  <m:d>
                        <m:dPr>
                          <m:ctrlPr>
                            <a:rPr lang="en-IN" sz="28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sz="28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GB" sz="28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e>
                      </m:d>
                    </m:oMath>
                  </m:oMathPara>
                </a14:m>
                <a:endParaRPr lang="en-IN" sz="28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42" name="Rectangle 41">
                <a:extLst>
                  <a:ext uri="{FF2B5EF4-FFF2-40B4-BE49-F238E27FC236}">
                    <a16:creationId xmlns:a16="http://schemas.microsoft.com/office/drawing/2014/main" id="{FF244206-D055-5B06-821C-3B8F6AA5B3A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28957" y="3539715"/>
                <a:ext cx="1701076" cy="543600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3" name="Rectangle 52">
                <a:extLst>
                  <a:ext uri="{FF2B5EF4-FFF2-40B4-BE49-F238E27FC236}">
                    <a16:creationId xmlns:a16="http://schemas.microsoft.com/office/drawing/2014/main" id="{634EBD3C-9084-7FBD-6E7F-CF5A9C5C8880}"/>
                  </a:ext>
                </a:extLst>
              </p:cNvPr>
              <p:cNvSpPr/>
              <p:nvPr/>
            </p:nvSpPr>
            <p:spPr>
              <a:xfrm>
                <a:off x="3008506" y="3539715"/>
                <a:ext cx="1849244" cy="543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r>
                  <a:rPr lang="en-IN" sz="2800" b="1" dirty="0">
                    <a:solidFill>
                      <a:srgbClr val="FF0000"/>
                    </a:solidFill>
                  </a:rPr>
                  <a:t>,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sz="28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2800" b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𝐑</m:t>
                        </m:r>
                      </m:e>
                      <m:sub>
                        <m:r>
                          <a:rPr lang="en-GB" sz="2800" b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  <m:r>
                          <a:rPr lang="en-IN" sz="2800" b="1" i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𝟑</m:t>
                        </m:r>
                      </m:sub>
                    </m:sSub>
                    <m:d>
                      <m:dPr>
                        <m:ctrlPr>
                          <a:rPr lang="en-IN" sz="28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8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8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e>
                    </m:d>
                  </m:oMath>
                </a14:m>
                <a:endParaRPr lang="en-IN" sz="28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53" name="Rectangle 52">
                <a:extLst>
                  <a:ext uri="{FF2B5EF4-FFF2-40B4-BE49-F238E27FC236}">
                    <a16:creationId xmlns:a16="http://schemas.microsoft.com/office/drawing/2014/main" id="{634EBD3C-9084-7FBD-6E7F-CF5A9C5C888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08506" y="3539715"/>
                <a:ext cx="1849244" cy="543600"/>
              </a:xfrm>
              <a:prstGeom prst="rect">
                <a:avLst/>
              </a:prstGeom>
              <a:blipFill>
                <a:blip r:embed="rId16"/>
                <a:stretch>
                  <a:fillRect l="-6931" t="-12360" b="-26966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2" name="Rectangle 61">
                <a:extLst>
                  <a:ext uri="{FF2B5EF4-FFF2-40B4-BE49-F238E27FC236}">
                    <a16:creationId xmlns:a16="http://schemas.microsoft.com/office/drawing/2014/main" id="{ACBB6E8B-0C97-3D65-D689-C526C3DE4828}"/>
                  </a:ext>
                </a:extLst>
              </p:cNvPr>
              <p:cNvSpPr/>
              <p:nvPr/>
            </p:nvSpPr>
            <p:spPr>
              <a:xfrm>
                <a:off x="4621910" y="3537403"/>
                <a:ext cx="1849244" cy="543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r>
                  <a:rPr lang="en-IN" sz="2800" b="1" dirty="0">
                    <a:solidFill>
                      <a:srgbClr val="FF0000"/>
                    </a:solidFill>
                  </a:rPr>
                  <a:t>,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sz="28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2800" b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𝐑</m:t>
                        </m:r>
                      </m:e>
                      <m:sub>
                        <m:r>
                          <a:rPr lang="en-GB" sz="2800" b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  <m:r>
                          <a:rPr lang="en-IN" sz="2800" b="1" i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𝟒</m:t>
                        </m:r>
                      </m:sub>
                    </m:sSub>
                    <m:d>
                      <m:dPr>
                        <m:ctrlPr>
                          <a:rPr lang="en-IN" sz="28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8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e>
                    </m:d>
                  </m:oMath>
                </a14:m>
                <a:endParaRPr lang="en-IN" sz="28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62" name="Rectangle 61">
                <a:extLst>
                  <a:ext uri="{FF2B5EF4-FFF2-40B4-BE49-F238E27FC236}">
                    <a16:creationId xmlns:a16="http://schemas.microsoft.com/office/drawing/2014/main" id="{ACBB6E8B-0C97-3D65-D689-C526C3DE482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21910" y="3537403"/>
                <a:ext cx="1849244" cy="543600"/>
              </a:xfrm>
              <a:prstGeom prst="rect">
                <a:avLst/>
              </a:prstGeom>
              <a:blipFill>
                <a:blip r:embed="rId17"/>
                <a:stretch>
                  <a:fillRect l="-6579" t="-11236" b="-26966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6" name="Group 25">
            <a:extLst>
              <a:ext uri="{FF2B5EF4-FFF2-40B4-BE49-F238E27FC236}">
                <a16:creationId xmlns:a16="http://schemas.microsoft.com/office/drawing/2014/main" id="{92D92BC3-69BF-6458-88DE-16FFB48E9142}"/>
              </a:ext>
            </a:extLst>
          </p:cNvPr>
          <p:cNvGrpSpPr/>
          <p:nvPr/>
        </p:nvGrpSpPr>
        <p:grpSpPr>
          <a:xfrm>
            <a:off x="1537709" y="4412943"/>
            <a:ext cx="3942274" cy="1864083"/>
            <a:chOff x="14780806" y="-2815243"/>
            <a:chExt cx="3942274" cy="1864083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" name="Rectangle 8">
                  <a:extLst>
                    <a:ext uri="{FF2B5EF4-FFF2-40B4-BE49-F238E27FC236}">
                      <a16:creationId xmlns:a16="http://schemas.microsoft.com/office/drawing/2014/main" id="{D1B64512-48BF-3C12-0D36-3AE03DD117F0}"/>
                    </a:ext>
                  </a:extLst>
                </p:cNvPr>
                <p:cNvSpPr/>
                <p:nvPr/>
              </p:nvSpPr>
              <p:spPr>
                <a:xfrm>
                  <a:off x="14780806" y="-2815243"/>
                  <a:ext cx="3942274" cy="1864083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IN" sz="28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~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en-IN" sz="2800" b="0" i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800" b="0" i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 </m:t>
                            </m:r>
                            <m:m>
                              <m:mPr>
                                <m:mcs>
                                  <m:mc>
                                    <m:mcPr>
                                      <m:count m:val="3"/>
                                      <m:mcJc m:val="center"/>
                                    </m:mcPr>
                                  </m:mc>
                                </m:mcs>
                                <m:ctrlPr>
                                  <a:rPr lang="en-IN" sz="2800" b="0" i="1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mPr>
                              <m:mr>
                                <m:e>
                                  <m:r>
                                    <m:rPr>
                                      <m:brk m:alnAt="7"/>
                                    </m:rPr>
                                    <a:rPr lang="en-IN" sz="2800" b="0" i="1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  <m:r>
                                    <a:rPr lang="en-IN" sz="2800" b="0" i="1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  </m:t>
                                  </m:r>
                                  <m:r>
                                    <a:rPr lang="en-GB" sz="2800" b="0" i="1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e>
                                <m:e>
                                  <m:r>
                                    <a:rPr lang="en-IN" sz="2800" b="0" i="1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   </m:t>
                                  </m:r>
                                  <m:r>
                                    <a:rPr lang="en-GB" sz="2800" b="0" i="1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e>
                                <m:e>
                                  <m:r>
                                    <a:rPr lang="en-IN" sz="2800" b="0" i="1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   0</m:t>
                                  </m:r>
                                </m:e>
                              </m:mr>
                              <m:mr>
                                <m:e>
                                  <m:r>
                                    <a:rPr lang="en-IN" sz="2800" b="0" i="1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   </m:t>
                                  </m:r>
                                  <m:r>
                                    <a:rPr lang="en-GB" sz="2800" b="0" i="1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  <m:e>
                                  <m:r>
                                    <a:rPr lang="en-GB" sz="2800" b="0" i="1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   2</m:t>
                                  </m:r>
                                </m:e>
                                <m:e>
                                  <m:r>
                                    <a:rPr lang="en-IN" sz="2800" b="0" i="1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   </m:t>
                                  </m:r>
                                  <m:r>
                                    <a:rPr lang="en-GB" sz="2800" b="0" i="1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e>
                              </m:mr>
                              <m:mr>
                                <m:e>
                                  <m:m>
                                    <m:mPr>
                                      <m:mcs>
                                        <m:mc>
                                          <m:mcPr>
                                            <m:count m:val="1"/>
                                            <m:mcJc m:val="center"/>
                                          </m:mcPr>
                                        </m:mc>
                                      </m:mcs>
                                      <m:ctrlPr>
                                        <a:rPr lang="en-IN" sz="2800" b="0" i="1" smtClean="0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mPr>
                                    <m:mr>
                                      <m:e>
                                        <m:r>
                                          <a:rPr lang="en-GB" sz="2800" b="0" i="1" smtClean="0">
                                            <a:solidFill>
                                              <a:schemeClr val="bg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   1</m:t>
                                        </m:r>
                                      </m:e>
                                    </m:mr>
                                    <m:mr>
                                      <m:e>
                                        <m:r>
                                          <a:rPr lang="en-IN" sz="2800" b="0" i="1" smtClean="0">
                                            <a:solidFill>
                                              <a:schemeClr val="bg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−2</m:t>
                                        </m:r>
                                      </m:e>
                                    </m:mr>
                                  </m:m>
                                </m:e>
                                <m:e>
                                  <m:m>
                                    <m:mPr>
                                      <m:mcs>
                                        <m:mc>
                                          <m:mcPr>
                                            <m:count m:val="1"/>
                                            <m:mcJc m:val="center"/>
                                          </m:mcPr>
                                        </m:mc>
                                      </m:mcs>
                                      <m:ctrlPr>
                                        <a:rPr lang="en-IN" sz="2800" b="0" i="1" smtClean="0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mPr>
                                    <m:mr>
                                      <m:e>
                                        <m:r>
                                          <m:rPr>
                                            <m:brk m:alnAt="7"/>
                                          </m:rPr>
                                          <a:rPr lang="en-IN" sz="2800" b="0" i="1" smtClean="0">
                                            <a:solidFill>
                                              <a:schemeClr val="bg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 </m:t>
                                        </m:r>
                                        <m:r>
                                          <a:rPr lang="en-IN" sz="2800" b="0" i="1" smtClean="0">
                                            <a:solidFill>
                                              <a:schemeClr val="bg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  </m:t>
                                        </m:r>
                                        <m:r>
                                          <a:rPr lang="en-GB" sz="2800" b="0" i="1" smtClean="0">
                                            <a:solidFill>
                                              <a:schemeClr val="bg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5</m:t>
                                        </m:r>
                                      </m:e>
                                    </m:mr>
                                    <m:mr>
                                      <m:e>
                                        <m:r>
                                          <a:rPr lang="en-GB" sz="2800" b="0" i="1" smtClean="0">
                                            <a:solidFill>
                                              <a:schemeClr val="bg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−6</m:t>
                                        </m:r>
                                      </m:e>
                                    </m:mr>
                                  </m:m>
                                </m:e>
                                <m:e>
                                  <m:m>
                                    <m:mPr>
                                      <m:mcs>
                                        <m:mc>
                                          <m:mcPr>
                                            <m:count m:val="1"/>
                                            <m:mcJc m:val="center"/>
                                          </m:mcPr>
                                        </m:mc>
                                      </m:mcs>
                                      <m:ctrlPr>
                                        <a:rPr lang="en-IN" sz="2800" b="0" i="1" smtClean="0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mPr>
                                    <m:mr>
                                      <m:e>
                                        <m:r>
                                          <m:rPr>
                                            <m:brk m:alnAt="7"/>
                                          </m:rPr>
                                          <a:rPr lang="en-IN" sz="2800" b="0" i="1" smtClean="0">
                                            <a:solidFill>
                                              <a:schemeClr val="bg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 </m:t>
                                        </m:r>
                                        <m:r>
                                          <a:rPr lang="en-IN" sz="2800" b="0" i="1" smtClean="0">
                                            <a:solidFill>
                                              <a:schemeClr val="bg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  1</m:t>
                                        </m:r>
                                      </m:e>
                                    </m:mr>
                                    <m:mr>
                                      <m:e>
                                        <m:r>
                                          <a:rPr lang="en-IN" sz="2800" b="0" i="1" smtClean="0">
                                            <a:solidFill>
                                              <a:schemeClr val="bg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   </m:t>
                                        </m:r>
                                        <m:r>
                                          <a:rPr lang="en-GB" sz="2800" b="0" i="1" smtClean="0">
                                            <a:solidFill>
                                              <a:schemeClr val="bg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0</m:t>
                                        </m:r>
                                      </m:e>
                                    </m:mr>
                                  </m:m>
                                </m:e>
                              </m:mr>
                            </m:m>
                            <m:r>
                              <a:rPr lang="en-IN" sz="2800" b="0" i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             </m:t>
                            </m:r>
                          </m:e>
                        </m:d>
                      </m:oMath>
                    </m:oMathPara>
                  </a14:m>
                  <a:endParaRPr lang="en-IN" sz="2800" dirty="0">
                    <a:solidFill>
                      <a:srgbClr val="002060"/>
                    </a:solidFill>
                  </a:endParaRPr>
                </a:p>
              </p:txBody>
            </p:sp>
          </mc:Choice>
          <mc:Fallback xmlns="">
            <p:sp>
              <p:nvSpPr>
                <p:cNvPr id="9" name="Rectangle 8">
                  <a:extLst>
                    <a:ext uri="{FF2B5EF4-FFF2-40B4-BE49-F238E27FC236}">
                      <a16:creationId xmlns:a16="http://schemas.microsoft.com/office/drawing/2014/main" id="{D1B64512-48BF-3C12-0D36-3AE03DD117F0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4780806" y="-2815243"/>
                  <a:ext cx="3942274" cy="1864083"/>
                </a:xfrm>
                <a:prstGeom prst="rect">
                  <a:avLst/>
                </a:prstGeom>
                <a:blipFill>
                  <a:blip r:embed="rId18"/>
                  <a:stretch>
                    <a:fillRect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" name="Rectangle 9">
                  <a:extLst>
                    <a:ext uri="{FF2B5EF4-FFF2-40B4-BE49-F238E27FC236}">
                      <a16:creationId xmlns:a16="http://schemas.microsoft.com/office/drawing/2014/main" id="{F76ACD86-8A47-B7C4-2596-B69BAE1EE419}"/>
                    </a:ext>
                  </a:extLst>
                </p:cNvPr>
                <p:cNvSpPr/>
                <p:nvPr/>
              </p:nvSpPr>
              <p:spPr>
                <a:xfrm>
                  <a:off x="17748368" y="-2765000"/>
                  <a:ext cx="758799" cy="1493163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80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IN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1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IN" sz="280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a:rPr lang="en-IN" sz="280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</m:mr>
                                <m:mr>
                                  <m:e>
                                    <m:r>
                                      <a:rPr lang="en-IN" sz="280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</m:mr>
                              </m:m>
                            </m:e>
                          </m:mr>
                        </m:m>
                      </m:oMath>
                    </m:oMathPara>
                  </a14:m>
                  <a:endParaRPr lang="en-IN" sz="2800" dirty="0">
                    <a:solidFill>
                      <a:srgbClr val="002060"/>
                    </a:solidFill>
                  </a:endParaRPr>
                </a:p>
              </p:txBody>
            </p:sp>
          </mc:Choice>
          <mc:Fallback xmlns="">
            <p:sp>
              <p:nvSpPr>
                <p:cNvPr id="10" name="Rectangle 9">
                  <a:extLst>
                    <a:ext uri="{FF2B5EF4-FFF2-40B4-BE49-F238E27FC236}">
                      <a16:creationId xmlns:a16="http://schemas.microsoft.com/office/drawing/2014/main" id="{F76ACD86-8A47-B7C4-2596-B69BAE1EE419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7748368" y="-2765000"/>
                  <a:ext cx="758799" cy="1493163"/>
                </a:xfrm>
                <a:prstGeom prst="rect">
                  <a:avLst/>
                </a:prstGeom>
                <a:blipFill>
                  <a:blip r:embed="rId19"/>
                  <a:stretch>
                    <a:fillRect b="-2857"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989AC223-1FC0-39EB-6E74-F4B82EA9F582}"/>
                </a:ext>
              </a:extLst>
            </p:cNvPr>
            <p:cNvCxnSpPr/>
            <p:nvPr/>
          </p:nvCxnSpPr>
          <p:spPr>
            <a:xfrm>
              <a:off x="17752920" y="-2777005"/>
              <a:ext cx="0" cy="1629144"/>
            </a:xfrm>
            <a:prstGeom prst="line">
              <a:avLst/>
            </a:prstGeom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2" name="Group 31">
            <a:extLst>
              <a:ext uri="{FF2B5EF4-FFF2-40B4-BE49-F238E27FC236}">
                <a16:creationId xmlns:a16="http://schemas.microsoft.com/office/drawing/2014/main" id="{65650E5B-ECEF-B184-6323-88831DC79267}"/>
              </a:ext>
            </a:extLst>
          </p:cNvPr>
          <p:cNvGrpSpPr/>
          <p:nvPr/>
        </p:nvGrpSpPr>
        <p:grpSpPr>
          <a:xfrm>
            <a:off x="1535306" y="4412942"/>
            <a:ext cx="3942274" cy="1864083"/>
            <a:chOff x="14780806" y="-2815243"/>
            <a:chExt cx="3942274" cy="1864083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3" name="Rectangle 32">
                  <a:extLst>
                    <a:ext uri="{FF2B5EF4-FFF2-40B4-BE49-F238E27FC236}">
                      <a16:creationId xmlns:a16="http://schemas.microsoft.com/office/drawing/2014/main" id="{5C53F0BC-B6D9-37C2-2AC2-E9FBB4598E95}"/>
                    </a:ext>
                  </a:extLst>
                </p:cNvPr>
                <p:cNvSpPr/>
                <p:nvPr/>
              </p:nvSpPr>
              <p:spPr>
                <a:xfrm>
                  <a:off x="14780806" y="-2815243"/>
                  <a:ext cx="3942274" cy="1864083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IN" sz="28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~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en-IN" sz="2800" b="0" i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800" b="0" i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 </m:t>
                            </m:r>
                            <m:m>
                              <m:mPr>
                                <m:mcs>
                                  <m:mc>
                                    <m:mcPr>
                                      <m:count m:val="3"/>
                                      <m:mcJc m:val="center"/>
                                    </m:mcPr>
                                  </m:mc>
                                </m:mcs>
                                <m:ctrlPr>
                                  <a:rPr lang="en-IN" sz="2800" b="0" i="1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mPr>
                              <m:mr>
                                <m:e>
                                  <m:r>
                                    <m:rPr>
                                      <m:brk m:alnAt="7"/>
                                    </m:rPr>
                                    <a:rPr lang="en-IN" sz="2800" b="0" i="1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  <m:r>
                                    <a:rPr lang="en-IN" sz="2800" b="0" i="1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  </m:t>
                                  </m:r>
                                  <m:r>
                                    <a:rPr lang="en-GB" sz="2800" b="0" i="1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e>
                                <m:e>
                                  <m:r>
                                    <a:rPr lang="en-IN" sz="2800" b="0" i="1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   </m:t>
                                  </m:r>
                                  <m:r>
                                    <a:rPr lang="en-GB" sz="2800" b="0" i="1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e>
                                <m:e>
                                  <m:r>
                                    <a:rPr lang="en-IN" sz="2800" b="0" i="1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   0</m:t>
                                  </m:r>
                                </m:e>
                              </m:mr>
                              <m:mr>
                                <m:e>
                                  <m:r>
                                    <a:rPr lang="en-IN" sz="2800" b="0" i="1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   </m:t>
                                  </m:r>
                                  <m:r>
                                    <a:rPr lang="en-GB" sz="2800" b="0" i="1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  <m:e>
                                  <m:r>
                                    <a:rPr lang="en-GB" sz="2800" b="0" i="1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   2</m:t>
                                  </m:r>
                                </m:e>
                                <m:e>
                                  <m:r>
                                    <a:rPr lang="en-IN" sz="2800" b="0" i="1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   </m:t>
                                  </m:r>
                                  <m:r>
                                    <a:rPr lang="en-GB" sz="2800" b="0" i="1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e>
                              </m:mr>
                              <m:mr>
                                <m:e>
                                  <m:m>
                                    <m:mPr>
                                      <m:mcs>
                                        <m:mc>
                                          <m:mcPr>
                                            <m:count m:val="1"/>
                                            <m:mcJc m:val="center"/>
                                          </m:mcPr>
                                        </m:mc>
                                      </m:mcs>
                                      <m:ctrlPr>
                                        <a:rPr lang="en-IN" sz="2800" b="0" i="1" smtClean="0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mPr>
                                    <m:mr>
                                      <m:e>
                                        <m:r>
                                          <a:rPr lang="en-GB" sz="2800" b="0" i="1" smtClean="0">
                                            <a:solidFill>
                                              <a:schemeClr val="bg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   </m:t>
                                        </m:r>
                                        <m:r>
                                          <a:rPr lang="en-IN" sz="2800" b="0" i="1" smtClean="0">
                                            <a:solidFill>
                                              <a:srgbClr val="00206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0</m:t>
                                        </m:r>
                                      </m:e>
                                    </m:mr>
                                    <m:mr>
                                      <m:e>
                                        <m:r>
                                          <a:rPr lang="en-IN" sz="2800" b="0" i="1" smtClean="0">
                                            <a:solidFill>
                                              <a:schemeClr val="bg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−2</m:t>
                                        </m:r>
                                      </m:e>
                                    </m:mr>
                                  </m:m>
                                </m:e>
                                <m:e>
                                  <m:m>
                                    <m:mPr>
                                      <m:mcs>
                                        <m:mc>
                                          <m:mcPr>
                                            <m:count m:val="1"/>
                                            <m:mcJc m:val="center"/>
                                          </m:mcPr>
                                        </m:mc>
                                      </m:mcs>
                                      <m:ctrlPr>
                                        <a:rPr lang="en-IN" sz="2800" b="0" i="1" smtClean="0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mPr>
                                    <m:mr>
                                      <m:e>
                                        <m:r>
                                          <m:rPr>
                                            <m:brk m:alnAt="7"/>
                                          </m:rPr>
                                          <a:rPr lang="en-IN" sz="2800" b="0" i="1" smtClean="0">
                                            <a:solidFill>
                                              <a:schemeClr val="bg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 </m:t>
                                        </m:r>
                                        <m:r>
                                          <a:rPr lang="en-IN" sz="2800" b="0" i="1" smtClean="0">
                                            <a:solidFill>
                                              <a:schemeClr val="bg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  </m:t>
                                        </m:r>
                                        <m:r>
                                          <a:rPr lang="en-IN" sz="2800" b="0" i="1" smtClean="0">
                                            <a:solidFill>
                                              <a:srgbClr val="00206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e>
                                    </m:mr>
                                    <m:mr>
                                      <m:e>
                                        <m:r>
                                          <a:rPr lang="en-GB" sz="2800" b="0" i="1" smtClean="0">
                                            <a:solidFill>
                                              <a:schemeClr val="bg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−6</m:t>
                                        </m:r>
                                      </m:e>
                                    </m:mr>
                                  </m:m>
                                </m:e>
                                <m:e>
                                  <m:m>
                                    <m:mPr>
                                      <m:mcs>
                                        <m:mc>
                                          <m:mcPr>
                                            <m:count m:val="1"/>
                                            <m:mcJc m:val="center"/>
                                          </m:mcPr>
                                        </m:mc>
                                      </m:mcs>
                                      <m:ctrlPr>
                                        <a:rPr lang="en-IN" sz="2800" b="0" i="1" smtClean="0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mPr>
                                    <m:mr>
                                      <m:e>
                                        <m:r>
                                          <m:rPr>
                                            <m:brk m:alnAt="7"/>
                                          </m:rPr>
                                          <a:rPr lang="en-IN" sz="2800" b="0" i="1" smtClean="0">
                                            <a:solidFill>
                                              <a:schemeClr val="bg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 </m:t>
                                        </m:r>
                                        <m:r>
                                          <a:rPr lang="en-IN" sz="2800" b="0" i="1" smtClean="0">
                                            <a:solidFill>
                                              <a:schemeClr val="bg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  </m:t>
                                        </m:r>
                                        <m:r>
                                          <a:rPr lang="en-IN" sz="2800" b="0" i="1" smtClean="0">
                                            <a:solidFill>
                                              <a:srgbClr val="00206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e>
                                    </m:mr>
                                    <m:mr>
                                      <m:e>
                                        <m:r>
                                          <a:rPr lang="en-IN" sz="2800" b="0" i="1" smtClean="0">
                                            <a:solidFill>
                                              <a:schemeClr val="bg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   </m:t>
                                        </m:r>
                                        <m:r>
                                          <a:rPr lang="en-GB" sz="2800" b="0" i="1" smtClean="0">
                                            <a:solidFill>
                                              <a:schemeClr val="bg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0</m:t>
                                        </m:r>
                                      </m:e>
                                    </m:mr>
                                  </m:m>
                                </m:e>
                              </m:mr>
                            </m:m>
                            <m:r>
                              <a:rPr lang="en-IN" sz="2800" b="0" i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             </m:t>
                            </m:r>
                          </m:e>
                        </m:d>
                      </m:oMath>
                    </m:oMathPara>
                  </a14:m>
                  <a:endParaRPr lang="en-IN" sz="2800" dirty="0">
                    <a:solidFill>
                      <a:srgbClr val="002060"/>
                    </a:solidFill>
                  </a:endParaRPr>
                </a:p>
              </p:txBody>
            </p:sp>
          </mc:Choice>
          <mc:Fallback xmlns="">
            <p:sp>
              <p:nvSpPr>
                <p:cNvPr id="33" name="Rectangle 32">
                  <a:extLst>
                    <a:ext uri="{FF2B5EF4-FFF2-40B4-BE49-F238E27FC236}">
                      <a16:creationId xmlns:a16="http://schemas.microsoft.com/office/drawing/2014/main" id="{5C53F0BC-B6D9-37C2-2AC2-E9FBB4598E95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4780806" y="-2815243"/>
                  <a:ext cx="3942274" cy="1864083"/>
                </a:xfrm>
                <a:prstGeom prst="rect">
                  <a:avLst/>
                </a:prstGeom>
                <a:blipFill>
                  <a:blip r:embed="rId21"/>
                  <a:stretch>
                    <a:fillRect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4" name="Rectangle 33">
                  <a:extLst>
                    <a:ext uri="{FF2B5EF4-FFF2-40B4-BE49-F238E27FC236}">
                      <a16:creationId xmlns:a16="http://schemas.microsoft.com/office/drawing/2014/main" id="{EBD365E8-3BA6-E326-9073-0EFDEB0DCDFE}"/>
                    </a:ext>
                  </a:extLst>
                </p:cNvPr>
                <p:cNvSpPr/>
                <p:nvPr/>
              </p:nvSpPr>
              <p:spPr>
                <a:xfrm>
                  <a:off x="17748368" y="-2765000"/>
                  <a:ext cx="758799" cy="1493163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80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IN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1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IN" sz="280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a:rPr lang="en-IN" sz="2800" smtClean="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</m:mr>
                                <m:mr>
                                  <m:e>
                                    <m:r>
                                      <a:rPr lang="en-IN" sz="280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</m:mr>
                              </m:m>
                            </m:e>
                          </m:mr>
                        </m:m>
                      </m:oMath>
                    </m:oMathPara>
                  </a14:m>
                  <a:endParaRPr lang="en-IN" sz="2800" dirty="0">
                    <a:solidFill>
                      <a:srgbClr val="002060"/>
                    </a:solidFill>
                  </a:endParaRPr>
                </a:p>
              </p:txBody>
            </p:sp>
          </mc:Choice>
          <mc:Fallback xmlns="">
            <p:sp>
              <p:nvSpPr>
                <p:cNvPr id="34" name="Rectangle 33">
                  <a:extLst>
                    <a:ext uri="{FF2B5EF4-FFF2-40B4-BE49-F238E27FC236}">
                      <a16:creationId xmlns:a16="http://schemas.microsoft.com/office/drawing/2014/main" id="{EBD365E8-3BA6-E326-9073-0EFDEB0DCDFE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7748368" y="-2765000"/>
                  <a:ext cx="758799" cy="1493163"/>
                </a:xfrm>
                <a:prstGeom prst="rect">
                  <a:avLst/>
                </a:prstGeom>
                <a:blipFill>
                  <a:blip r:embed="rId22"/>
                  <a:stretch>
                    <a:fillRect b="-2857"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4FE3DBCA-8114-D350-FCF2-307041046EFD}"/>
                </a:ext>
              </a:extLst>
            </p:cNvPr>
            <p:cNvCxnSpPr/>
            <p:nvPr/>
          </p:nvCxnSpPr>
          <p:spPr>
            <a:xfrm>
              <a:off x="17752920" y="-2777005"/>
              <a:ext cx="0" cy="1629144"/>
            </a:xfrm>
            <a:prstGeom prst="line">
              <a:avLst/>
            </a:prstGeom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4" name="Group 63">
            <a:extLst>
              <a:ext uri="{FF2B5EF4-FFF2-40B4-BE49-F238E27FC236}">
                <a16:creationId xmlns:a16="http://schemas.microsoft.com/office/drawing/2014/main" id="{B22B727E-0281-2D78-0534-B9E3A2D679DE}"/>
              </a:ext>
            </a:extLst>
          </p:cNvPr>
          <p:cNvGrpSpPr/>
          <p:nvPr/>
        </p:nvGrpSpPr>
        <p:grpSpPr>
          <a:xfrm>
            <a:off x="1544197" y="4415660"/>
            <a:ext cx="3942274" cy="1864083"/>
            <a:chOff x="14780806" y="-2815243"/>
            <a:chExt cx="3942274" cy="1864083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5" name="Rectangle 64">
                  <a:extLst>
                    <a:ext uri="{FF2B5EF4-FFF2-40B4-BE49-F238E27FC236}">
                      <a16:creationId xmlns:a16="http://schemas.microsoft.com/office/drawing/2014/main" id="{C5EF7E95-65BA-3C21-4CFE-0C22EF29799A}"/>
                    </a:ext>
                  </a:extLst>
                </p:cNvPr>
                <p:cNvSpPr/>
                <p:nvPr/>
              </p:nvSpPr>
              <p:spPr>
                <a:xfrm>
                  <a:off x="14780806" y="-2815243"/>
                  <a:ext cx="3942274" cy="1864083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IN" sz="28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~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en-IN" sz="2800" b="0" i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800" b="0" i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 </m:t>
                            </m:r>
                            <m:m>
                              <m:mPr>
                                <m:mcs>
                                  <m:mc>
                                    <m:mcPr>
                                      <m:count m:val="3"/>
                                      <m:mcJc m:val="center"/>
                                    </m:mcPr>
                                  </m:mc>
                                </m:mcs>
                                <m:ctrlPr>
                                  <a:rPr lang="en-IN" sz="2800" b="0" i="1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mPr>
                              <m:mr>
                                <m:e>
                                  <m:r>
                                    <m:rPr>
                                      <m:brk m:alnAt="7"/>
                                    </m:rPr>
                                    <a:rPr lang="en-IN" sz="2800" b="0" i="1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  <m:r>
                                    <a:rPr lang="en-IN" sz="2800" b="0" i="1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  </m:t>
                                  </m:r>
                                  <m:r>
                                    <a:rPr lang="en-GB" sz="2800" b="0" i="1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e>
                                <m:e>
                                  <m:r>
                                    <a:rPr lang="en-IN" sz="2800" b="0" i="1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   </m:t>
                                  </m:r>
                                  <m:r>
                                    <a:rPr lang="en-GB" sz="2800" b="0" i="1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e>
                                <m:e>
                                  <m:r>
                                    <a:rPr lang="en-IN" sz="2800" b="0" i="1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   0</m:t>
                                  </m:r>
                                </m:e>
                              </m:mr>
                              <m:mr>
                                <m:e>
                                  <m:r>
                                    <a:rPr lang="en-IN" sz="2800" b="0" i="1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   </m:t>
                                  </m:r>
                                  <m:r>
                                    <a:rPr lang="en-GB" sz="2800" b="0" i="1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  <m:e>
                                  <m:r>
                                    <a:rPr lang="en-GB" sz="2800" b="0" i="1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   2</m:t>
                                  </m:r>
                                </m:e>
                                <m:e>
                                  <m:r>
                                    <a:rPr lang="en-IN" sz="2800" b="0" i="1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   </m:t>
                                  </m:r>
                                  <m:r>
                                    <a:rPr lang="en-GB" sz="2800" b="0" i="1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e>
                              </m:mr>
                              <m:mr>
                                <m:e>
                                  <m:m>
                                    <m:mPr>
                                      <m:mcs>
                                        <m:mc>
                                          <m:mcPr>
                                            <m:count m:val="1"/>
                                            <m:mcJc m:val="center"/>
                                          </m:mcPr>
                                        </m:mc>
                                      </m:mcs>
                                      <m:ctrlPr>
                                        <a:rPr lang="en-IN" sz="2800" b="0" i="1" smtClean="0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mPr>
                                    <m:mr>
                                      <m:e>
                                        <m:r>
                                          <a:rPr lang="en-GB" sz="2800" b="0" i="1" smtClean="0">
                                            <a:solidFill>
                                              <a:srgbClr val="00206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   </m:t>
                                        </m:r>
                                        <m:r>
                                          <a:rPr lang="en-IN" sz="2800" b="0" i="1" smtClean="0">
                                            <a:solidFill>
                                              <a:srgbClr val="00206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0</m:t>
                                        </m:r>
                                      </m:e>
                                    </m:mr>
                                    <m:mr>
                                      <m:e>
                                        <m:r>
                                          <a:rPr lang="en-IN" sz="2800" b="0" i="1" smtClean="0">
                                            <a:solidFill>
                                              <a:srgbClr val="00206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   0</m:t>
                                        </m:r>
                                      </m:e>
                                    </m:mr>
                                  </m:m>
                                </m:e>
                                <m:e>
                                  <m:m>
                                    <m:mPr>
                                      <m:mcs>
                                        <m:mc>
                                          <m:mcPr>
                                            <m:count m:val="1"/>
                                            <m:mcJc m:val="center"/>
                                          </m:mcPr>
                                        </m:mc>
                                      </m:mcs>
                                      <m:ctrlPr>
                                        <a:rPr lang="en-IN" sz="2800" b="0" i="1" smtClean="0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mPr>
                                    <m:mr>
                                      <m:e>
                                        <m:r>
                                          <m:rPr>
                                            <m:brk m:alnAt="7"/>
                                          </m:rPr>
                                          <a:rPr lang="en-IN" sz="2800" b="0" i="1" smtClean="0">
                                            <a:solidFill>
                                              <a:srgbClr val="00206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 </m:t>
                                        </m:r>
                                        <m:r>
                                          <a:rPr lang="en-IN" sz="2800" b="0" i="1" smtClean="0">
                                            <a:solidFill>
                                              <a:srgbClr val="00206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  2</m:t>
                                        </m:r>
                                      </m:e>
                                    </m:mr>
                                    <m:mr>
                                      <m:e>
                                        <m:r>
                                          <a:rPr lang="en-IN" sz="2800" b="0" i="1" smtClean="0">
                                            <a:solidFill>
                                              <a:srgbClr val="00206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   0</m:t>
                                        </m:r>
                                      </m:e>
                                    </m:mr>
                                  </m:m>
                                </m:e>
                                <m:e>
                                  <m:m>
                                    <m:mPr>
                                      <m:mcs>
                                        <m:mc>
                                          <m:mcPr>
                                            <m:count m:val="1"/>
                                            <m:mcJc m:val="center"/>
                                          </m:mcPr>
                                        </m:mc>
                                      </m:mcs>
                                      <m:ctrlPr>
                                        <a:rPr lang="en-IN" sz="2800" b="0" i="1" smtClean="0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mPr>
                                    <m:mr>
                                      <m:e>
                                        <m:r>
                                          <m:rPr>
                                            <m:brk m:alnAt="7"/>
                                          </m:rPr>
                                          <a:rPr lang="en-IN" sz="2800" b="0" i="1" smtClean="0">
                                            <a:solidFill>
                                              <a:srgbClr val="00206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 </m:t>
                                        </m:r>
                                        <m:r>
                                          <a:rPr lang="en-IN" sz="2800" b="0" i="1" smtClean="0">
                                            <a:solidFill>
                                              <a:srgbClr val="00206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  1</m:t>
                                        </m:r>
                                      </m:e>
                                    </m:mr>
                                    <m:mr>
                                      <m:e>
                                        <m:r>
                                          <a:rPr lang="en-IN" sz="2800" b="0" i="1" smtClean="0">
                                            <a:solidFill>
                                              <a:srgbClr val="00206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   </m:t>
                                        </m:r>
                                        <m:r>
                                          <a:rPr lang="en-GB" sz="2800" b="0" i="1" smtClean="0">
                                            <a:solidFill>
                                              <a:srgbClr val="00206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0</m:t>
                                        </m:r>
                                      </m:e>
                                    </m:mr>
                                  </m:m>
                                </m:e>
                              </m:mr>
                            </m:m>
                            <m:r>
                              <a:rPr lang="en-IN" sz="2800" b="0" i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             </m:t>
                            </m:r>
                          </m:e>
                        </m:d>
                      </m:oMath>
                    </m:oMathPara>
                  </a14:m>
                  <a:endParaRPr lang="en-IN" sz="2800" dirty="0">
                    <a:solidFill>
                      <a:srgbClr val="002060"/>
                    </a:solidFill>
                  </a:endParaRPr>
                </a:p>
              </p:txBody>
            </p:sp>
          </mc:Choice>
          <mc:Fallback xmlns="">
            <p:sp>
              <p:nvSpPr>
                <p:cNvPr id="65" name="Rectangle 64">
                  <a:extLst>
                    <a:ext uri="{FF2B5EF4-FFF2-40B4-BE49-F238E27FC236}">
                      <a16:creationId xmlns:a16="http://schemas.microsoft.com/office/drawing/2014/main" id="{C5EF7E95-65BA-3C21-4CFE-0C22EF29799A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4780806" y="-2815243"/>
                  <a:ext cx="3942274" cy="1864083"/>
                </a:xfrm>
                <a:prstGeom prst="rect">
                  <a:avLst/>
                </a:prstGeom>
                <a:blipFill>
                  <a:blip r:embed="rId23"/>
                  <a:stretch>
                    <a:fillRect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6" name="Rectangle 65">
                  <a:extLst>
                    <a:ext uri="{FF2B5EF4-FFF2-40B4-BE49-F238E27FC236}">
                      <a16:creationId xmlns:a16="http://schemas.microsoft.com/office/drawing/2014/main" id="{DCDC743E-AC49-61ED-14A3-594279182630}"/>
                    </a:ext>
                  </a:extLst>
                </p:cNvPr>
                <p:cNvSpPr/>
                <p:nvPr/>
              </p:nvSpPr>
              <p:spPr>
                <a:xfrm>
                  <a:off x="17748368" y="-2765000"/>
                  <a:ext cx="758799" cy="1493163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80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IN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1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IN" sz="280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a:rPr lang="en-IN" sz="2800" smtClean="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</m:mr>
                                <m:mr>
                                  <m:e>
                                    <m:r>
                                      <a:rPr lang="en-IN" sz="2800" smtClean="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</m:mr>
                              </m:m>
                            </m:e>
                          </m:mr>
                        </m:m>
                      </m:oMath>
                    </m:oMathPara>
                  </a14:m>
                  <a:endParaRPr lang="en-IN" sz="2800" dirty="0">
                    <a:solidFill>
                      <a:srgbClr val="002060"/>
                    </a:solidFill>
                  </a:endParaRPr>
                </a:p>
              </p:txBody>
            </p:sp>
          </mc:Choice>
          <mc:Fallback xmlns="">
            <p:sp>
              <p:nvSpPr>
                <p:cNvPr id="66" name="Rectangle 65">
                  <a:extLst>
                    <a:ext uri="{FF2B5EF4-FFF2-40B4-BE49-F238E27FC236}">
                      <a16:creationId xmlns:a16="http://schemas.microsoft.com/office/drawing/2014/main" id="{DCDC743E-AC49-61ED-14A3-594279182630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7748368" y="-2765000"/>
                  <a:ext cx="758799" cy="1493163"/>
                </a:xfrm>
                <a:prstGeom prst="rect">
                  <a:avLst/>
                </a:prstGeom>
                <a:blipFill>
                  <a:blip r:embed="rId24"/>
                  <a:stretch>
                    <a:fillRect b="-2449"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80" name="Straight Connector 79">
              <a:extLst>
                <a:ext uri="{FF2B5EF4-FFF2-40B4-BE49-F238E27FC236}">
                  <a16:creationId xmlns:a16="http://schemas.microsoft.com/office/drawing/2014/main" id="{31448BE4-3CC3-143C-6F62-0E44C0604199}"/>
                </a:ext>
              </a:extLst>
            </p:cNvPr>
            <p:cNvCxnSpPr/>
            <p:nvPr/>
          </p:nvCxnSpPr>
          <p:spPr>
            <a:xfrm>
              <a:off x="17752920" y="-2777005"/>
              <a:ext cx="0" cy="1629144"/>
            </a:xfrm>
            <a:prstGeom prst="line">
              <a:avLst/>
            </a:prstGeom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1" name="Rectangle: Rounded Corners 37">
            <a:extLst>
              <a:ext uri="{FF2B5EF4-FFF2-40B4-BE49-F238E27FC236}">
                <a16:creationId xmlns:a16="http://schemas.microsoft.com/office/drawing/2014/main" id="{F66C9B53-0486-0BF2-B319-88C56E92000B}"/>
              </a:ext>
            </a:extLst>
          </p:cNvPr>
          <p:cNvSpPr/>
          <p:nvPr/>
        </p:nvSpPr>
        <p:spPr>
          <a:xfrm>
            <a:off x="6524570" y="1017394"/>
            <a:ext cx="36000" cy="5270760"/>
          </a:xfrm>
          <a:prstGeom prst="roundRect">
            <a:avLst/>
          </a:prstGeom>
          <a:gradFill>
            <a:gsLst>
              <a:gs pos="10000">
                <a:srgbClr val="0E47A1"/>
              </a:gs>
              <a:gs pos="100000">
                <a:srgbClr val="03A9F5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algn="ctr"/>
            <a:r>
              <a:rPr lang="en-IN" sz="2800" b="1" dirty="0">
                <a:solidFill>
                  <a:schemeClr val="bg1"/>
                </a:solidFill>
              </a:rPr>
              <a:t>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2" name="Rectangle 81">
                <a:extLst>
                  <a:ext uri="{FF2B5EF4-FFF2-40B4-BE49-F238E27FC236}">
                    <a16:creationId xmlns:a16="http://schemas.microsoft.com/office/drawing/2014/main" id="{BA47743F-EAB1-CB7E-DBF7-60761F867FD8}"/>
                  </a:ext>
                </a:extLst>
              </p:cNvPr>
              <p:cNvSpPr/>
              <p:nvPr/>
            </p:nvSpPr>
            <p:spPr>
              <a:xfrm>
                <a:off x="8698845" y="1104100"/>
                <a:ext cx="1701076" cy="543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28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2800" b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𝐑</m:t>
                          </m:r>
                        </m:e>
                        <m:sub>
                          <m:r>
                            <a:rPr lang="en-IN" sz="28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𝟐𝟑</m:t>
                          </m:r>
                        </m:sub>
                      </m:sSub>
                      <m:d>
                        <m:dPr>
                          <m:ctrlPr>
                            <a:rPr lang="en-IN" sz="28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sz="28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IN" sz="28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e>
                      </m:d>
                    </m:oMath>
                  </m:oMathPara>
                </a14:m>
                <a:endParaRPr lang="en-IN" sz="28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82" name="Rectangle 81">
                <a:extLst>
                  <a:ext uri="{FF2B5EF4-FFF2-40B4-BE49-F238E27FC236}">
                    <a16:creationId xmlns:a16="http://schemas.microsoft.com/office/drawing/2014/main" id="{BA47743F-EAB1-CB7E-DBF7-60761F867FD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98845" y="1104100"/>
                <a:ext cx="1701076" cy="543600"/>
              </a:xfrm>
              <a:prstGeom prst="rect">
                <a:avLst/>
              </a:prstGeom>
              <a:blipFill>
                <a:blip r:embed="rId25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83" name="Group 82">
            <a:extLst>
              <a:ext uri="{FF2B5EF4-FFF2-40B4-BE49-F238E27FC236}">
                <a16:creationId xmlns:a16="http://schemas.microsoft.com/office/drawing/2014/main" id="{E105E44B-84D7-E4F1-C678-9921D92B3FE3}"/>
              </a:ext>
            </a:extLst>
          </p:cNvPr>
          <p:cNvGrpSpPr/>
          <p:nvPr/>
        </p:nvGrpSpPr>
        <p:grpSpPr>
          <a:xfrm>
            <a:off x="7578246" y="1713870"/>
            <a:ext cx="3942274" cy="1864083"/>
            <a:chOff x="14780806" y="-2815243"/>
            <a:chExt cx="3942274" cy="1864083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4" name="Rectangle 83">
                  <a:extLst>
                    <a:ext uri="{FF2B5EF4-FFF2-40B4-BE49-F238E27FC236}">
                      <a16:creationId xmlns:a16="http://schemas.microsoft.com/office/drawing/2014/main" id="{6656CE8F-9FE1-303B-09F8-052410795E8B}"/>
                    </a:ext>
                  </a:extLst>
                </p:cNvPr>
                <p:cNvSpPr/>
                <p:nvPr/>
              </p:nvSpPr>
              <p:spPr>
                <a:xfrm>
                  <a:off x="14780806" y="-2815243"/>
                  <a:ext cx="3942274" cy="1864083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IN" sz="28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~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en-IN" sz="2800" b="0" i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800" b="0" i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 </m:t>
                            </m:r>
                            <m:m>
                              <m:mPr>
                                <m:mcs>
                                  <m:mc>
                                    <m:mcPr>
                                      <m:count m:val="3"/>
                                      <m:mcJc m:val="center"/>
                                    </m:mcPr>
                                  </m:mc>
                                </m:mcs>
                                <m:ctrlPr>
                                  <a:rPr lang="en-IN" sz="2800" b="0" i="1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mPr>
                              <m:mr>
                                <m:e>
                                  <m:r>
                                    <m:rPr>
                                      <m:brk m:alnAt="7"/>
                                    </m:rPr>
                                    <a:rPr lang="en-IN" sz="2800" b="0" i="1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  <m:r>
                                    <a:rPr lang="en-IN" sz="2800" b="0" i="1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  </m:t>
                                  </m:r>
                                  <m:r>
                                    <a:rPr lang="en-GB" sz="2800" b="0" i="1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e>
                                <m:e>
                                  <m:r>
                                    <a:rPr lang="en-IN" sz="2800" b="0" i="1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   </m:t>
                                  </m:r>
                                  <m:r>
                                    <a:rPr lang="en-GB" sz="2800" b="0" i="1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e>
                                <m:e>
                                  <m:r>
                                    <a:rPr lang="en-IN" sz="2800" b="0" i="1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   0</m:t>
                                  </m:r>
                                </m:e>
                              </m:mr>
                              <m:mr>
                                <m:e>
                                  <m:r>
                                    <a:rPr lang="en-IN" sz="2800" b="0" i="1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   </m:t>
                                  </m:r>
                                  <m:r>
                                    <a:rPr lang="en-GB" sz="2800" b="0" i="1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  <m:e>
                                  <m:r>
                                    <a:rPr lang="en-GB" sz="2800" b="0" i="1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   2</m:t>
                                  </m:r>
                                </m:e>
                                <m:e>
                                  <m:r>
                                    <a:rPr lang="en-IN" sz="2800" b="0" i="1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   </m:t>
                                  </m:r>
                                  <m:r>
                                    <a:rPr lang="en-GB" sz="2800" b="0" i="1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e>
                              </m:mr>
                              <m:mr>
                                <m:e>
                                  <m:m>
                                    <m:mPr>
                                      <m:mcs>
                                        <m:mc>
                                          <m:mcPr>
                                            <m:count m:val="1"/>
                                            <m:mcJc m:val="center"/>
                                          </m:mcPr>
                                        </m:mc>
                                      </m:mcs>
                                      <m:ctrlPr>
                                        <a:rPr lang="en-IN" sz="2800" b="0" i="1" smtClean="0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mPr>
                                    <m:mr>
                                      <m:e>
                                        <m:r>
                                          <a:rPr lang="en-GB" sz="2800" b="0" i="1" smtClean="0">
                                            <a:solidFill>
                                              <a:srgbClr val="00206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   </m:t>
                                        </m:r>
                                        <m:r>
                                          <a:rPr lang="en-IN" sz="2800" b="0" i="1" smtClean="0">
                                            <a:solidFill>
                                              <a:srgbClr val="00206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0</m:t>
                                        </m:r>
                                      </m:e>
                                    </m:mr>
                                    <m:mr>
                                      <m:e>
                                        <m:r>
                                          <a:rPr lang="en-IN" sz="2800" b="0" i="1" smtClean="0">
                                            <a:solidFill>
                                              <a:srgbClr val="00206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   0</m:t>
                                        </m:r>
                                      </m:e>
                                    </m:mr>
                                  </m:m>
                                </m:e>
                                <m:e>
                                  <m:m>
                                    <m:mPr>
                                      <m:mcs>
                                        <m:mc>
                                          <m:mcPr>
                                            <m:count m:val="1"/>
                                            <m:mcJc m:val="center"/>
                                          </m:mcPr>
                                        </m:mc>
                                      </m:mcs>
                                      <m:ctrlPr>
                                        <a:rPr lang="en-IN" sz="2800" b="0" i="1" smtClean="0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mPr>
                                    <m:mr>
                                      <m:e>
                                        <m:r>
                                          <m:rPr>
                                            <m:brk m:alnAt="7"/>
                                          </m:rPr>
                                          <a:rPr lang="en-IN" sz="2800" b="0" i="1" smtClean="0">
                                            <a:solidFill>
                                              <a:srgbClr val="00206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 </m:t>
                                        </m:r>
                                        <m:r>
                                          <a:rPr lang="en-IN" sz="2800" b="0" i="1" smtClean="0">
                                            <a:solidFill>
                                              <a:srgbClr val="00206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  0</m:t>
                                        </m:r>
                                      </m:e>
                                    </m:mr>
                                    <m:mr>
                                      <m:e>
                                        <m:r>
                                          <a:rPr lang="en-IN" sz="2800" b="0" i="1" smtClean="0">
                                            <a:solidFill>
                                              <a:srgbClr val="00206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   0</m:t>
                                        </m:r>
                                      </m:e>
                                    </m:mr>
                                  </m:m>
                                </m:e>
                                <m:e>
                                  <m:m>
                                    <m:mPr>
                                      <m:mcs>
                                        <m:mc>
                                          <m:mcPr>
                                            <m:count m:val="1"/>
                                            <m:mcJc m:val="center"/>
                                          </m:mcPr>
                                        </m:mc>
                                      </m:mcs>
                                      <m:ctrlPr>
                                        <a:rPr lang="en-IN" sz="2800" b="0" i="1" smtClean="0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mPr>
                                    <m:mr>
                                      <m:e>
                                        <m:r>
                                          <m:rPr>
                                            <m:brk m:alnAt="7"/>
                                          </m:rPr>
                                          <a:rPr lang="en-IN" sz="2800" b="0" i="1" smtClean="0">
                                            <a:solidFill>
                                              <a:srgbClr val="00206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 </m:t>
                                        </m:r>
                                        <m:r>
                                          <a:rPr lang="en-IN" sz="2800" b="0" i="1" smtClean="0">
                                            <a:solidFill>
                                              <a:srgbClr val="00206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  0</m:t>
                                        </m:r>
                                      </m:e>
                                    </m:mr>
                                    <m:mr>
                                      <m:e>
                                        <m:r>
                                          <a:rPr lang="en-IN" sz="2800" b="0" i="1" smtClean="0">
                                            <a:solidFill>
                                              <a:srgbClr val="00206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   </m:t>
                                        </m:r>
                                        <m:r>
                                          <a:rPr lang="en-GB" sz="2800" b="0" i="1" smtClean="0">
                                            <a:solidFill>
                                              <a:srgbClr val="00206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0</m:t>
                                        </m:r>
                                      </m:e>
                                    </m:mr>
                                  </m:m>
                                </m:e>
                              </m:mr>
                            </m:m>
                            <m:r>
                              <a:rPr lang="en-IN" sz="2800" b="0" i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             </m:t>
                            </m:r>
                          </m:e>
                        </m:d>
                      </m:oMath>
                    </m:oMathPara>
                  </a14:m>
                  <a:endParaRPr lang="en-IN" sz="2800" dirty="0">
                    <a:solidFill>
                      <a:srgbClr val="002060"/>
                    </a:solidFill>
                  </a:endParaRPr>
                </a:p>
              </p:txBody>
            </p:sp>
          </mc:Choice>
          <mc:Fallback xmlns="">
            <p:sp>
              <p:nvSpPr>
                <p:cNvPr id="84" name="Rectangle 83">
                  <a:extLst>
                    <a:ext uri="{FF2B5EF4-FFF2-40B4-BE49-F238E27FC236}">
                      <a16:creationId xmlns:a16="http://schemas.microsoft.com/office/drawing/2014/main" id="{6656CE8F-9FE1-303B-09F8-052410795E8B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4780806" y="-2815243"/>
                  <a:ext cx="3942274" cy="1864083"/>
                </a:xfrm>
                <a:prstGeom prst="rect">
                  <a:avLst/>
                </a:prstGeom>
                <a:blipFill>
                  <a:blip r:embed="rId26"/>
                  <a:stretch>
                    <a:fillRect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5" name="Rectangle 84">
                  <a:extLst>
                    <a:ext uri="{FF2B5EF4-FFF2-40B4-BE49-F238E27FC236}">
                      <a16:creationId xmlns:a16="http://schemas.microsoft.com/office/drawing/2014/main" id="{F058002A-2FF1-6800-C9F1-D20970DFC20E}"/>
                    </a:ext>
                  </a:extLst>
                </p:cNvPr>
                <p:cNvSpPr/>
                <p:nvPr/>
              </p:nvSpPr>
              <p:spPr>
                <a:xfrm>
                  <a:off x="17748368" y="-2765000"/>
                  <a:ext cx="758799" cy="1493163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80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IN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1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IN" sz="280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a:rPr lang="en-IN" sz="2800" smtClean="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</m:mr>
                                <m:mr>
                                  <m:e>
                                    <m:r>
                                      <a:rPr lang="en-IN" sz="2800" smtClean="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</m:mr>
                              </m:m>
                            </m:e>
                          </m:mr>
                        </m:m>
                      </m:oMath>
                    </m:oMathPara>
                  </a14:m>
                  <a:endParaRPr lang="en-IN" sz="2800" dirty="0">
                    <a:solidFill>
                      <a:srgbClr val="002060"/>
                    </a:solidFill>
                  </a:endParaRPr>
                </a:p>
              </p:txBody>
            </p:sp>
          </mc:Choice>
          <mc:Fallback xmlns="">
            <p:sp>
              <p:nvSpPr>
                <p:cNvPr id="85" name="Rectangle 84">
                  <a:extLst>
                    <a:ext uri="{FF2B5EF4-FFF2-40B4-BE49-F238E27FC236}">
                      <a16:creationId xmlns:a16="http://schemas.microsoft.com/office/drawing/2014/main" id="{F058002A-2FF1-6800-C9F1-D20970DFC20E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7748368" y="-2765000"/>
                  <a:ext cx="758799" cy="1493163"/>
                </a:xfrm>
                <a:prstGeom prst="rect">
                  <a:avLst/>
                </a:prstGeom>
                <a:blipFill>
                  <a:blip r:embed="rId27"/>
                  <a:stretch>
                    <a:fillRect b="-2857"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86" name="Straight Connector 85">
              <a:extLst>
                <a:ext uri="{FF2B5EF4-FFF2-40B4-BE49-F238E27FC236}">
                  <a16:creationId xmlns:a16="http://schemas.microsoft.com/office/drawing/2014/main" id="{20F0E9E0-24DC-722E-28F9-80328E6AEBDC}"/>
                </a:ext>
              </a:extLst>
            </p:cNvPr>
            <p:cNvCxnSpPr/>
            <p:nvPr/>
          </p:nvCxnSpPr>
          <p:spPr>
            <a:xfrm>
              <a:off x="17752920" y="-2777005"/>
              <a:ext cx="0" cy="1629144"/>
            </a:xfrm>
            <a:prstGeom prst="line">
              <a:avLst/>
            </a:prstGeom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87" name="Rectangle 86">
                <a:extLst>
                  <a:ext uri="{FF2B5EF4-FFF2-40B4-BE49-F238E27FC236}">
                    <a16:creationId xmlns:a16="http://schemas.microsoft.com/office/drawing/2014/main" id="{A083B66A-D718-9F78-7497-C73B97334980}"/>
                  </a:ext>
                </a:extLst>
              </p:cNvPr>
              <p:cNvSpPr/>
              <p:nvPr/>
            </p:nvSpPr>
            <p:spPr>
              <a:xfrm>
                <a:off x="7020268" y="3537403"/>
                <a:ext cx="3372040" cy="543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r>
                  <a:rPr lang="en-IN" sz="2800" dirty="0">
                    <a:solidFill>
                      <a:srgbClr val="002060"/>
                    </a:solidFill>
                  </a:rPr>
                  <a:t>Let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sz="28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IN" sz="2800" b="0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k</m:t>
                        </m:r>
                      </m:e>
                      <m:sub>
                        <m:r>
                          <a:rPr lang="en-IN" sz="2800" b="0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IN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t</m:t>
                    </m:r>
                    <m:r>
                      <a:rPr lang="en-IN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   ;   </m:t>
                    </m:r>
                    <m:r>
                      <m:rPr>
                        <m:sty m:val="p"/>
                      </m:rPr>
                      <a:rPr lang="en-IN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t</m:t>
                    </m:r>
                    <m:r>
                      <a:rPr lang="en-IN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a:rPr lang="en-IN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ℝ</m:t>
                    </m:r>
                  </m:oMath>
                </a14:m>
                <a:endParaRPr lang="en-IN" sz="2800" b="1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87" name="Rectangle 86">
                <a:extLst>
                  <a:ext uri="{FF2B5EF4-FFF2-40B4-BE49-F238E27FC236}">
                    <a16:creationId xmlns:a16="http://schemas.microsoft.com/office/drawing/2014/main" id="{A083B66A-D718-9F78-7497-C73B9733498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20268" y="3537403"/>
                <a:ext cx="3372040" cy="543600"/>
              </a:xfrm>
              <a:prstGeom prst="rect">
                <a:avLst/>
              </a:prstGeom>
              <a:blipFill>
                <a:blip r:embed="rId28"/>
                <a:stretch>
                  <a:fillRect l="-3797" t="-11236" b="-26966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8" name="Right Arrow 3">
            <a:extLst>
              <a:ext uri="{FF2B5EF4-FFF2-40B4-BE49-F238E27FC236}">
                <a16:creationId xmlns:a16="http://schemas.microsoft.com/office/drawing/2014/main" id="{14DD7E7D-B9E9-0A9C-9A3B-6EB1AB149A1B}"/>
              </a:ext>
            </a:extLst>
          </p:cNvPr>
          <p:cNvSpPr/>
          <p:nvPr/>
        </p:nvSpPr>
        <p:spPr>
          <a:xfrm flipV="1">
            <a:off x="7143357" y="4284071"/>
            <a:ext cx="576777" cy="394349"/>
          </a:xfrm>
          <a:prstGeom prst="rightArrow">
            <a:avLst/>
          </a:prstGeom>
          <a:gradFill>
            <a:gsLst>
              <a:gs pos="10000">
                <a:srgbClr val="0E47A1"/>
              </a:gs>
              <a:gs pos="100000">
                <a:srgbClr val="03A9F5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Wingdings 3" panose="05040102010807070707" pitchFamily="18" charset="2"/>
              <a:buNone/>
            </a:pPr>
            <a:endParaRPr lang="en-IN" sz="2800" dirty="0">
              <a:solidFill>
                <a:schemeClr val="bg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9" name="Rectangle 88">
                <a:extLst>
                  <a:ext uri="{FF2B5EF4-FFF2-40B4-BE49-F238E27FC236}">
                    <a16:creationId xmlns:a16="http://schemas.microsoft.com/office/drawing/2014/main" id="{36AA3B3D-BF92-3E55-BFE0-7FD8777B8711}"/>
                  </a:ext>
                </a:extLst>
              </p:cNvPr>
              <p:cNvSpPr/>
              <p:nvPr/>
            </p:nvSpPr>
            <p:spPr>
              <a:xfrm>
                <a:off x="7768883" y="4209445"/>
                <a:ext cx="2254270" cy="543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  <m:sSub>
                        <m:sSubPr>
                          <m:ctrlPr>
                            <a:rPr lang="en-IN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k</m:t>
                          </m:r>
                        </m:e>
                        <m:sub>
                          <m: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IN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IN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k</m:t>
                          </m:r>
                        </m:e>
                        <m:sub>
                          <m: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89" name="Rectangle 88">
                <a:extLst>
                  <a:ext uri="{FF2B5EF4-FFF2-40B4-BE49-F238E27FC236}">
                    <a16:creationId xmlns:a16="http://schemas.microsoft.com/office/drawing/2014/main" id="{36AA3B3D-BF92-3E55-BFE0-7FD8777B871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68883" y="4209445"/>
                <a:ext cx="2254270" cy="543600"/>
              </a:xfrm>
              <a:prstGeom prst="rect">
                <a:avLst/>
              </a:prstGeom>
              <a:blipFill>
                <a:blip r:embed="rId29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0" name="Rectangle 89">
                <a:extLst>
                  <a:ext uri="{FF2B5EF4-FFF2-40B4-BE49-F238E27FC236}">
                    <a16:creationId xmlns:a16="http://schemas.microsoft.com/office/drawing/2014/main" id="{F21E5489-755B-7E81-2FD1-E1B01EBC3DBC}"/>
                  </a:ext>
                </a:extLst>
              </p:cNvPr>
              <p:cNvSpPr/>
              <p:nvPr/>
            </p:nvSpPr>
            <p:spPr>
              <a:xfrm>
                <a:off x="9995702" y="4009880"/>
                <a:ext cx="1996466" cy="93339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⇒</m:t>
                      </m:r>
                      <m:sSub>
                        <m:sSubPr>
                          <m:ctrlPr>
                            <a:rPr lang="en-IN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k</m:t>
                          </m:r>
                        </m:e>
                        <m:sub>
                          <m: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IN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IN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m:rPr>
                              <m:sty m:val="p"/>
                            </m:rPr>
                            <a:rPr lang="en-IN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t</m:t>
                          </m:r>
                          <m:r>
                            <a:rPr lang="en-IN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num>
                        <m:den>
                          <m:r>
                            <a:rPr lang="en-IN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90" name="Rectangle 89">
                <a:extLst>
                  <a:ext uri="{FF2B5EF4-FFF2-40B4-BE49-F238E27FC236}">
                    <a16:creationId xmlns:a16="http://schemas.microsoft.com/office/drawing/2014/main" id="{F21E5489-755B-7E81-2FD1-E1B01EBC3DB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95702" y="4009880"/>
                <a:ext cx="1996466" cy="933399"/>
              </a:xfrm>
              <a:prstGeom prst="rect">
                <a:avLst/>
              </a:prstGeom>
              <a:blipFill>
                <a:blip r:embed="rId30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1" name="Right Arrow 3">
            <a:extLst>
              <a:ext uri="{FF2B5EF4-FFF2-40B4-BE49-F238E27FC236}">
                <a16:creationId xmlns:a16="http://schemas.microsoft.com/office/drawing/2014/main" id="{A6605B22-1CA8-C10C-DFF0-67A9489BA05F}"/>
              </a:ext>
            </a:extLst>
          </p:cNvPr>
          <p:cNvSpPr/>
          <p:nvPr/>
        </p:nvSpPr>
        <p:spPr>
          <a:xfrm flipV="1">
            <a:off x="7143357" y="5319879"/>
            <a:ext cx="576777" cy="394349"/>
          </a:xfrm>
          <a:prstGeom prst="rightArrow">
            <a:avLst/>
          </a:prstGeom>
          <a:gradFill>
            <a:gsLst>
              <a:gs pos="10000">
                <a:srgbClr val="0E47A1"/>
              </a:gs>
              <a:gs pos="100000">
                <a:srgbClr val="03A9F5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Wingdings 3" panose="05040102010807070707" pitchFamily="18" charset="2"/>
              <a:buNone/>
            </a:pPr>
            <a:endParaRPr lang="en-IN" sz="2800" dirty="0">
              <a:solidFill>
                <a:schemeClr val="bg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2" name="Rectangle 91">
                <a:extLst>
                  <a:ext uri="{FF2B5EF4-FFF2-40B4-BE49-F238E27FC236}">
                    <a16:creationId xmlns:a16="http://schemas.microsoft.com/office/drawing/2014/main" id="{A56B9A0E-6964-A84E-C285-BC7DB1DF1A50}"/>
                  </a:ext>
                </a:extLst>
              </p:cNvPr>
              <p:cNvSpPr/>
              <p:nvPr/>
            </p:nvSpPr>
            <p:spPr>
              <a:xfrm>
                <a:off x="7768883" y="5245253"/>
                <a:ext cx="2254270" cy="543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k</m:t>
                          </m:r>
                        </m:e>
                        <m:sub>
                          <m: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IN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+3</m:t>
                      </m:r>
                      <m:sSub>
                        <m:sSub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IN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k</m:t>
                          </m:r>
                        </m:e>
                        <m:sub>
                          <m: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92" name="Rectangle 91">
                <a:extLst>
                  <a:ext uri="{FF2B5EF4-FFF2-40B4-BE49-F238E27FC236}">
                    <a16:creationId xmlns:a16="http://schemas.microsoft.com/office/drawing/2014/main" id="{A56B9A0E-6964-A84E-C285-BC7DB1DF1A5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68883" y="5245253"/>
                <a:ext cx="2254270" cy="543600"/>
              </a:xfrm>
              <a:prstGeom prst="rect">
                <a:avLst/>
              </a:prstGeom>
              <a:blipFill>
                <a:blip r:embed="rId31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3" name="Rectangle 92">
                <a:extLst>
                  <a:ext uri="{FF2B5EF4-FFF2-40B4-BE49-F238E27FC236}">
                    <a16:creationId xmlns:a16="http://schemas.microsoft.com/office/drawing/2014/main" id="{C40A0E71-9407-0C7D-E375-E62909CB47BC}"/>
                  </a:ext>
                </a:extLst>
              </p:cNvPr>
              <p:cNvSpPr/>
              <p:nvPr/>
            </p:nvSpPr>
            <p:spPr>
              <a:xfrm>
                <a:off x="9995702" y="5045688"/>
                <a:ext cx="1996466" cy="93339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⇒</m:t>
                      </m:r>
                      <m:sSub>
                        <m:sSubPr>
                          <m:ctrlPr>
                            <a:rPr lang="en-IN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k</m:t>
                          </m:r>
                        </m:e>
                        <m:sub>
                          <m: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IN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3</m:t>
                          </m:r>
                          <m:r>
                            <m:rPr>
                              <m:sty m:val="p"/>
                            </m:rPr>
                            <a:rPr lang="en-IN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t</m:t>
                          </m:r>
                          <m:r>
                            <a:rPr lang="en-IN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num>
                        <m:den>
                          <m:r>
                            <a:rPr lang="en-IN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93" name="Rectangle 92">
                <a:extLst>
                  <a:ext uri="{FF2B5EF4-FFF2-40B4-BE49-F238E27FC236}">
                    <a16:creationId xmlns:a16="http://schemas.microsoft.com/office/drawing/2014/main" id="{C40A0E71-9407-0C7D-E375-E62909CB47B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95702" y="5045688"/>
                <a:ext cx="1996466" cy="933399"/>
              </a:xfrm>
              <a:prstGeom prst="rect">
                <a:avLst/>
              </a:prstGeom>
              <a:blipFill>
                <a:blip r:embed="rId32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124104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2" grpId="0"/>
      <p:bldP spid="53" grpId="0"/>
      <p:bldP spid="62" grpId="0"/>
      <p:bldP spid="81" grpId="0" animBg="1"/>
      <p:bldP spid="82" grpId="0"/>
      <p:bldP spid="87" grpId="0"/>
      <p:bldP spid="88" grpId="0" animBg="1"/>
      <p:bldP spid="89" grpId="0"/>
      <p:bldP spid="90" grpId="0"/>
      <p:bldP spid="91" grpId="0" animBg="1"/>
      <p:bldP spid="92" grpId="0"/>
      <p:bldP spid="93" grpId="0"/>
    </p:bldLst>
  </p:timing>
</p:sld>
</file>

<file path=ppt/slides/slide1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BF8EDD-A8CA-9A68-CD0E-C7957CB799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49884F2D-876E-1EB2-F48E-072DF45EFE46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IN" dirty="0"/>
                  <a:t>Method:5 </a:t>
                </a:r>
                <a14:m>
                  <m:oMath xmlns:m="http://schemas.openxmlformats.org/officeDocument/2006/math">
                    <m:r>
                      <a:rPr lang="en-I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⇝</m:t>
                    </m:r>
                  </m:oMath>
                </a14:m>
                <a:r>
                  <a:rPr lang="en-IN" dirty="0"/>
                  <a:t> Example:19</a:t>
                </a:r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F23B7ECA-C32B-A67A-779F-F3677926E0E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3"/>
                <a:stretch>
                  <a:fillRect l="-400" t="-8547" b="-1965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1" name="Rectangle: Rounded Corners 37">
            <a:extLst>
              <a:ext uri="{FF2B5EF4-FFF2-40B4-BE49-F238E27FC236}">
                <a16:creationId xmlns:a16="http://schemas.microsoft.com/office/drawing/2014/main" id="{6BCCEC4F-2A01-FC5B-A322-9C1ABFB6D5B9}"/>
              </a:ext>
            </a:extLst>
          </p:cNvPr>
          <p:cNvSpPr/>
          <p:nvPr/>
        </p:nvSpPr>
        <p:spPr>
          <a:xfrm>
            <a:off x="6110683" y="1017394"/>
            <a:ext cx="36000" cy="5270760"/>
          </a:xfrm>
          <a:prstGeom prst="roundRect">
            <a:avLst/>
          </a:prstGeom>
          <a:gradFill>
            <a:gsLst>
              <a:gs pos="10000">
                <a:srgbClr val="0E47A1"/>
              </a:gs>
              <a:gs pos="100000">
                <a:srgbClr val="03A9F5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algn="ctr"/>
            <a:r>
              <a:rPr lang="en-IN" sz="2800" b="1" dirty="0">
                <a:solidFill>
                  <a:schemeClr val="bg1"/>
                </a:solidFill>
              </a:rPr>
              <a:t>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2" name="Rectangle 81">
                <a:extLst>
                  <a:ext uri="{FF2B5EF4-FFF2-40B4-BE49-F238E27FC236}">
                    <a16:creationId xmlns:a16="http://schemas.microsoft.com/office/drawing/2014/main" id="{C5126C34-25A3-1C23-51E1-638618B3CA4D}"/>
                  </a:ext>
                </a:extLst>
              </p:cNvPr>
              <p:cNvSpPr/>
              <p:nvPr/>
            </p:nvSpPr>
            <p:spPr>
              <a:xfrm>
                <a:off x="1967845" y="1104100"/>
                <a:ext cx="1701076" cy="543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28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2800" b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𝐑</m:t>
                          </m:r>
                        </m:e>
                        <m:sub>
                          <m:r>
                            <a:rPr lang="en-IN" sz="28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𝟐𝟑</m:t>
                          </m:r>
                        </m:sub>
                      </m:sSub>
                      <m:d>
                        <m:dPr>
                          <m:ctrlPr>
                            <a:rPr lang="en-IN" sz="28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sz="28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IN" sz="28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e>
                      </m:d>
                    </m:oMath>
                  </m:oMathPara>
                </a14:m>
                <a:endParaRPr lang="en-IN" sz="28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82" name="Rectangle 81">
                <a:extLst>
                  <a:ext uri="{FF2B5EF4-FFF2-40B4-BE49-F238E27FC236}">
                    <a16:creationId xmlns:a16="http://schemas.microsoft.com/office/drawing/2014/main" id="{C5126C34-25A3-1C23-51E1-638618B3CA4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67845" y="1104100"/>
                <a:ext cx="1701076" cy="54360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83" name="Group 82">
            <a:extLst>
              <a:ext uri="{FF2B5EF4-FFF2-40B4-BE49-F238E27FC236}">
                <a16:creationId xmlns:a16="http://schemas.microsoft.com/office/drawing/2014/main" id="{7CED2B34-D8DB-45C5-359E-2C1F13A96D0F}"/>
              </a:ext>
            </a:extLst>
          </p:cNvPr>
          <p:cNvGrpSpPr/>
          <p:nvPr/>
        </p:nvGrpSpPr>
        <p:grpSpPr>
          <a:xfrm>
            <a:off x="847246" y="1713870"/>
            <a:ext cx="3942274" cy="1864083"/>
            <a:chOff x="14780806" y="-2815243"/>
            <a:chExt cx="3942274" cy="1864083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4" name="Rectangle 83">
                  <a:extLst>
                    <a:ext uri="{FF2B5EF4-FFF2-40B4-BE49-F238E27FC236}">
                      <a16:creationId xmlns:a16="http://schemas.microsoft.com/office/drawing/2014/main" id="{4754D7B7-7C67-69DA-A7A6-3F3C13BC0469}"/>
                    </a:ext>
                  </a:extLst>
                </p:cNvPr>
                <p:cNvSpPr/>
                <p:nvPr/>
              </p:nvSpPr>
              <p:spPr>
                <a:xfrm>
                  <a:off x="14780806" y="-2815243"/>
                  <a:ext cx="3942274" cy="1864083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IN" sz="28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~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en-IN" sz="2800" b="0" i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800" b="0" i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 </m:t>
                            </m:r>
                            <m:m>
                              <m:mPr>
                                <m:mcs>
                                  <m:mc>
                                    <m:mcPr>
                                      <m:count m:val="3"/>
                                      <m:mcJc m:val="center"/>
                                    </m:mcPr>
                                  </m:mc>
                                </m:mcs>
                                <m:ctrlPr>
                                  <a:rPr lang="en-IN" sz="2800" b="0" i="1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mPr>
                              <m:mr>
                                <m:e>
                                  <m:r>
                                    <m:rPr>
                                      <m:brk m:alnAt="7"/>
                                    </m:rPr>
                                    <a:rPr lang="en-IN" sz="2800" b="0" i="1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  <m:r>
                                    <a:rPr lang="en-IN" sz="2800" b="0" i="1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  </m:t>
                                  </m:r>
                                  <m:r>
                                    <a:rPr lang="en-GB" sz="2800" b="0" i="1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e>
                                <m:e>
                                  <m:r>
                                    <a:rPr lang="en-IN" sz="2800" b="0" i="1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   </m:t>
                                  </m:r>
                                  <m:r>
                                    <a:rPr lang="en-GB" sz="2800" b="0" i="1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e>
                                <m:e>
                                  <m:r>
                                    <a:rPr lang="en-IN" sz="2800" b="0" i="1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   0</m:t>
                                  </m:r>
                                </m:e>
                              </m:mr>
                              <m:mr>
                                <m:e>
                                  <m:r>
                                    <a:rPr lang="en-IN" sz="2800" b="0" i="1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   </m:t>
                                  </m:r>
                                  <m:r>
                                    <a:rPr lang="en-GB" sz="2800" b="0" i="1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  <m:e>
                                  <m:r>
                                    <a:rPr lang="en-GB" sz="2800" b="0" i="1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   2</m:t>
                                  </m:r>
                                </m:e>
                                <m:e>
                                  <m:r>
                                    <a:rPr lang="en-IN" sz="2800" b="0" i="1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   </m:t>
                                  </m:r>
                                  <m:r>
                                    <a:rPr lang="en-GB" sz="2800" b="0" i="1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e>
                              </m:mr>
                              <m:mr>
                                <m:e>
                                  <m:m>
                                    <m:mPr>
                                      <m:mcs>
                                        <m:mc>
                                          <m:mcPr>
                                            <m:count m:val="1"/>
                                            <m:mcJc m:val="center"/>
                                          </m:mcPr>
                                        </m:mc>
                                      </m:mcs>
                                      <m:ctrlPr>
                                        <a:rPr lang="en-IN" sz="2800" b="0" i="1" smtClean="0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mPr>
                                    <m:mr>
                                      <m:e>
                                        <m:r>
                                          <a:rPr lang="en-GB" sz="2800" b="0" i="1" smtClean="0">
                                            <a:solidFill>
                                              <a:srgbClr val="00206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   </m:t>
                                        </m:r>
                                        <m:r>
                                          <a:rPr lang="en-IN" sz="2800" b="0" i="1" smtClean="0">
                                            <a:solidFill>
                                              <a:srgbClr val="00206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0</m:t>
                                        </m:r>
                                      </m:e>
                                    </m:mr>
                                    <m:mr>
                                      <m:e>
                                        <m:r>
                                          <a:rPr lang="en-IN" sz="2800" b="0" i="1" smtClean="0">
                                            <a:solidFill>
                                              <a:srgbClr val="00206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   0</m:t>
                                        </m:r>
                                      </m:e>
                                    </m:mr>
                                  </m:m>
                                </m:e>
                                <m:e>
                                  <m:m>
                                    <m:mPr>
                                      <m:mcs>
                                        <m:mc>
                                          <m:mcPr>
                                            <m:count m:val="1"/>
                                            <m:mcJc m:val="center"/>
                                          </m:mcPr>
                                        </m:mc>
                                      </m:mcs>
                                      <m:ctrlPr>
                                        <a:rPr lang="en-IN" sz="2800" b="0" i="1" smtClean="0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mPr>
                                    <m:mr>
                                      <m:e>
                                        <m:r>
                                          <m:rPr>
                                            <m:brk m:alnAt="7"/>
                                          </m:rPr>
                                          <a:rPr lang="en-IN" sz="2800" b="0" i="1" smtClean="0">
                                            <a:solidFill>
                                              <a:srgbClr val="00206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 </m:t>
                                        </m:r>
                                        <m:r>
                                          <a:rPr lang="en-IN" sz="2800" b="0" i="1" smtClean="0">
                                            <a:solidFill>
                                              <a:srgbClr val="00206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  0</m:t>
                                        </m:r>
                                      </m:e>
                                    </m:mr>
                                    <m:mr>
                                      <m:e>
                                        <m:r>
                                          <a:rPr lang="en-IN" sz="2800" b="0" i="1" smtClean="0">
                                            <a:solidFill>
                                              <a:srgbClr val="00206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   0</m:t>
                                        </m:r>
                                      </m:e>
                                    </m:mr>
                                  </m:m>
                                </m:e>
                                <m:e>
                                  <m:m>
                                    <m:mPr>
                                      <m:mcs>
                                        <m:mc>
                                          <m:mcPr>
                                            <m:count m:val="1"/>
                                            <m:mcJc m:val="center"/>
                                          </m:mcPr>
                                        </m:mc>
                                      </m:mcs>
                                      <m:ctrlPr>
                                        <a:rPr lang="en-IN" sz="2800" b="0" i="1" smtClean="0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mPr>
                                    <m:mr>
                                      <m:e>
                                        <m:r>
                                          <m:rPr>
                                            <m:brk m:alnAt="7"/>
                                          </m:rPr>
                                          <a:rPr lang="en-IN" sz="2800" b="0" i="1" smtClean="0">
                                            <a:solidFill>
                                              <a:srgbClr val="00206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 </m:t>
                                        </m:r>
                                        <m:r>
                                          <a:rPr lang="en-IN" sz="2800" b="0" i="1" smtClean="0">
                                            <a:solidFill>
                                              <a:srgbClr val="00206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  0</m:t>
                                        </m:r>
                                      </m:e>
                                    </m:mr>
                                    <m:mr>
                                      <m:e>
                                        <m:r>
                                          <a:rPr lang="en-IN" sz="2800" b="0" i="1" smtClean="0">
                                            <a:solidFill>
                                              <a:srgbClr val="00206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   </m:t>
                                        </m:r>
                                        <m:r>
                                          <a:rPr lang="en-GB" sz="2800" b="0" i="1" smtClean="0">
                                            <a:solidFill>
                                              <a:srgbClr val="00206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0</m:t>
                                        </m:r>
                                      </m:e>
                                    </m:mr>
                                  </m:m>
                                </m:e>
                              </m:mr>
                            </m:m>
                            <m:r>
                              <a:rPr lang="en-IN" sz="2800" b="0" i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             </m:t>
                            </m:r>
                          </m:e>
                        </m:d>
                      </m:oMath>
                    </m:oMathPara>
                  </a14:m>
                  <a:endParaRPr lang="en-IN" sz="2800" dirty="0">
                    <a:solidFill>
                      <a:srgbClr val="002060"/>
                    </a:solidFill>
                  </a:endParaRPr>
                </a:p>
              </p:txBody>
            </p:sp>
          </mc:Choice>
          <mc:Fallback xmlns="">
            <p:sp>
              <p:nvSpPr>
                <p:cNvPr id="84" name="Rectangle 83">
                  <a:extLst>
                    <a:ext uri="{FF2B5EF4-FFF2-40B4-BE49-F238E27FC236}">
                      <a16:creationId xmlns:a16="http://schemas.microsoft.com/office/drawing/2014/main" id="{4754D7B7-7C67-69DA-A7A6-3F3C13BC0469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4780806" y="-2815243"/>
                  <a:ext cx="3942274" cy="1864083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5" name="Rectangle 84">
                  <a:extLst>
                    <a:ext uri="{FF2B5EF4-FFF2-40B4-BE49-F238E27FC236}">
                      <a16:creationId xmlns:a16="http://schemas.microsoft.com/office/drawing/2014/main" id="{9C9BD8BD-9B1D-D0D2-8343-5F8FCFABCC3C}"/>
                    </a:ext>
                  </a:extLst>
                </p:cNvPr>
                <p:cNvSpPr/>
                <p:nvPr/>
              </p:nvSpPr>
              <p:spPr>
                <a:xfrm>
                  <a:off x="17748368" y="-2765000"/>
                  <a:ext cx="758799" cy="1493163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80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IN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1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IN" sz="280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a:rPr lang="en-IN" sz="2800" smtClean="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</m:mr>
                                <m:mr>
                                  <m:e>
                                    <m:r>
                                      <a:rPr lang="en-IN" sz="2800" smtClean="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</m:mr>
                              </m:m>
                            </m:e>
                          </m:mr>
                        </m:m>
                      </m:oMath>
                    </m:oMathPara>
                  </a14:m>
                  <a:endParaRPr lang="en-IN" sz="2800" dirty="0">
                    <a:solidFill>
                      <a:srgbClr val="002060"/>
                    </a:solidFill>
                  </a:endParaRPr>
                </a:p>
              </p:txBody>
            </p:sp>
          </mc:Choice>
          <mc:Fallback xmlns="">
            <p:sp>
              <p:nvSpPr>
                <p:cNvPr id="85" name="Rectangle 84">
                  <a:extLst>
                    <a:ext uri="{FF2B5EF4-FFF2-40B4-BE49-F238E27FC236}">
                      <a16:creationId xmlns:a16="http://schemas.microsoft.com/office/drawing/2014/main" id="{9C9BD8BD-9B1D-D0D2-8343-5F8FCFABCC3C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7748368" y="-2765000"/>
                  <a:ext cx="758799" cy="1493163"/>
                </a:xfrm>
                <a:prstGeom prst="rect">
                  <a:avLst/>
                </a:prstGeom>
                <a:blipFill>
                  <a:blip r:embed="rId7"/>
                  <a:stretch>
                    <a:fillRect b="-2857"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86" name="Straight Connector 85">
              <a:extLst>
                <a:ext uri="{FF2B5EF4-FFF2-40B4-BE49-F238E27FC236}">
                  <a16:creationId xmlns:a16="http://schemas.microsoft.com/office/drawing/2014/main" id="{1A959FD3-6C12-56B8-73F2-CD6F9F177A99}"/>
                </a:ext>
              </a:extLst>
            </p:cNvPr>
            <p:cNvCxnSpPr/>
            <p:nvPr/>
          </p:nvCxnSpPr>
          <p:spPr>
            <a:xfrm>
              <a:off x="17752920" y="-2777005"/>
              <a:ext cx="0" cy="1629144"/>
            </a:xfrm>
            <a:prstGeom prst="line">
              <a:avLst/>
            </a:prstGeom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87" name="Rectangle 86">
                <a:extLst>
                  <a:ext uri="{FF2B5EF4-FFF2-40B4-BE49-F238E27FC236}">
                    <a16:creationId xmlns:a16="http://schemas.microsoft.com/office/drawing/2014/main" id="{35E7175C-FA31-FD53-4DED-0D7999253B55}"/>
                  </a:ext>
                </a:extLst>
              </p:cNvPr>
              <p:cNvSpPr/>
              <p:nvPr/>
            </p:nvSpPr>
            <p:spPr>
              <a:xfrm>
                <a:off x="289268" y="3537403"/>
                <a:ext cx="3372040" cy="543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r>
                  <a:rPr lang="en-IN" sz="2800" dirty="0">
                    <a:solidFill>
                      <a:srgbClr val="002060"/>
                    </a:solidFill>
                  </a:rPr>
                  <a:t>Let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sz="28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IN" sz="2800" b="0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k</m:t>
                        </m:r>
                      </m:e>
                      <m:sub>
                        <m:r>
                          <a:rPr lang="en-IN" sz="2800" b="0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IN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t</m:t>
                    </m:r>
                    <m:r>
                      <a:rPr lang="en-IN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   ;   </m:t>
                    </m:r>
                    <m:r>
                      <m:rPr>
                        <m:sty m:val="p"/>
                      </m:rPr>
                      <a:rPr lang="en-IN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t</m:t>
                    </m:r>
                    <m:r>
                      <a:rPr lang="en-IN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a:rPr lang="en-IN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ℝ</m:t>
                    </m:r>
                  </m:oMath>
                </a14:m>
                <a:endParaRPr lang="en-IN" sz="2800" b="1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87" name="Rectangle 86">
                <a:extLst>
                  <a:ext uri="{FF2B5EF4-FFF2-40B4-BE49-F238E27FC236}">
                    <a16:creationId xmlns:a16="http://schemas.microsoft.com/office/drawing/2014/main" id="{35E7175C-FA31-FD53-4DED-0D7999253B5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9268" y="3537403"/>
                <a:ext cx="3372040" cy="543600"/>
              </a:xfrm>
              <a:prstGeom prst="rect">
                <a:avLst/>
              </a:prstGeom>
              <a:blipFill>
                <a:blip r:embed="rId8"/>
                <a:stretch>
                  <a:fillRect l="-3610" t="-11236" b="-26966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8" name="Right Arrow 3">
            <a:extLst>
              <a:ext uri="{FF2B5EF4-FFF2-40B4-BE49-F238E27FC236}">
                <a16:creationId xmlns:a16="http://schemas.microsoft.com/office/drawing/2014/main" id="{A49ED0FC-9786-B920-C719-62E91128854A}"/>
              </a:ext>
            </a:extLst>
          </p:cNvPr>
          <p:cNvSpPr/>
          <p:nvPr/>
        </p:nvSpPr>
        <p:spPr>
          <a:xfrm flipV="1">
            <a:off x="412357" y="4284071"/>
            <a:ext cx="576777" cy="394349"/>
          </a:xfrm>
          <a:prstGeom prst="rightArrow">
            <a:avLst/>
          </a:prstGeom>
          <a:gradFill>
            <a:gsLst>
              <a:gs pos="10000">
                <a:srgbClr val="0E47A1"/>
              </a:gs>
              <a:gs pos="100000">
                <a:srgbClr val="03A9F5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Wingdings 3" panose="05040102010807070707" pitchFamily="18" charset="2"/>
              <a:buNone/>
            </a:pPr>
            <a:endParaRPr lang="en-IN" sz="2800" dirty="0">
              <a:solidFill>
                <a:schemeClr val="bg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9" name="Rectangle 88">
                <a:extLst>
                  <a:ext uri="{FF2B5EF4-FFF2-40B4-BE49-F238E27FC236}">
                    <a16:creationId xmlns:a16="http://schemas.microsoft.com/office/drawing/2014/main" id="{DC0DB6F8-6007-66CC-1647-18CDA3C2C803}"/>
                  </a:ext>
                </a:extLst>
              </p:cNvPr>
              <p:cNvSpPr/>
              <p:nvPr/>
            </p:nvSpPr>
            <p:spPr>
              <a:xfrm>
                <a:off x="1037883" y="4209445"/>
                <a:ext cx="2254270" cy="543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  <m:sSub>
                        <m:sSubPr>
                          <m:ctrlPr>
                            <a:rPr lang="en-IN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k</m:t>
                          </m:r>
                        </m:e>
                        <m:sub>
                          <m: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IN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IN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k</m:t>
                          </m:r>
                        </m:e>
                        <m:sub>
                          <m: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89" name="Rectangle 88">
                <a:extLst>
                  <a:ext uri="{FF2B5EF4-FFF2-40B4-BE49-F238E27FC236}">
                    <a16:creationId xmlns:a16="http://schemas.microsoft.com/office/drawing/2014/main" id="{DC0DB6F8-6007-66CC-1647-18CDA3C2C80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37883" y="4209445"/>
                <a:ext cx="2254270" cy="543600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0" name="Rectangle 89">
                <a:extLst>
                  <a:ext uri="{FF2B5EF4-FFF2-40B4-BE49-F238E27FC236}">
                    <a16:creationId xmlns:a16="http://schemas.microsoft.com/office/drawing/2014/main" id="{2C4EF960-BE21-18E1-CD10-4645EB7DE0B2}"/>
                  </a:ext>
                </a:extLst>
              </p:cNvPr>
              <p:cNvSpPr/>
              <p:nvPr/>
            </p:nvSpPr>
            <p:spPr>
              <a:xfrm>
                <a:off x="3264702" y="4009880"/>
                <a:ext cx="2218270" cy="93339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⇒</m:t>
                      </m:r>
                      <m:sSub>
                        <m:sSubPr>
                          <m:ctrlPr>
                            <a:rPr lang="en-IN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k</m:t>
                          </m:r>
                        </m:e>
                        <m:sub>
                          <m: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IN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IN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en-IN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t</m:t>
                          </m:r>
                          <m:r>
                            <a:rPr lang="en-IN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num>
                        <m:den>
                          <m:r>
                            <a:rPr lang="en-IN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90" name="Rectangle 89">
                <a:extLst>
                  <a:ext uri="{FF2B5EF4-FFF2-40B4-BE49-F238E27FC236}">
                    <a16:creationId xmlns:a16="http://schemas.microsoft.com/office/drawing/2014/main" id="{2C4EF960-BE21-18E1-CD10-4645EB7DE0B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64702" y="4009880"/>
                <a:ext cx="2218270" cy="933399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1" name="Right Arrow 3">
            <a:extLst>
              <a:ext uri="{FF2B5EF4-FFF2-40B4-BE49-F238E27FC236}">
                <a16:creationId xmlns:a16="http://schemas.microsoft.com/office/drawing/2014/main" id="{FBDBC2BB-4AFA-CEF7-E5EE-93DE2760565A}"/>
              </a:ext>
            </a:extLst>
          </p:cNvPr>
          <p:cNvSpPr/>
          <p:nvPr/>
        </p:nvSpPr>
        <p:spPr>
          <a:xfrm flipV="1">
            <a:off x="412357" y="5319879"/>
            <a:ext cx="576777" cy="394349"/>
          </a:xfrm>
          <a:prstGeom prst="rightArrow">
            <a:avLst/>
          </a:prstGeom>
          <a:gradFill>
            <a:gsLst>
              <a:gs pos="10000">
                <a:srgbClr val="0E47A1"/>
              </a:gs>
              <a:gs pos="100000">
                <a:srgbClr val="03A9F5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Wingdings 3" panose="05040102010807070707" pitchFamily="18" charset="2"/>
              <a:buNone/>
            </a:pPr>
            <a:endParaRPr lang="en-IN" sz="2800" dirty="0">
              <a:solidFill>
                <a:schemeClr val="bg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2" name="Rectangle 91">
                <a:extLst>
                  <a:ext uri="{FF2B5EF4-FFF2-40B4-BE49-F238E27FC236}">
                    <a16:creationId xmlns:a16="http://schemas.microsoft.com/office/drawing/2014/main" id="{371C068E-83DC-9677-46E1-667D6F61BD0E}"/>
                  </a:ext>
                </a:extLst>
              </p:cNvPr>
              <p:cNvSpPr/>
              <p:nvPr/>
            </p:nvSpPr>
            <p:spPr>
              <a:xfrm>
                <a:off x="1037883" y="5245253"/>
                <a:ext cx="2254270" cy="543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k</m:t>
                          </m:r>
                        </m:e>
                        <m:sub>
                          <m: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IN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+3</m:t>
                      </m:r>
                      <m:sSub>
                        <m:sSub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IN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k</m:t>
                          </m:r>
                        </m:e>
                        <m:sub>
                          <m: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92" name="Rectangle 91">
                <a:extLst>
                  <a:ext uri="{FF2B5EF4-FFF2-40B4-BE49-F238E27FC236}">
                    <a16:creationId xmlns:a16="http://schemas.microsoft.com/office/drawing/2014/main" id="{371C068E-83DC-9677-46E1-667D6F61BD0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37883" y="5245253"/>
                <a:ext cx="2254270" cy="543600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3" name="Rectangle 92">
                <a:extLst>
                  <a:ext uri="{FF2B5EF4-FFF2-40B4-BE49-F238E27FC236}">
                    <a16:creationId xmlns:a16="http://schemas.microsoft.com/office/drawing/2014/main" id="{4862CD38-E819-8379-CA19-C09370D8C946}"/>
                  </a:ext>
                </a:extLst>
              </p:cNvPr>
              <p:cNvSpPr/>
              <p:nvPr/>
            </p:nvSpPr>
            <p:spPr>
              <a:xfrm>
                <a:off x="3264702" y="5045688"/>
                <a:ext cx="1996466" cy="93339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⇒</m:t>
                      </m:r>
                      <m:sSub>
                        <m:sSubPr>
                          <m:ctrlPr>
                            <a:rPr lang="en-IN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k</m:t>
                          </m:r>
                        </m:e>
                        <m:sub>
                          <m: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IN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3</m:t>
                          </m:r>
                          <m:r>
                            <m:rPr>
                              <m:sty m:val="p"/>
                            </m:rPr>
                            <a:rPr lang="en-IN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t</m:t>
                          </m:r>
                          <m:r>
                            <a:rPr lang="en-IN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num>
                        <m:den>
                          <m:r>
                            <a:rPr lang="en-IN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93" name="Rectangle 92">
                <a:extLst>
                  <a:ext uri="{FF2B5EF4-FFF2-40B4-BE49-F238E27FC236}">
                    <a16:creationId xmlns:a16="http://schemas.microsoft.com/office/drawing/2014/main" id="{4862CD38-E819-8379-CA19-C09370D8C94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64702" y="5045688"/>
                <a:ext cx="1996466" cy="933399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4">
                <a:extLst>
                  <a:ext uri="{FF2B5EF4-FFF2-40B4-BE49-F238E27FC236}">
                    <a16:creationId xmlns:a16="http://schemas.microsoft.com/office/drawing/2014/main" id="{70534B55-9A39-A706-CFAB-E398BA9E4A34}"/>
                  </a:ext>
                </a:extLst>
              </p:cNvPr>
              <p:cNvSpPr txBox="1">
                <a:spLocks/>
              </p:cNvSpPr>
              <p:nvPr/>
            </p:nvSpPr>
            <p:spPr>
              <a:xfrm flipH="1">
                <a:off x="6718732" y="1104100"/>
                <a:ext cx="5054600" cy="543600"/>
              </a:xfrm>
              <a:prstGeom prst="rect">
                <a:avLst/>
              </a:prstGeom>
              <a:noFill/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vert="horz" lIns="91440" tIns="45720" rIns="91440" bIns="45720" rtlCol="0" anchor="ctr">
                <a:noAutofit/>
              </a:bodyPr>
              <a:lstStyle>
                <a:defPPr>
                  <a:defRPr lang="en-US"/>
                </a:defPPr>
                <a:lvl1pPr marL="118745" algn="just">
                  <a:lnSpc>
                    <a:spcPct val="115000"/>
                  </a:lnSpc>
                  <a:spcBef>
                    <a:spcPts val="1000"/>
                  </a:spcBef>
                  <a:spcAft>
                    <a:spcPts val="800"/>
                  </a:spcAft>
                  <a:buClr>
                    <a:schemeClr val="accent6"/>
                  </a:buClr>
                  <a:buFont typeface="Wingdings 3" panose="05040102010807070707" pitchFamily="18" charset="2"/>
                  <a:buNone/>
                  <a:defRPr sz="2800">
                    <a:solidFill>
                      <a:srgbClr val="3A4A6A"/>
                    </a:solidFill>
                  </a:defRPr>
                </a:lvl1pPr>
              </a:lstStyle>
              <a:p>
                <a:pPr>
                  <a:lnSpc>
                    <a:spcPct val="90000"/>
                  </a:lnSpc>
                </a:pPr>
                <a:r>
                  <a:rPr lang="en-GB" dirty="0">
                    <a:solidFill>
                      <a:srgbClr val="002060"/>
                    </a:solidFill>
                  </a:rPr>
                  <a:t>Since,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k</m:t>
                        </m:r>
                      </m:e>
                      <m:sub>
                        <m:r>
                          <a:rPr lang="en-US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IN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IN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A</m:t>
                        </m:r>
                      </m:e>
                      <m:sub>
                        <m:r>
                          <a:rPr lang="en-US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k</m:t>
                        </m:r>
                      </m:e>
                      <m:sub>
                        <m:r>
                          <a:rPr lang="en-US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sSub>
                      <m:sSubPr>
                        <m:ctrlPr>
                          <a:rPr lang="en-IN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IN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A</m:t>
                        </m:r>
                      </m:e>
                      <m:sub>
                        <m:r>
                          <a:rPr lang="en-GB" b="0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k</m:t>
                        </m:r>
                      </m:e>
                      <m:sub>
                        <m:r>
                          <a:rPr lang="en-US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sSub>
                      <m:sSubPr>
                        <m:ctrlPr>
                          <a:rPr lang="en-IN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IN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A</m:t>
                        </m:r>
                      </m:e>
                      <m:sub>
                        <m:r>
                          <a:rPr lang="en-GB" b="0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IN" b="0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endParaRPr lang="en-US" i="1" dirty="0">
                  <a:solidFill>
                    <a:srgbClr val="002060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3" name="Content Placeholder 4">
                <a:extLst>
                  <a:ext uri="{FF2B5EF4-FFF2-40B4-BE49-F238E27FC236}">
                    <a16:creationId xmlns:a16="http://schemas.microsoft.com/office/drawing/2014/main" id="{70534B55-9A39-A706-CFAB-E398BA9E4A3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6718732" y="1104100"/>
                <a:ext cx="5054600" cy="543600"/>
              </a:xfrm>
              <a:prstGeom prst="rect">
                <a:avLst/>
              </a:prstGeom>
              <a:blipFill>
                <a:blip r:embed="rId13"/>
                <a:stretch>
                  <a:fillRect l="-121" t="-12360" b="-26966"/>
                </a:stretch>
              </a:blipFill>
              <a:ln w="12700" cap="flat" cmpd="sng" algn="ctr">
                <a:noFill/>
                <a:prstDash val="solid"/>
                <a:miter lim="800000"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4">
                <a:extLst>
                  <a:ext uri="{FF2B5EF4-FFF2-40B4-BE49-F238E27FC236}">
                    <a16:creationId xmlns:a16="http://schemas.microsoft.com/office/drawing/2014/main" id="{2358A71A-8009-1BBC-230D-C3680EF2F35F}"/>
                  </a:ext>
                </a:extLst>
              </p:cNvPr>
              <p:cNvSpPr txBox="1">
                <a:spLocks/>
              </p:cNvSpPr>
              <p:nvPr/>
            </p:nvSpPr>
            <p:spPr>
              <a:xfrm flipH="1">
                <a:off x="7098621" y="1756849"/>
                <a:ext cx="4715578" cy="978782"/>
              </a:xfrm>
              <a:prstGeom prst="rect">
                <a:avLst/>
              </a:prstGeom>
              <a:noFill/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vert="horz" lIns="91440" tIns="45720" rIns="91440" bIns="45720" rtlCol="0" anchor="ctr">
                <a:noAutofit/>
              </a:bodyPr>
              <a:lstStyle>
                <a:defPPr>
                  <a:defRPr lang="en-US"/>
                </a:defPPr>
                <a:lvl1pPr marL="118745" algn="just">
                  <a:lnSpc>
                    <a:spcPct val="115000"/>
                  </a:lnSpc>
                  <a:spcBef>
                    <a:spcPts val="1000"/>
                  </a:spcBef>
                  <a:spcAft>
                    <a:spcPts val="800"/>
                  </a:spcAft>
                  <a:buClr>
                    <a:schemeClr val="accent6"/>
                  </a:buClr>
                  <a:buFont typeface="Wingdings 3" panose="05040102010807070707" pitchFamily="18" charset="2"/>
                  <a:buNone/>
                  <a:defRPr sz="2800">
                    <a:solidFill>
                      <a:srgbClr val="3A4A6A"/>
                    </a:solidFill>
                  </a:defRPr>
                </a:lvl1pPr>
              </a:lstStyle>
              <a:p>
                <a:pPr>
                  <a:lnSpc>
                    <a:spcPct val="9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⇒</m:t>
                      </m:r>
                      <m:f>
                        <m:fPr>
                          <m:ctrlPr>
                            <a:rPr lang="en-IN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3</m:t>
                          </m:r>
                          <m:r>
                            <m:rPr>
                              <m:sty m:val="p"/>
                            </m:rPr>
                            <a:rPr lang="en-IN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t</m:t>
                          </m:r>
                          <m:r>
                            <a:rPr lang="en-IN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num>
                        <m:den>
                          <m:r>
                            <a:rPr lang="en-IN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sSub>
                        <m:sSubPr>
                          <m:ctrlPr>
                            <a:rPr lang="en-IN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IN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A</m:t>
                          </m:r>
                        </m:e>
                        <m:sub>
                          <m:r>
                            <a:rPr lang="en-US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IN" i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IN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en-IN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t</m:t>
                          </m:r>
                          <m:r>
                            <a:rPr lang="en-IN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num>
                        <m:den>
                          <m:r>
                            <a:rPr lang="en-IN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sSub>
                        <m:sSubPr>
                          <m:ctrlPr>
                            <a:rPr lang="en-IN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IN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A</m:t>
                          </m:r>
                        </m:e>
                        <m:sub>
                          <m:r>
                            <a:rPr lang="en-GB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i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m:rPr>
                          <m:sty m:val="p"/>
                        </m:rPr>
                        <a:rPr lang="en-IN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t</m:t>
                      </m:r>
                      <m:r>
                        <a:rPr lang="en-IN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n-IN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IN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A</m:t>
                          </m:r>
                        </m:e>
                        <m:sub>
                          <m:r>
                            <a:rPr lang="en-GB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IN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US" dirty="0">
                  <a:solidFill>
                    <a:srgbClr val="002060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4" name="Content Placeholder 4">
                <a:extLst>
                  <a:ext uri="{FF2B5EF4-FFF2-40B4-BE49-F238E27FC236}">
                    <a16:creationId xmlns:a16="http://schemas.microsoft.com/office/drawing/2014/main" id="{2358A71A-8009-1BBC-230D-C3680EF2F35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7098621" y="1756849"/>
                <a:ext cx="4715578" cy="978782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  <a:ln w="12700" cap="flat" cmpd="sng" algn="ctr">
                <a:noFill/>
                <a:prstDash val="solid"/>
                <a:miter lim="800000"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A8A21393-CE6D-2595-B98E-5153680A7F3C}"/>
                  </a:ext>
                </a:extLst>
              </p:cNvPr>
              <p:cNvSpPr txBox="1">
                <a:spLocks/>
              </p:cNvSpPr>
              <p:nvPr/>
            </p:nvSpPr>
            <p:spPr>
              <a:xfrm flipH="1">
                <a:off x="7104143" y="2735631"/>
                <a:ext cx="4193962" cy="978782"/>
              </a:xfrm>
              <a:prstGeom prst="rect">
                <a:avLst/>
              </a:prstGeom>
              <a:noFill/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vert="horz" lIns="91440" tIns="45720" rIns="91440" bIns="45720" rtlCol="0" anchor="ctr">
                <a:noAutofit/>
              </a:bodyPr>
              <a:lstStyle>
                <a:defPPr>
                  <a:defRPr lang="en-US"/>
                </a:defPPr>
                <a:lvl1pPr marL="118745" algn="just">
                  <a:lnSpc>
                    <a:spcPct val="115000"/>
                  </a:lnSpc>
                  <a:spcBef>
                    <a:spcPts val="1000"/>
                  </a:spcBef>
                  <a:spcAft>
                    <a:spcPts val="800"/>
                  </a:spcAft>
                  <a:buClr>
                    <a:schemeClr val="accent6"/>
                  </a:buClr>
                  <a:buFont typeface="Wingdings 3" panose="05040102010807070707" pitchFamily="18" charset="2"/>
                  <a:buNone/>
                  <a:defRPr sz="2800">
                    <a:solidFill>
                      <a:srgbClr val="3A4A6A"/>
                    </a:solidFill>
                  </a:defRPr>
                </a:lvl1pPr>
              </a:lstStyle>
              <a:p>
                <a:pPr>
                  <a:lnSpc>
                    <a:spcPct val="9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⇒</m:t>
                      </m:r>
                      <m:r>
                        <m:rPr>
                          <m:sty m:val="p"/>
                        </m:rPr>
                        <a:rPr lang="en-IN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t</m:t>
                      </m:r>
                      <m:r>
                        <a:rPr lang="en-IN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n-IN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IN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A</m:t>
                          </m:r>
                        </m:e>
                        <m:sub>
                          <m:r>
                            <a:rPr lang="en-GB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IN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IN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IN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3</m:t>
                          </m:r>
                          <m:r>
                            <m:rPr>
                              <m:sty m:val="p"/>
                            </m:rPr>
                            <a:rPr lang="en-IN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t</m:t>
                          </m:r>
                          <m:r>
                            <a:rPr lang="en-IN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num>
                        <m:den>
                          <m:r>
                            <a:rPr lang="en-IN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sSub>
                        <m:sSubPr>
                          <m:ctrlPr>
                            <a:rPr lang="en-IN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IN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A</m:t>
                          </m:r>
                        </m:e>
                        <m:sub>
                          <m:r>
                            <a:rPr lang="en-US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IN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IN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en-IN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t</m:t>
                          </m:r>
                          <m:r>
                            <a:rPr lang="en-IN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num>
                        <m:den>
                          <m:r>
                            <a:rPr lang="en-IN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sSub>
                        <m:sSubPr>
                          <m:ctrlPr>
                            <a:rPr lang="en-IN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IN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A</m:t>
                          </m:r>
                        </m:e>
                        <m:sub>
                          <m:r>
                            <a:rPr lang="en-GB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rgbClr val="002060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A8A21393-CE6D-2595-B98E-5153680A7F3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7104143" y="2735631"/>
                <a:ext cx="4193962" cy="978782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  <a:ln w="12700" cap="flat" cmpd="sng" algn="ctr">
                <a:noFill/>
                <a:prstDash val="solid"/>
                <a:miter lim="800000"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Content Placeholder 4">
                <a:extLst>
                  <a:ext uri="{FF2B5EF4-FFF2-40B4-BE49-F238E27FC236}">
                    <a16:creationId xmlns:a16="http://schemas.microsoft.com/office/drawing/2014/main" id="{041DADBA-2B12-556A-3A46-22481EBF4291}"/>
                  </a:ext>
                </a:extLst>
              </p:cNvPr>
              <p:cNvSpPr txBox="1">
                <a:spLocks/>
              </p:cNvSpPr>
              <p:nvPr/>
            </p:nvSpPr>
            <p:spPr>
              <a:xfrm flipH="1">
                <a:off x="7098620" y="3720054"/>
                <a:ext cx="3938357" cy="978782"/>
              </a:xfrm>
              <a:prstGeom prst="rect">
                <a:avLst/>
              </a:prstGeom>
              <a:noFill/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vert="horz" lIns="91440" tIns="45720" rIns="91440" bIns="45720" rtlCol="0" anchor="ctr">
                <a:noAutofit/>
              </a:bodyPr>
              <a:lstStyle>
                <a:defPPr>
                  <a:defRPr lang="en-US"/>
                </a:defPPr>
                <a:lvl1pPr marL="118745" algn="just">
                  <a:lnSpc>
                    <a:spcPct val="115000"/>
                  </a:lnSpc>
                  <a:spcBef>
                    <a:spcPts val="1000"/>
                  </a:spcBef>
                  <a:spcAft>
                    <a:spcPts val="800"/>
                  </a:spcAft>
                  <a:buClr>
                    <a:schemeClr val="accent6"/>
                  </a:buClr>
                  <a:buFont typeface="Wingdings 3" panose="05040102010807070707" pitchFamily="18" charset="2"/>
                  <a:buNone/>
                  <a:defRPr sz="2800">
                    <a:solidFill>
                      <a:srgbClr val="3A4A6A"/>
                    </a:solidFill>
                  </a:defRPr>
                </a:lvl1pPr>
              </a:lstStyle>
              <a:p>
                <a:pPr>
                  <a:lnSpc>
                    <a:spcPct val="9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⇒</m:t>
                      </m:r>
                      <m:sSub>
                        <m:sSubPr>
                          <m:ctrlPr>
                            <a:rPr lang="en-IN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IN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A</m:t>
                          </m:r>
                        </m:e>
                        <m:sub>
                          <m:r>
                            <a:rPr lang="en-GB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IN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IN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IN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3 </m:t>
                          </m:r>
                        </m:num>
                        <m:den>
                          <m:r>
                            <a:rPr lang="en-IN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sSub>
                        <m:sSubPr>
                          <m:ctrlPr>
                            <a:rPr lang="en-IN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IN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A</m:t>
                          </m:r>
                        </m:e>
                        <m:sub>
                          <m:r>
                            <a:rPr lang="en-US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IN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IN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IN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IN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num>
                        <m:den>
                          <m:r>
                            <a:rPr lang="en-IN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sSub>
                        <m:sSubPr>
                          <m:ctrlPr>
                            <a:rPr lang="en-IN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IN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A</m:t>
                          </m:r>
                        </m:e>
                        <m:sub>
                          <m:r>
                            <a:rPr lang="en-GB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rgbClr val="002060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6" name="Content Placeholder 4">
                <a:extLst>
                  <a:ext uri="{FF2B5EF4-FFF2-40B4-BE49-F238E27FC236}">
                    <a16:creationId xmlns:a16="http://schemas.microsoft.com/office/drawing/2014/main" id="{041DADBA-2B12-556A-3A46-22481EBF429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7098620" y="3720054"/>
                <a:ext cx="3938357" cy="978782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  <a:ln w="12700" cap="flat" cmpd="sng" algn="ctr">
                <a:noFill/>
                <a:prstDash val="solid"/>
                <a:miter lim="800000"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Content Placeholder 4">
                <a:extLst>
                  <a:ext uri="{FF2B5EF4-FFF2-40B4-BE49-F238E27FC236}">
                    <a16:creationId xmlns:a16="http://schemas.microsoft.com/office/drawing/2014/main" id="{19A59013-68D4-9214-7D4D-3523338DDF8B}"/>
                  </a:ext>
                </a:extLst>
              </p:cNvPr>
              <p:cNvSpPr txBox="1">
                <a:spLocks/>
              </p:cNvSpPr>
              <p:nvPr/>
            </p:nvSpPr>
            <p:spPr>
              <a:xfrm flipH="1">
                <a:off x="6718732" y="4767056"/>
                <a:ext cx="5054600" cy="543600"/>
              </a:xfrm>
              <a:prstGeom prst="rect">
                <a:avLst/>
              </a:prstGeom>
              <a:noFill/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vert="horz" lIns="91440" tIns="45720" rIns="91440" bIns="45720" rtlCol="0" anchor="ctr">
                <a:noAutofit/>
              </a:bodyPr>
              <a:lstStyle>
                <a:defPPr>
                  <a:defRPr lang="en-US"/>
                </a:defPPr>
                <a:lvl1pPr marL="118745" algn="just">
                  <a:lnSpc>
                    <a:spcPct val="115000"/>
                  </a:lnSpc>
                  <a:spcBef>
                    <a:spcPts val="1000"/>
                  </a:spcBef>
                  <a:spcAft>
                    <a:spcPts val="800"/>
                  </a:spcAft>
                  <a:buClr>
                    <a:schemeClr val="accent6"/>
                  </a:buClr>
                  <a:buFont typeface="Wingdings 3" panose="05040102010807070707" pitchFamily="18" charset="2"/>
                  <a:buNone/>
                  <a:defRPr sz="2800">
                    <a:solidFill>
                      <a:srgbClr val="3A4A6A"/>
                    </a:solidFill>
                  </a:defRPr>
                </a:lvl1pPr>
              </a:lstStyle>
              <a:p>
                <a:pPr>
                  <a:lnSpc>
                    <a:spcPct val="90000"/>
                  </a:lnSpc>
                </a:pPr>
                <a:r>
                  <a:rPr lang="en-GB" dirty="0">
                    <a:solidFill>
                      <a:srgbClr val="002060"/>
                    </a:solidFill>
                  </a:rPr>
                  <a:t>So,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IN" i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A</m:t>
                        </m:r>
                      </m:e>
                      <m:sub>
                        <m:r>
                          <a:rPr lang="en-IN" b="0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lang="en-IN" b="0" dirty="0">
                    <a:solidFill>
                      <a:srgbClr val="002060"/>
                    </a:solidFill>
                    <a:latin typeface="+mj-lt"/>
                  </a:rPr>
                  <a:t> depends on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IN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A</m:t>
                        </m:r>
                      </m:e>
                      <m:sub>
                        <m:r>
                          <a:rPr lang="en-IN" b="0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IN" b="0" dirty="0">
                    <a:solidFill>
                      <a:srgbClr val="002060"/>
                    </a:solidFill>
                    <a:latin typeface="+mj-lt"/>
                  </a:rPr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IN" i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A</m:t>
                        </m:r>
                      </m:e>
                      <m:sub>
                        <m:r>
                          <a:rPr lang="en-IN" b="0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dirty="0">
                    <a:solidFill>
                      <a:srgbClr val="002060"/>
                    </a:solidFill>
                    <a:latin typeface="Cambria Math" panose="02040503050406030204" pitchFamily="18" charset="0"/>
                  </a:rPr>
                  <a:t>.</a:t>
                </a:r>
              </a:p>
            </p:txBody>
          </p:sp>
        </mc:Choice>
        <mc:Fallback xmlns="">
          <p:sp>
            <p:nvSpPr>
              <p:cNvPr id="12" name="Content Placeholder 4">
                <a:extLst>
                  <a:ext uri="{FF2B5EF4-FFF2-40B4-BE49-F238E27FC236}">
                    <a16:creationId xmlns:a16="http://schemas.microsoft.com/office/drawing/2014/main" id="{19A59013-68D4-9214-7D4D-3523338DDF8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6718732" y="4767056"/>
                <a:ext cx="5054600" cy="543600"/>
              </a:xfrm>
              <a:prstGeom prst="rect">
                <a:avLst/>
              </a:prstGeom>
              <a:blipFill>
                <a:blip r:embed="rId17"/>
                <a:stretch>
                  <a:fillRect l="-121" t="-14607" b="-26966"/>
                </a:stretch>
              </a:blipFill>
              <a:ln w="12700" cap="flat" cmpd="sng" algn="ctr">
                <a:noFill/>
                <a:prstDash val="solid"/>
                <a:miter lim="800000"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Content Placeholder 4">
                <a:extLst>
                  <a:ext uri="{FF2B5EF4-FFF2-40B4-BE49-F238E27FC236}">
                    <a16:creationId xmlns:a16="http://schemas.microsoft.com/office/drawing/2014/main" id="{EF12C872-F8CC-69C8-C8CC-029F94BEC743}"/>
                  </a:ext>
                </a:extLst>
              </p:cNvPr>
              <p:cNvSpPr txBox="1">
                <a:spLocks/>
              </p:cNvSpPr>
              <p:nvPr/>
            </p:nvSpPr>
            <p:spPr>
              <a:xfrm flipH="1">
                <a:off x="6718731" y="5378876"/>
                <a:ext cx="4138565" cy="543600"/>
              </a:xfrm>
              <a:prstGeom prst="rect">
                <a:avLst/>
              </a:prstGeom>
              <a:noFill/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vert="horz" lIns="91440" tIns="45720" rIns="91440" bIns="45720" rtlCol="0" anchor="ctr">
                <a:noAutofit/>
              </a:bodyPr>
              <a:lstStyle>
                <a:defPPr>
                  <a:defRPr lang="en-US"/>
                </a:defPPr>
                <a:lvl1pPr marL="118745" algn="just">
                  <a:lnSpc>
                    <a:spcPct val="115000"/>
                  </a:lnSpc>
                  <a:spcBef>
                    <a:spcPts val="1000"/>
                  </a:spcBef>
                  <a:spcAft>
                    <a:spcPts val="800"/>
                  </a:spcAft>
                  <a:buClr>
                    <a:schemeClr val="accent6"/>
                  </a:buClr>
                  <a:buFont typeface="Wingdings 3" panose="05040102010807070707" pitchFamily="18" charset="2"/>
                  <a:buNone/>
                  <a:defRPr sz="2800">
                    <a:solidFill>
                      <a:srgbClr val="3A4A6A"/>
                    </a:solidFill>
                  </a:defRPr>
                </a:lvl1pPr>
              </a:lstStyle>
              <a:p>
                <a:pPr>
                  <a:lnSpc>
                    <a:spcPct val="90000"/>
                  </a:lnSpc>
                </a:pPr>
                <a:r>
                  <a:rPr lang="en-IN" b="1" dirty="0">
                    <a:solidFill>
                      <a:srgbClr val="002060"/>
                    </a:solidFill>
                  </a:rPr>
                  <a:t>Basis		:   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en-IN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sSub>
                          <m:sSubPr>
                            <m:ctrlPr>
                              <a:rPr lang="en-IN" b="1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b="1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𝐀</m:t>
                            </m:r>
                          </m:e>
                          <m:sub>
                            <m:r>
                              <a:rPr lang="en-IN" b="1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  <m:r>
                          <a:rPr lang="en-IN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, </m:t>
                        </m:r>
                        <m:sSub>
                          <m:sSubPr>
                            <m:ctrlPr>
                              <a:rPr lang="en-IN" b="1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b="1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𝐀</m:t>
                            </m:r>
                          </m:e>
                          <m:sub>
                            <m:r>
                              <a:rPr lang="en-IN" b="1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b>
                        </m:sSub>
                      </m:e>
                    </m:d>
                  </m:oMath>
                </a14:m>
                <a:endParaRPr lang="en-US" b="1" i="1" dirty="0">
                  <a:solidFill>
                    <a:srgbClr val="FF0000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3" name="Content Placeholder 4">
                <a:extLst>
                  <a:ext uri="{FF2B5EF4-FFF2-40B4-BE49-F238E27FC236}">
                    <a16:creationId xmlns:a16="http://schemas.microsoft.com/office/drawing/2014/main" id="{EF12C872-F8CC-69C8-C8CC-029F94BEC74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6718731" y="5378876"/>
                <a:ext cx="4138565" cy="543600"/>
              </a:xfrm>
              <a:prstGeom prst="rect">
                <a:avLst/>
              </a:prstGeom>
              <a:blipFill>
                <a:blip r:embed="rId18"/>
                <a:stretch>
                  <a:fillRect l="-147" t="-12222" b="-25556"/>
                </a:stretch>
              </a:blipFill>
              <a:ln w="12700" cap="flat" cmpd="sng" algn="ctr">
                <a:noFill/>
                <a:prstDash val="solid"/>
                <a:miter lim="800000"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Content Placeholder 4">
                <a:extLst>
                  <a:ext uri="{FF2B5EF4-FFF2-40B4-BE49-F238E27FC236}">
                    <a16:creationId xmlns:a16="http://schemas.microsoft.com/office/drawing/2014/main" id="{F69BB1C9-4BB1-C03D-093B-46EED72B7737}"/>
                  </a:ext>
                </a:extLst>
              </p:cNvPr>
              <p:cNvSpPr txBox="1">
                <a:spLocks/>
              </p:cNvSpPr>
              <p:nvPr/>
            </p:nvSpPr>
            <p:spPr>
              <a:xfrm flipH="1">
                <a:off x="6718731" y="5990696"/>
                <a:ext cx="4138565" cy="543600"/>
              </a:xfrm>
              <a:prstGeom prst="rect">
                <a:avLst/>
              </a:prstGeom>
              <a:noFill/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vert="horz" lIns="91440" tIns="45720" rIns="91440" bIns="45720" rtlCol="0" anchor="ctr">
                <a:noAutofit/>
              </a:bodyPr>
              <a:lstStyle>
                <a:defPPr>
                  <a:defRPr lang="en-US"/>
                </a:defPPr>
                <a:lvl1pPr marL="118745" algn="just">
                  <a:lnSpc>
                    <a:spcPct val="115000"/>
                  </a:lnSpc>
                  <a:spcBef>
                    <a:spcPts val="1000"/>
                  </a:spcBef>
                  <a:spcAft>
                    <a:spcPts val="800"/>
                  </a:spcAft>
                  <a:buClr>
                    <a:schemeClr val="accent6"/>
                  </a:buClr>
                  <a:buFont typeface="Wingdings 3" panose="05040102010807070707" pitchFamily="18" charset="2"/>
                  <a:buNone/>
                  <a:defRPr sz="2800">
                    <a:solidFill>
                      <a:srgbClr val="3A4A6A"/>
                    </a:solidFill>
                  </a:defRPr>
                </a:lvl1pPr>
              </a:lstStyle>
              <a:p>
                <a:pPr>
                  <a:lnSpc>
                    <a:spcPct val="90000"/>
                  </a:lnSpc>
                </a:pPr>
                <a:r>
                  <a:rPr lang="en-IN" b="1" dirty="0">
                    <a:solidFill>
                      <a:srgbClr val="002060"/>
                    </a:solidFill>
                  </a:rPr>
                  <a:t>Dimension	:    </a:t>
                </a:r>
                <a14:m>
                  <m:oMath xmlns:m="http://schemas.openxmlformats.org/officeDocument/2006/math">
                    <m:r>
                      <a:rPr lang="en-IN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𝟐</m:t>
                    </m:r>
                  </m:oMath>
                </a14:m>
                <a:endParaRPr lang="en-US" b="1" i="1" dirty="0">
                  <a:solidFill>
                    <a:srgbClr val="FF0000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4" name="Content Placeholder 4">
                <a:extLst>
                  <a:ext uri="{FF2B5EF4-FFF2-40B4-BE49-F238E27FC236}">
                    <a16:creationId xmlns:a16="http://schemas.microsoft.com/office/drawing/2014/main" id="{F69BB1C9-4BB1-C03D-093B-46EED72B773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6718731" y="5990696"/>
                <a:ext cx="4138565" cy="543600"/>
              </a:xfrm>
              <a:prstGeom prst="rect">
                <a:avLst/>
              </a:prstGeom>
              <a:blipFill>
                <a:blip r:embed="rId19"/>
                <a:stretch>
                  <a:fillRect l="-147" t="-12360" b="-25843"/>
                </a:stretch>
              </a:blipFill>
              <a:ln w="12700" cap="flat" cmpd="sng" algn="ctr">
                <a:noFill/>
                <a:prstDash val="solid"/>
                <a:miter lim="800000"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354669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5" grpId="0"/>
      <p:bldP spid="6" grpId="0"/>
      <p:bldP spid="12" grpId="0"/>
      <p:bldP spid="13" grpId="0"/>
      <p:bldP spid="14" grpId="0"/>
    </p:bldLst>
  </p:timing>
</p:sld>
</file>

<file path=ppt/slides/slide1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828101-805C-E0AD-1FB5-5085FE7B08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BAF6ED-1DD3-1460-867A-B2EA245505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Method-6</a:t>
            </a:r>
            <a:br>
              <a:rPr lang="en-US" dirty="0"/>
            </a:br>
            <a:r>
              <a:rPr lang="en-US" dirty="0"/>
              <a:t>Row Space, Column Space, and Null Space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F4B7208F-9E8E-A2C7-E929-CF16BB06A4EB}"/>
              </a:ext>
            </a:extLst>
          </p:cNvPr>
          <p:cNvSpPr txBox="1">
            <a:spLocks/>
          </p:cNvSpPr>
          <p:nvPr/>
        </p:nvSpPr>
        <p:spPr>
          <a:xfrm>
            <a:off x="838200" y="2002632"/>
            <a:ext cx="10515600" cy="285273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6000" b="1" kern="1200" dirty="0">
                <a:gradFill flip="none" rotWithShape="1">
                  <a:gsLst>
                    <a:gs pos="0">
                      <a:srgbClr val="1D3064"/>
                    </a:gs>
                    <a:gs pos="100000">
                      <a:schemeClr val="tx2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endParaRPr lang="en-IN" dirty="0">
              <a:gradFill flip="none" rotWithShape="1">
                <a:gsLst>
                  <a:gs pos="10000">
                    <a:schemeClr val="accent6">
                      <a:lumMod val="50000"/>
                    </a:schemeClr>
                  </a:gs>
                  <a:gs pos="100000">
                    <a:schemeClr val="accent6"/>
                  </a:gs>
                </a:gsLst>
                <a:lin ang="0" scaled="1"/>
                <a:tileRect/>
              </a:gradFill>
            </a:endParaRPr>
          </a:p>
          <a:p>
            <a:endParaRPr lang="en-IN" dirty="0">
              <a:gradFill flip="none" rotWithShape="1">
                <a:gsLst>
                  <a:gs pos="10000">
                    <a:schemeClr val="accent6">
                      <a:lumMod val="50000"/>
                    </a:schemeClr>
                  </a:gs>
                  <a:gs pos="100000">
                    <a:schemeClr val="accent6"/>
                  </a:gs>
                </a:gsLst>
                <a:lin ang="0" scaled="1"/>
                <a:tileRect/>
              </a:gradFill>
            </a:endParaRPr>
          </a:p>
        </p:txBody>
      </p:sp>
    </p:spTree>
    <p:extLst>
      <p:ext uri="{BB962C8B-B14F-4D97-AF65-F5344CB8AC3E}">
        <p14:creationId xmlns:p14="http://schemas.microsoft.com/office/powerpoint/2010/main" val="2249224832"/>
      </p:ext>
    </p:extLst>
  </p:cSld>
  <p:clrMapOvr>
    <a:masterClrMapping/>
  </p:clrMapOvr>
</p:sld>
</file>

<file path=ppt/slides/slide1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</a:t>
            </a:r>
            <a:endParaRPr lang="en-I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131180" y="210303"/>
                <a:ext cx="11929641" cy="6393697"/>
              </a:xfrm>
            </p:spPr>
            <p:txBody>
              <a:bodyPr/>
              <a:lstStyle/>
              <a:p>
                <a:pPr lvl="0"/>
                <a:r>
                  <a:rPr lang="en-US" i="0" dirty="0">
                    <a:latin typeface="+mj-lt"/>
                  </a:rPr>
                  <a:t>Let</a:t>
                </a:r>
                <a14:m>
                  <m:oMath xmlns:m="http://schemas.openxmlformats.org/officeDocument/2006/math">
                    <m:r>
                      <a:rPr lang="en-US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A</m:t>
                    </m:r>
                    <m:r>
                      <a:rPr lang="en-US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d>
                          <m:dPr>
                            <m:begChr m:val="["/>
                            <m:endChr m:val="]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 </m:t>
                            </m:r>
                            <m:m>
                              <m:mPr>
                                <m:mcs>
                                  <m:mc>
                                    <m:mcPr>
                                      <m:count m:val="5"/>
                                      <m:mcJc m:val="center"/>
                                    </m:mcPr>
                                  </m:mc>
                                </m:mcs>
                                <m:ctrlPr>
                                  <a:rPr lang="en-IN" i="1">
                                    <a:latin typeface="Cambria Math" panose="02040503050406030204" pitchFamily="18" charset="0"/>
                                  </a:rPr>
                                </m:ctrlPr>
                              </m:mPr>
                              <m:mr>
                                <m:e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n-US">
                                          <a:latin typeface="Cambria Math" panose="02040503050406030204" pitchFamily="18" charset="0"/>
                                        </a:rPr>
                                        <m:t>a</m:t>
                                      </m:r>
                                    </m:e>
                                    <m:sub>
                                      <m:r>
                                        <a:rPr lang="en-US">
                                          <a:latin typeface="Cambria Math" panose="02040503050406030204" pitchFamily="18" charset="0"/>
                                        </a:rPr>
                                        <m:t>11</m:t>
                                      </m:r>
                                    </m:sub>
                                  </m:sSub>
                                </m:e>
                                <m:e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n-US">
                                          <a:latin typeface="Cambria Math" panose="02040503050406030204" pitchFamily="18" charset="0"/>
                                        </a:rPr>
                                        <m:t>a</m:t>
                                      </m:r>
                                    </m:e>
                                    <m:sub>
                                      <m:r>
                                        <a:rPr lang="en-US">
                                          <a:latin typeface="Cambria Math" panose="02040503050406030204" pitchFamily="18" charset="0"/>
                                        </a:rPr>
                                        <m:t>12</m:t>
                                      </m:r>
                                    </m:sub>
                                  </m:sSub>
                                </m:e>
                                <m:e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n-US">
                                          <a:latin typeface="Cambria Math" panose="02040503050406030204" pitchFamily="18" charset="0"/>
                                        </a:rPr>
                                        <m:t>a</m:t>
                                      </m:r>
                                    </m:e>
                                    <m:sub>
                                      <m:r>
                                        <a:rPr lang="en-US">
                                          <a:latin typeface="Cambria Math" panose="02040503050406030204" pitchFamily="18" charset="0"/>
                                        </a:rPr>
                                        <m:t>13</m:t>
                                      </m:r>
                                    </m:sub>
                                  </m:sSub>
                                </m:e>
                                <m:e>
                                  <m:r>
                                    <a:rPr lang="en-US">
                                      <a:latin typeface="Cambria Math" panose="02040503050406030204" pitchFamily="18" charset="0"/>
                                    </a:rPr>
                                    <m:t>…</m:t>
                                  </m:r>
                                </m:e>
                                <m:e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n-US">
                                          <a:latin typeface="Cambria Math" panose="02040503050406030204" pitchFamily="18" charset="0"/>
                                        </a:rPr>
                                        <m:t>a</m:t>
                                      </m:r>
                                    </m:e>
                                    <m:sub>
                                      <m:r>
                                        <a:rPr lang="en-US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  <m:r>
                                        <m:rPr>
                                          <m:sty m:val="p"/>
                                        </m:rPr>
                                        <a:rPr lang="en-US">
                                          <a:latin typeface="Cambria Math" panose="02040503050406030204" pitchFamily="18" charset="0"/>
                                        </a:rPr>
                                        <m:t>n</m:t>
                                      </m:r>
                                    </m:sub>
                                  </m:sSub>
                                </m:e>
                              </m:mr>
                              <m:mr>
                                <m:e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n-US">
                                          <a:latin typeface="Cambria Math" panose="02040503050406030204" pitchFamily="18" charset="0"/>
                                        </a:rPr>
                                        <m:t>a</m:t>
                                      </m:r>
                                    </m:e>
                                    <m:sub>
                                      <m:r>
                                        <a:rPr lang="en-US">
                                          <a:latin typeface="Cambria Math" panose="02040503050406030204" pitchFamily="18" charset="0"/>
                                        </a:rPr>
                                        <m:t>21</m:t>
                                      </m:r>
                                    </m:sub>
                                  </m:sSub>
                                </m:e>
                                <m:e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n-US">
                                          <a:latin typeface="Cambria Math" panose="02040503050406030204" pitchFamily="18" charset="0"/>
                                        </a:rPr>
                                        <m:t>a</m:t>
                                      </m:r>
                                    </m:e>
                                    <m:sub>
                                      <m:r>
                                        <a:rPr lang="en-US">
                                          <a:latin typeface="Cambria Math" panose="02040503050406030204" pitchFamily="18" charset="0"/>
                                        </a:rPr>
                                        <m:t>22</m:t>
                                      </m:r>
                                    </m:sub>
                                  </m:sSub>
                                </m:e>
                                <m:e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n-US">
                                          <a:latin typeface="Cambria Math" panose="02040503050406030204" pitchFamily="18" charset="0"/>
                                        </a:rPr>
                                        <m:t>a</m:t>
                                      </m:r>
                                    </m:e>
                                    <m:sub>
                                      <m:r>
                                        <a:rPr lang="en-US">
                                          <a:latin typeface="Cambria Math" panose="02040503050406030204" pitchFamily="18" charset="0"/>
                                        </a:rPr>
                                        <m:t>23</m:t>
                                      </m:r>
                                    </m:sub>
                                  </m:sSub>
                                </m:e>
                                <m:e>
                                  <m:r>
                                    <a:rPr lang="en-US">
                                      <a:latin typeface="Cambria Math" panose="02040503050406030204" pitchFamily="18" charset="0"/>
                                    </a:rPr>
                                    <m:t>…</m:t>
                                  </m:r>
                                </m:e>
                                <m:e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n-US">
                                          <a:latin typeface="Cambria Math" panose="02040503050406030204" pitchFamily="18" charset="0"/>
                                        </a:rPr>
                                        <m:t>a</m:t>
                                      </m:r>
                                    </m:e>
                                    <m:sub>
                                      <m:r>
                                        <a:rPr lang="en-US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  <m:r>
                                        <m:rPr>
                                          <m:sty m:val="p"/>
                                        </m:rPr>
                                        <a:rPr lang="en-US">
                                          <a:latin typeface="Cambria Math" panose="02040503050406030204" pitchFamily="18" charset="0"/>
                                        </a:rPr>
                                        <m:t>n</m:t>
                                      </m:r>
                                    </m:sub>
                                  </m:sSub>
                                </m:e>
                              </m:mr>
                              <m:mr>
                                <m:e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n-US">
                                          <a:latin typeface="Cambria Math" panose="02040503050406030204" pitchFamily="18" charset="0"/>
                                        </a:rPr>
                                        <m:t>a</m:t>
                                      </m:r>
                                    </m:e>
                                    <m:sub>
                                      <m:r>
                                        <a:rPr lang="en-US">
                                          <a:latin typeface="Cambria Math" panose="02040503050406030204" pitchFamily="18" charset="0"/>
                                        </a:rPr>
                                        <m:t>31</m:t>
                                      </m:r>
                                    </m:sub>
                                  </m:sSub>
                                </m:e>
                                <m:e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n-US">
                                          <a:latin typeface="Cambria Math" panose="02040503050406030204" pitchFamily="18" charset="0"/>
                                        </a:rPr>
                                        <m:t>a</m:t>
                                      </m:r>
                                    </m:e>
                                    <m:sub>
                                      <m:r>
                                        <a:rPr lang="en-US">
                                          <a:latin typeface="Cambria Math" panose="02040503050406030204" pitchFamily="18" charset="0"/>
                                        </a:rPr>
                                        <m:t>32</m:t>
                                      </m:r>
                                    </m:sub>
                                  </m:sSub>
                                </m:e>
                                <m:e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n-US">
                                          <a:latin typeface="Cambria Math" panose="02040503050406030204" pitchFamily="18" charset="0"/>
                                        </a:rPr>
                                        <m:t>a</m:t>
                                      </m:r>
                                    </m:e>
                                    <m:sub>
                                      <m:r>
                                        <a:rPr lang="en-US">
                                          <a:latin typeface="Cambria Math" panose="02040503050406030204" pitchFamily="18" charset="0"/>
                                        </a:rPr>
                                        <m:t>33</m:t>
                                      </m:r>
                                    </m:sub>
                                  </m:sSub>
                                </m:e>
                                <m:e>
                                  <m:r>
                                    <a:rPr lang="en-US">
                                      <a:latin typeface="Cambria Math" panose="02040503050406030204" pitchFamily="18" charset="0"/>
                                    </a:rPr>
                                    <m:t>…</m:t>
                                  </m:r>
                                </m:e>
                                <m:e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n-US">
                                          <a:latin typeface="Cambria Math" panose="02040503050406030204" pitchFamily="18" charset="0"/>
                                        </a:rPr>
                                        <m:t>a</m:t>
                                      </m:r>
                                    </m:e>
                                    <m:sub>
                                      <m:r>
                                        <a:rPr lang="en-US">
                                          <a:latin typeface="Cambria Math" panose="02040503050406030204" pitchFamily="18" charset="0"/>
                                        </a:rPr>
                                        <m:t>3</m:t>
                                      </m:r>
                                      <m:r>
                                        <m:rPr>
                                          <m:sty m:val="p"/>
                                        </m:rPr>
                                        <a:rPr lang="en-US">
                                          <a:latin typeface="Cambria Math" panose="02040503050406030204" pitchFamily="18" charset="0"/>
                                        </a:rPr>
                                        <m:t>n</m:t>
                                      </m:r>
                                    </m:sub>
                                  </m:sSub>
                                </m:e>
                              </m:mr>
                              <m:mr>
                                <m:e>
                                  <m:r>
                                    <a:rPr lang="en-US">
                                      <a:latin typeface="Cambria Math" panose="02040503050406030204" pitchFamily="18" charset="0"/>
                                    </a:rPr>
                                    <m:t>⋮</m:t>
                                  </m:r>
                                </m:e>
                                <m:e>
                                  <m:r>
                                    <a:rPr lang="en-US">
                                      <a:latin typeface="Cambria Math" panose="02040503050406030204" pitchFamily="18" charset="0"/>
                                    </a:rPr>
                                    <m:t>⋮</m:t>
                                  </m:r>
                                </m:e>
                                <m:e>
                                  <m:r>
                                    <a:rPr lang="en-US">
                                      <a:latin typeface="Cambria Math" panose="02040503050406030204" pitchFamily="18" charset="0"/>
                                    </a:rPr>
                                    <m:t>⋮</m:t>
                                  </m:r>
                                </m:e>
                                <m:e>
                                  <m:r>
                                    <a:rPr lang="en-US">
                                      <a:latin typeface="Cambria Math" panose="02040503050406030204" pitchFamily="18" charset="0"/>
                                    </a:rPr>
                                    <m:t>⋱</m:t>
                                  </m:r>
                                </m:e>
                                <m:e>
                                  <m:r>
                                    <a:rPr lang="en-US">
                                      <a:latin typeface="Cambria Math" panose="02040503050406030204" pitchFamily="18" charset="0"/>
                                    </a:rPr>
                                    <m:t>⋮</m:t>
                                  </m:r>
                                </m:e>
                              </m:mr>
                              <m:mr>
                                <m:e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n-US">
                                          <a:latin typeface="Cambria Math" panose="02040503050406030204" pitchFamily="18" charset="0"/>
                                        </a:rPr>
                                        <m:t>a</m:t>
                                      </m:r>
                                    </m:e>
                                    <m:sub>
                                      <m:r>
                                        <m:rPr>
                                          <m:sty m:val="p"/>
                                        </m:rPr>
                                        <a:rPr lang="en-US">
                                          <a:latin typeface="Cambria Math" panose="02040503050406030204" pitchFamily="18" charset="0"/>
                                        </a:rPr>
                                        <m:t>m</m:t>
                                      </m:r>
                                      <m:r>
                                        <a:rPr lang="en-US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</m:e>
                                <m:e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n-US">
                                          <a:latin typeface="Cambria Math" panose="02040503050406030204" pitchFamily="18" charset="0"/>
                                        </a:rPr>
                                        <m:t>a</m:t>
                                      </m:r>
                                    </m:e>
                                    <m:sub>
                                      <m:r>
                                        <m:rPr>
                                          <m:sty m:val="p"/>
                                        </m:rPr>
                                        <a:rPr lang="en-US">
                                          <a:latin typeface="Cambria Math" panose="02040503050406030204" pitchFamily="18" charset="0"/>
                                        </a:rPr>
                                        <m:t>m</m:t>
                                      </m:r>
                                      <m:r>
                                        <a:rPr lang="en-US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</m:e>
                                <m:e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n-US">
                                          <a:latin typeface="Cambria Math" panose="02040503050406030204" pitchFamily="18" charset="0"/>
                                        </a:rPr>
                                        <m:t>a</m:t>
                                      </m:r>
                                    </m:e>
                                    <m:sub>
                                      <m:r>
                                        <m:rPr>
                                          <m:sty m:val="p"/>
                                        </m:rPr>
                                        <a:rPr lang="en-US">
                                          <a:latin typeface="Cambria Math" panose="02040503050406030204" pitchFamily="18" charset="0"/>
                                        </a:rPr>
                                        <m:t>m</m:t>
                                      </m:r>
                                      <m:r>
                                        <a:rPr lang="en-US">
                                          <a:latin typeface="Cambria Math" panose="02040503050406030204" pitchFamily="18" charset="0"/>
                                        </a:rPr>
                                        <m:t>3</m:t>
                                      </m:r>
                                    </m:sub>
                                  </m:sSub>
                                </m:e>
                                <m:e>
                                  <m:r>
                                    <a:rPr lang="en-US">
                                      <a:latin typeface="Cambria Math" panose="02040503050406030204" pitchFamily="18" charset="0"/>
                                    </a:rPr>
                                    <m:t>…</m:t>
                                  </m:r>
                                </m:e>
                                <m:e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n-US">
                                          <a:latin typeface="Cambria Math" panose="02040503050406030204" pitchFamily="18" charset="0"/>
                                        </a:rPr>
                                        <m:t>a</m:t>
                                      </m:r>
                                    </m:e>
                                    <m:sub>
                                      <m:r>
                                        <m:rPr>
                                          <m:sty m:val="p"/>
                                        </m:rPr>
                                        <a:rPr lang="en-US">
                                          <a:latin typeface="Cambria Math" panose="02040503050406030204" pitchFamily="18" charset="0"/>
                                        </a:rPr>
                                        <m:t>mn</m:t>
                                      </m:r>
                                    </m:sub>
                                  </m:sSub>
                                </m:e>
                              </m:mr>
                            </m:m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 </m:t>
                            </m:r>
                          </m:e>
                        </m:d>
                      </m:e>
                      <m:sub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m</m:t>
                        </m:r>
                        <m:r>
                          <a:rPr lang="en-US">
                            <a:latin typeface="Cambria Math" panose="02040503050406030204" pitchFamily="18" charset="0"/>
                          </a:rPr>
                          <m:t>×</m:t>
                        </m:r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n</m:t>
                        </m:r>
                      </m:sub>
                    </m:sSub>
                    <m:r>
                      <a:rPr lang="en-US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i="0" dirty="0">
                    <a:latin typeface="+mj-lt"/>
                  </a:rPr>
                  <a:t>be an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m</m:t>
                    </m:r>
                    <m:r>
                      <a:rPr lang="en-US">
                        <a:latin typeface="Cambria Math" panose="02040503050406030204" pitchFamily="18" charset="0"/>
                      </a:rPr>
                      <m:t>×</m:t>
                    </m:r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n</m:t>
                    </m:r>
                  </m:oMath>
                </a14:m>
                <a:r>
                  <a:rPr lang="en-US" i="0" dirty="0">
                    <a:latin typeface="+mj-lt"/>
                  </a:rPr>
                  <a:t> matrix.</a:t>
                </a:r>
                <a:endParaRPr lang="en-IN" dirty="0"/>
              </a:p>
              <a:p>
                <a:pPr lvl="0"/>
                <a:r>
                  <a:rPr lang="en-US" dirty="0"/>
                  <a:t>The vectors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r</m:t>
                        </m:r>
                      </m:e>
                      <m:sub>
                        <m:r>
                          <a:rPr lang="en-US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r</m:t>
                        </m:r>
                      </m:e>
                      <m:sub>
                        <m:r>
                          <a:rPr lang="en-US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>
                        <a:latin typeface="Cambria Math" panose="02040503050406030204" pitchFamily="18" charset="0"/>
                      </a:rPr>
                      <m:t>, …,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r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m</m:t>
                        </m:r>
                      </m:sub>
                    </m:sSub>
                    <m:r>
                      <a:rPr lang="en-US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in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n</m:t>
                        </m:r>
                      </m:sup>
                    </m:sSup>
                  </m:oMath>
                </a14:m>
                <a:r>
                  <a:rPr lang="en-US" dirty="0"/>
                  <a:t> are called row vectors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A</m:t>
                    </m:r>
                  </m:oMath>
                </a14:m>
                <a:r>
                  <a:rPr lang="en-US" dirty="0"/>
                  <a:t>.</a:t>
                </a:r>
                <a:endParaRPr lang="en-IN" dirty="0"/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2400">
                            <a:latin typeface="Cambria Math" panose="02040503050406030204" pitchFamily="18" charset="0"/>
                          </a:rPr>
                          <m:t>r</m:t>
                        </m:r>
                      </m:e>
                      <m:sub>
                        <m:r>
                          <a:rPr lang="en-US" sz="240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40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IN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sSub>
                                <m:sSub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sz="2400">
                                      <a:latin typeface="Cambria Math" panose="02040503050406030204" pitchFamily="18" charset="0"/>
                                    </a:rPr>
                                    <m:t>a</m:t>
                                  </m:r>
                                </m:e>
                                <m:sub>
                                  <m:r>
                                    <a:rPr lang="en-US" sz="2400">
                                      <a:latin typeface="Cambria Math" panose="02040503050406030204" pitchFamily="18" charset="0"/>
                                    </a:rPr>
                                    <m:t>11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sz="2400">
                                      <a:latin typeface="Cambria Math" panose="02040503050406030204" pitchFamily="18" charset="0"/>
                                    </a:rPr>
                                    <m:t>a</m:t>
                                  </m:r>
                                </m:e>
                                <m:sub>
                                  <m:r>
                                    <a:rPr lang="en-US" sz="2400">
                                      <a:latin typeface="Cambria Math" panose="02040503050406030204" pitchFamily="18" charset="0"/>
                                    </a:rPr>
                                    <m:t>12</m:t>
                                  </m:r>
                                </m:sub>
                              </m:sSub>
                            </m:e>
                            <m:e>
                              <m:r>
                                <a:rPr lang="en-US" sz="2400">
                                  <a:latin typeface="Cambria Math" panose="02040503050406030204" pitchFamily="18" charset="0"/>
                                </a:rPr>
                                <m:t>…</m:t>
                              </m:r>
                            </m:e>
                          </m:mr>
                        </m:m>
                        <m:r>
                          <a:rPr lang="en-US" sz="2400">
                            <a:latin typeface="Cambria Math" panose="02040503050406030204" pitchFamily="18" charset="0"/>
                          </a:rPr>
                          <m:t>    </m:t>
                        </m:r>
                        <m:sSub>
                          <m:sSub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sz="2400">
                                <a:latin typeface="Cambria Math" panose="02040503050406030204" pitchFamily="18" charset="0"/>
                              </a:rPr>
                              <m:t>a</m:t>
                            </m:r>
                          </m:e>
                          <m:sub>
                            <m:r>
                              <a:rPr lang="en-US" sz="2400"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US" sz="2400">
                                <a:latin typeface="Cambria Math" panose="02040503050406030204" pitchFamily="18" charset="0"/>
                              </a:rPr>
                              <m:t>n</m:t>
                            </m:r>
                          </m:sub>
                        </m:sSub>
                      </m:e>
                    </m:d>
                    <m:r>
                      <a:rPr lang="en-US" sz="2400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2400">
                            <a:latin typeface="Cambria Math" panose="02040503050406030204" pitchFamily="18" charset="0"/>
                          </a:rPr>
                          <m:t>r</m:t>
                        </m:r>
                      </m:e>
                      <m:sub>
                        <m:r>
                          <a:rPr lang="en-US" sz="240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240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IN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sSub>
                                <m:sSub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sz="2400">
                                      <a:latin typeface="Cambria Math" panose="02040503050406030204" pitchFamily="18" charset="0"/>
                                    </a:rPr>
                                    <m:t>a</m:t>
                                  </m:r>
                                </m:e>
                                <m:sub>
                                  <m:r>
                                    <a:rPr lang="en-US" sz="2400">
                                      <a:latin typeface="Cambria Math" panose="02040503050406030204" pitchFamily="18" charset="0"/>
                                    </a:rPr>
                                    <m:t>21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sz="2400">
                                      <a:latin typeface="Cambria Math" panose="02040503050406030204" pitchFamily="18" charset="0"/>
                                    </a:rPr>
                                    <m:t>a</m:t>
                                  </m:r>
                                </m:e>
                                <m:sub>
                                  <m:r>
                                    <a:rPr lang="en-US" sz="2400">
                                      <a:latin typeface="Cambria Math" panose="02040503050406030204" pitchFamily="18" charset="0"/>
                                    </a:rPr>
                                    <m:t>22</m:t>
                                  </m:r>
                                </m:sub>
                              </m:sSub>
                            </m:e>
                            <m:e>
                              <m:r>
                                <a:rPr lang="en-US" sz="2400">
                                  <a:latin typeface="Cambria Math" panose="02040503050406030204" pitchFamily="18" charset="0"/>
                                </a:rPr>
                                <m:t>…</m:t>
                              </m:r>
                            </m:e>
                          </m:mr>
                        </m:m>
                        <m:r>
                          <a:rPr lang="en-US" sz="2400">
                            <a:latin typeface="Cambria Math" panose="02040503050406030204" pitchFamily="18" charset="0"/>
                          </a:rPr>
                          <m:t>    </m:t>
                        </m:r>
                        <m:sSub>
                          <m:sSub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sz="2400">
                                <a:latin typeface="Cambria Math" panose="02040503050406030204" pitchFamily="18" charset="0"/>
                              </a:rPr>
                              <m:t>a</m:t>
                            </m:r>
                          </m:e>
                          <m:sub>
                            <m:r>
                              <a:rPr lang="en-US" sz="2400"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m:rPr>
                                <m:sty m:val="p"/>
                              </m:rPr>
                              <a:rPr lang="en-US" sz="2400">
                                <a:latin typeface="Cambria Math" panose="02040503050406030204" pitchFamily="18" charset="0"/>
                              </a:rPr>
                              <m:t>n</m:t>
                            </m:r>
                          </m:sub>
                        </m:sSub>
                      </m:e>
                    </m:d>
                    <m:r>
                      <a:rPr lang="en-US" sz="2400">
                        <a:latin typeface="Cambria Math" panose="02040503050406030204" pitchFamily="18" charset="0"/>
                      </a:rPr>
                      <m:t>,… ,</m:t>
                    </m:r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2400">
                            <a:latin typeface="Cambria Math" panose="02040503050406030204" pitchFamily="18" charset="0"/>
                          </a:rPr>
                          <m:t>r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sz="2400">
                            <a:latin typeface="Cambria Math" panose="02040503050406030204" pitchFamily="18" charset="0"/>
                          </a:rPr>
                          <m:t>n</m:t>
                        </m:r>
                      </m:sub>
                    </m:sSub>
                    <m:r>
                      <a:rPr lang="en-US" sz="240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IN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sSub>
                                <m:sSub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sz="2400">
                                      <a:latin typeface="Cambria Math" panose="02040503050406030204" pitchFamily="18" charset="0"/>
                                    </a:rPr>
                                    <m:t>a</m:t>
                                  </m:r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lang="en-US" sz="2400">
                                      <a:latin typeface="Cambria Math" panose="02040503050406030204" pitchFamily="18" charset="0"/>
                                    </a:rPr>
                                    <m:t>m</m:t>
                                  </m:r>
                                  <m:r>
                                    <a:rPr lang="en-US" sz="240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sz="2400">
                                      <a:latin typeface="Cambria Math" panose="02040503050406030204" pitchFamily="18" charset="0"/>
                                    </a:rPr>
                                    <m:t>a</m:t>
                                  </m:r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lang="en-US" sz="2400">
                                      <a:latin typeface="Cambria Math" panose="02040503050406030204" pitchFamily="18" charset="0"/>
                                    </a:rPr>
                                    <m:t>m</m:t>
                                  </m:r>
                                  <m:r>
                                    <a:rPr lang="en-US" sz="240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  <m:e>
                              <m:r>
                                <a:rPr lang="en-US" sz="2400">
                                  <a:latin typeface="Cambria Math" panose="02040503050406030204" pitchFamily="18" charset="0"/>
                                </a:rPr>
                                <m:t>…</m:t>
                              </m:r>
                            </m:e>
                          </m:mr>
                        </m:m>
                        <m:r>
                          <a:rPr lang="en-US" sz="2400">
                            <a:latin typeface="Cambria Math" panose="02040503050406030204" pitchFamily="18" charset="0"/>
                          </a:rPr>
                          <m:t>    </m:t>
                        </m:r>
                        <m:sSub>
                          <m:sSub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sz="2400">
                                <a:latin typeface="Cambria Math" panose="02040503050406030204" pitchFamily="18" charset="0"/>
                              </a:rPr>
                              <m:t>a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sz="2400">
                                <a:latin typeface="Cambria Math" panose="02040503050406030204" pitchFamily="18" charset="0"/>
                              </a:rPr>
                              <m:t>mn</m:t>
                            </m:r>
                          </m:sub>
                        </m:sSub>
                      </m:e>
                    </m:d>
                  </m:oMath>
                </a14:m>
                <a:endParaRPr lang="en-IN" dirty="0"/>
              </a:p>
              <a:p>
                <a:pPr lvl="0"/>
                <a:r>
                  <a:rPr lang="en-US" dirty="0"/>
                  <a:t>The vectors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c</m:t>
                        </m:r>
                      </m:e>
                      <m:sub>
                        <m:r>
                          <a:rPr lang="en-US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c</m:t>
                        </m:r>
                      </m:e>
                      <m:sub>
                        <m:r>
                          <a:rPr lang="en-US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>
                        <a:latin typeface="Cambria Math" panose="02040503050406030204" pitchFamily="18" charset="0"/>
                      </a:rPr>
                      <m:t>, …,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c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n</m:t>
                        </m:r>
                      </m:sub>
                    </m:sSub>
                    <m:r>
                      <a:rPr lang="en-US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in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m</m:t>
                        </m:r>
                      </m:sup>
                    </m:sSup>
                  </m:oMath>
                </a14:m>
                <a:r>
                  <a:rPr lang="en-US" dirty="0"/>
                  <a:t> are called column vectors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A</m:t>
                    </m:r>
                  </m:oMath>
                </a14:m>
                <a:r>
                  <a:rPr lang="en-US" dirty="0"/>
                  <a:t>.</a:t>
                </a:r>
                <a:endParaRPr lang="en-IN" dirty="0"/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2400">
                            <a:latin typeface="Cambria Math" panose="02040503050406030204" pitchFamily="18" charset="0"/>
                          </a:rPr>
                          <m:t>c</m:t>
                        </m:r>
                      </m:e>
                      <m:sub>
                        <m:r>
                          <a:rPr lang="en-US" sz="240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40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IN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en-IN" sz="2400" i="1">
                                <a:latin typeface="Cambria Math" panose="02040503050406030204" pitchFamily="18" charset="0"/>
                              </a:rPr>
                            </m:ctrlPr>
                          </m:eqArrPr>
                          <m:e>
                            <m:m>
                              <m:mPr>
                                <m:mcs>
                                  <m:mc>
                                    <m:mcPr>
                                      <m:count m:val="1"/>
                                      <m:mcJc m:val="center"/>
                                    </m:mcPr>
                                  </m:mc>
                                </m:mcs>
                                <m:ctrlPr>
                                  <a:rPr lang="en-IN" sz="2400" i="1">
                                    <a:latin typeface="Cambria Math" panose="02040503050406030204" pitchFamily="18" charset="0"/>
                                  </a:rPr>
                                </m:ctrlPr>
                              </m:mPr>
                              <m:mr>
                                <m:e>
                                  <m:sSub>
                                    <m:sSubPr>
                                      <m:ctrlP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n-US" sz="2400">
                                          <a:latin typeface="Cambria Math" panose="02040503050406030204" pitchFamily="18" charset="0"/>
                                        </a:rPr>
                                        <m:t>a</m:t>
                                      </m:r>
                                    </m:e>
                                    <m:sub>
                                      <m:r>
                                        <a:rPr lang="en-US" sz="2400">
                                          <a:latin typeface="Cambria Math" panose="02040503050406030204" pitchFamily="18" charset="0"/>
                                        </a:rPr>
                                        <m:t>11</m:t>
                                      </m:r>
                                    </m:sub>
                                  </m:sSub>
                                </m:e>
                              </m:mr>
                              <m:mr>
                                <m:e>
                                  <m:sSub>
                                    <m:sSubPr>
                                      <m:ctrlP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n-US" sz="2400">
                                          <a:latin typeface="Cambria Math" panose="02040503050406030204" pitchFamily="18" charset="0"/>
                                        </a:rPr>
                                        <m:t>a</m:t>
                                      </m:r>
                                    </m:e>
                                    <m:sub>
                                      <m:r>
                                        <a:rPr lang="en-US" sz="2400">
                                          <a:latin typeface="Cambria Math" panose="02040503050406030204" pitchFamily="18" charset="0"/>
                                        </a:rPr>
                                        <m:t>21</m:t>
                                      </m:r>
                                    </m:sub>
                                  </m:sSub>
                                </m:e>
                              </m:mr>
                              <m:mr>
                                <m:e>
                                  <m:r>
                                    <a:rPr lang="en-US" sz="2400">
                                      <a:latin typeface="Cambria Math" panose="02040503050406030204" pitchFamily="18" charset="0"/>
                                    </a:rPr>
                                    <m:t>⋮</m:t>
                                  </m:r>
                                </m:e>
                              </m:mr>
                            </m:m>
                          </m:e>
                          <m:e>
                            <m:sSub>
                              <m:sSubPr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n-US" sz="2400">
                                    <a:latin typeface="Cambria Math" panose="02040503050406030204" pitchFamily="18" charset="0"/>
                                  </a:rPr>
                                  <m:t>a</m:t>
                                </m:r>
                              </m:e>
                              <m:sub>
                                <m:r>
                                  <m:rPr>
                                    <m:sty m:val="p"/>
                                  </m:rPr>
                                  <a:rPr lang="en-US" sz="2400">
                                    <a:latin typeface="Cambria Math" panose="02040503050406030204" pitchFamily="18" charset="0"/>
                                  </a:rPr>
                                  <m:t>m</m:t>
                                </m:r>
                                <m:r>
                                  <a:rPr lang="en-US" sz="240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e>
                        </m:eqArr>
                      </m:e>
                    </m:d>
                    <m:r>
                      <a:rPr lang="en-US" sz="2400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2400">
                            <a:latin typeface="Cambria Math" panose="02040503050406030204" pitchFamily="18" charset="0"/>
                          </a:rPr>
                          <m:t>c</m:t>
                        </m:r>
                      </m:e>
                      <m:sub>
                        <m:r>
                          <a:rPr lang="en-US" sz="240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240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IN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en-IN" sz="2400" i="1">
                                <a:latin typeface="Cambria Math" panose="02040503050406030204" pitchFamily="18" charset="0"/>
                              </a:rPr>
                            </m:ctrlPr>
                          </m:eqArrPr>
                          <m:e>
                            <m:m>
                              <m:mPr>
                                <m:mcs>
                                  <m:mc>
                                    <m:mcPr>
                                      <m:count m:val="1"/>
                                      <m:mcJc m:val="center"/>
                                    </m:mcPr>
                                  </m:mc>
                                </m:mcs>
                                <m:ctrlPr>
                                  <a:rPr lang="en-IN" sz="2400" i="1">
                                    <a:latin typeface="Cambria Math" panose="02040503050406030204" pitchFamily="18" charset="0"/>
                                  </a:rPr>
                                </m:ctrlPr>
                              </m:mPr>
                              <m:mr>
                                <m:e>
                                  <m:sSub>
                                    <m:sSubPr>
                                      <m:ctrlP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n-US" sz="2400">
                                          <a:latin typeface="Cambria Math" panose="02040503050406030204" pitchFamily="18" charset="0"/>
                                        </a:rPr>
                                        <m:t>a</m:t>
                                      </m:r>
                                    </m:e>
                                    <m:sub>
                                      <m:r>
                                        <a:rPr lang="en-US" sz="2400">
                                          <a:latin typeface="Cambria Math" panose="02040503050406030204" pitchFamily="18" charset="0"/>
                                        </a:rPr>
                                        <m:t>12</m:t>
                                      </m:r>
                                    </m:sub>
                                  </m:sSub>
                                </m:e>
                              </m:mr>
                              <m:mr>
                                <m:e>
                                  <m:sSub>
                                    <m:sSubPr>
                                      <m:ctrlP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n-US" sz="2400">
                                          <a:latin typeface="Cambria Math" panose="02040503050406030204" pitchFamily="18" charset="0"/>
                                        </a:rPr>
                                        <m:t>a</m:t>
                                      </m:r>
                                    </m:e>
                                    <m:sub>
                                      <m:r>
                                        <a:rPr lang="en-US" sz="2400">
                                          <a:latin typeface="Cambria Math" panose="02040503050406030204" pitchFamily="18" charset="0"/>
                                        </a:rPr>
                                        <m:t>22</m:t>
                                      </m:r>
                                    </m:sub>
                                  </m:sSub>
                                </m:e>
                              </m:mr>
                              <m:mr>
                                <m:e>
                                  <m:r>
                                    <a:rPr lang="en-US" sz="2400">
                                      <a:latin typeface="Cambria Math" panose="02040503050406030204" pitchFamily="18" charset="0"/>
                                    </a:rPr>
                                    <m:t>⋮</m:t>
                                  </m:r>
                                </m:e>
                              </m:mr>
                            </m:m>
                          </m:e>
                          <m:e>
                            <m:sSub>
                              <m:sSubPr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n-US" sz="2400">
                                    <a:latin typeface="Cambria Math" panose="02040503050406030204" pitchFamily="18" charset="0"/>
                                  </a:rPr>
                                  <m:t>a</m:t>
                                </m:r>
                              </m:e>
                              <m:sub>
                                <m:r>
                                  <m:rPr>
                                    <m:sty m:val="p"/>
                                  </m:rPr>
                                  <a:rPr lang="en-US" sz="2400">
                                    <a:latin typeface="Cambria Math" panose="02040503050406030204" pitchFamily="18" charset="0"/>
                                  </a:rPr>
                                  <m:t>m</m:t>
                                </m:r>
                                <m:r>
                                  <a:rPr lang="en-US" sz="240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e>
                        </m:eqArr>
                      </m:e>
                    </m:d>
                    <m:r>
                      <a:rPr lang="en-US" sz="2400">
                        <a:latin typeface="Cambria Math" panose="02040503050406030204" pitchFamily="18" charset="0"/>
                      </a:rPr>
                      <m:t>,… ,</m:t>
                    </m:r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2400">
                            <a:latin typeface="Cambria Math" panose="02040503050406030204" pitchFamily="18" charset="0"/>
                          </a:rPr>
                          <m:t>c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sz="2400">
                            <a:latin typeface="Cambria Math" panose="02040503050406030204" pitchFamily="18" charset="0"/>
                          </a:rPr>
                          <m:t>n</m:t>
                        </m:r>
                      </m:sub>
                    </m:sSub>
                    <m:r>
                      <a:rPr lang="en-US" sz="240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IN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en-IN" sz="2400" i="1">
                                <a:latin typeface="Cambria Math" panose="02040503050406030204" pitchFamily="18" charset="0"/>
                              </a:rPr>
                            </m:ctrlPr>
                          </m:eqArrPr>
                          <m:e>
                            <m:m>
                              <m:mPr>
                                <m:mcs>
                                  <m:mc>
                                    <m:mcPr>
                                      <m:count m:val="1"/>
                                      <m:mcJc m:val="center"/>
                                    </m:mcPr>
                                  </m:mc>
                                </m:mcs>
                                <m:ctrlPr>
                                  <a:rPr lang="en-IN" sz="2400" i="1">
                                    <a:latin typeface="Cambria Math" panose="02040503050406030204" pitchFamily="18" charset="0"/>
                                  </a:rPr>
                                </m:ctrlPr>
                              </m:mPr>
                              <m:mr>
                                <m:e>
                                  <m:sSub>
                                    <m:sSubPr>
                                      <m:ctrlP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n-US" sz="2400">
                                          <a:latin typeface="Cambria Math" panose="02040503050406030204" pitchFamily="18" charset="0"/>
                                        </a:rPr>
                                        <m:t>a</m:t>
                                      </m:r>
                                    </m:e>
                                    <m:sub>
                                      <m:r>
                                        <a:rPr lang="en-US" sz="240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  <m:r>
                                        <m:rPr>
                                          <m:sty m:val="p"/>
                                        </m:rPr>
                                        <a:rPr lang="en-US" sz="2400">
                                          <a:latin typeface="Cambria Math" panose="02040503050406030204" pitchFamily="18" charset="0"/>
                                        </a:rPr>
                                        <m:t>n</m:t>
                                      </m:r>
                                    </m:sub>
                                  </m:sSub>
                                </m:e>
                              </m:mr>
                              <m:mr>
                                <m:e>
                                  <m:sSub>
                                    <m:sSubPr>
                                      <m:ctrlP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n-US" sz="2400">
                                          <a:latin typeface="Cambria Math" panose="02040503050406030204" pitchFamily="18" charset="0"/>
                                        </a:rPr>
                                        <m:t>a</m:t>
                                      </m:r>
                                    </m:e>
                                    <m:sub>
                                      <m:r>
                                        <a:rPr lang="en-US" sz="240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  <m:r>
                                        <m:rPr>
                                          <m:sty m:val="p"/>
                                        </m:rPr>
                                        <a:rPr lang="en-US" sz="2400">
                                          <a:latin typeface="Cambria Math" panose="02040503050406030204" pitchFamily="18" charset="0"/>
                                        </a:rPr>
                                        <m:t>n</m:t>
                                      </m:r>
                                    </m:sub>
                                  </m:sSub>
                                </m:e>
                              </m:mr>
                              <m:mr>
                                <m:e>
                                  <m:r>
                                    <a:rPr lang="en-US" sz="2400">
                                      <a:latin typeface="Cambria Math" panose="02040503050406030204" pitchFamily="18" charset="0"/>
                                    </a:rPr>
                                    <m:t>⋮</m:t>
                                  </m:r>
                                </m:e>
                              </m:mr>
                            </m:m>
                          </m:e>
                          <m:e>
                            <m:sSub>
                              <m:sSubPr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n-US" sz="2400">
                                    <a:latin typeface="Cambria Math" panose="02040503050406030204" pitchFamily="18" charset="0"/>
                                  </a:rPr>
                                  <m:t>a</m:t>
                                </m:r>
                              </m:e>
                              <m:sub>
                                <m:r>
                                  <m:rPr>
                                    <m:sty m:val="p"/>
                                  </m:rPr>
                                  <a:rPr lang="en-US" sz="2400">
                                    <a:latin typeface="Cambria Math" panose="02040503050406030204" pitchFamily="18" charset="0"/>
                                  </a:rPr>
                                  <m:t>mn</m:t>
                                </m:r>
                              </m:sub>
                            </m:sSub>
                          </m:e>
                        </m:eqArr>
                      </m:e>
                    </m:d>
                  </m:oMath>
                </a14:m>
                <a:endParaRPr lang="en-IN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31180" y="210303"/>
                <a:ext cx="11929641" cy="6393697"/>
              </a:xfrm>
              <a:blipFill>
                <a:blip r:embed="rId2"/>
                <a:stretch>
                  <a:fillRect l="-97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925326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</a:t>
            </a:r>
            <a:endParaRPr lang="en-I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 fontAlgn="base"/>
                <a:r>
                  <a:rPr lang="en-US" b="1" dirty="0"/>
                  <a:t>Row Space</a:t>
                </a:r>
              </a:p>
              <a:p>
                <a:pPr lvl="1" fontAlgn="base"/>
                <a:r>
                  <a:rPr lang="en-US" dirty="0"/>
                  <a:t>The subspace of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n</m:t>
                        </m:r>
                      </m:sup>
                    </m:sSup>
                  </m:oMath>
                </a14:m>
                <a:r>
                  <a:rPr lang="en-US" dirty="0"/>
                  <a:t> </a:t>
                </a:r>
                <a:r>
                  <a:rPr lang="en-US" b="1" dirty="0">
                    <a:solidFill>
                      <a:srgbClr val="FF0000"/>
                    </a:solidFill>
                  </a:rPr>
                  <a:t>spanned by the row vectors</a:t>
                </a:r>
                <a:r>
                  <a:rPr lang="en-US" dirty="0"/>
                  <a:t>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A</m:t>
                    </m:r>
                  </m:oMath>
                </a14:m>
                <a:r>
                  <a:rPr lang="en-US" dirty="0"/>
                  <a:t> is called the </a:t>
                </a:r>
                <a:r>
                  <a:rPr lang="en-US" b="1" dirty="0">
                    <a:solidFill>
                      <a:srgbClr val="FF0000"/>
                    </a:solidFill>
                  </a:rPr>
                  <a:t>row space</a:t>
                </a:r>
                <a:r>
                  <a:rPr lang="en-US" dirty="0"/>
                  <a:t>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A</m:t>
                    </m:r>
                    <m:r>
                      <a:rPr lang="en-US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en-IN" dirty="0"/>
              </a:p>
              <a:p>
                <a:pPr lvl="0" fontAlgn="base"/>
                <a:r>
                  <a:rPr lang="en-US" b="1" dirty="0"/>
                  <a:t>Column Space</a:t>
                </a:r>
              </a:p>
              <a:p>
                <a:pPr lvl="1" fontAlgn="base"/>
                <a:r>
                  <a:rPr lang="en-US" dirty="0"/>
                  <a:t>The subspace of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m</m:t>
                        </m:r>
                      </m:sup>
                    </m:sSup>
                  </m:oMath>
                </a14:m>
                <a:r>
                  <a:rPr lang="en-US" dirty="0"/>
                  <a:t> </a:t>
                </a:r>
                <a:r>
                  <a:rPr lang="en-US" b="1" dirty="0">
                    <a:solidFill>
                      <a:srgbClr val="FF0000"/>
                    </a:solidFill>
                  </a:rPr>
                  <a:t>spanned by the column vectors</a:t>
                </a:r>
                <a:r>
                  <a:rPr lang="en-US" dirty="0"/>
                  <a:t>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A</m:t>
                    </m:r>
                  </m:oMath>
                </a14:m>
                <a:r>
                  <a:rPr lang="en-US" dirty="0"/>
                  <a:t> is called the </a:t>
                </a:r>
                <a:r>
                  <a:rPr lang="en-US" b="1" dirty="0">
                    <a:solidFill>
                      <a:srgbClr val="FF0000"/>
                    </a:solidFill>
                  </a:rPr>
                  <a:t>column space</a:t>
                </a:r>
                <a:r>
                  <a:rPr lang="en-US" dirty="0"/>
                  <a:t>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A</m:t>
                    </m:r>
                    <m:r>
                      <a:rPr lang="en-US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en-IN" dirty="0"/>
              </a:p>
              <a:p>
                <a:r>
                  <a:rPr lang="en-US" b="1" dirty="0"/>
                  <a:t>Null Space</a:t>
                </a:r>
              </a:p>
              <a:p>
                <a:pPr lvl="1"/>
                <a:r>
                  <a:rPr lang="en-US" dirty="0"/>
                  <a:t>The </a:t>
                </a:r>
                <a:r>
                  <a:rPr lang="en-US" b="1" dirty="0">
                    <a:solidFill>
                      <a:srgbClr val="FF0000"/>
                    </a:solidFill>
                  </a:rPr>
                  <a:t>set of all solutions</a:t>
                </a:r>
                <a:r>
                  <a:rPr lang="en-US" dirty="0"/>
                  <a:t> of the homogeneous system of simultaneous linear equations </a:t>
                </a:r>
                <a14:m>
                  <m:oMath xmlns:m="http://schemas.openxmlformats.org/officeDocument/2006/math">
                    <m:r>
                      <a:rPr lang="en-US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𝐀𝐗</m:t>
                    </m:r>
                    <m:r>
                      <a:rPr lang="en-US" b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𝟎</m:t>
                    </m:r>
                  </m:oMath>
                </a14:m>
                <a:r>
                  <a:rPr lang="en-US" b="1" dirty="0"/>
                  <a:t> </a:t>
                </a:r>
                <a:r>
                  <a:rPr lang="en-US" dirty="0"/>
                  <a:t>is called the </a:t>
                </a:r>
                <a:r>
                  <a:rPr lang="en-US" b="1" dirty="0">
                    <a:solidFill>
                      <a:srgbClr val="FF0000"/>
                    </a:solidFill>
                  </a:rPr>
                  <a:t>null space</a:t>
                </a:r>
                <a:r>
                  <a:rPr lang="en-US" dirty="0"/>
                  <a:t> of the given system</a:t>
                </a:r>
                <a14:m>
                  <m:oMath xmlns:m="http://schemas.openxmlformats.org/officeDocument/2006/math">
                    <m:r>
                      <a:rPr lang="en-US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en-IN" dirty="0"/>
              </a:p>
            </p:txBody>
          </p:sp>
        </mc:Choice>
        <mc:Fallback xmlns="">
          <p:sp>
            <p:nvSpPr>
              <p:cNvPr id="4" name="Content Placeholder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71" r="-1074" b="-109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845939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1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Procedure to Find the Row Space and its Basis a Matrix A</a:t>
            </a:r>
            <a:endParaRPr lang="en-I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Content Placeholder 3"/>
              <p:cNvSpPr txBox="1">
                <a:spLocks/>
              </p:cNvSpPr>
              <p:nvPr/>
            </p:nvSpPr>
            <p:spPr>
              <a:xfrm>
                <a:off x="131180" y="855159"/>
                <a:ext cx="11929641" cy="5590565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Autofit/>
              </a:bodyPr>
              <a:lstStyle>
                <a:lvl1pPr marL="265113" indent="-265113" algn="just" defTabSz="914400" rtl="0" eaLnBrk="1" latinLnBrk="0" hangingPunct="1">
                  <a:lnSpc>
                    <a:spcPct val="130000"/>
                  </a:lnSpc>
                  <a:spcBef>
                    <a:spcPts val="10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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1pPr>
                <a:lvl2pPr marL="809625" indent="-352425" algn="just" defTabSz="914400" rtl="0" eaLnBrk="1" latinLnBrk="0" hangingPunct="1">
                  <a:lnSpc>
                    <a:spcPct val="13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just" defTabSz="914400" rtl="0" eaLnBrk="1" latinLnBrk="0" hangingPunct="1">
                  <a:lnSpc>
                    <a:spcPct val="13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just" defTabSz="914400" rtl="0" eaLnBrk="1" latinLnBrk="0" hangingPunct="1">
                  <a:lnSpc>
                    <a:spcPct val="13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just" defTabSz="914400" rtl="0" eaLnBrk="1" latinLnBrk="0" hangingPunct="1">
                  <a:lnSpc>
                    <a:spcPct val="13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US" dirty="0"/>
                  <a:t>Let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A</m:t>
                    </m:r>
                  </m:oMath>
                </a14:m>
                <a:r>
                  <a:rPr lang="en-US" dirty="0"/>
                  <a:t> be an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m</m:t>
                    </m:r>
                    <m:r>
                      <a:rPr lang="en-US">
                        <a:latin typeface="Cambria Math" panose="02040503050406030204" pitchFamily="18" charset="0"/>
                      </a:rPr>
                      <m:t>×</m:t>
                    </m:r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n</m:t>
                    </m:r>
                    <m:r>
                      <a:rPr lang="en-US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matrix.</a:t>
                </a:r>
                <a:endParaRPr lang="en-IN" dirty="0"/>
              </a:p>
              <a:p>
                <a:pPr marL="1058862" lvl="1" indent="-514350" fontAlgn="base">
                  <a:buFont typeface="+mj-lt"/>
                  <a:buAutoNum type="arabicPeriod"/>
                </a:pPr>
                <a:r>
                  <a:rPr lang="en-US" dirty="0"/>
                  <a:t>Convert the matrix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A</m:t>
                    </m:r>
                  </m:oMath>
                </a14:m>
                <a:r>
                  <a:rPr lang="en-US" dirty="0"/>
                  <a:t> into a </a:t>
                </a:r>
                <a:r>
                  <a:rPr lang="en-US" b="1" dirty="0">
                    <a:solidFill>
                      <a:srgbClr val="FF0000"/>
                    </a:solidFill>
                  </a:rPr>
                  <a:t>row-echelon form</a:t>
                </a:r>
                <a:r>
                  <a:rPr lang="en-US" dirty="0"/>
                  <a:t> with </a:t>
                </a:r>
                <a:r>
                  <a:rPr lang="en-US" b="1" dirty="0">
                    <a:solidFill>
                      <a:srgbClr val="FF0000"/>
                    </a:solidFill>
                  </a:rPr>
                  <a:t>leading element ‘1’</a:t>
                </a:r>
                <a:r>
                  <a:rPr lang="en-US" dirty="0"/>
                  <a:t>.</a:t>
                </a:r>
                <a:endParaRPr lang="en-IN" dirty="0"/>
              </a:p>
              <a:p>
                <a:pPr marL="1058862" lvl="1" indent="-514350" fontAlgn="base">
                  <a:buFont typeface="+mj-lt"/>
                  <a:buAutoNum type="arabicPeriod"/>
                </a:pPr>
                <a:r>
                  <a:rPr lang="en-US" dirty="0"/>
                  <a:t>Identify all the </a:t>
                </a:r>
                <a:r>
                  <a:rPr lang="en-US" b="1" dirty="0">
                    <a:solidFill>
                      <a:srgbClr val="FF0000"/>
                    </a:solidFill>
                  </a:rPr>
                  <a:t>non-zero row vectors</a:t>
                </a:r>
                <a:r>
                  <a:rPr lang="en-US" dirty="0"/>
                  <a:t> in the row-echelon form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A</m:t>
                    </m:r>
                  </m:oMath>
                </a14:m>
                <a:r>
                  <a:rPr lang="en-US" dirty="0"/>
                  <a:t>.</a:t>
                </a:r>
                <a:endParaRPr lang="en-IN" dirty="0"/>
              </a:p>
              <a:p>
                <a:pPr marL="1058862" lvl="1" indent="-514350" fontAlgn="base">
                  <a:buFont typeface="+mj-lt"/>
                  <a:buAutoNum type="arabicPeriod"/>
                </a:pPr>
                <a:r>
                  <a:rPr lang="en-US" dirty="0"/>
                  <a:t>Let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B</m:t>
                    </m:r>
                    <m:r>
                      <a:rPr lang="en-US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>
                            <a:latin typeface="Cambria Math" panose="02040503050406030204" pitchFamily="18" charset="0"/>
                          </a:rPr>
                          <m:t> 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>
                                <a:latin typeface="Cambria Math" panose="02040503050406030204" pitchFamily="18" charset="0"/>
                              </a:rPr>
                              <m:t>v</m:t>
                            </m:r>
                          </m:e>
                          <m:sub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>
                                <a:latin typeface="Cambria Math" panose="02040503050406030204" pitchFamily="18" charset="0"/>
                              </a:rPr>
                              <m:t>v</m:t>
                            </m:r>
                          </m:e>
                          <m:sub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>
                            <a:latin typeface="Cambria Math" panose="02040503050406030204" pitchFamily="18" charset="0"/>
                          </a:rPr>
                          <m:t>,…,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>
                                <a:latin typeface="Cambria Math" panose="02040503050406030204" pitchFamily="18" charset="0"/>
                              </a:rPr>
                              <m:t>v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>
                                <a:latin typeface="Cambria Math" panose="02040503050406030204" pitchFamily="18" charset="0"/>
                              </a:rPr>
                              <m:t>k</m:t>
                            </m:r>
                          </m:sub>
                        </m:sSub>
                        <m:r>
                          <a:rPr lang="en-US">
                            <a:latin typeface="Cambria Math" panose="02040503050406030204" pitchFamily="18" charset="0"/>
                          </a:rPr>
                          <m:t> </m:t>
                        </m:r>
                      </m:e>
                    </m:d>
                  </m:oMath>
                </a14:m>
                <a:r>
                  <a:rPr lang="en-US" dirty="0"/>
                  <a:t> be the </a:t>
                </a:r>
                <a:r>
                  <a:rPr lang="en-US" b="1" dirty="0">
                    <a:solidFill>
                      <a:srgbClr val="FF0000"/>
                    </a:solidFill>
                  </a:rPr>
                  <a:t>set of all non-zero row vectors</a:t>
                </a:r>
                <a:r>
                  <a:rPr lang="en-US" dirty="0"/>
                  <a:t> obtained in step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d>
                    <m:r>
                      <a:rPr lang="en-US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r>
                  <a:rPr lang="en-US" dirty="0"/>
                  <a:t> Then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B</m:t>
                    </m:r>
                  </m:oMath>
                </a14:m>
                <a:r>
                  <a:rPr lang="en-US" dirty="0"/>
                  <a:t> forms a basis for the </a:t>
                </a:r>
                <a:r>
                  <a:rPr lang="en-US" b="1" dirty="0">
                    <a:solidFill>
                      <a:srgbClr val="FF0000"/>
                    </a:solidFill>
                  </a:rPr>
                  <a:t>row space</a:t>
                </a:r>
                <a:r>
                  <a:rPr lang="en-US" dirty="0"/>
                  <a:t>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A</m:t>
                    </m:r>
                  </m:oMath>
                </a14:m>
                <a:r>
                  <a:rPr lang="en-US" dirty="0"/>
                  <a:t>.</a:t>
                </a:r>
                <a:endParaRPr lang="en-IN" dirty="0"/>
              </a:p>
              <a:p>
                <a:pPr marL="1058862" lvl="1" indent="-514350" fontAlgn="base">
                  <a:buFont typeface="+mj-lt"/>
                  <a:buAutoNum type="arabicPeriod"/>
                </a:pPr>
                <a:r>
                  <a:rPr lang="en-US" dirty="0"/>
                  <a:t>The row space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A</m:t>
                    </m:r>
                  </m:oMath>
                </a14:m>
                <a:r>
                  <a:rPr lang="en-US" dirty="0"/>
                  <a:t>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b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𝐑𝐨𝐰</m:t>
                        </m:r>
                        <m:d>
                          <m:dPr>
                            <m:ctrlPr>
                              <a:rPr lang="en-US" b="1" i="1" dirty="0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1" dirty="0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𝐀</m:t>
                            </m:r>
                          </m:e>
                        </m:d>
                        <m:r>
                          <a:rPr lang="en-US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</m:e>
                    </m:d>
                  </m:oMath>
                </a14:m>
                <a:r>
                  <a:rPr lang="en-US" dirty="0"/>
                  <a:t> is the span of the vectors of a basis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B</m:t>
                    </m:r>
                  </m:oMath>
                </a14:m>
                <a:r>
                  <a:rPr lang="en-US" dirty="0"/>
                  <a:t>.</a:t>
                </a:r>
              </a:p>
              <a:p>
                <a:pPr marL="544512" lvl="1" indent="0" fontAlgn="base">
                  <a:buFont typeface="Wingdings 3" panose="05040102010807070707" pitchFamily="18" charset="2"/>
                  <a:buNone/>
                </a:pPr>
                <a:r>
                  <a:rPr lang="en-US" dirty="0"/>
                  <a:t>	  i.e., </a:t>
                </a:r>
                <a14:m>
                  <m:oMath xmlns:m="http://schemas.openxmlformats.org/officeDocument/2006/math">
                    <m:r>
                      <a:rPr lang="en-US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𝐑𝐨𝐰</m:t>
                    </m:r>
                    <m:d>
                      <m:dPr>
                        <m:ctrlPr>
                          <a:rPr lang="en-US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𝐀</m:t>
                        </m:r>
                      </m:e>
                    </m:d>
                    <m:r>
                      <a:rPr lang="en-US" b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𝐒𝐩𝐚𝐧</m:t>
                    </m:r>
                    <m:d>
                      <m:dPr>
                        <m:begChr m:val="{"/>
                        <m:endChr m:val="}"/>
                        <m:ctrlPr>
                          <a:rPr lang="en-US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sSub>
                          <m:sSubPr>
                            <m:ctrlPr>
                              <a:rPr lang="en-US" b="1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𝐯</m:t>
                            </m:r>
                          </m:e>
                          <m:sub>
                            <m:r>
                              <a:rPr lang="en-US" b="1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  <m:r>
                          <a:rPr lang="en-US" b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b="1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𝐯</m:t>
                            </m:r>
                          </m:e>
                          <m:sub>
                            <m:r>
                              <a:rPr lang="en-US" b="1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b>
                        </m:sSub>
                        <m:r>
                          <a:rPr lang="en-US" b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,…,</m:t>
                        </m:r>
                        <m:sSub>
                          <m:sSubPr>
                            <m:ctrlPr>
                              <a:rPr lang="en-US" b="1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𝐯</m:t>
                            </m:r>
                          </m:e>
                          <m:sub>
                            <m:r>
                              <a:rPr lang="en-US" b="1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𝐤</m:t>
                            </m:r>
                          </m:sub>
                        </m:sSub>
                        <m:r>
                          <a:rPr lang="en-US" b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</m:e>
                    </m:d>
                  </m:oMath>
                </a14:m>
                <a:endParaRPr lang="en-US" dirty="0"/>
              </a:p>
              <a:p>
                <a:pPr marL="544512" lvl="1" indent="0" fontAlgn="base">
                  <a:buFont typeface="Wingdings 3" panose="05040102010807070707" pitchFamily="18" charset="2"/>
                  <a:buNone/>
                </a:pPr>
                <a:endParaRPr lang="en-IN" dirty="0"/>
              </a:p>
            </p:txBody>
          </p:sp>
        </mc:Choice>
        <mc:Fallback xmlns="">
          <p:sp>
            <p:nvSpPr>
              <p:cNvPr id="6" name="Content Placeholder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1180" y="855159"/>
                <a:ext cx="11929641" cy="5590565"/>
              </a:xfrm>
              <a:prstGeom prst="rect">
                <a:avLst/>
              </a:prstGeom>
              <a:blipFill>
                <a:blip r:embed="rId2"/>
                <a:stretch>
                  <a:fillRect l="-971" r="-107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Content Placeholder 4">
                <a:extLst>
                  <a:ext uri="{FF2B5EF4-FFF2-40B4-BE49-F238E27FC236}">
                    <a16:creationId xmlns:a16="http://schemas.microsoft.com/office/drawing/2014/main" id="{289130F6-FE40-9CFE-6BC1-71DE2ACDC501}"/>
                  </a:ext>
                </a:extLst>
              </p:cNvPr>
              <p:cNvSpPr txBox="1">
                <a:spLocks/>
              </p:cNvSpPr>
              <p:nvPr/>
            </p:nvSpPr>
            <p:spPr>
              <a:xfrm flipH="1">
                <a:off x="131177" y="5588000"/>
                <a:ext cx="11929641" cy="925399"/>
              </a:xfrm>
              <a:prstGeom prst="rect">
                <a:avLst/>
              </a:prstGeom>
              <a:noFill/>
              <a:ln w="12700" cap="flat" cmpd="sng" algn="ctr">
                <a:solidFill>
                  <a:srgbClr val="FF0000"/>
                </a:solidFill>
                <a:prstDash val="lgDash"/>
                <a:miter lim="800000"/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vert="horz" lIns="91440" tIns="45720" rIns="91440" bIns="45720" rtlCol="0" anchor="ctr">
                <a:noAutofit/>
              </a:bodyPr>
              <a:lstStyle>
                <a:defPPr>
                  <a:defRPr lang="en-US"/>
                </a:defPPr>
                <a:lvl1pPr indent="0" algn="just">
                  <a:lnSpc>
                    <a:spcPct val="90000"/>
                  </a:lnSpc>
                  <a:spcBef>
                    <a:spcPts val="1000"/>
                  </a:spcBef>
                  <a:buClr>
                    <a:schemeClr val="accent6"/>
                  </a:buClr>
                  <a:buFont typeface="Wingdings 3" panose="05040102010807070707" pitchFamily="18" charset="2"/>
                  <a:buNone/>
                  <a:defRPr sz="2800">
                    <a:solidFill>
                      <a:srgbClr val="002060"/>
                    </a:solidFill>
                    <a:ea typeface="Calibri" panose="020F0502020204030204" pitchFamily="34" charset="0"/>
                    <a:cs typeface="Shruti" panose="020B0502040204020203" pitchFamily="34" charset="0"/>
                  </a:defRPr>
                </a:lvl1pPr>
                <a:lvl2pPr marL="809625" indent="-352425" algn="just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000">
                    <a:solidFill>
                      <a:schemeClr val="tx1"/>
                    </a:solidFill>
                  </a:defRPr>
                </a:lvl2pPr>
                <a:lvl3pPr marL="1143000" indent="-228600" algn="just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</a:defRPr>
                </a:lvl3pPr>
                <a:lvl4pPr marL="1600200" indent="-228600" algn="just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>
                    <a:solidFill>
                      <a:schemeClr val="tx1"/>
                    </a:solidFill>
                  </a:defRPr>
                </a:lvl4pPr>
                <a:lvl5pPr marL="2057400" indent="-228600" algn="just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>
                    <a:solidFill>
                      <a:schemeClr val="tx1"/>
                    </a:solidFill>
                  </a:defRPr>
                </a:lvl5pPr>
                <a:lvl6pPr marL="25146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</a:lvl6pPr>
                <a:lvl7pPr marL="29718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</a:lvl7pPr>
                <a:lvl8pPr marL="34290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</a:lvl8pPr>
                <a:lvl9pPr marL="38862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</a:lvl9pPr>
              </a:lstStyle>
              <a:p>
                <a:pPr>
                  <a:lnSpc>
                    <a:spcPct val="100000"/>
                  </a:lnSpc>
                </a:pPr>
                <a:r>
                  <a:rPr lang="en-US" b="1" dirty="0"/>
                  <a:t>Note: </a:t>
                </a:r>
                <a:r>
                  <a:rPr lang="en-US" dirty="0"/>
                  <a:t>The number of vectors in basis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B</m:t>
                    </m:r>
                  </m:oMath>
                </a14:m>
                <a:r>
                  <a:rPr lang="en-US" dirty="0"/>
                  <a:t> is called the dimension of row space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A</m:t>
                    </m:r>
                  </m:oMath>
                </a14:m>
                <a:r>
                  <a:rPr lang="en-US" dirty="0"/>
                  <a:t>. 	i.e.,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a:rPr lang="en-US" b="1" i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𝐝𝐢𝐦</m:t>
                        </m:r>
                      </m:fName>
                      <m:e>
                        <m:d>
                          <m:dPr>
                            <m:ctrlPr>
                              <a:rPr lang="en-US" b="1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1" i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𝐑𝐨𝐰</m:t>
                            </m:r>
                            <m:d>
                              <m:dPr>
                                <m:ctrlPr>
                                  <a:rPr lang="en-US" b="1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b="1" i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𝐀</m:t>
                                </m:r>
                              </m:e>
                            </m:d>
                          </m:e>
                        </m:d>
                        <m:r>
                          <a:rPr lang="en-US" b="1" i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b="1" i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𝐫𝐚𝐧𝐤</m:t>
                        </m:r>
                        <m:d>
                          <m:dPr>
                            <m:ctrlPr>
                              <a:rPr lang="en-US" b="1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1" i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𝐀</m:t>
                            </m:r>
                          </m:e>
                        </m:d>
                        <m:r>
                          <a:rPr lang="en-US" b="1" i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b="1" i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𝛒</m:t>
                        </m:r>
                        <m:d>
                          <m:dPr>
                            <m:ctrlPr>
                              <a:rPr lang="en-US" b="1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1" i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𝐀</m:t>
                            </m:r>
                          </m:e>
                        </m:d>
                        <m:r>
                          <a:rPr lang="en-US" b="1" i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d>
                          <m:dPr>
                            <m:begChr m:val="|"/>
                            <m:endChr m:val="|"/>
                            <m:ctrlPr>
                              <a:rPr lang="en-US" b="1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1" i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US" b="1" i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𝐁</m:t>
                            </m:r>
                            <m:r>
                              <a:rPr lang="en-US" b="1" i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 </m:t>
                            </m:r>
                          </m:e>
                        </m:d>
                        <m:r>
                          <a:rPr lang="en-US" b="1" i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b="1" i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𝐤</m:t>
                        </m:r>
                      </m:e>
                    </m:func>
                    <m:r>
                      <a:rPr lang="en-US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en-IN" dirty="0"/>
              </a:p>
            </p:txBody>
          </p:sp>
        </mc:Choice>
        <mc:Fallback xmlns="">
          <p:sp>
            <p:nvSpPr>
              <p:cNvPr id="8" name="Content Placeholder 4">
                <a:extLst>
                  <a:ext uri="{FF2B5EF4-FFF2-40B4-BE49-F238E27FC236}">
                    <a16:creationId xmlns:a16="http://schemas.microsoft.com/office/drawing/2014/main" id="{289130F6-FE40-9CFE-6BC1-71DE2ACDC50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131177" y="5588000"/>
                <a:ext cx="11929641" cy="925399"/>
              </a:xfrm>
              <a:prstGeom prst="rect">
                <a:avLst/>
              </a:prstGeom>
              <a:blipFill>
                <a:blip r:embed="rId3"/>
                <a:stretch>
                  <a:fillRect l="-1021" t="-10458" r="-1021" b="-19608"/>
                </a:stretch>
              </a:blipFill>
              <a:ln w="12700" cap="flat" cmpd="sng" algn="ctr">
                <a:solidFill>
                  <a:srgbClr val="FF0000"/>
                </a:solidFill>
                <a:prstDash val="lgDash"/>
                <a:miter lim="800000"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267768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uiExpand="1" build="p"/>
      <p:bldP spid="8" grpId="0" animBg="1"/>
    </p:bldLst>
  </p:timing>
</p:sld>
</file>

<file path=ppt/slides/slide1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Procedure to Find the Column Space and its Basis a Matrix A</a:t>
            </a:r>
            <a:endParaRPr lang="en-I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Content Placeholder 3"/>
              <p:cNvSpPr txBox="1">
                <a:spLocks/>
              </p:cNvSpPr>
              <p:nvPr/>
            </p:nvSpPr>
            <p:spPr>
              <a:xfrm>
                <a:off x="131180" y="855159"/>
                <a:ext cx="11929641" cy="5590565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Autofit/>
              </a:bodyPr>
              <a:lstStyle>
                <a:lvl1pPr marL="265113" indent="-265113" algn="just" defTabSz="914400" rtl="0" eaLnBrk="1" latinLnBrk="0" hangingPunct="1">
                  <a:lnSpc>
                    <a:spcPct val="130000"/>
                  </a:lnSpc>
                  <a:spcBef>
                    <a:spcPts val="10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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1pPr>
                <a:lvl2pPr marL="809625" indent="-352425" algn="just" defTabSz="914400" rtl="0" eaLnBrk="1" latinLnBrk="0" hangingPunct="1">
                  <a:lnSpc>
                    <a:spcPct val="13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just" defTabSz="914400" rtl="0" eaLnBrk="1" latinLnBrk="0" hangingPunct="1">
                  <a:lnSpc>
                    <a:spcPct val="13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just" defTabSz="914400" rtl="0" eaLnBrk="1" latinLnBrk="0" hangingPunct="1">
                  <a:lnSpc>
                    <a:spcPct val="13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just" defTabSz="914400" rtl="0" eaLnBrk="1" latinLnBrk="0" hangingPunct="1">
                  <a:lnSpc>
                    <a:spcPct val="13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US" dirty="0"/>
                  <a:t>Let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A</m:t>
                    </m:r>
                  </m:oMath>
                </a14:m>
                <a:r>
                  <a:rPr lang="en-US" dirty="0"/>
                  <a:t> be an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m</m:t>
                    </m:r>
                    <m:r>
                      <a:rPr lang="en-US">
                        <a:latin typeface="Cambria Math" panose="02040503050406030204" pitchFamily="18" charset="0"/>
                      </a:rPr>
                      <m:t>×</m:t>
                    </m:r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n</m:t>
                    </m:r>
                    <m:r>
                      <a:rPr lang="en-US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matrix.</a:t>
                </a:r>
                <a:endParaRPr lang="en-IN" dirty="0"/>
              </a:p>
              <a:p>
                <a:pPr marL="1058862" lvl="1" indent="-514350" fontAlgn="base">
                  <a:buFont typeface="+mj-lt"/>
                  <a:buAutoNum type="arabicPeriod"/>
                </a:pPr>
                <a:r>
                  <a:rPr lang="en-US" dirty="0">
                    <a:latin typeface="+mj-lt"/>
                  </a:rPr>
                  <a:t>Convert the matrix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A</m:t>
                    </m:r>
                  </m:oMath>
                </a14:m>
                <a:r>
                  <a:rPr lang="en-US" dirty="0">
                    <a:latin typeface="+mj-lt"/>
                  </a:rPr>
                  <a:t> into a </a:t>
                </a:r>
                <a:r>
                  <a:rPr lang="en-US" b="1" dirty="0">
                    <a:solidFill>
                      <a:srgbClr val="FF0000"/>
                    </a:solidFill>
                    <a:latin typeface="+mj-lt"/>
                  </a:rPr>
                  <a:t>row-echelon form</a:t>
                </a:r>
                <a:r>
                  <a:rPr lang="en-US" dirty="0">
                    <a:latin typeface="+mj-lt"/>
                  </a:rPr>
                  <a:t> with </a:t>
                </a:r>
                <a:r>
                  <a:rPr lang="en-US" b="1" dirty="0">
                    <a:solidFill>
                      <a:srgbClr val="FF0000"/>
                    </a:solidFill>
                    <a:latin typeface="+mj-lt"/>
                  </a:rPr>
                  <a:t>leading element ‘1’</a:t>
                </a:r>
                <a:r>
                  <a:rPr lang="en-US" dirty="0">
                    <a:latin typeface="+mj-lt"/>
                  </a:rPr>
                  <a:t>.</a:t>
                </a:r>
              </a:p>
              <a:p>
                <a:pPr marL="1058862" lvl="1" indent="-514350" fontAlgn="base">
                  <a:buFont typeface="+mj-lt"/>
                  <a:buAutoNum type="arabicPeriod"/>
                </a:pPr>
                <a:r>
                  <a:rPr lang="en-US" i="0" kern="0" dirty="0">
                    <a:latin typeface="+mj-lt"/>
                    <a:ea typeface="Times New Roman" panose="02020603050405020304" pitchFamily="18" charset="0"/>
                    <a:cs typeface="Shruti" panose="020B0502040204020203"/>
                  </a:rPr>
                  <a:t>Identify the </a:t>
                </a:r>
                <a:r>
                  <a:rPr lang="en-US" b="1" kern="0" dirty="0">
                    <a:solidFill>
                      <a:srgbClr val="FF0000"/>
                    </a:solidFill>
                    <a:latin typeface="+mj-lt"/>
                    <a:ea typeface="Times New Roman" panose="02020603050405020304" pitchFamily="18" charset="0"/>
                    <a:cs typeface="Shruti" panose="020B0502040204020203"/>
                  </a:rPr>
                  <a:t>columns containing leading 1’s</a:t>
                </a:r>
                <a:r>
                  <a:rPr lang="en-US" kern="0" dirty="0">
                    <a:latin typeface="+mj-lt"/>
                    <a:ea typeface="Times New Roman" panose="02020603050405020304" pitchFamily="18" charset="0"/>
                    <a:cs typeface="Shruti" panose="020B0502040204020203"/>
                  </a:rPr>
                  <a:t> </a:t>
                </a:r>
                <a:r>
                  <a:rPr lang="en-US" i="0" kern="0" dirty="0">
                    <a:latin typeface="+mj-lt"/>
                    <a:ea typeface="Times New Roman" panose="02020603050405020304" pitchFamily="18" charset="0"/>
                    <a:cs typeface="Shruti" panose="020B0502040204020203"/>
                  </a:rPr>
                  <a:t>in the row-echelon form of A</a:t>
                </a:r>
                <a:r>
                  <a:rPr lang="en-US" kern="0" dirty="0">
                    <a:latin typeface="+mj-lt"/>
                    <a:ea typeface="Times New Roman" panose="02020603050405020304" pitchFamily="18" charset="0"/>
                    <a:cs typeface="Shruti" panose="020B0502040204020203"/>
                  </a:rPr>
                  <a:t>.</a:t>
                </a:r>
              </a:p>
              <a:p>
                <a:pPr marL="1058862" lvl="1" indent="-514350" fontAlgn="base">
                  <a:buFont typeface="+mj-lt"/>
                  <a:buAutoNum type="arabicPeriod"/>
                </a:pPr>
                <a:r>
                  <a:rPr lang="en-US" i="0" kern="0" dirty="0">
                    <a:latin typeface="+mj-lt"/>
                    <a:ea typeface="Times New Roman" panose="02020603050405020304" pitchFamily="18" charset="0"/>
                    <a:cs typeface="Shruti" panose="020B0502040204020203"/>
                  </a:rPr>
                  <a:t>Select the</a:t>
                </a:r>
                <a:r>
                  <a:rPr lang="en-US" kern="0" dirty="0">
                    <a:latin typeface="+mj-lt"/>
                    <a:ea typeface="Times New Roman" panose="02020603050405020304" pitchFamily="18" charset="0"/>
                    <a:cs typeface="Shruti" panose="020B0502040204020203"/>
                  </a:rPr>
                  <a:t> </a:t>
                </a:r>
                <a:r>
                  <a:rPr lang="en-US" b="1" kern="0" dirty="0">
                    <a:solidFill>
                      <a:srgbClr val="FF0000"/>
                    </a:solidFill>
                    <a:latin typeface="+mj-lt"/>
                    <a:ea typeface="Times New Roman" panose="02020603050405020304" pitchFamily="18" charset="0"/>
                    <a:cs typeface="Shruti" panose="020B0502040204020203"/>
                  </a:rPr>
                  <a:t>corresponding columns</a:t>
                </a:r>
                <a:r>
                  <a:rPr lang="en-US" kern="0" dirty="0">
                    <a:latin typeface="+mj-lt"/>
                    <a:ea typeface="Times New Roman" panose="02020603050405020304" pitchFamily="18" charset="0"/>
                    <a:cs typeface="Shruti" panose="020B0502040204020203"/>
                  </a:rPr>
                  <a:t> from the original </a:t>
                </a:r>
                <a:r>
                  <a:rPr lang="en-US" b="1" kern="0" dirty="0">
                    <a:solidFill>
                      <a:srgbClr val="FF0000"/>
                    </a:solidFill>
                    <a:latin typeface="+mj-lt"/>
                    <a:ea typeface="Times New Roman" panose="02020603050405020304" pitchFamily="18" charset="0"/>
                    <a:cs typeface="Shruti" panose="020B0502040204020203"/>
                  </a:rPr>
                  <a:t>matrix </a:t>
                </a:r>
                <a14:m>
                  <m:oMath xmlns:m="http://schemas.openxmlformats.org/officeDocument/2006/math">
                    <m:r>
                      <a:rPr lang="en-US" b="1" i="1" ker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Times New Roman" panose="02020603050405020304" pitchFamily="18" charset="0"/>
                        <a:cs typeface="Shruti" panose="020B0502040204020203"/>
                      </a:rPr>
                      <m:t>𝐀</m:t>
                    </m:r>
                  </m:oMath>
                </a14:m>
                <a:r>
                  <a:rPr lang="en-US" kern="0" dirty="0">
                    <a:latin typeface="+mj-lt"/>
                    <a:ea typeface="Times New Roman" panose="02020603050405020304" pitchFamily="18" charset="0"/>
                    <a:cs typeface="Shruti" panose="020B0502040204020203"/>
                  </a:rPr>
                  <a:t>. Let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kern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Shruti" panose="020B0502040204020203"/>
                      </a:rPr>
                      <m:t>B</m:t>
                    </m:r>
                    <m:r>
                      <a:rPr lang="en-US" kern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Shruti" panose="020B0502040204020203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US" i="1" kern="0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Shruti" panose="020B0502040204020203"/>
                          </a:rPr>
                        </m:ctrlPr>
                      </m:dPr>
                      <m:e>
                        <m:r>
                          <a:rPr lang="en-US" kern="0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Shruti" panose="020B0502040204020203"/>
                          </a:rPr>
                          <m:t> </m:t>
                        </m:r>
                        <m:sSub>
                          <m:sSubPr>
                            <m:ctrlPr>
                              <a:rPr lang="en-US" i="1" kern="0"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Shruti" panose="020B0502040204020203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kern="0"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Shruti" panose="020B0502040204020203"/>
                              </a:rPr>
                              <m:t>v</m:t>
                            </m:r>
                          </m:e>
                          <m:sub>
                            <m:r>
                              <a:rPr lang="en-US" kern="0"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Shruti" panose="020B0502040204020203"/>
                              </a:rPr>
                              <m:t>1</m:t>
                            </m:r>
                          </m:sub>
                        </m:sSub>
                        <m:r>
                          <a:rPr lang="en-US" kern="0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Shruti" panose="020B0502040204020203"/>
                          </a:rPr>
                          <m:t>,</m:t>
                        </m:r>
                        <m:sSub>
                          <m:sSubPr>
                            <m:ctrlPr>
                              <a:rPr lang="en-US" i="1" kern="0"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Shruti" panose="020B0502040204020203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kern="0"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Shruti" panose="020B0502040204020203"/>
                              </a:rPr>
                              <m:t>v</m:t>
                            </m:r>
                          </m:e>
                          <m:sub>
                            <m:r>
                              <a:rPr lang="en-US" kern="0"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Shruti" panose="020B0502040204020203"/>
                              </a:rPr>
                              <m:t>2</m:t>
                            </m:r>
                          </m:sub>
                        </m:sSub>
                        <m:r>
                          <a:rPr lang="en-US" kern="0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Shruti" panose="020B0502040204020203"/>
                          </a:rPr>
                          <m:t>,…,</m:t>
                        </m:r>
                        <m:sSub>
                          <m:sSubPr>
                            <m:ctrlPr>
                              <a:rPr lang="en-US" i="1" kern="0"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Shruti" panose="020B0502040204020203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kern="0"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Shruti" panose="020B0502040204020203"/>
                              </a:rPr>
                              <m:t>v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kern="0"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Shruti" panose="020B0502040204020203"/>
                              </a:rPr>
                              <m:t>l</m:t>
                            </m:r>
                          </m:sub>
                        </m:sSub>
                        <m:r>
                          <a:rPr lang="en-US" kern="0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Shruti" panose="020B0502040204020203"/>
                          </a:rPr>
                          <m:t> </m:t>
                        </m:r>
                      </m:e>
                    </m:d>
                  </m:oMath>
                </a14:m>
                <a:r>
                  <a:rPr lang="en-US" kern="0" dirty="0">
                    <a:latin typeface="+mj-lt"/>
                    <a:ea typeface="Times New Roman" panose="02020603050405020304" pitchFamily="18" charset="0"/>
                    <a:cs typeface="Shruti" panose="020B0502040204020203"/>
                  </a:rPr>
                  <a:t> be the set of these columns of the original matrix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kern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Shruti" panose="020B0502040204020203"/>
                      </a:rPr>
                      <m:t>A</m:t>
                    </m:r>
                    <m:r>
                      <a:rPr lang="en-US" kern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Shruti" panose="020B0502040204020203"/>
                      </a:rPr>
                      <m:t>.</m:t>
                    </m:r>
                  </m:oMath>
                </a14:m>
                <a:r>
                  <a:rPr lang="en-US" kern="0" dirty="0">
                    <a:latin typeface="+mj-lt"/>
                    <a:ea typeface="Times New Roman" panose="02020603050405020304" pitchFamily="18" charset="0"/>
                    <a:cs typeface="Shruti" panose="020B0502040204020203"/>
                  </a:rPr>
                  <a:t> Then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kern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Shruti" panose="020B0502040204020203"/>
                      </a:rPr>
                      <m:t>B</m:t>
                    </m:r>
                  </m:oMath>
                </a14:m>
                <a:r>
                  <a:rPr lang="en-US" kern="0" dirty="0">
                    <a:latin typeface="+mj-lt"/>
                    <a:ea typeface="Times New Roman" panose="02020603050405020304" pitchFamily="18" charset="0"/>
                    <a:cs typeface="Shruti" panose="020B0502040204020203"/>
                  </a:rPr>
                  <a:t> forms a basis for the </a:t>
                </a:r>
                <a:r>
                  <a:rPr lang="en-US" b="1" kern="0" dirty="0">
                    <a:solidFill>
                      <a:srgbClr val="FF0000"/>
                    </a:solidFill>
                    <a:latin typeface="+mj-lt"/>
                    <a:ea typeface="Times New Roman" panose="02020603050405020304" pitchFamily="18" charset="0"/>
                    <a:cs typeface="Shruti" panose="020B0502040204020203"/>
                  </a:rPr>
                  <a:t>column space</a:t>
                </a:r>
                <a:r>
                  <a:rPr lang="en-US" kern="0" dirty="0">
                    <a:latin typeface="+mj-lt"/>
                    <a:ea typeface="Times New Roman" panose="02020603050405020304" pitchFamily="18" charset="0"/>
                    <a:cs typeface="Shruti" panose="020B0502040204020203"/>
                  </a:rPr>
                  <a:t>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kern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Shruti" panose="020B0502040204020203"/>
                      </a:rPr>
                      <m:t>A</m:t>
                    </m:r>
                  </m:oMath>
                </a14:m>
                <a:r>
                  <a:rPr lang="en-US" kern="0" dirty="0">
                    <a:latin typeface="+mj-lt"/>
                    <a:ea typeface="Times New Roman" panose="02020603050405020304" pitchFamily="18" charset="0"/>
                    <a:cs typeface="Shruti" panose="020B0502040204020203"/>
                  </a:rPr>
                  <a:t>.</a:t>
                </a:r>
              </a:p>
              <a:p>
                <a:pPr marL="1058862" lvl="1" indent="-514350" fontAlgn="base">
                  <a:lnSpc>
                    <a:spcPct val="90000"/>
                  </a:lnSpc>
                  <a:buFont typeface="+mj-lt"/>
                  <a:buAutoNum type="arabicPeriod"/>
                </a:pPr>
                <a:r>
                  <a:rPr lang="en-US" dirty="0">
                    <a:latin typeface="+mj-lt"/>
                    <a:ea typeface="Calibri" panose="020F0502020204030204" pitchFamily="34" charset="0"/>
                    <a:cs typeface="Shruti" panose="020B0502040204020203"/>
                  </a:rPr>
                  <a:t>The column space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  <a:ea typeface="Calibri" panose="020F0502020204030204" pitchFamily="34" charset="0"/>
                        <a:cs typeface="Shruti" panose="020B0502040204020203"/>
                      </a:rPr>
                      <m:t>A</m:t>
                    </m:r>
                  </m:oMath>
                </a14:m>
                <a:r>
                  <a:rPr lang="en-US" dirty="0">
                    <a:latin typeface="+mj-lt"/>
                    <a:ea typeface="Calibri" panose="020F0502020204030204" pitchFamily="34" charset="0"/>
                    <a:cs typeface="Shruti" panose="020B0502040204020203"/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Shruti" panose="020B0502040204020203"/>
                          </a:rPr>
                        </m:ctrlPr>
                      </m:dPr>
                      <m:e>
                        <m:r>
                          <a:rPr lang="en-US" b="0" i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Shruti" panose="020B0502040204020203"/>
                          </a:rPr>
                          <m:t> </m:t>
                        </m:r>
                        <m:r>
                          <a:rPr lang="en-US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Shruti" panose="020B0502040204020203"/>
                          </a:rPr>
                          <m:t>𝐂𝐨𝐥</m:t>
                        </m:r>
                        <m:d>
                          <m:dPr>
                            <m:ctrlPr>
                              <a:rPr lang="en-US" b="1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Shruti" panose="020B0502040204020203"/>
                              </a:rPr>
                            </m:ctrlPr>
                          </m:dPr>
                          <m:e>
                            <m:r>
                              <a:rPr lang="en-US" b="1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Shruti" panose="020B0502040204020203"/>
                              </a:rPr>
                              <m:t>𝐀</m:t>
                            </m:r>
                          </m:e>
                        </m:d>
                        <m:r>
                          <a:rPr lang="en-US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Shruti" panose="020B0502040204020203"/>
                          </a:rPr>
                          <m:t> </m:t>
                        </m:r>
                      </m:e>
                    </m:d>
                  </m:oMath>
                </a14:m>
                <a:r>
                  <a:rPr lang="en-US" dirty="0">
                    <a:latin typeface="+mj-lt"/>
                    <a:ea typeface="Calibri" panose="020F0502020204030204" pitchFamily="34" charset="0"/>
                    <a:cs typeface="Shruti" panose="020B0502040204020203"/>
                  </a:rPr>
                  <a:t> is the span of the vectors of a basis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  <a:ea typeface="Calibri" panose="020F0502020204030204" pitchFamily="34" charset="0"/>
                        <a:cs typeface="Shruti" panose="020B0502040204020203"/>
                      </a:rPr>
                      <m:t>B</m:t>
                    </m:r>
                  </m:oMath>
                </a14:m>
                <a:r>
                  <a:rPr lang="en-US" dirty="0">
                    <a:latin typeface="+mj-lt"/>
                    <a:ea typeface="Calibri" panose="020F0502020204030204" pitchFamily="34" charset="0"/>
                    <a:cs typeface="Shruti" panose="020B0502040204020203"/>
                  </a:rPr>
                  <a:t>. </a:t>
                </a:r>
              </a:p>
              <a:p>
                <a:pPr marL="544512" lvl="1" indent="0" fontAlgn="base">
                  <a:lnSpc>
                    <a:spcPct val="90000"/>
                  </a:lnSpc>
                  <a:buNone/>
                </a:pPr>
                <a:endParaRPr lang="en-US" sz="1000" dirty="0">
                  <a:latin typeface="+mj-lt"/>
                  <a:ea typeface="Calibri" panose="020F0502020204030204" pitchFamily="34" charset="0"/>
                  <a:cs typeface="Shruti" panose="020B0502040204020203"/>
                </a:endParaRPr>
              </a:p>
              <a:p>
                <a:pPr marL="544512" lvl="1" indent="0" fontAlgn="base">
                  <a:lnSpc>
                    <a:spcPct val="90000"/>
                  </a:lnSpc>
                  <a:buNone/>
                </a:pPr>
                <a:r>
                  <a:rPr lang="en-US" dirty="0">
                    <a:latin typeface="+mj-lt"/>
                    <a:ea typeface="Calibri" panose="020F0502020204030204" pitchFamily="34" charset="0"/>
                    <a:cs typeface="Shruti" panose="020B0502040204020203"/>
                  </a:rPr>
                  <a:t>       i.e., </a:t>
                </a:r>
                <a14:m>
                  <m:oMath xmlns:m="http://schemas.openxmlformats.org/officeDocument/2006/math">
                    <m:r>
                      <a:rPr lang="en-US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Shruti" panose="020B0502040204020203"/>
                      </a:rPr>
                      <m:t>𝐂𝐨𝐥</m:t>
                    </m:r>
                    <m:d>
                      <m:dPr>
                        <m:ctrlPr>
                          <a:rPr lang="en-US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Shruti" panose="020B0502040204020203"/>
                          </a:rPr>
                        </m:ctrlPr>
                      </m:dPr>
                      <m:e>
                        <m:r>
                          <a:rPr lang="en-US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Shruti" panose="020B0502040204020203"/>
                          </a:rPr>
                          <m:t>𝐀</m:t>
                        </m:r>
                      </m:e>
                    </m:d>
                    <m:r>
                      <a:rPr lang="en-US" b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Shruti" panose="020B0502040204020203"/>
                      </a:rPr>
                      <m:t>=</m:t>
                    </m:r>
                    <m:r>
                      <a:rPr lang="en-US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Shruti" panose="020B0502040204020203"/>
                      </a:rPr>
                      <m:t>𝐒𝐩𝐚𝐧</m:t>
                    </m:r>
                    <m:d>
                      <m:dPr>
                        <m:begChr m:val="{"/>
                        <m:endChr m:val="}"/>
                        <m:ctrlPr>
                          <a:rPr lang="en-US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Shruti" panose="020B0502040204020203"/>
                          </a:rPr>
                        </m:ctrlPr>
                      </m:dPr>
                      <m:e>
                        <m:r>
                          <a:rPr lang="en-US" b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Shruti" panose="020B0502040204020203"/>
                          </a:rPr>
                          <m:t> </m:t>
                        </m:r>
                        <m:sSub>
                          <m:sSubPr>
                            <m:ctrlPr>
                              <a:rPr lang="en-US" b="1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Shruti" panose="020B0502040204020203"/>
                              </a:rPr>
                            </m:ctrlPr>
                          </m:sSubPr>
                          <m:e>
                            <m:r>
                              <a:rPr lang="en-US" b="1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Shruti" panose="020B0502040204020203"/>
                              </a:rPr>
                              <m:t>𝐯</m:t>
                            </m:r>
                          </m:e>
                          <m:sub>
                            <m:r>
                              <a:rPr lang="en-US" b="1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Shruti" panose="020B0502040204020203"/>
                              </a:rPr>
                              <m:t>𝟏</m:t>
                            </m:r>
                          </m:sub>
                        </m:sSub>
                        <m:r>
                          <a:rPr lang="en-US" b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Shruti" panose="020B0502040204020203"/>
                          </a:rPr>
                          <m:t>,</m:t>
                        </m:r>
                        <m:sSub>
                          <m:sSubPr>
                            <m:ctrlPr>
                              <a:rPr lang="en-US" b="1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Shruti" panose="020B0502040204020203"/>
                              </a:rPr>
                            </m:ctrlPr>
                          </m:sSubPr>
                          <m:e>
                            <m:r>
                              <a:rPr lang="en-US" b="1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Shruti" panose="020B0502040204020203"/>
                              </a:rPr>
                              <m:t>𝐯</m:t>
                            </m:r>
                          </m:e>
                          <m:sub>
                            <m:r>
                              <a:rPr lang="en-US" b="1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Shruti" panose="020B0502040204020203"/>
                              </a:rPr>
                              <m:t>𝟐</m:t>
                            </m:r>
                          </m:sub>
                        </m:sSub>
                        <m:r>
                          <a:rPr lang="en-US" b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Shruti" panose="020B0502040204020203"/>
                          </a:rPr>
                          <m:t>,…,</m:t>
                        </m:r>
                        <m:sSub>
                          <m:sSubPr>
                            <m:ctrlPr>
                              <a:rPr lang="en-US" b="1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Shruti" panose="020B0502040204020203"/>
                              </a:rPr>
                            </m:ctrlPr>
                          </m:sSubPr>
                          <m:e>
                            <m:r>
                              <a:rPr lang="en-US" b="1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Shruti" panose="020B0502040204020203"/>
                              </a:rPr>
                              <m:t>𝐯</m:t>
                            </m:r>
                          </m:e>
                          <m:sub>
                            <m:r>
                              <a:rPr lang="en-US" b="1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Shruti" panose="020B0502040204020203"/>
                              </a:rPr>
                              <m:t>𝐥</m:t>
                            </m:r>
                          </m:sub>
                        </m:sSub>
                        <m:r>
                          <a:rPr lang="en-US" b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Shruti" panose="020B0502040204020203"/>
                          </a:rPr>
                          <m:t> </m:t>
                        </m:r>
                      </m:e>
                    </m:d>
                  </m:oMath>
                </a14:m>
                <a:endParaRPr lang="en-US" dirty="0">
                  <a:latin typeface="+mj-lt"/>
                </a:endParaRPr>
              </a:p>
              <a:p>
                <a:pPr marL="544512" lvl="1" indent="0" fontAlgn="base">
                  <a:buFont typeface="Wingdings 3" panose="05040102010807070707" pitchFamily="18" charset="2"/>
                  <a:buNone/>
                </a:pPr>
                <a:endParaRPr lang="en-IN" dirty="0"/>
              </a:p>
            </p:txBody>
          </p:sp>
        </mc:Choice>
        <mc:Fallback xmlns="">
          <p:sp>
            <p:nvSpPr>
              <p:cNvPr id="6" name="Content Placeholder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1180" y="855159"/>
                <a:ext cx="11929641" cy="5590565"/>
              </a:xfrm>
              <a:prstGeom prst="rect">
                <a:avLst/>
              </a:prstGeom>
              <a:blipFill>
                <a:blip r:embed="rId2"/>
                <a:stretch>
                  <a:fillRect l="-97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289130F6-FE40-9CFE-6BC1-71DE2ACDC501}"/>
                  </a:ext>
                </a:extLst>
              </p:cNvPr>
              <p:cNvSpPr txBox="1">
                <a:spLocks/>
              </p:cNvSpPr>
              <p:nvPr/>
            </p:nvSpPr>
            <p:spPr>
              <a:xfrm flipH="1">
                <a:off x="131177" y="5588000"/>
                <a:ext cx="11929641" cy="925399"/>
              </a:xfrm>
              <a:prstGeom prst="rect">
                <a:avLst/>
              </a:prstGeom>
              <a:noFill/>
              <a:ln w="12700" cap="flat" cmpd="sng" algn="ctr">
                <a:solidFill>
                  <a:srgbClr val="FF0000"/>
                </a:solidFill>
                <a:prstDash val="lgDash"/>
                <a:miter lim="800000"/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vert="horz" lIns="91440" tIns="45720" rIns="91440" bIns="45720" rtlCol="0" anchor="ctr">
                <a:noAutofit/>
              </a:bodyPr>
              <a:lstStyle>
                <a:defPPr>
                  <a:defRPr lang="en-US"/>
                </a:defPPr>
                <a:lvl1pPr indent="0" algn="just">
                  <a:lnSpc>
                    <a:spcPct val="90000"/>
                  </a:lnSpc>
                  <a:spcBef>
                    <a:spcPts val="1000"/>
                  </a:spcBef>
                  <a:buClr>
                    <a:schemeClr val="accent6"/>
                  </a:buClr>
                  <a:buFont typeface="Wingdings 3" panose="05040102010807070707" pitchFamily="18" charset="2"/>
                  <a:buNone/>
                  <a:defRPr sz="2800">
                    <a:solidFill>
                      <a:srgbClr val="002060"/>
                    </a:solidFill>
                    <a:ea typeface="Calibri" panose="020F0502020204030204" pitchFamily="34" charset="0"/>
                    <a:cs typeface="Shruti" panose="020B0502040204020203" pitchFamily="34" charset="0"/>
                  </a:defRPr>
                </a:lvl1pPr>
                <a:lvl2pPr marL="809625" indent="-352425" algn="just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000">
                    <a:solidFill>
                      <a:schemeClr val="tx1"/>
                    </a:solidFill>
                  </a:defRPr>
                </a:lvl2pPr>
                <a:lvl3pPr marL="1143000" indent="-228600" algn="just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</a:defRPr>
                </a:lvl3pPr>
                <a:lvl4pPr marL="1600200" indent="-228600" algn="just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>
                    <a:solidFill>
                      <a:schemeClr val="tx1"/>
                    </a:solidFill>
                  </a:defRPr>
                </a:lvl4pPr>
                <a:lvl5pPr marL="2057400" indent="-228600" algn="just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>
                    <a:solidFill>
                      <a:schemeClr val="tx1"/>
                    </a:solidFill>
                  </a:defRPr>
                </a:lvl5pPr>
                <a:lvl6pPr marL="25146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</a:lvl6pPr>
                <a:lvl7pPr marL="29718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</a:lvl7pPr>
                <a:lvl8pPr marL="34290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</a:lvl8pPr>
                <a:lvl9pPr marL="38862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</a:lvl9pPr>
              </a:lstStyle>
              <a:p>
                <a:pPr>
                  <a:lnSpc>
                    <a:spcPct val="100000"/>
                  </a:lnSpc>
                </a:pPr>
                <a:r>
                  <a:rPr lang="en-US" b="1" dirty="0"/>
                  <a:t>Note: </a:t>
                </a:r>
                <a:r>
                  <a:rPr lang="en-US" dirty="0"/>
                  <a:t>The number of vectors in basis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B</m:t>
                    </m:r>
                  </m:oMath>
                </a14:m>
                <a:r>
                  <a:rPr lang="en-US" dirty="0"/>
                  <a:t> is called the dimension of the column space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A</m:t>
                    </m:r>
                  </m:oMath>
                </a14:m>
                <a:r>
                  <a:rPr lang="en-US" dirty="0"/>
                  <a:t>. 	i.e.,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a:rPr lang="en-US" b="1" i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𝐝𝐢𝐦</m:t>
                        </m:r>
                      </m:fName>
                      <m:e>
                        <m:d>
                          <m:dPr>
                            <m:ctrlPr>
                              <a:rPr lang="en-US" b="1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1" i="0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𝐂𝐨𝐥</m:t>
                            </m:r>
                            <m:d>
                              <m:dPr>
                                <m:ctrlPr>
                                  <a:rPr lang="en-US" b="1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b="1" i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𝐀</m:t>
                                </m:r>
                              </m:e>
                            </m:d>
                          </m:e>
                        </m:d>
                        <m:r>
                          <a:rPr lang="en-US" b="1" i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b="1" i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𝐫𝐚𝐧𝐤</m:t>
                        </m:r>
                        <m:d>
                          <m:dPr>
                            <m:ctrlPr>
                              <a:rPr lang="en-US" b="1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1" i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𝐀</m:t>
                            </m:r>
                          </m:e>
                        </m:d>
                        <m:r>
                          <a:rPr lang="en-US" b="1" i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b="1" i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𝛒</m:t>
                        </m:r>
                        <m:d>
                          <m:dPr>
                            <m:ctrlPr>
                              <a:rPr lang="en-US" b="1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1" i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𝐀</m:t>
                            </m:r>
                          </m:e>
                        </m:d>
                        <m:r>
                          <a:rPr lang="en-US" b="1" i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d>
                          <m:dPr>
                            <m:begChr m:val="|"/>
                            <m:endChr m:val="|"/>
                            <m:ctrlPr>
                              <a:rPr lang="en-US" b="1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1" i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US" b="1" i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𝐁</m:t>
                            </m:r>
                            <m:r>
                              <a:rPr lang="en-US" b="1" i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 </m:t>
                            </m:r>
                          </m:e>
                        </m:d>
                        <m:r>
                          <a:rPr lang="en-US" b="1" i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b="1" i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𝐥</m:t>
                        </m:r>
                      </m:e>
                    </m:func>
                    <m:r>
                      <a:rPr lang="en-US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en-IN" dirty="0"/>
              </a:p>
            </p:txBody>
          </p:sp>
        </mc:Choice>
        <mc:Fallback xmlns="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289130F6-FE40-9CFE-6BC1-71DE2ACDC50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131177" y="5588000"/>
                <a:ext cx="11929641" cy="925399"/>
              </a:xfrm>
              <a:prstGeom prst="rect">
                <a:avLst/>
              </a:prstGeom>
              <a:blipFill>
                <a:blip r:embed="rId3"/>
                <a:stretch>
                  <a:fillRect l="-1021" t="-10458" r="-1021" b="-19608"/>
                </a:stretch>
              </a:blipFill>
              <a:ln w="12700" cap="flat" cmpd="sng" algn="ctr">
                <a:solidFill>
                  <a:srgbClr val="FF0000"/>
                </a:solidFill>
                <a:prstDash val="lgDash"/>
                <a:miter lim="800000"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519260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uiExpand="1" build="p"/>
      <p:bldP spid="5" grpId="0" animBg="1"/>
    </p:bldLst>
  </p:timing>
</p:sld>
</file>

<file path=ppt/slides/slide1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627E3E-98C7-EB06-6EBD-292486E710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06FE5199-028B-6EAC-49C0-C9F337CD22AA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IN" dirty="0"/>
                  <a:t>Method:6 </a:t>
                </a:r>
                <a14:m>
                  <m:oMath xmlns:m="http://schemas.openxmlformats.org/officeDocument/2006/math">
                    <m:r>
                      <a:rPr lang="en-I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⇝</m:t>
                    </m:r>
                  </m:oMath>
                </a14:m>
                <a:r>
                  <a:rPr lang="en-IN" dirty="0"/>
                  <a:t> Example:1</a:t>
                </a:r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06FE5199-028B-6EAC-49C0-C9F337CD22A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3"/>
                <a:stretch>
                  <a:fillRect l="-400" t="-8547" b="-1965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Content Placeholder 4">
            <a:extLst>
              <a:ext uri="{FF2B5EF4-FFF2-40B4-BE49-F238E27FC236}">
                <a16:creationId xmlns:a16="http://schemas.microsoft.com/office/drawing/2014/main" id="{44EEFF5A-4182-FC3F-2B33-810F91ABC943}"/>
              </a:ext>
            </a:extLst>
          </p:cNvPr>
          <p:cNvSpPr txBox="1">
            <a:spLocks/>
          </p:cNvSpPr>
          <p:nvPr/>
        </p:nvSpPr>
        <p:spPr>
          <a:xfrm>
            <a:off x="205273" y="800163"/>
            <a:ext cx="1558214" cy="522081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marL="265113" indent="-265113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Wingdings 3" panose="05040102010807070707" pitchFamily="18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9625" indent="-352425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 3" panose="05040102010807070707" pitchFamily="18" charset="2"/>
              <a:buChar char="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endParaRPr lang="en-IN" sz="2800" b="1" dirty="0">
              <a:solidFill>
                <a:schemeClr val="tx2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4" name="Content Placeholder 4">
                <a:extLst>
                  <a:ext uri="{FF2B5EF4-FFF2-40B4-BE49-F238E27FC236}">
                    <a16:creationId xmlns:a16="http://schemas.microsoft.com/office/drawing/2014/main" id="{0157254E-2960-BA66-CC20-7AC6435AA7D4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650756" y="789729"/>
                <a:ext cx="10041132" cy="2424309"/>
              </a:xfrm>
              <a:prstGeom prst="rect">
                <a:avLst/>
              </a:prstGeom>
              <a:noFill/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vert="horz" lIns="91440" tIns="45720" rIns="91440" bIns="45720" rtlCol="0" anchor="ctr">
                <a:noAutofit/>
              </a:bodyPr>
              <a:lstStyle>
                <a:lvl1pPr marL="265113" indent="-265113" algn="just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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809625" indent="-352425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lnSpc>
                    <a:spcPct val="110000"/>
                  </a:lnSpc>
                  <a:buNone/>
                </a:pPr>
                <a:r>
                  <a:rPr lang="en-US" sz="2800" dirty="0">
                    <a:solidFill>
                      <a:srgbClr val="002060"/>
                    </a:solidFill>
                    <a:ea typeface="Calibri" panose="020F0502020204030204" pitchFamily="34" charset="0"/>
                    <a:cs typeface="Shruti" panose="020B0502040204020203" pitchFamily="34" charset="0"/>
                  </a:rPr>
                  <a:t>Find the basis and dimension for the row and column space for the matrix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Shruti" panose="020B0502040204020203" pitchFamily="34" charset="0"/>
                      </a:rPr>
                      <m:t>A</m:t>
                    </m:r>
                    <m:r>
                      <a:rPr lang="en-US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Shruti" panose="020B0502040204020203" pitchFamily="34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IN" sz="28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Shruti" panose="020B0502040204020203" pitchFamily="34" charset="0"/>
                          </a:rPr>
                        </m:ctrlPr>
                      </m:dPr>
                      <m:e>
                        <m:r>
                          <a:rPr lang="en-IN" sz="28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Shruti" panose="020B0502040204020203" pitchFamily="34" charset="0"/>
                          </a:rPr>
                          <m:t>  </m:t>
                        </m:r>
                        <m:m>
                          <m:mPr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>
                              <a:rPr lang="en-IN" sz="2800" b="0" i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Shruti" panose="020B0502040204020203" pitchFamily="34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IN" sz="2800" b="0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Shruti" panose="020B0502040204020203" pitchFamily="34" charset="0"/>
                                </a:rPr>
                                <m:t> </m:t>
                              </m:r>
                              <m:r>
                                <a:rPr lang="en-IN" sz="2800" b="0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Shruti" panose="020B0502040204020203" pitchFamily="34" charset="0"/>
                                </a:rPr>
                                <m:t>  1</m:t>
                              </m:r>
                            </m:e>
                            <m:e>
                              <m:r>
                                <a:rPr lang="en-IN" sz="2800" b="0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Shruti" panose="020B0502040204020203" pitchFamily="34" charset="0"/>
                                </a:rPr>
                                <m:t>−3</m:t>
                              </m:r>
                            </m:e>
                            <m:e>
                              <m:r>
                                <a:rPr lang="en-IN" sz="2800" b="0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Shruti" panose="020B0502040204020203" pitchFamily="34" charset="0"/>
                                </a:rPr>
                                <m:t>   4</m:t>
                              </m:r>
                            </m:e>
                          </m:mr>
                          <m:mr>
                            <m:e>
                              <m:r>
                                <a:rPr lang="en-IN" sz="2800" b="0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Shruti" panose="020B0502040204020203" pitchFamily="34" charset="0"/>
                                </a:rPr>
                                <m:t>   2</m:t>
                              </m:r>
                            </m:e>
                            <m:e>
                              <m:r>
                                <a:rPr lang="en-IN" sz="2800" b="0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Shruti" panose="020B0502040204020203" pitchFamily="34" charset="0"/>
                                </a:rPr>
                                <m:t>−6</m:t>
                              </m:r>
                            </m:e>
                            <m:e>
                              <m:r>
                                <a:rPr lang="en-IN" sz="2800" b="0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Shruti" panose="020B0502040204020203" pitchFamily="34" charset="0"/>
                                </a:rPr>
                                <m:t>   9</m:t>
                              </m:r>
                            </m:e>
                          </m:mr>
                          <m:m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1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IN" sz="2800" b="0" i="1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Shruti" panose="020B0502040204020203" pitchFamily="34" charset="0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IN" sz="2800" b="0" i="1" smtClean="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Shruti" panose="020B0502040204020203" pitchFamily="34" charset="0"/>
                                      </a:rPr>
                                      <m:t> </m:t>
                                    </m:r>
                                    <m:r>
                                      <a:rPr lang="en-IN" sz="2800" b="0" i="1" smtClean="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Shruti" panose="020B0502040204020203" pitchFamily="34" charset="0"/>
                                      </a:rPr>
                                      <m:t>  2</m:t>
                                    </m:r>
                                  </m:e>
                                </m:mr>
                                <m:mr>
                                  <m:e>
                                    <m:r>
                                      <a:rPr lang="en-IN" sz="2800" b="0" i="1" smtClean="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Shruti" panose="020B0502040204020203" pitchFamily="34" charset="0"/>
                                      </a:rPr>
                                      <m:t>−1</m:t>
                                    </m:r>
                                  </m:e>
                                </m:mr>
                              </m:m>
                            </m:e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1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IN" sz="2800" b="0" i="1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Shruti" panose="020B0502040204020203" pitchFamily="34" charset="0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IN" sz="2800" b="0" i="1" smtClean="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Shruti" panose="020B0502040204020203" pitchFamily="34" charset="0"/>
                                      </a:rPr>
                                      <m:t>−</m:t>
                                    </m:r>
                                    <m:r>
                                      <a:rPr lang="en-IN" sz="2800" b="0" i="1" smtClean="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Shruti" panose="020B0502040204020203" pitchFamily="34" charset="0"/>
                                      </a:rPr>
                                      <m:t>6</m:t>
                                    </m:r>
                                  </m:e>
                                </m:mr>
                                <m:mr>
                                  <m:e>
                                    <m:r>
                                      <a:rPr lang="en-IN" sz="2800" b="0" i="1" smtClean="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Shruti" panose="020B0502040204020203" pitchFamily="34" charset="0"/>
                                      </a:rPr>
                                      <m:t>   3</m:t>
                                    </m:r>
                                  </m:e>
                                </m:mr>
                              </m:m>
                            </m:e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1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IN" sz="2800" b="0" i="1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Shruti" panose="020B0502040204020203" pitchFamily="34" charset="0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IN" sz="2800" b="0" i="1" smtClean="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Shruti" panose="020B0502040204020203" pitchFamily="34" charset="0"/>
                                      </a:rPr>
                                      <m:t> </m:t>
                                    </m:r>
                                    <m:r>
                                      <a:rPr lang="en-IN" sz="2800" b="0" i="1" smtClean="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Shruti" panose="020B0502040204020203" pitchFamily="34" charset="0"/>
                                      </a:rPr>
                                      <m:t>  9</m:t>
                                    </m:r>
                                  </m:e>
                                </m:mr>
                                <m:mr>
                                  <m:e>
                                    <m:r>
                                      <a:rPr lang="en-IN" sz="2800" b="0" i="1" smtClean="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Shruti" panose="020B0502040204020203" pitchFamily="34" charset="0"/>
                                      </a:rPr>
                                      <m:t>−4</m:t>
                                    </m:r>
                                  </m:e>
                                </m:mr>
                              </m:m>
                            </m:e>
                          </m:mr>
                        </m:m>
                        <m:r>
                          <a:rPr lang="en-IN" sz="28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Shruti" panose="020B0502040204020203" pitchFamily="34" charset="0"/>
                          </a:rPr>
                          <m:t>    </m:t>
                        </m:r>
                        <m:m>
                          <m:mPr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>
                              <a:rPr lang="en-IN" sz="2800" b="0" i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Shruti" panose="020B0502040204020203" pitchFamily="34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IN" sz="2800" b="0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Shruti" panose="020B0502040204020203" pitchFamily="34" charset="0"/>
                                </a:rPr>
                                <m:t>−</m:t>
                              </m:r>
                              <m:r>
                                <a:rPr lang="en-IN" sz="2800" b="0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Shruti" panose="020B0502040204020203" pitchFamily="34" charset="0"/>
                                </a:rPr>
                                <m:t>2</m:t>
                              </m:r>
                            </m:e>
                            <m:e>
                              <m:r>
                                <a:rPr lang="en-IN" sz="2800" b="0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Shruti" panose="020B0502040204020203" pitchFamily="34" charset="0"/>
                                </a:rPr>
                                <m:t>   5</m:t>
                              </m:r>
                            </m:e>
                            <m:e>
                              <m:r>
                                <a:rPr lang="en-IN" sz="2800" b="0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Shruti" panose="020B0502040204020203" pitchFamily="34" charset="0"/>
                                </a:rPr>
                                <m:t>    4</m:t>
                              </m:r>
                            </m:e>
                          </m:mr>
                          <m:mr>
                            <m:e>
                              <m:r>
                                <a:rPr lang="en-IN" sz="2800" b="0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Shruti" panose="020B0502040204020203" pitchFamily="34" charset="0"/>
                                </a:rPr>
                                <m:t>−1</m:t>
                              </m:r>
                            </m:e>
                            <m:e>
                              <m:r>
                                <a:rPr lang="en-IN" sz="2800" b="0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Shruti" panose="020B0502040204020203" pitchFamily="34" charset="0"/>
                                </a:rPr>
                                <m:t>   8</m:t>
                              </m:r>
                            </m:e>
                            <m:e>
                              <m:r>
                                <a:rPr lang="en-IN" sz="2800" b="0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Shruti" panose="020B0502040204020203" pitchFamily="34" charset="0"/>
                                </a:rPr>
                                <m:t>    2</m:t>
                              </m:r>
                            </m:e>
                          </m:mr>
                          <m:m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1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IN" sz="2800" b="0" i="1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Shruti" panose="020B0502040204020203" pitchFamily="34" charset="0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IN" sz="2800" b="0" i="1" smtClean="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Shruti" panose="020B0502040204020203" pitchFamily="34" charset="0"/>
                                      </a:rPr>
                                      <m:t>−</m:t>
                                    </m:r>
                                    <m:r>
                                      <a:rPr lang="en-IN" sz="2800" b="0" i="1" smtClean="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Shruti" panose="020B0502040204020203" pitchFamily="34" charset="0"/>
                                      </a:rPr>
                                      <m:t>1</m:t>
                                    </m:r>
                                  </m:e>
                                </m:mr>
                                <m:mr>
                                  <m:e>
                                    <m:r>
                                      <a:rPr lang="en-IN" sz="2800" b="0" i="1" smtClean="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Shruti" panose="020B0502040204020203" pitchFamily="34" charset="0"/>
                                      </a:rPr>
                                      <m:t>   2</m:t>
                                    </m:r>
                                  </m:e>
                                </m:mr>
                              </m:m>
                            </m:e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1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IN" sz="2800" b="0" i="1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Shruti" panose="020B0502040204020203" pitchFamily="34" charset="0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IN" sz="2800" b="0" i="1" smtClean="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Shruti" panose="020B0502040204020203" pitchFamily="34" charset="0"/>
                                      </a:rPr>
                                      <m:t> </m:t>
                                    </m:r>
                                    <m:r>
                                      <a:rPr lang="en-IN" sz="2800" b="0" i="1" smtClean="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Shruti" panose="020B0502040204020203" pitchFamily="34" charset="0"/>
                                      </a:rPr>
                                      <m:t>  9</m:t>
                                    </m:r>
                                  </m:e>
                                </m:mr>
                                <m:mr>
                                  <m:e>
                                    <m:r>
                                      <a:rPr lang="en-IN" sz="2800" b="0" i="1" smtClean="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Shruti" panose="020B0502040204020203" pitchFamily="34" charset="0"/>
                                      </a:rPr>
                                      <m:t>−5</m:t>
                                    </m:r>
                                  </m:e>
                                </m:mr>
                              </m:m>
                            </m:e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1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IN" sz="2800" b="0" i="1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Shruti" panose="020B0502040204020203" pitchFamily="34" charset="0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IN" sz="2800" b="0" i="1" smtClean="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Shruti" panose="020B0502040204020203" pitchFamily="34" charset="0"/>
                                      </a:rPr>
                                      <m:t> </m:t>
                                    </m:r>
                                    <m:r>
                                      <a:rPr lang="en-IN" sz="2800" b="0" i="1" smtClean="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Shruti" panose="020B0502040204020203" pitchFamily="34" charset="0"/>
                                      </a:rPr>
                                      <m:t>   7</m:t>
                                    </m:r>
                                  </m:e>
                                </m:mr>
                                <m:mr>
                                  <m:e>
                                    <m:r>
                                      <a:rPr lang="en-IN" sz="2800" b="0" i="1" smtClean="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Shruti" panose="020B0502040204020203" pitchFamily="34" charset="0"/>
                                      </a:rPr>
                                      <m:t>−4</m:t>
                                    </m:r>
                                  </m:e>
                                </m:mr>
                              </m:m>
                            </m:e>
                          </m:mr>
                        </m:m>
                        <m:r>
                          <a:rPr lang="en-IN" sz="28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Shruti" panose="020B0502040204020203" pitchFamily="34" charset="0"/>
                          </a:rPr>
                          <m:t>  </m:t>
                        </m:r>
                      </m:e>
                    </m:d>
                  </m:oMath>
                </a14:m>
                <a:r>
                  <a:rPr lang="en-US" sz="2800" dirty="0">
                    <a:solidFill>
                      <a:srgbClr val="002060"/>
                    </a:solidFill>
                    <a:ea typeface="Calibri" panose="020F0502020204030204" pitchFamily="34" charset="0"/>
                    <a:cs typeface="Shruti" panose="020B0502040204020203" pitchFamily="34" charset="0"/>
                  </a:rPr>
                  <a:t>.</a:t>
                </a:r>
                <a:endParaRPr lang="en-IN" sz="2800" dirty="0">
                  <a:solidFill>
                    <a:srgbClr val="002060"/>
                  </a:solidFill>
                  <a:ea typeface="Calibri" panose="020F0502020204030204" pitchFamily="34" charset="0"/>
                  <a:cs typeface="Shruti" panose="020B0502040204020203" pitchFamily="34" charset="0"/>
                </a:endParaRPr>
              </a:p>
            </p:txBody>
          </p:sp>
        </mc:Choice>
        <mc:Fallback xmlns="">
          <p:sp>
            <p:nvSpPr>
              <p:cNvPr id="34" name="Content Placeholder 4">
                <a:extLst>
                  <a:ext uri="{FF2B5EF4-FFF2-40B4-BE49-F238E27FC236}">
                    <a16:creationId xmlns:a16="http://schemas.microsoft.com/office/drawing/2014/main" id="{0157254E-2960-BA66-CC20-7AC6435AA7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50756" y="789729"/>
                <a:ext cx="10041132" cy="2424309"/>
              </a:xfrm>
              <a:prstGeom prst="rect">
                <a:avLst/>
              </a:prstGeom>
              <a:blipFill>
                <a:blip r:embed="rId4"/>
                <a:stretch>
                  <a:fillRect l="-1275" r="-1214"/>
                </a:stretch>
              </a:blipFill>
              <a:ln w="12700" cap="flat" cmpd="sng" algn="ctr">
                <a:noFill/>
                <a:prstDash val="solid"/>
                <a:miter lim="800000"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5" name="Rectangle: Rounded Corners 34">
            <a:extLst>
              <a:ext uri="{FF2B5EF4-FFF2-40B4-BE49-F238E27FC236}">
                <a16:creationId xmlns:a16="http://schemas.microsoft.com/office/drawing/2014/main" id="{7F4FDEF2-D842-4E33-3706-472C8D9056D7}"/>
              </a:ext>
            </a:extLst>
          </p:cNvPr>
          <p:cNvSpPr/>
          <p:nvPr/>
        </p:nvSpPr>
        <p:spPr>
          <a:xfrm>
            <a:off x="122279" y="854244"/>
            <a:ext cx="1450657" cy="468000"/>
          </a:xfrm>
          <a:prstGeom prst="roundRect">
            <a:avLst/>
          </a:prstGeom>
          <a:gradFill>
            <a:gsLst>
              <a:gs pos="10000">
                <a:srgbClr val="0E47A1"/>
              </a:gs>
              <a:gs pos="100000">
                <a:srgbClr val="03A9F5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r>
              <a:rPr lang="en-IN" sz="2800" dirty="0">
                <a:solidFill>
                  <a:schemeClr val="bg1"/>
                </a:solidFill>
              </a:rPr>
              <a:t>Example</a:t>
            </a:r>
          </a:p>
        </p:txBody>
      </p:sp>
      <p:sp>
        <p:nvSpPr>
          <p:cNvPr id="23" name="Content Placeholder 4">
            <a:extLst>
              <a:ext uri="{FF2B5EF4-FFF2-40B4-BE49-F238E27FC236}">
                <a16:creationId xmlns:a16="http://schemas.microsoft.com/office/drawing/2014/main" id="{9E58EA07-9AC6-A2FE-F2FA-6AD155944809}"/>
              </a:ext>
            </a:extLst>
          </p:cNvPr>
          <p:cNvSpPr txBox="1">
            <a:spLocks/>
          </p:cNvSpPr>
          <p:nvPr/>
        </p:nvSpPr>
        <p:spPr>
          <a:xfrm flipH="1">
            <a:off x="6958939" y="107357"/>
            <a:ext cx="4571801" cy="5400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marL="265113" indent="-265113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Wingdings 3" panose="05040102010807070707" pitchFamily="18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9625" indent="-352425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 3" panose="05040102010807070707" pitchFamily="18" charset="2"/>
              <a:buChar char="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18745" indent="0" algn="l">
              <a:lnSpc>
                <a:spcPct val="115000"/>
              </a:lnSpc>
              <a:spcAft>
                <a:spcPts val="800"/>
              </a:spcAft>
              <a:buNone/>
            </a:pPr>
            <a:endParaRPr lang="en-US" sz="3600" b="1" dirty="0">
              <a:solidFill>
                <a:srgbClr val="3D0FE7"/>
              </a:solidFill>
              <a:latin typeface="Cambria Math" panose="02040503050406030204" pitchFamily="18" charset="0"/>
            </a:endParaRPr>
          </a:p>
        </p:txBody>
      </p:sp>
      <p:sp>
        <p:nvSpPr>
          <p:cNvPr id="47" name="Rectangle: Rounded Corners 12">
            <a:extLst>
              <a:ext uri="{FF2B5EF4-FFF2-40B4-BE49-F238E27FC236}">
                <a16:creationId xmlns:a16="http://schemas.microsoft.com/office/drawing/2014/main" id="{B84B7CE6-91E9-83CE-9435-AAD10616172A}"/>
              </a:ext>
            </a:extLst>
          </p:cNvPr>
          <p:cNvSpPr/>
          <p:nvPr/>
        </p:nvSpPr>
        <p:spPr>
          <a:xfrm>
            <a:off x="122278" y="3406062"/>
            <a:ext cx="1450657" cy="468000"/>
          </a:xfrm>
          <a:prstGeom prst="roundRect">
            <a:avLst/>
          </a:prstGeom>
          <a:gradFill>
            <a:gsLst>
              <a:gs pos="10000">
                <a:srgbClr val="0E47A1"/>
              </a:gs>
              <a:gs pos="100000">
                <a:srgbClr val="03A9F5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en-IN" sz="2800" dirty="0">
                <a:solidFill>
                  <a:schemeClr val="bg1"/>
                </a:solidFill>
              </a:rPr>
              <a:t>Solution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4">
                <a:extLst>
                  <a:ext uri="{FF2B5EF4-FFF2-40B4-BE49-F238E27FC236}">
                    <a16:creationId xmlns:a16="http://schemas.microsoft.com/office/drawing/2014/main" id="{289130F6-FE40-9CFE-6BC1-71DE2ACDC501}"/>
                  </a:ext>
                </a:extLst>
              </p:cNvPr>
              <p:cNvSpPr txBox="1">
                <a:spLocks/>
              </p:cNvSpPr>
              <p:nvPr/>
            </p:nvSpPr>
            <p:spPr>
              <a:xfrm flipH="1">
                <a:off x="1663456" y="3390885"/>
                <a:ext cx="10198344" cy="966353"/>
              </a:xfrm>
              <a:prstGeom prst="rect">
                <a:avLst/>
              </a:prstGeom>
              <a:noFill/>
              <a:ln w="12700" cap="flat" cmpd="sng" algn="ctr">
                <a:solidFill>
                  <a:srgbClr val="FF0000"/>
                </a:solidFill>
                <a:prstDash val="lgDash"/>
                <a:miter lim="800000"/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vert="horz" lIns="91440" tIns="45720" rIns="91440" bIns="45720" rtlCol="0" anchor="ctr">
                <a:noAutofit/>
              </a:bodyPr>
              <a:lstStyle>
                <a:defPPr>
                  <a:defRPr lang="en-US"/>
                </a:defPPr>
                <a:lvl1pPr indent="0" algn="just">
                  <a:lnSpc>
                    <a:spcPct val="90000"/>
                  </a:lnSpc>
                  <a:spcBef>
                    <a:spcPts val="1000"/>
                  </a:spcBef>
                  <a:buClr>
                    <a:schemeClr val="accent6"/>
                  </a:buClr>
                  <a:buFont typeface="Wingdings 3" panose="05040102010807070707" pitchFamily="18" charset="2"/>
                  <a:buNone/>
                  <a:defRPr sz="2800">
                    <a:solidFill>
                      <a:srgbClr val="002060"/>
                    </a:solidFill>
                    <a:ea typeface="Calibri" panose="020F0502020204030204" pitchFamily="34" charset="0"/>
                    <a:cs typeface="Shruti" panose="020B0502040204020203" pitchFamily="34" charset="0"/>
                  </a:defRPr>
                </a:lvl1pPr>
                <a:lvl2pPr marL="809625" indent="-352425" algn="just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000">
                    <a:solidFill>
                      <a:schemeClr val="tx1"/>
                    </a:solidFill>
                  </a:defRPr>
                </a:lvl2pPr>
                <a:lvl3pPr marL="1143000" indent="-228600" algn="just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</a:defRPr>
                </a:lvl3pPr>
                <a:lvl4pPr marL="1600200" indent="-228600" algn="just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>
                    <a:solidFill>
                      <a:schemeClr val="tx1"/>
                    </a:solidFill>
                  </a:defRPr>
                </a:lvl4pPr>
                <a:lvl5pPr marL="2057400" indent="-228600" algn="just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>
                    <a:solidFill>
                      <a:schemeClr val="tx1"/>
                    </a:solidFill>
                  </a:defRPr>
                </a:lvl5pPr>
                <a:lvl6pPr marL="25146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</a:lvl6pPr>
                <a:lvl7pPr marL="29718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</a:lvl7pPr>
                <a:lvl8pPr marL="34290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</a:lvl8pPr>
                <a:lvl9pPr marL="38862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</a:lvl9pPr>
              </a:lstStyle>
              <a:p>
                <a:r>
                  <a:rPr lang="en-IN" dirty="0"/>
                  <a:t>Let us convert the given matrix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i="0" dirty="0" smtClean="0">
                        <a:latin typeface="Cambria Math" panose="02040503050406030204" pitchFamily="18" charset="0"/>
                      </a:rPr>
                      <m:t>A</m:t>
                    </m:r>
                  </m:oMath>
                </a14:m>
                <a:r>
                  <a:rPr lang="en-IN" dirty="0"/>
                  <a:t> into Row-Echelon Form to find the basis of row space and column space.</a:t>
                </a:r>
                <a:endParaRPr lang="en-US" dirty="0"/>
              </a:p>
            </p:txBody>
          </p:sp>
        </mc:Choice>
        <mc:Fallback xmlns="">
          <p:sp>
            <p:nvSpPr>
              <p:cNvPr id="3" name="Content Placeholder 4">
                <a:extLst>
                  <a:ext uri="{FF2B5EF4-FFF2-40B4-BE49-F238E27FC236}">
                    <a16:creationId xmlns:a16="http://schemas.microsoft.com/office/drawing/2014/main" id="{289130F6-FE40-9CFE-6BC1-71DE2ACDC50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1663456" y="3390885"/>
                <a:ext cx="10198344" cy="966353"/>
              </a:xfrm>
              <a:prstGeom prst="rect">
                <a:avLst/>
              </a:prstGeom>
              <a:blipFill>
                <a:blip r:embed="rId5"/>
                <a:stretch>
                  <a:fillRect l="-1194" t="-4348" r="-1134" b="-11180"/>
                </a:stretch>
              </a:blipFill>
              <a:ln w="12700" cap="flat" cmpd="sng" algn="ctr">
                <a:solidFill>
                  <a:srgbClr val="FF0000"/>
                </a:solidFill>
                <a:prstDash val="lgDash"/>
                <a:miter lim="800000"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349870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1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A213F7-48F9-2708-428C-AEB37C9948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7" name="Content Placeholder 4">
                <a:extLst>
                  <a:ext uri="{FF2B5EF4-FFF2-40B4-BE49-F238E27FC236}">
                    <a16:creationId xmlns:a16="http://schemas.microsoft.com/office/drawing/2014/main" id="{BE113A6D-7B3B-0A8B-2EC4-91603262B72D}"/>
                  </a:ext>
                </a:extLst>
              </p:cNvPr>
              <p:cNvSpPr txBox="1">
                <a:spLocks/>
              </p:cNvSpPr>
              <p:nvPr/>
            </p:nvSpPr>
            <p:spPr>
              <a:xfrm flipH="1">
                <a:off x="6417141" y="4627121"/>
                <a:ext cx="5929267" cy="1558289"/>
              </a:xfrm>
              <a:prstGeom prst="rect">
                <a:avLst/>
              </a:prstGeom>
              <a:noFill/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vert="horz" lIns="91440" tIns="45720" rIns="91440" bIns="45720" rtlCol="0" anchor="ctr">
                <a:noAutofit/>
              </a:bodyPr>
              <a:lstStyle>
                <a:defPPr>
                  <a:defRPr lang="en-US"/>
                </a:defPPr>
                <a:lvl1pPr marL="118745" algn="just">
                  <a:lnSpc>
                    <a:spcPct val="115000"/>
                  </a:lnSpc>
                  <a:spcBef>
                    <a:spcPts val="1000"/>
                  </a:spcBef>
                  <a:spcAft>
                    <a:spcPts val="800"/>
                  </a:spcAft>
                  <a:buClr>
                    <a:schemeClr val="accent6"/>
                  </a:buClr>
                  <a:buFont typeface="Wingdings 3" panose="05040102010807070707" pitchFamily="18" charset="2"/>
                  <a:buNone/>
                  <a:defRPr sz="2800">
                    <a:solidFill>
                      <a:srgbClr val="3A4A6A"/>
                    </a:solidFill>
                  </a:defRPr>
                </a:lvl1pPr>
              </a:lstStyle>
              <a:p>
                <a:pPr>
                  <a:lnSpc>
                    <a:spcPct val="9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0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}"/>
                          <m:ctrlPr>
                            <a:rPr lang="en-US" b="0" i="1" dirty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0" dirty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eqArr>
                            <m:eqArrPr>
                              <m:ctrlPr>
                                <a:rPr lang="en-US" i="1" dirty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d>
                                <m:dPr>
                                  <m:ctrlPr>
                                    <a:rPr lang="en-US" b="0" i="1" dirty="0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b="0" i="1" dirty="0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 1, −3, 4, −2, 5, 4 </m:t>
                                  </m:r>
                                </m:e>
                              </m:d>
                              <m:r>
                                <a:rPr lang="en-US" b="0" i="1" dirty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</m:e>
                            <m:e>
                              <m:d>
                                <m:dPr>
                                  <m:ctrlPr>
                                    <a:rPr lang="en-US" b="0" i="1" dirty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b="0" i="1" dirty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  <m:r>
                                    <a:rPr lang="en-US" b="0" i="1" dirty="0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  <m:r>
                                    <a:rPr lang="en-US" b="0" i="1" dirty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, </m:t>
                                  </m:r>
                                  <m:r>
                                    <a:rPr lang="en-US" b="0" i="1" dirty="0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  <m:r>
                                    <a:rPr lang="en-US" b="0" i="1" dirty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, </m:t>
                                  </m:r>
                                  <m:r>
                                    <a:rPr lang="en-US" b="0" i="1" dirty="0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  <m:r>
                                    <a:rPr lang="en-US" b="0" i="1" dirty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, </m:t>
                                  </m:r>
                                  <m:r>
                                    <a:rPr lang="en-US" b="0" i="1" dirty="0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  <m:r>
                                    <a:rPr lang="en-US" b="0" i="1" dirty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, </m:t>
                                  </m:r>
                                  <m:r>
                                    <a:rPr lang="en-US" b="0" i="1" dirty="0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−2</m:t>
                                  </m:r>
                                  <m:r>
                                    <a:rPr lang="en-US" b="0" i="1" dirty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, </m:t>
                                  </m:r>
                                  <m:r>
                                    <a:rPr lang="en-US" b="0" i="1" dirty="0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−6</m:t>
                                  </m:r>
                                  <m:r>
                                    <a:rPr lang="en-US" b="0" i="1" dirty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</m:e>
                              </m:d>
                              <m:r>
                                <a:rPr lang="en-US" b="0" i="1" dirty="0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</m:e>
                            <m:e>
                              <m:d>
                                <m:dPr>
                                  <m:ctrlPr>
                                    <a:rPr lang="en-US" b="0" i="1" dirty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b="0" i="1" dirty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 0, 0, </m:t>
                                  </m:r>
                                  <m:r>
                                    <a:rPr lang="en-US" b="0" i="1" dirty="0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  <m:r>
                                    <a:rPr lang="en-US" b="0" i="1" dirty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, </m:t>
                                  </m:r>
                                  <m:r>
                                    <a:rPr lang="en-US" b="0" i="1" dirty="0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  <m:r>
                                    <a:rPr lang="en-US" b="0" i="1" dirty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, </m:t>
                                  </m:r>
                                  <m:r>
                                    <a:rPr lang="en-US" b="0" i="1" dirty="0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  <m:r>
                                    <a:rPr lang="en-US" b="0" i="1" dirty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, </m:t>
                                  </m:r>
                                  <m:r>
                                    <a:rPr lang="en-US" b="0" i="1" dirty="0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5</m:t>
                                  </m:r>
                                  <m:r>
                                    <a:rPr lang="en-US" b="0" i="1" dirty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</m:e>
                              </m:d>
                            </m:e>
                          </m:eqArr>
                          <m:r>
                            <a:rPr lang="en-US" b="0" i="1" dirty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d>
                    </m:oMath>
                  </m:oMathPara>
                </a14:m>
                <a:endParaRPr lang="en-US" dirty="0">
                  <a:solidFill>
                    <a:srgbClr val="002060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7" name="Content Placeholder 4">
                <a:extLst>
                  <a:ext uri="{FF2B5EF4-FFF2-40B4-BE49-F238E27FC236}">
                    <a16:creationId xmlns:a16="http://schemas.microsoft.com/office/drawing/2014/main" id="{BE113A6D-7B3B-0A8B-2EC4-91603262B72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6417141" y="4627121"/>
                <a:ext cx="5929267" cy="1558289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 w="12700" cap="flat" cmpd="sng" algn="ctr">
                <a:noFill/>
                <a:prstDash val="solid"/>
                <a:miter lim="800000"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Content Placeholder 4">
                <a:extLst>
                  <a:ext uri="{FF2B5EF4-FFF2-40B4-BE49-F238E27FC236}">
                    <a16:creationId xmlns:a16="http://schemas.microsoft.com/office/drawing/2014/main" id="{D933828D-B525-93F6-71ED-7223D46CB366}"/>
                  </a:ext>
                </a:extLst>
              </p:cNvPr>
              <p:cNvSpPr txBox="1">
                <a:spLocks/>
              </p:cNvSpPr>
              <p:nvPr/>
            </p:nvSpPr>
            <p:spPr>
              <a:xfrm flipH="1">
                <a:off x="7192951" y="4629921"/>
                <a:ext cx="4287044" cy="1558289"/>
              </a:xfrm>
              <a:prstGeom prst="rect">
                <a:avLst/>
              </a:prstGeom>
              <a:noFill/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vert="horz" lIns="91440" tIns="45720" rIns="91440" bIns="45720" rtlCol="0" anchor="ctr">
                <a:noAutofit/>
              </a:bodyPr>
              <a:lstStyle>
                <a:defPPr>
                  <a:defRPr lang="en-US"/>
                </a:defPPr>
                <a:lvl1pPr marL="118745" algn="just">
                  <a:lnSpc>
                    <a:spcPct val="115000"/>
                  </a:lnSpc>
                  <a:spcBef>
                    <a:spcPts val="1000"/>
                  </a:spcBef>
                  <a:spcAft>
                    <a:spcPts val="800"/>
                  </a:spcAft>
                  <a:buClr>
                    <a:schemeClr val="accent6"/>
                  </a:buClr>
                  <a:buFont typeface="Wingdings 3" panose="05040102010807070707" pitchFamily="18" charset="2"/>
                  <a:buNone/>
                  <a:defRPr sz="2800">
                    <a:solidFill>
                      <a:srgbClr val="3A4A6A"/>
                    </a:solidFill>
                  </a:defRPr>
                </a:lvl1pPr>
              </a:lstStyle>
              <a:p>
                <a:pPr>
                  <a:lnSpc>
                    <a:spcPct val="9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}"/>
                          <m:ctrlPr>
                            <a:rPr lang="en-US" b="0" i="1" dirty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dirty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eqArr>
                            <m:eqArrPr>
                              <m:ctrlPr>
                                <a:rPr lang="en-US" i="1" dirty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d>
                                <m:dPr>
                                  <m:ctrlPr>
                                    <a:rPr lang="en-US" b="0" i="1" dirty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b="0" i="1" dirty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 1, −3, 4, −2, 5, 4 </m:t>
                                  </m:r>
                                </m:e>
                              </m:d>
                              <m:r>
                                <a:rPr lang="en-US" b="0" i="1" dirty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</m:e>
                            <m:e>
                              <m:d>
                                <m:dPr>
                                  <m:ctrlPr>
                                    <a:rPr lang="en-US" b="0" i="1" dirty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b="0" i="1" dirty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 0, 0, 1, 3, −2, −6 </m:t>
                                  </m:r>
                                </m:e>
                              </m:d>
                              <m:r>
                                <a:rPr lang="en-US" b="0" i="1" dirty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</m:e>
                            <m:e>
                              <m:d>
                                <m:dPr>
                                  <m:ctrlPr>
                                    <a:rPr lang="en-US" b="0" i="1" dirty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b="0" i="1" dirty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 0, 0, 0, 0, 1, 5 </m:t>
                                  </m:r>
                                </m:e>
                              </m:d>
                            </m:e>
                          </m:eqArr>
                          <m:r>
                            <a:rPr lang="en-US" b="0" i="1" dirty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d>
                    </m:oMath>
                  </m:oMathPara>
                </a14:m>
                <a:endParaRPr lang="en-US" dirty="0">
                  <a:solidFill>
                    <a:srgbClr val="002060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20" name="Content Placeholder 4">
                <a:extLst>
                  <a:ext uri="{FF2B5EF4-FFF2-40B4-BE49-F238E27FC236}">
                    <a16:creationId xmlns:a16="http://schemas.microsoft.com/office/drawing/2014/main" id="{D933828D-B525-93F6-71ED-7223D46CB36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7192951" y="4629921"/>
                <a:ext cx="4287044" cy="155828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 w="12700" cap="flat" cmpd="sng" algn="ctr">
                <a:noFill/>
                <a:prstDash val="solid"/>
                <a:miter lim="800000"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Content Placeholder 4">
                <a:extLst>
                  <a:ext uri="{FF2B5EF4-FFF2-40B4-BE49-F238E27FC236}">
                    <a16:creationId xmlns:a16="http://schemas.microsoft.com/office/drawing/2014/main" id="{C7F7F886-F2CD-EA45-45E4-AA74C1DF65BE}"/>
                  </a:ext>
                </a:extLst>
              </p:cNvPr>
              <p:cNvSpPr txBox="1">
                <a:spLocks/>
              </p:cNvSpPr>
              <p:nvPr/>
            </p:nvSpPr>
            <p:spPr>
              <a:xfrm flipH="1">
                <a:off x="7191246" y="4627121"/>
                <a:ext cx="4287043" cy="1558289"/>
              </a:xfrm>
              <a:prstGeom prst="rect">
                <a:avLst/>
              </a:prstGeom>
              <a:noFill/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vert="horz" lIns="91440" tIns="45720" rIns="91440" bIns="45720" rtlCol="0" anchor="ctr">
                <a:noAutofit/>
              </a:bodyPr>
              <a:lstStyle>
                <a:defPPr>
                  <a:defRPr lang="en-US"/>
                </a:defPPr>
                <a:lvl1pPr marL="118745" algn="just">
                  <a:lnSpc>
                    <a:spcPct val="115000"/>
                  </a:lnSpc>
                  <a:spcBef>
                    <a:spcPts val="1000"/>
                  </a:spcBef>
                  <a:spcAft>
                    <a:spcPts val="800"/>
                  </a:spcAft>
                  <a:buClr>
                    <a:schemeClr val="accent6"/>
                  </a:buClr>
                  <a:buFont typeface="Wingdings 3" panose="05040102010807070707" pitchFamily="18" charset="2"/>
                  <a:buNone/>
                  <a:defRPr sz="2800">
                    <a:solidFill>
                      <a:srgbClr val="3A4A6A"/>
                    </a:solidFill>
                  </a:defRPr>
                </a:lvl1pPr>
              </a:lstStyle>
              <a:p>
                <a:pPr>
                  <a:lnSpc>
                    <a:spcPct val="9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}"/>
                          <m:ctrlPr>
                            <a:rPr lang="en-US" b="0" i="1" dirty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dirty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eqArr>
                            <m:eqArrPr>
                              <m:ctrlPr>
                                <a:rPr lang="en-US" i="1" dirty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d>
                                <m:dPr>
                                  <m:ctrlPr>
                                    <a:rPr lang="en-US" b="0" i="1" dirty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b="0" i="1" dirty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 1, −3, 4, −2, 5, 4 </m:t>
                                  </m:r>
                                </m:e>
                              </m:d>
                              <m:r>
                                <a:rPr lang="en-US" b="0" i="1" dirty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</m:e>
                            <m:e>
                              <m:d>
                                <m:dPr>
                                  <m:ctrlPr>
                                    <a:rPr lang="en-US" b="0" i="1" dirty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b="0" i="1" dirty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 0, 0, 1, 3, −2, −6 </m:t>
                                  </m:r>
                                </m:e>
                              </m:d>
                              <m:r>
                                <a:rPr lang="en-US" b="0" i="1" dirty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</m:e>
                            <m:e>
                              <m:d>
                                <m:dPr>
                                  <m:ctrlPr>
                                    <a:rPr lang="en-US" b="0" i="1" dirty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b="0" i="1" dirty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 0, 0, 0, 0, 1, 5 </m:t>
                                  </m:r>
                                </m:e>
                              </m:d>
                            </m:e>
                          </m:eqArr>
                          <m:r>
                            <a:rPr lang="en-US" b="0" i="1" dirty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d>
                    </m:oMath>
                  </m:oMathPara>
                </a14:m>
                <a:endParaRPr lang="en-US" dirty="0">
                  <a:solidFill>
                    <a:srgbClr val="002060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21" name="Content Placeholder 4">
                <a:extLst>
                  <a:ext uri="{FF2B5EF4-FFF2-40B4-BE49-F238E27FC236}">
                    <a16:creationId xmlns:a16="http://schemas.microsoft.com/office/drawing/2014/main" id="{C7F7F886-F2CD-EA45-45E4-AA74C1DF65B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7191246" y="4627121"/>
                <a:ext cx="4287043" cy="1558289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 w="12700" cap="flat" cmpd="sng" algn="ctr">
                <a:noFill/>
                <a:prstDash val="solid"/>
                <a:miter lim="800000"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3F56C7DF-821A-7045-F536-F969B233CBB3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IN" dirty="0"/>
                  <a:t>Method:6 </a:t>
                </a:r>
                <a14:m>
                  <m:oMath xmlns:m="http://schemas.openxmlformats.org/officeDocument/2006/math">
                    <m:r>
                      <a:rPr lang="en-I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⇝</m:t>
                    </m:r>
                  </m:oMath>
                </a14:m>
                <a:r>
                  <a:rPr lang="en-IN" dirty="0"/>
                  <a:t> Example:1</a:t>
                </a:r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3F56C7DF-821A-7045-F536-F969B233CBB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6"/>
                <a:stretch>
                  <a:fillRect l="-400" t="-8547" b="-1965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Content Placeholder 4">
            <a:extLst>
              <a:ext uri="{FF2B5EF4-FFF2-40B4-BE49-F238E27FC236}">
                <a16:creationId xmlns:a16="http://schemas.microsoft.com/office/drawing/2014/main" id="{41A254F4-A8F2-672F-CFF1-C751D6942B89}"/>
              </a:ext>
            </a:extLst>
          </p:cNvPr>
          <p:cNvSpPr txBox="1">
            <a:spLocks/>
          </p:cNvSpPr>
          <p:nvPr/>
        </p:nvSpPr>
        <p:spPr>
          <a:xfrm>
            <a:off x="162743" y="1204206"/>
            <a:ext cx="1558214" cy="522081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marL="265113" indent="-265113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Wingdings 3" panose="05040102010807070707" pitchFamily="18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9625" indent="-352425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 3" panose="05040102010807070707" pitchFamily="18" charset="2"/>
              <a:buChar char="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endParaRPr lang="en-IN" sz="2800" b="1" dirty="0">
              <a:solidFill>
                <a:schemeClr val="tx2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4" name="Content Placeholder 4">
                <a:extLst>
                  <a:ext uri="{FF2B5EF4-FFF2-40B4-BE49-F238E27FC236}">
                    <a16:creationId xmlns:a16="http://schemas.microsoft.com/office/drawing/2014/main" id="{81F89838-0591-9C92-BE1D-45EE9F25F674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31348" y="1204206"/>
                <a:ext cx="6068262" cy="1990113"/>
              </a:xfrm>
              <a:prstGeom prst="rect">
                <a:avLst/>
              </a:prstGeom>
              <a:noFill/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vert="horz" lIns="91440" tIns="45720" rIns="91440" bIns="45720" rtlCol="0" anchor="ctr">
                <a:noAutofit/>
              </a:bodyPr>
              <a:lstStyle>
                <a:lvl1pPr marL="265113" indent="-265113" algn="just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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809625" indent="-352425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lnSpc>
                    <a:spcPct val="11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Shruti" panose="020B0502040204020203" pitchFamily="34" charset="0"/>
                        </a:rPr>
                        <m:t>A</m:t>
                      </m:r>
                      <m:r>
                        <a:rPr lang="en-US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Shruti" panose="020B0502040204020203" pitchFamily="34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IN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Shruti" panose="020B0502040204020203" pitchFamily="34" charset="0"/>
                            </a:rPr>
                          </m:ctrlPr>
                        </m:dPr>
                        <m:e>
                          <m:r>
                            <a:rPr lang="en-IN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Shruti" panose="020B0502040204020203" pitchFamily="34" charset="0"/>
                            </a:rPr>
                            <m:t>  </m:t>
                          </m:r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n-IN" sz="2800" b="0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Shruti" panose="020B0502040204020203" pitchFamily="34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IN" sz="2800" b="0" i="1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Shruti" panose="020B0502040204020203" pitchFamily="34" charset="0"/>
                                  </a:rPr>
                                  <m:t> </m:t>
                                </m:r>
                                <m:r>
                                  <a:rPr lang="en-IN" sz="2800" b="0" i="1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Shruti" panose="020B0502040204020203" pitchFamily="34" charset="0"/>
                                  </a:rPr>
                                  <m:t>  1</m:t>
                                </m:r>
                              </m:e>
                              <m:e>
                                <m:r>
                                  <a:rPr lang="en-IN" sz="2800" b="0" i="1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Shruti" panose="020B0502040204020203" pitchFamily="34" charset="0"/>
                                  </a:rPr>
                                  <m:t>−3</m:t>
                                </m:r>
                              </m:e>
                              <m:e>
                                <m:r>
                                  <a:rPr lang="en-IN" sz="2800" b="0" i="1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Shruti" panose="020B0502040204020203" pitchFamily="34" charset="0"/>
                                  </a:rPr>
                                  <m:t>   4</m:t>
                                </m:r>
                              </m:e>
                            </m:mr>
                            <m:mr>
                              <m:e>
                                <m:r>
                                  <a:rPr lang="en-IN" sz="2800" b="0" i="1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Shruti" panose="020B0502040204020203" pitchFamily="34" charset="0"/>
                                  </a:rPr>
                                  <m:t>   2</m:t>
                                </m:r>
                              </m:e>
                              <m:e>
                                <m:r>
                                  <a:rPr lang="en-IN" sz="2800" b="0" i="1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Shruti" panose="020B0502040204020203" pitchFamily="34" charset="0"/>
                                  </a:rPr>
                                  <m:t>−6</m:t>
                                </m:r>
                              </m:e>
                              <m:e>
                                <m:r>
                                  <a:rPr lang="en-IN" sz="2800" b="0" i="1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Shruti" panose="020B0502040204020203" pitchFamily="34" charset="0"/>
                                  </a:rPr>
                                  <m:t>   9</m:t>
                                </m:r>
                              </m:e>
                            </m:mr>
                            <m:m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IN" sz="2800" b="0" i="1" smtClean="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Shruti" panose="020B0502040204020203" pitchFamily="34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n-IN" sz="2800" b="0" i="1" smtClean="0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  <a:ea typeface="Calibri" panose="020F0502020204030204" pitchFamily="34" charset="0"/>
                                          <a:cs typeface="Shruti" panose="020B0502040204020203" pitchFamily="34" charset="0"/>
                                        </a:rPr>
                                        <m:t> </m:t>
                                      </m:r>
                                      <m:r>
                                        <a:rPr lang="en-IN" sz="2800" b="0" i="1" smtClean="0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  <a:ea typeface="Calibri" panose="020F0502020204030204" pitchFamily="34" charset="0"/>
                                          <a:cs typeface="Shruti" panose="020B0502040204020203" pitchFamily="34" charset="0"/>
                                        </a:rPr>
                                        <m:t>  2</m:t>
                                      </m:r>
                                    </m:e>
                                  </m:mr>
                                  <m:mr>
                                    <m:e>
                                      <m:r>
                                        <a:rPr lang="en-IN" sz="2800" b="0" i="1" smtClean="0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  <a:ea typeface="Calibri" panose="020F0502020204030204" pitchFamily="34" charset="0"/>
                                          <a:cs typeface="Shruti" panose="020B0502040204020203" pitchFamily="34" charset="0"/>
                                        </a:rPr>
                                        <m:t>−1</m:t>
                                      </m:r>
                                    </m:e>
                                  </m:mr>
                                </m:m>
                              </m:e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IN" sz="2800" b="0" i="1" smtClean="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Shruti" panose="020B0502040204020203" pitchFamily="34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n-IN" sz="2800" b="0" i="1" smtClean="0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  <a:ea typeface="Calibri" panose="020F0502020204030204" pitchFamily="34" charset="0"/>
                                          <a:cs typeface="Shruti" panose="020B0502040204020203" pitchFamily="34" charset="0"/>
                                        </a:rPr>
                                        <m:t>−</m:t>
                                      </m:r>
                                      <m:r>
                                        <a:rPr lang="en-IN" sz="2800" b="0" i="1" smtClean="0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  <a:ea typeface="Calibri" panose="020F0502020204030204" pitchFamily="34" charset="0"/>
                                          <a:cs typeface="Shruti" panose="020B0502040204020203" pitchFamily="34" charset="0"/>
                                        </a:rPr>
                                        <m:t>6</m:t>
                                      </m:r>
                                    </m:e>
                                  </m:mr>
                                  <m:mr>
                                    <m:e>
                                      <m:r>
                                        <a:rPr lang="en-IN" sz="2800" b="0" i="1" smtClean="0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  <a:ea typeface="Calibri" panose="020F0502020204030204" pitchFamily="34" charset="0"/>
                                          <a:cs typeface="Shruti" panose="020B0502040204020203" pitchFamily="34" charset="0"/>
                                        </a:rPr>
                                        <m:t>   3</m:t>
                                      </m:r>
                                    </m:e>
                                  </m:mr>
                                </m:m>
                              </m:e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IN" sz="2800" b="0" i="1" smtClean="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Shruti" panose="020B0502040204020203" pitchFamily="34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n-IN" sz="2800" b="0" i="1" smtClean="0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  <a:ea typeface="Calibri" panose="020F0502020204030204" pitchFamily="34" charset="0"/>
                                          <a:cs typeface="Shruti" panose="020B0502040204020203" pitchFamily="34" charset="0"/>
                                        </a:rPr>
                                        <m:t> </m:t>
                                      </m:r>
                                      <m:r>
                                        <a:rPr lang="en-IN" sz="2800" b="0" i="1" smtClean="0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  <a:ea typeface="Calibri" panose="020F0502020204030204" pitchFamily="34" charset="0"/>
                                          <a:cs typeface="Shruti" panose="020B0502040204020203" pitchFamily="34" charset="0"/>
                                        </a:rPr>
                                        <m:t>  9</m:t>
                                      </m:r>
                                    </m:e>
                                  </m:mr>
                                  <m:mr>
                                    <m:e>
                                      <m:r>
                                        <a:rPr lang="en-IN" sz="2800" b="0" i="1" smtClean="0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  <a:ea typeface="Calibri" panose="020F0502020204030204" pitchFamily="34" charset="0"/>
                                          <a:cs typeface="Shruti" panose="020B0502040204020203" pitchFamily="34" charset="0"/>
                                        </a:rPr>
                                        <m:t>−4</m:t>
                                      </m:r>
                                    </m:e>
                                  </m:mr>
                                </m:m>
                              </m:e>
                            </m:mr>
                          </m:m>
                          <m:r>
                            <a:rPr lang="en-IN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Shruti" panose="020B0502040204020203" pitchFamily="34" charset="0"/>
                            </a:rPr>
                            <m:t>    </m:t>
                          </m:r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n-IN" sz="2800" b="0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Shruti" panose="020B0502040204020203" pitchFamily="34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IN" sz="2800" b="0" i="1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Shruti" panose="020B0502040204020203" pitchFamily="34" charset="0"/>
                                  </a:rPr>
                                  <m:t>−</m:t>
                                </m:r>
                                <m:r>
                                  <a:rPr lang="en-IN" sz="2800" b="0" i="1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Shruti" panose="020B0502040204020203" pitchFamily="34" charset="0"/>
                                  </a:rPr>
                                  <m:t>2</m:t>
                                </m:r>
                              </m:e>
                              <m:e>
                                <m:r>
                                  <a:rPr lang="en-IN" sz="2800" b="0" i="1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Shruti" panose="020B0502040204020203" pitchFamily="34" charset="0"/>
                                  </a:rPr>
                                  <m:t>   5</m:t>
                                </m:r>
                              </m:e>
                              <m:e>
                                <m:r>
                                  <a:rPr lang="en-IN" sz="2800" b="0" i="1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Shruti" panose="020B0502040204020203" pitchFamily="34" charset="0"/>
                                  </a:rPr>
                                  <m:t>    4</m:t>
                                </m:r>
                              </m:e>
                            </m:mr>
                            <m:mr>
                              <m:e>
                                <m:r>
                                  <a:rPr lang="en-IN" sz="2800" b="0" i="1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Shruti" panose="020B0502040204020203" pitchFamily="34" charset="0"/>
                                  </a:rPr>
                                  <m:t>−1</m:t>
                                </m:r>
                              </m:e>
                              <m:e>
                                <m:r>
                                  <a:rPr lang="en-IN" sz="2800" b="0" i="1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Shruti" panose="020B0502040204020203" pitchFamily="34" charset="0"/>
                                  </a:rPr>
                                  <m:t>   8</m:t>
                                </m:r>
                              </m:e>
                              <m:e>
                                <m:r>
                                  <a:rPr lang="en-IN" sz="2800" b="0" i="1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Shruti" panose="020B0502040204020203" pitchFamily="34" charset="0"/>
                                  </a:rPr>
                                  <m:t>    2</m:t>
                                </m:r>
                              </m:e>
                            </m:mr>
                            <m:m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IN" sz="2800" b="0" i="1" smtClean="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Shruti" panose="020B0502040204020203" pitchFamily="34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n-IN" sz="2800" b="0" i="1" smtClean="0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  <a:ea typeface="Calibri" panose="020F0502020204030204" pitchFamily="34" charset="0"/>
                                          <a:cs typeface="Shruti" panose="020B0502040204020203" pitchFamily="34" charset="0"/>
                                        </a:rPr>
                                        <m:t>−</m:t>
                                      </m:r>
                                      <m:r>
                                        <a:rPr lang="en-IN" sz="2800" b="0" i="1" smtClean="0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  <a:ea typeface="Calibri" panose="020F0502020204030204" pitchFamily="34" charset="0"/>
                                          <a:cs typeface="Shruti" panose="020B0502040204020203" pitchFamily="34" charset="0"/>
                                        </a:rPr>
                                        <m:t>1</m:t>
                                      </m:r>
                                    </m:e>
                                  </m:mr>
                                  <m:mr>
                                    <m:e>
                                      <m:r>
                                        <a:rPr lang="en-IN" sz="2800" b="0" i="1" smtClean="0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  <a:ea typeface="Calibri" panose="020F0502020204030204" pitchFamily="34" charset="0"/>
                                          <a:cs typeface="Shruti" panose="020B0502040204020203" pitchFamily="34" charset="0"/>
                                        </a:rPr>
                                        <m:t>   2</m:t>
                                      </m:r>
                                    </m:e>
                                  </m:mr>
                                </m:m>
                              </m:e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IN" sz="2800" b="0" i="1" smtClean="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Shruti" panose="020B0502040204020203" pitchFamily="34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n-IN" sz="2800" b="0" i="1" smtClean="0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  <a:ea typeface="Calibri" panose="020F0502020204030204" pitchFamily="34" charset="0"/>
                                          <a:cs typeface="Shruti" panose="020B0502040204020203" pitchFamily="34" charset="0"/>
                                        </a:rPr>
                                        <m:t> </m:t>
                                      </m:r>
                                      <m:r>
                                        <a:rPr lang="en-IN" sz="2800" b="0" i="1" smtClean="0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  <a:ea typeface="Calibri" panose="020F0502020204030204" pitchFamily="34" charset="0"/>
                                          <a:cs typeface="Shruti" panose="020B0502040204020203" pitchFamily="34" charset="0"/>
                                        </a:rPr>
                                        <m:t>  9</m:t>
                                      </m:r>
                                    </m:e>
                                  </m:mr>
                                  <m:mr>
                                    <m:e>
                                      <m:r>
                                        <a:rPr lang="en-IN" sz="2800" b="0" i="1" smtClean="0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  <a:ea typeface="Calibri" panose="020F0502020204030204" pitchFamily="34" charset="0"/>
                                          <a:cs typeface="Shruti" panose="020B0502040204020203" pitchFamily="34" charset="0"/>
                                        </a:rPr>
                                        <m:t>−5</m:t>
                                      </m:r>
                                    </m:e>
                                  </m:mr>
                                </m:m>
                              </m:e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IN" sz="2800" b="0" i="1" smtClean="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Shruti" panose="020B0502040204020203" pitchFamily="34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n-IN" sz="2800" b="0" i="1" smtClean="0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  <a:ea typeface="Calibri" panose="020F0502020204030204" pitchFamily="34" charset="0"/>
                                          <a:cs typeface="Shruti" panose="020B0502040204020203" pitchFamily="34" charset="0"/>
                                        </a:rPr>
                                        <m:t> </m:t>
                                      </m:r>
                                      <m:r>
                                        <a:rPr lang="en-IN" sz="2800" b="0" i="1" smtClean="0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  <a:ea typeface="Calibri" panose="020F0502020204030204" pitchFamily="34" charset="0"/>
                                          <a:cs typeface="Shruti" panose="020B0502040204020203" pitchFamily="34" charset="0"/>
                                        </a:rPr>
                                        <m:t>   7</m:t>
                                      </m:r>
                                    </m:e>
                                  </m:mr>
                                  <m:mr>
                                    <m:e>
                                      <m:r>
                                        <a:rPr lang="en-IN" sz="2800" b="0" i="1" smtClean="0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  <a:ea typeface="Calibri" panose="020F0502020204030204" pitchFamily="34" charset="0"/>
                                          <a:cs typeface="Shruti" panose="020B0502040204020203" pitchFamily="34" charset="0"/>
                                        </a:rPr>
                                        <m:t>−4</m:t>
                                      </m:r>
                                    </m:e>
                                  </m:mr>
                                </m:m>
                              </m:e>
                            </m:mr>
                          </m:m>
                          <m:r>
                            <a:rPr lang="en-IN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Shruti" panose="020B0502040204020203" pitchFamily="34" charset="0"/>
                            </a:rPr>
                            <m:t>  </m:t>
                          </m:r>
                        </m:e>
                      </m:d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  <a:ea typeface="Calibri" panose="020F0502020204030204" pitchFamily="34" charset="0"/>
                  <a:cs typeface="Shruti" panose="020B0502040204020203" pitchFamily="34" charset="0"/>
                </a:endParaRPr>
              </a:p>
            </p:txBody>
          </p:sp>
        </mc:Choice>
        <mc:Fallback xmlns="">
          <p:sp>
            <p:nvSpPr>
              <p:cNvPr id="34" name="Content Placeholder 4">
                <a:extLst>
                  <a:ext uri="{FF2B5EF4-FFF2-40B4-BE49-F238E27FC236}">
                    <a16:creationId xmlns:a16="http://schemas.microsoft.com/office/drawing/2014/main" id="{81F89838-0591-9C92-BE1D-45EE9F25F67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348" y="1204206"/>
                <a:ext cx="6068262" cy="1990113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  <a:ln w="12700" cap="flat" cmpd="sng" algn="ctr">
                <a:noFill/>
                <a:prstDash val="solid"/>
                <a:miter lim="800000"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" name="Content Placeholder 4">
            <a:extLst>
              <a:ext uri="{FF2B5EF4-FFF2-40B4-BE49-F238E27FC236}">
                <a16:creationId xmlns:a16="http://schemas.microsoft.com/office/drawing/2014/main" id="{28DF96D5-4093-5A32-A78B-AACE23B17703}"/>
              </a:ext>
            </a:extLst>
          </p:cNvPr>
          <p:cNvSpPr txBox="1">
            <a:spLocks/>
          </p:cNvSpPr>
          <p:nvPr/>
        </p:nvSpPr>
        <p:spPr>
          <a:xfrm flipH="1">
            <a:off x="6958939" y="107357"/>
            <a:ext cx="4571801" cy="5400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marL="265113" indent="-265113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Wingdings 3" panose="05040102010807070707" pitchFamily="18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9625" indent="-352425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 3" panose="05040102010807070707" pitchFamily="18" charset="2"/>
              <a:buChar char="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18745" indent="0" algn="l">
              <a:lnSpc>
                <a:spcPct val="115000"/>
              </a:lnSpc>
              <a:spcAft>
                <a:spcPts val="800"/>
              </a:spcAft>
              <a:buNone/>
            </a:pPr>
            <a:endParaRPr lang="en-US" sz="3600" b="1" dirty="0">
              <a:solidFill>
                <a:srgbClr val="3D0FE7"/>
              </a:solidFill>
              <a:latin typeface="Cambria Math" panose="020405030504060302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A1D645E9-4A18-26D8-E180-00CF39486D27}"/>
                  </a:ext>
                </a:extLst>
              </p:cNvPr>
              <p:cNvSpPr/>
              <p:nvPr/>
            </p:nvSpPr>
            <p:spPr>
              <a:xfrm>
                <a:off x="851427" y="3359558"/>
                <a:ext cx="1701076" cy="543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28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2800" b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𝐑</m:t>
                          </m:r>
                        </m:e>
                        <m:sub>
                          <m:r>
                            <a:rPr lang="en-GB" sz="2800" b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  <m:r>
                            <a:rPr lang="en-GB" sz="2800" b="1" i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  <m:d>
                        <m:dPr>
                          <m:ctrlPr>
                            <a:rPr lang="en-IN" sz="28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sz="28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GB" sz="28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e>
                      </m:d>
                    </m:oMath>
                  </m:oMathPara>
                </a14:m>
                <a:endParaRPr lang="en-IN" sz="28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A1D645E9-4A18-26D8-E180-00CF39486D2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1427" y="3359558"/>
                <a:ext cx="1701076" cy="54360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DA03DF3E-C09D-3B66-9CE3-B9DD88F19BA7}"/>
                  </a:ext>
                </a:extLst>
              </p:cNvPr>
              <p:cNvSpPr/>
              <p:nvPr/>
            </p:nvSpPr>
            <p:spPr>
              <a:xfrm>
                <a:off x="2330976" y="3359558"/>
                <a:ext cx="1849244" cy="543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r>
                  <a:rPr lang="en-IN" sz="2800" b="1" dirty="0">
                    <a:solidFill>
                      <a:srgbClr val="FF0000"/>
                    </a:solidFill>
                  </a:rPr>
                  <a:t>,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sz="28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2800" b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𝐑</m:t>
                        </m:r>
                      </m:e>
                      <m:sub>
                        <m:r>
                          <a:rPr lang="en-GB" sz="2800" b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  <m:r>
                          <a:rPr lang="en-IN" sz="2800" b="1" i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𝟑</m:t>
                        </m:r>
                      </m:sub>
                    </m:sSub>
                    <m:d>
                      <m:dPr>
                        <m:ctrlPr>
                          <a:rPr lang="en-IN" sz="28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8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8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e>
                    </m:d>
                  </m:oMath>
                </a14:m>
                <a:endParaRPr lang="en-IN" sz="28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DA03DF3E-C09D-3B66-9CE3-B9DD88F19BA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30976" y="3359558"/>
                <a:ext cx="1849244" cy="543600"/>
              </a:xfrm>
              <a:prstGeom prst="rect">
                <a:avLst/>
              </a:prstGeom>
              <a:blipFill>
                <a:blip r:embed="rId9"/>
                <a:stretch>
                  <a:fillRect l="-6579" t="-11236" b="-26966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DA677DC0-4427-5E80-335C-0413E465B0E4}"/>
                  </a:ext>
                </a:extLst>
              </p:cNvPr>
              <p:cNvSpPr/>
              <p:nvPr/>
            </p:nvSpPr>
            <p:spPr>
              <a:xfrm>
                <a:off x="3944380" y="3357246"/>
                <a:ext cx="1849244" cy="543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r>
                  <a:rPr lang="en-IN" sz="2800" b="1" dirty="0">
                    <a:solidFill>
                      <a:srgbClr val="FF0000"/>
                    </a:solidFill>
                  </a:rPr>
                  <a:t>,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sz="28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2800" b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𝐑</m:t>
                        </m:r>
                      </m:e>
                      <m:sub>
                        <m:r>
                          <a:rPr lang="en-GB" sz="2800" b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  <m:r>
                          <a:rPr lang="en-IN" sz="2800" b="1" i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𝟒</m:t>
                        </m:r>
                      </m:sub>
                    </m:sSub>
                    <m:d>
                      <m:dPr>
                        <m:ctrlPr>
                          <a:rPr lang="en-IN" sz="28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8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e>
                    </m:d>
                  </m:oMath>
                </a14:m>
                <a:endParaRPr lang="en-IN" sz="28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DA677DC0-4427-5E80-335C-0413E465B0E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44380" y="3357246"/>
                <a:ext cx="1849244" cy="543600"/>
              </a:xfrm>
              <a:prstGeom prst="rect">
                <a:avLst/>
              </a:prstGeom>
              <a:blipFill>
                <a:blip r:embed="rId10"/>
                <a:stretch>
                  <a:fillRect l="-6601" t="-12360" b="-26966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Content Placeholder 4">
                <a:extLst>
                  <a:ext uri="{FF2B5EF4-FFF2-40B4-BE49-F238E27FC236}">
                    <a16:creationId xmlns:a16="http://schemas.microsoft.com/office/drawing/2014/main" id="{454AD07E-A877-49AB-F884-F15B900DDB8C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62743" y="3954943"/>
                <a:ext cx="5613644" cy="1990113"/>
              </a:xfrm>
              <a:prstGeom prst="rect">
                <a:avLst/>
              </a:prstGeom>
              <a:noFill/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vert="horz" lIns="91440" tIns="45720" rIns="91440" bIns="45720" rtlCol="0" anchor="ctr">
                <a:noAutofit/>
              </a:bodyPr>
              <a:lstStyle>
                <a:lvl1pPr marL="265113" indent="-265113" algn="just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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809625" indent="-352425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lnSpc>
                    <a:spcPct val="11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800" i="1" dirty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~</m:t>
                      </m:r>
                      <m:d>
                        <m:dPr>
                          <m:begChr m:val="["/>
                          <m:endChr m:val="]"/>
                          <m:ctrlPr>
                            <a:rPr lang="en-IN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Shruti" panose="020B0502040204020203" pitchFamily="34" charset="0"/>
                            </a:rPr>
                          </m:ctrlPr>
                        </m:dPr>
                        <m:e>
                          <m:r>
                            <a:rPr lang="en-IN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Shruti" panose="020B0502040204020203" pitchFamily="34" charset="0"/>
                            </a:rPr>
                            <m:t>  </m:t>
                          </m:r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n-IN" sz="2800" b="0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Shruti" panose="020B0502040204020203" pitchFamily="34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IN" sz="2800" b="0" i="1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Shruti" panose="020B0502040204020203" pitchFamily="34" charset="0"/>
                                  </a:rPr>
                                  <m:t> </m:t>
                                </m:r>
                                <m:r>
                                  <a:rPr lang="en-IN" sz="2800" b="0" i="1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Shruti" panose="020B0502040204020203" pitchFamily="34" charset="0"/>
                                  </a:rPr>
                                  <m:t>  1</m:t>
                                </m:r>
                              </m:e>
                              <m:e>
                                <m:r>
                                  <a:rPr lang="en-IN" sz="2800" b="0" i="1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Shruti" panose="020B0502040204020203" pitchFamily="34" charset="0"/>
                                  </a:rPr>
                                  <m:t>−3</m:t>
                                </m:r>
                              </m:e>
                              <m:e>
                                <m:r>
                                  <a:rPr lang="en-IN" sz="2800" b="0" i="1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Shruti" panose="020B0502040204020203" pitchFamily="34" charset="0"/>
                                  </a:rPr>
                                  <m:t>   4</m:t>
                                </m:r>
                              </m:e>
                            </m:mr>
                            <m:mr>
                              <m:e>
                                <m:r>
                                  <a:rPr lang="en-IN" sz="2800" b="0" i="1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Shruti" panose="020B0502040204020203" pitchFamily="34" charset="0"/>
                                  </a:rPr>
                                  <m:t>   </m:t>
                                </m:r>
                                <m:r>
                                  <a:rPr lang="gu-IN" sz="2800" b="0" i="1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Shruti" panose="020B0502040204020203" pitchFamily="34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gu-IN" sz="2800" b="0" i="1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Shruti" panose="020B0502040204020203" pitchFamily="34" charset="0"/>
                                  </a:rPr>
                                  <m:t>   0</m:t>
                                </m:r>
                              </m:e>
                              <m:e>
                                <m:r>
                                  <a:rPr lang="en-IN" sz="2800" b="0" i="1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Shruti" panose="020B0502040204020203" pitchFamily="34" charset="0"/>
                                  </a:rPr>
                                  <m:t>   </m:t>
                                </m:r>
                                <m:r>
                                  <a:rPr lang="gu-IN" sz="2800" b="0" i="1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Shruti" panose="020B0502040204020203" pitchFamily="34" charset="0"/>
                                  </a:rPr>
                                  <m:t>1</m:t>
                                </m:r>
                              </m:e>
                            </m:mr>
                            <m:m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IN" sz="2800" b="0" i="1" smtClean="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Shruti" panose="020B0502040204020203" pitchFamily="34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n-IN" sz="2800" b="0" i="1" smtClean="0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  <a:ea typeface="Calibri" panose="020F0502020204030204" pitchFamily="34" charset="0"/>
                                          <a:cs typeface="Shruti" panose="020B0502040204020203" pitchFamily="34" charset="0"/>
                                        </a:rPr>
                                        <m:t> </m:t>
                                      </m:r>
                                      <m:r>
                                        <a:rPr lang="en-IN" sz="2800" b="0" i="1" smtClean="0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  <a:ea typeface="Calibri" panose="020F0502020204030204" pitchFamily="34" charset="0"/>
                                          <a:cs typeface="Shruti" panose="020B0502040204020203" pitchFamily="34" charset="0"/>
                                        </a:rPr>
                                        <m:t>  </m:t>
                                      </m:r>
                                      <m:r>
                                        <a:rPr lang="gu-IN" sz="2800" b="0" i="1" smtClean="0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  <a:ea typeface="Calibri" panose="020F0502020204030204" pitchFamily="34" charset="0"/>
                                          <a:cs typeface="Shruti" panose="020B0502040204020203" pitchFamily="34" charset="0"/>
                                        </a:rPr>
                                        <m:t>0</m:t>
                                      </m:r>
                                    </m:e>
                                  </m:mr>
                                  <m:mr>
                                    <m:e>
                                      <m:r>
                                        <a:rPr lang="gu-IN" sz="2800" b="0" i="1" smtClean="0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  <a:ea typeface="Calibri" panose="020F0502020204030204" pitchFamily="34" charset="0"/>
                                          <a:cs typeface="Shruti" panose="020B0502040204020203" pitchFamily="34" charset="0"/>
                                        </a:rPr>
                                        <m:t>   0</m:t>
                                      </m:r>
                                    </m:e>
                                  </m:mr>
                                </m:m>
                              </m:e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IN" sz="2800" b="0" i="1" smtClean="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Shruti" panose="020B0502040204020203" pitchFamily="34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gu-IN" sz="2800" b="0" i="1" smtClean="0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  <a:ea typeface="Calibri" panose="020F0502020204030204" pitchFamily="34" charset="0"/>
                                          <a:cs typeface="Shruti" panose="020B0502040204020203" pitchFamily="34" charset="0"/>
                                        </a:rPr>
                                        <m:t> </m:t>
                                      </m:r>
                                      <m:r>
                                        <a:rPr lang="gu-IN" sz="2800" b="0" i="1" smtClean="0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  <a:ea typeface="Calibri" panose="020F0502020204030204" pitchFamily="34" charset="0"/>
                                          <a:cs typeface="Shruti" panose="020B0502040204020203" pitchFamily="34" charset="0"/>
                                        </a:rPr>
                                        <m:t>  0</m:t>
                                      </m:r>
                                    </m:e>
                                  </m:mr>
                                  <m:mr>
                                    <m:e>
                                      <m:r>
                                        <a:rPr lang="en-IN" sz="2800" b="0" i="1" smtClean="0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  <a:ea typeface="Calibri" panose="020F0502020204030204" pitchFamily="34" charset="0"/>
                                          <a:cs typeface="Shruti" panose="020B0502040204020203" pitchFamily="34" charset="0"/>
                                        </a:rPr>
                                        <m:t>   </m:t>
                                      </m:r>
                                      <m:r>
                                        <a:rPr lang="gu-IN" sz="2800" b="0" i="1" smtClean="0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  <a:ea typeface="Calibri" panose="020F0502020204030204" pitchFamily="34" charset="0"/>
                                          <a:cs typeface="Shruti" panose="020B0502040204020203" pitchFamily="34" charset="0"/>
                                        </a:rPr>
                                        <m:t>0</m:t>
                                      </m:r>
                                    </m:e>
                                  </m:mr>
                                </m:m>
                              </m:e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IN" sz="2800" b="0" i="1" smtClean="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Shruti" panose="020B0502040204020203" pitchFamily="34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n-IN" sz="2800" b="0" i="1" smtClean="0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  <a:ea typeface="Calibri" panose="020F0502020204030204" pitchFamily="34" charset="0"/>
                                          <a:cs typeface="Shruti" panose="020B0502040204020203" pitchFamily="34" charset="0"/>
                                        </a:rPr>
                                        <m:t> </m:t>
                                      </m:r>
                                      <m:r>
                                        <a:rPr lang="en-IN" sz="2800" b="0" i="1" smtClean="0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  <a:ea typeface="Calibri" panose="020F0502020204030204" pitchFamily="34" charset="0"/>
                                          <a:cs typeface="Shruti" panose="020B0502040204020203" pitchFamily="34" charset="0"/>
                                        </a:rPr>
                                        <m:t>  </m:t>
                                      </m:r>
                                      <m:r>
                                        <a:rPr lang="gu-IN" sz="2800" b="0" i="1" smtClean="0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  <a:ea typeface="Calibri" panose="020F0502020204030204" pitchFamily="34" charset="0"/>
                                          <a:cs typeface="Shruti" panose="020B0502040204020203" pitchFamily="34" charset="0"/>
                                        </a:rPr>
                                        <m:t>1</m:t>
                                      </m:r>
                                    </m:e>
                                  </m:mr>
                                  <m:mr>
                                    <m:e>
                                      <m:r>
                                        <a:rPr lang="gu-IN" sz="2800" b="0" i="1" smtClean="0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  <a:ea typeface="Calibri" panose="020F0502020204030204" pitchFamily="34" charset="0"/>
                                          <a:cs typeface="Shruti" panose="020B0502040204020203" pitchFamily="34" charset="0"/>
                                        </a:rPr>
                                        <m:t>   0</m:t>
                                      </m:r>
                                    </m:e>
                                  </m:mr>
                                </m:m>
                              </m:e>
                            </m:mr>
                          </m:m>
                          <m:r>
                            <a:rPr lang="en-IN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Shruti" panose="020B0502040204020203" pitchFamily="34" charset="0"/>
                            </a:rPr>
                            <m:t>    </m:t>
                          </m:r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n-IN" sz="2800" b="0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Shruti" panose="020B0502040204020203" pitchFamily="34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IN" sz="2800" b="0" i="1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Shruti" panose="020B0502040204020203" pitchFamily="34" charset="0"/>
                                  </a:rPr>
                                  <m:t>−</m:t>
                                </m:r>
                                <m:r>
                                  <a:rPr lang="en-IN" sz="2800" b="0" i="1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Shruti" panose="020B0502040204020203" pitchFamily="34" charset="0"/>
                                  </a:rPr>
                                  <m:t>2</m:t>
                                </m:r>
                              </m:e>
                              <m:e>
                                <m:r>
                                  <a:rPr lang="en-IN" sz="2800" b="0" i="1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Shruti" panose="020B0502040204020203" pitchFamily="34" charset="0"/>
                                  </a:rPr>
                                  <m:t>   5</m:t>
                                </m:r>
                              </m:e>
                              <m:e>
                                <m:r>
                                  <a:rPr lang="en-IN" sz="2800" b="0" i="1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Shruti" panose="020B0502040204020203" pitchFamily="34" charset="0"/>
                                  </a:rPr>
                                  <m:t>    4</m:t>
                                </m:r>
                              </m:e>
                            </m:mr>
                            <m:mr>
                              <m:e>
                                <m:r>
                                  <a:rPr lang="gu-IN" sz="2800" b="0" i="1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Shruti" panose="020B0502040204020203" pitchFamily="34" charset="0"/>
                                  </a:rPr>
                                  <m:t>   3</m:t>
                                </m:r>
                              </m:e>
                              <m:e>
                                <m:r>
                                  <a:rPr lang="gu-IN" sz="2800" b="0" i="1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Shruti" panose="020B0502040204020203" pitchFamily="34" charset="0"/>
                                  </a:rPr>
                                  <m:t>−2</m:t>
                                </m:r>
                              </m:e>
                              <m:e>
                                <m:r>
                                  <a:rPr lang="gu-IN" sz="2800" b="0" i="1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Shruti" panose="020B0502040204020203" pitchFamily="34" charset="0"/>
                                  </a:rPr>
                                  <m:t>−6</m:t>
                                </m:r>
                              </m:e>
                            </m:mr>
                            <m:m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IN" sz="2800" b="0" i="1" smtClean="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Shruti" panose="020B0502040204020203" pitchFamily="34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a:rPr lang="gu-IN" sz="2800" b="0" i="1" smtClean="0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  <a:ea typeface="Calibri" panose="020F0502020204030204" pitchFamily="34" charset="0"/>
                                          <a:cs typeface="Shruti" panose="020B0502040204020203" pitchFamily="34" charset="0"/>
                                        </a:rPr>
                                        <m:t>   3</m:t>
                                      </m:r>
                                    </m:e>
                                  </m:mr>
                                  <m:mr>
                                    <m:e>
                                      <m:r>
                                        <a:rPr lang="en-IN" sz="2800" b="0" i="1" smtClean="0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  <a:ea typeface="Calibri" panose="020F0502020204030204" pitchFamily="34" charset="0"/>
                                          <a:cs typeface="Shruti" panose="020B0502040204020203" pitchFamily="34" charset="0"/>
                                        </a:rPr>
                                        <m:t>   </m:t>
                                      </m:r>
                                      <m:r>
                                        <a:rPr lang="gu-IN" sz="2800" b="0" i="1" smtClean="0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  <a:ea typeface="Calibri" panose="020F0502020204030204" pitchFamily="34" charset="0"/>
                                          <a:cs typeface="Shruti" panose="020B0502040204020203" pitchFamily="34" charset="0"/>
                                        </a:rPr>
                                        <m:t>0</m:t>
                                      </m:r>
                                    </m:e>
                                  </m:mr>
                                </m:m>
                              </m:e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IN" sz="2800" b="0" i="1" smtClean="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Shruti" panose="020B0502040204020203" pitchFamily="34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gu-IN" sz="2800" b="0" i="1" smtClean="0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  <a:ea typeface="Calibri" panose="020F0502020204030204" pitchFamily="34" charset="0"/>
                                          <a:cs typeface="Shruti" panose="020B0502040204020203" pitchFamily="34" charset="0"/>
                                        </a:rPr>
                                        <m:t>−</m:t>
                                      </m:r>
                                      <m:r>
                                        <a:rPr lang="gu-IN" sz="2800" b="0" i="1" smtClean="0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  <a:ea typeface="Calibri" panose="020F0502020204030204" pitchFamily="34" charset="0"/>
                                          <a:cs typeface="Shruti" panose="020B0502040204020203" pitchFamily="34" charset="0"/>
                                        </a:rPr>
                                        <m:t>1</m:t>
                                      </m:r>
                                    </m:e>
                                  </m:mr>
                                  <m:mr>
                                    <m:e>
                                      <m:r>
                                        <a:rPr lang="gu-IN" sz="2800" b="0" i="1" smtClean="0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  <a:ea typeface="Calibri" panose="020F0502020204030204" pitchFamily="34" charset="0"/>
                                          <a:cs typeface="Shruti" panose="020B0502040204020203" pitchFamily="34" charset="0"/>
                                        </a:rPr>
                                        <m:t>   0</m:t>
                                      </m:r>
                                    </m:e>
                                  </m:mr>
                                </m:m>
                              </m:e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IN" sz="2800" b="0" i="1" smtClean="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Shruti" panose="020B0502040204020203" pitchFamily="34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gu-IN" sz="2800" b="0" i="1" smtClean="0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  <a:ea typeface="Calibri" panose="020F0502020204030204" pitchFamily="34" charset="0"/>
                                          <a:cs typeface="Shruti" panose="020B0502040204020203" pitchFamily="34" charset="0"/>
                                        </a:rPr>
                                        <m:t>−</m:t>
                                      </m:r>
                                      <m:r>
                                        <a:rPr lang="gu-IN" sz="2800" b="0" i="1" smtClean="0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  <a:ea typeface="Calibri" panose="020F0502020204030204" pitchFamily="34" charset="0"/>
                                          <a:cs typeface="Shruti" panose="020B0502040204020203" pitchFamily="34" charset="0"/>
                                        </a:rPr>
                                        <m:t>1</m:t>
                                      </m:r>
                                    </m:e>
                                  </m:mr>
                                  <m:mr>
                                    <m:e>
                                      <m:r>
                                        <a:rPr lang="gu-IN" sz="2800" b="0" i="1" smtClean="0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  <a:ea typeface="Calibri" panose="020F0502020204030204" pitchFamily="34" charset="0"/>
                                          <a:cs typeface="Shruti" panose="020B0502040204020203" pitchFamily="34" charset="0"/>
                                        </a:rPr>
                                        <m:t>   0</m:t>
                                      </m:r>
                                    </m:e>
                                  </m:mr>
                                </m:m>
                              </m:e>
                            </m:mr>
                          </m:m>
                          <m:r>
                            <a:rPr lang="en-IN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Shruti" panose="020B0502040204020203" pitchFamily="34" charset="0"/>
                            </a:rPr>
                            <m:t>  </m:t>
                          </m:r>
                        </m:e>
                      </m:d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  <a:ea typeface="Calibri" panose="020F0502020204030204" pitchFamily="34" charset="0"/>
                  <a:cs typeface="Shruti" panose="020B0502040204020203" pitchFamily="34" charset="0"/>
                </a:endParaRPr>
              </a:p>
            </p:txBody>
          </p:sp>
        </mc:Choice>
        <mc:Fallback xmlns="">
          <p:sp>
            <p:nvSpPr>
              <p:cNvPr id="9" name="Content Placeholder 4">
                <a:extLst>
                  <a:ext uri="{FF2B5EF4-FFF2-40B4-BE49-F238E27FC236}">
                    <a16:creationId xmlns:a16="http://schemas.microsoft.com/office/drawing/2014/main" id="{454AD07E-A877-49AB-F884-F15B900DDB8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2743" y="3954943"/>
                <a:ext cx="5613644" cy="1990113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  <a:ln w="12700" cap="flat" cmpd="sng" algn="ctr">
                <a:noFill/>
                <a:prstDash val="solid"/>
                <a:miter lim="800000"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Rectangle: Rounded Corners 37">
            <a:extLst>
              <a:ext uri="{FF2B5EF4-FFF2-40B4-BE49-F238E27FC236}">
                <a16:creationId xmlns:a16="http://schemas.microsoft.com/office/drawing/2014/main" id="{6A4F0367-2360-9C35-2ACD-BBD3DFD2C5D4}"/>
              </a:ext>
            </a:extLst>
          </p:cNvPr>
          <p:cNvSpPr/>
          <p:nvPr/>
        </p:nvSpPr>
        <p:spPr>
          <a:xfrm>
            <a:off x="6244134" y="1008179"/>
            <a:ext cx="36000" cy="5270760"/>
          </a:xfrm>
          <a:prstGeom prst="roundRect">
            <a:avLst/>
          </a:prstGeom>
          <a:gradFill>
            <a:gsLst>
              <a:gs pos="10000">
                <a:srgbClr val="0E47A1"/>
              </a:gs>
              <a:gs pos="100000">
                <a:srgbClr val="03A9F5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algn="ctr"/>
            <a:r>
              <a:rPr lang="en-IN" sz="2800" b="1" dirty="0">
                <a:solidFill>
                  <a:schemeClr val="bg1"/>
                </a:solidFill>
              </a:rPr>
              <a:t>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D3FC691C-F5FA-D1CA-9408-E547131E7FA4}"/>
                  </a:ext>
                </a:extLst>
              </p:cNvPr>
              <p:cNvSpPr/>
              <p:nvPr/>
            </p:nvSpPr>
            <p:spPr>
              <a:xfrm>
                <a:off x="2330976" y="5945056"/>
                <a:ext cx="1701076" cy="543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28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2800" b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𝐑</m:t>
                          </m:r>
                        </m:e>
                        <m:sub>
                          <m:r>
                            <a:rPr lang="gu-IN" sz="28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𝟐𝟑</m:t>
                          </m:r>
                        </m:sub>
                      </m:sSub>
                      <m:d>
                        <m:dPr>
                          <m:ctrlPr>
                            <a:rPr lang="en-IN" sz="28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sz="28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gu-IN" sz="28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e>
                      </m:d>
                    </m:oMath>
                  </m:oMathPara>
                </a14:m>
                <a:endParaRPr lang="en-IN" sz="28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D3FC691C-F5FA-D1CA-9408-E547131E7FA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30976" y="5945056"/>
                <a:ext cx="1701076" cy="543600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Content Placeholder 4">
                <a:extLst>
                  <a:ext uri="{FF2B5EF4-FFF2-40B4-BE49-F238E27FC236}">
                    <a16:creationId xmlns:a16="http://schemas.microsoft.com/office/drawing/2014/main" id="{78E599B3-D0CA-9F39-C9A6-16ADF44E6457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417141" y="1204206"/>
                <a:ext cx="5613644" cy="1990113"/>
              </a:xfrm>
              <a:prstGeom prst="rect">
                <a:avLst/>
              </a:prstGeom>
              <a:noFill/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vert="horz" lIns="91440" tIns="45720" rIns="91440" bIns="45720" rtlCol="0" anchor="ctr">
                <a:noAutofit/>
              </a:bodyPr>
              <a:lstStyle>
                <a:lvl1pPr marL="265113" indent="-265113" algn="just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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809625" indent="-352425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lnSpc>
                    <a:spcPct val="11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80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~</m:t>
                      </m:r>
                      <m:d>
                        <m:dPr>
                          <m:begChr m:val="["/>
                          <m:endChr m:val="]"/>
                          <m:ctrlPr>
                            <a:rPr lang="en-IN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Shruti" panose="020B0502040204020203" pitchFamily="34" charset="0"/>
                            </a:rPr>
                          </m:ctrlPr>
                        </m:dPr>
                        <m:e>
                          <m:r>
                            <a:rPr lang="en-IN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Shruti" panose="020B0502040204020203" pitchFamily="34" charset="0"/>
                            </a:rPr>
                            <m:t>  </m:t>
                          </m:r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n-IN" sz="2800" b="0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Shruti" panose="020B0502040204020203" pitchFamily="34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IN" sz="2800" b="0" i="1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Shruti" panose="020B0502040204020203" pitchFamily="34" charset="0"/>
                                  </a:rPr>
                                  <m:t> </m:t>
                                </m:r>
                                <m:r>
                                  <a:rPr lang="en-IN" sz="2800" b="0" i="1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Shruti" panose="020B0502040204020203" pitchFamily="34" charset="0"/>
                                  </a:rPr>
                                  <m:t>  1</m:t>
                                </m:r>
                              </m:e>
                              <m:e>
                                <m:r>
                                  <a:rPr lang="en-IN" sz="2800" b="0" i="1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Shruti" panose="020B0502040204020203" pitchFamily="34" charset="0"/>
                                  </a:rPr>
                                  <m:t>−3</m:t>
                                </m:r>
                              </m:e>
                              <m:e>
                                <m:r>
                                  <a:rPr lang="en-IN" sz="2800" b="0" i="1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Shruti" panose="020B0502040204020203" pitchFamily="34" charset="0"/>
                                  </a:rPr>
                                  <m:t>   4</m:t>
                                </m:r>
                              </m:e>
                            </m:mr>
                            <m:mr>
                              <m:e>
                                <m:r>
                                  <a:rPr lang="en-IN" sz="2800" b="0" i="1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Shruti" panose="020B0502040204020203" pitchFamily="34" charset="0"/>
                                  </a:rPr>
                                  <m:t>   </m:t>
                                </m:r>
                                <m:r>
                                  <a:rPr lang="gu-IN" sz="2800" b="0" i="1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Shruti" panose="020B0502040204020203" pitchFamily="34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gu-IN" sz="2800" b="0" i="1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Shruti" panose="020B0502040204020203" pitchFamily="34" charset="0"/>
                                  </a:rPr>
                                  <m:t>   0</m:t>
                                </m:r>
                              </m:e>
                              <m:e>
                                <m:r>
                                  <a:rPr lang="en-IN" sz="2800" b="0" i="1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Shruti" panose="020B0502040204020203" pitchFamily="34" charset="0"/>
                                  </a:rPr>
                                  <m:t>   </m:t>
                                </m:r>
                                <m:r>
                                  <a:rPr lang="gu-IN" sz="2800" b="0" i="1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Shruti" panose="020B0502040204020203" pitchFamily="34" charset="0"/>
                                  </a:rPr>
                                  <m:t>1</m:t>
                                </m:r>
                              </m:e>
                            </m:mr>
                            <m:m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IN" sz="2800" b="0" i="1" smtClean="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Shruti" panose="020B0502040204020203" pitchFamily="34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n-IN" sz="2800" b="0" i="1" smtClean="0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  <a:ea typeface="Calibri" panose="020F0502020204030204" pitchFamily="34" charset="0"/>
                                          <a:cs typeface="Shruti" panose="020B0502040204020203" pitchFamily="34" charset="0"/>
                                        </a:rPr>
                                        <m:t> </m:t>
                                      </m:r>
                                      <m:r>
                                        <a:rPr lang="en-IN" sz="2800" b="0" i="1" smtClean="0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  <a:ea typeface="Calibri" panose="020F0502020204030204" pitchFamily="34" charset="0"/>
                                          <a:cs typeface="Shruti" panose="020B0502040204020203" pitchFamily="34" charset="0"/>
                                        </a:rPr>
                                        <m:t>  </m:t>
                                      </m:r>
                                      <m:r>
                                        <a:rPr lang="gu-IN" sz="2800" b="0" i="1" smtClean="0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  <a:ea typeface="Calibri" panose="020F0502020204030204" pitchFamily="34" charset="0"/>
                                          <a:cs typeface="Shruti" panose="020B0502040204020203" pitchFamily="34" charset="0"/>
                                        </a:rPr>
                                        <m:t>0</m:t>
                                      </m:r>
                                    </m:e>
                                  </m:mr>
                                  <m:mr>
                                    <m:e>
                                      <m:r>
                                        <a:rPr lang="gu-IN" sz="2800" b="0" i="1" smtClean="0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  <a:ea typeface="Calibri" panose="020F0502020204030204" pitchFamily="34" charset="0"/>
                                          <a:cs typeface="Shruti" panose="020B0502040204020203" pitchFamily="34" charset="0"/>
                                        </a:rPr>
                                        <m:t>   0</m:t>
                                      </m:r>
                                    </m:e>
                                  </m:mr>
                                </m:m>
                              </m:e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IN" sz="2800" b="0" i="1" smtClean="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Shruti" panose="020B0502040204020203" pitchFamily="34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gu-IN" sz="2800" b="0" i="1" smtClean="0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  <a:ea typeface="Calibri" panose="020F0502020204030204" pitchFamily="34" charset="0"/>
                                          <a:cs typeface="Shruti" panose="020B0502040204020203" pitchFamily="34" charset="0"/>
                                        </a:rPr>
                                        <m:t> </m:t>
                                      </m:r>
                                      <m:r>
                                        <a:rPr lang="gu-IN" sz="2800" b="0" i="1" smtClean="0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  <a:ea typeface="Calibri" panose="020F0502020204030204" pitchFamily="34" charset="0"/>
                                          <a:cs typeface="Shruti" panose="020B0502040204020203" pitchFamily="34" charset="0"/>
                                        </a:rPr>
                                        <m:t>  0</m:t>
                                      </m:r>
                                    </m:e>
                                  </m:mr>
                                  <m:mr>
                                    <m:e>
                                      <m:r>
                                        <a:rPr lang="en-IN" sz="2800" b="0" i="1" smtClean="0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  <a:ea typeface="Calibri" panose="020F0502020204030204" pitchFamily="34" charset="0"/>
                                          <a:cs typeface="Shruti" panose="020B0502040204020203" pitchFamily="34" charset="0"/>
                                        </a:rPr>
                                        <m:t>   </m:t>
                                      </m:r>
                                      <m:r>
                                        <a:rPr lang="gu-IN" sz="2800" b="0" i="1" smtClean="0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  <a:ea typeface="Calibri" panose="020F0502020204030204" pitchFamily="34" charset="0"/>
                                          <a:cs typeface="Shruti" panose="020B0502040204020203" pitchFamily="34" charset="0"/>
                                        </a:rPr>
                                        <m:t>0</m:t>
                                      </m:r>
                                    </m:e>
                                  </m:mr>
                                </m:m>
                              </m:e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IN" sz="2800" b="0" i="1" smtClean="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Shruti" panose="020B0502040204020203" pitchFamily="34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n-IN" sz="2800" b="0" i="1" smtClean="0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  <a:ea typeface="Calibri" panose="020F0502020204030204" pitchFamily="34" charset="0"/>
                                          <a:cs typeface="Shruti" panose="020B0502040204020203" pitchFamily="34" charset="0"/>
                                        </a:rPr>
                                        <m:t> </m:t>
                                      </m:r>
                                      <m:r>
                                        <a:rPr lang="en-IN" sz="2800" b="0" i="1" smtClean="0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  <a:ea typeface="Calibri" panose="020F0502020204030204" pitchFamily="34" charset="0"/>
                                          <a:cs typeface="Shruti" panose="020B0502040204020203" pitchFamily="34" charset="0"/>
                                        </a:rPr>
                                        <m:t>  </m:t>
                                      </m:r>
                                      <m:r>
                                        <a:rPr lang="gu-IN" sz="2800" b="0" i="1" smtClean="0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  <a:ea typeface="Calibri" panose="020F0502020204030204" pitchFamily="34" charset="0"/>
                                          <a:cs typeface="Shruti" panose="020B0502040204020203" pitchFamily="34" charset="0"/>
                                        </a:rPr>
                                        <m:t>0</m:t>
                                      </m:r>
                                    </m:e>
                                  </m:mr>
                                  <m:mr>
                                    <m:e>
                                      <m:r>
                                        <a:rPr lang="gu-IN" sz="2800" b="0" i="1" smtClean="0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  <a:ea typeface="Calibri" panose="020F0502020204030204" pitchFamily="34" charset="0"/>
                                          <a:cs typeface="Shruti" panose="020B0502040204020203" pitchFamily="34" charset="0"/>
                                        </a:rPr>
                                        <m:t>   0</m:t>
                                      </m:r>
                                    </m:e>
                                  </m:mr>
                                </m:m>
                              </m:e>
                            </m:mr>
                          </m:m>
                          <m:r>
                            <a:rPr lang="en-IN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Shruti" panose="020B0502040204020203" pitchFamily="34" charset="0"/>
                            </a:rPr>
                            <m:t>    </m:t>
                          </m:r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n-IN" sz="2800" b="0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Shruti" panose="020B0502040204020203" pitchFamily="34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IN" sz="2800" b="0" i="1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Shruti" panose="020B0502040204020203" pitchFamily="34" charset="0"/>
                                  </a:rPr>
                                  <m:t>−</m:t>
                                </m:r>
                                <m:r>
                                  <a:rPr lang="en-IN" sz="2800" b="0" i="1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Shruti" panose="020B0502040204020203" pitchFamily="34" charset="0"/>
                                  </a:rPr>
                                  <m:t>2</m:t>
                                </m:r>
                              </m:e>
                              <m:e>
                                <m:r>
                                  <a:rPr lang="en-IN" sz="2800" b="0" i="1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Shruti" panose="020B0502040204020203" pitchFamily="34" charset="0"/>
                                  </a:rPr>
                                  <m:t>   5</m:t>
                                </m:r>
                              </m:e>
                              <m:e>
                                <m:r>
                                  <a:rPr lang="en-IN" sz="2800" b="0" i="1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Shruti" panose="020B0502040204020203" pitchFamily="34" charset="0"/>
                                  </a:rPr>
                                  <m:t>    4</m:t>
                                </m:r>
                              </m:e>
                            </m:mr>
                            <m:mr>
                              <m:e>
                                <m:r>
                                  <a:rPr lang="gu-IN" sz="2800" b="0" i="1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Shruti" panose="020B0502040204020203" pitchFamily="34" charset="0"/>
                                  </a:rPr>
                                  <m:t>   3</m:t>
                                </m:r>
                              </m:e>
                              <m:e>
                                <m:r>
                                  <a:rPr lang="gu-IN" sz="2800" b="0" i="1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Shruti" panose="020B0502040204020203" pitchFamily="34" charset="0"/>
                                  </a:rPr>
                                  <m:t>−2</m:t>
                                </m:r>
                              </m:e>
                              <m:e>
                                <m:r>
                                  <a:rPr lang="gu-IN" sz="2800" b="0" i="1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Shruti" panose="020B0502040204020203" pitchFamily="34" charset="0"/>
                                  </a:rPr>
                                  <m:t>−6</m:t>
                                </m:r>
                              </m:e>
                            </m:mr>
                            <m:m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IN" sz="2800" b="0" i="1" smtClean="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Shruti" panose="020B0502040204020203" pitchFamily="34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a:rPr lang="gu-IN" sz="2800" b="0" i="1" smtClean="0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  <a:ea typeface="Calibri" panose="020F0502020204030204" pitchFamily="34" charset="0"/>
                                          <a:cs typeface="Shruti" panose="020B0502040204020203" pitchFamily="34" charset="0"/>
                                        </a:rPr>
                                        <m:t>   0</m:t>
                                      </m:r>
                                    </m:e>
                                  </m:mr>
                                  <m:mr>
                                    <m:e>
                                      <m:r>
                                        <a:rPr lang="en-IN" sz="2800" b="0" i="1" smtClean="0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  <a:ea typeface="Calibri" panose="020F0502020204030204" pitchFamily="34" charset="0"/>
                                          <a:cs typeface="Shruti" panose="020B0502040204020203" pitchFamily="34" charset="0"/>
                                        </a:rPr>
                                        <m:t>   </m:t>
                                      </m:r>
                                      <m:r>
                                        <a:rPr lang="gu-IN" sz="2800" b="0" i="1" smtClean="0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  <a:ea typeface="Calibri" panose="020F0502020204030204" pitchFamily="34" charset="0"/>
                                          <a:cs typeface="Shruti" panose="020B0502040204020203" pitchFamily="34" charset="0"/>
                                        </a:rPr>
                                        <m:t>0</m:t>
                                      </m:r>
                                    </m:e>
                                  </m:mr>
                                </m:m>
                              </m:e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IN" sz="2800" b="0" i="1" smtClean="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Shruti" panose="020B0502040204020203" pitchFamily="34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a:rPr lang="gu-IN" sz="2800" b="0" i="1" smtClean="0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  <a:ea typeface="Calibri" panose="020F0502020204030204" pitchFamily="34" charset="0"/>
                                          <a:cs typeface="Shruti" panose="020B0502040204020203" pitchFamily="34" charset="0"/>
                                        </a:rPr>
                                        <m:t>   1</m:t>
                                      </m:r>
                                    </m:e>
                                  </m:mr>
                                  <m:mr>
                                    <m:e>
                                      <m:r>
                                        <a:rPr lang="gu-IN" sz="2800" b="0" i="1" smtClean="0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  <a:ea typeface="Calibri" panose="020F0502020204030204" pitchFamily="34" charset="0"/>
                                          <a:cs typeface="Shruti" panose="020B0502040204020203" pitchFamily="34" charset="0"/>
                                        </a:rPr>
                                        <m:t>   0</m:t>
                                      </m:r>
                                    </m:e>
                                  </m:mr>
                                </m:m>
                              </m:e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IN" sz="2800" b="0" i="1" smtClean="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Shruti" panose="020B0502040204020203" pitchFamily="34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a:rPr lang="gu-IN" sz="2800" b="0" i="1" smtClean="0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  <a:ea typeface="Calibri" panose="020F0502020204030204" pitchFamily="34" charset="0"/>
                                          <a:cs typeface="Shruti" panose="020B0502040204020203" pitchFamily="34" charset="0"/>
                                        </a:rPr>
                                        <m:t>   5</m:t>
                                      </m:r>
                                    </m:e>
                                  </m:mr>
                                  <m:mr>
                                    <m:e>
                                      <m:r>
                                        <a:rPr lang="gu-IN" sz="2800" b="0" i="1" smtClean="0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  <a:ea typeface="Calibri" panose="020F0502020204030204" pitchFamily="34" charset="0"/>
                                          <a:cs typeface="Shruti" panose="020B0502040204020203" pitchFamily="34" charset="0"/>
                                        </a:rPr>
                                        <m:t>   0</m:t>
                                      </m:r>
                                    </m:e>
                                  </m:mr>
                                </m:m>
                              </m:e>
                            </m:mr>
                          </m:m>
                          <m:r>
                            <a:rPr lang="en-IN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Shruti" panose="020B0502040204020203" pitchFamily="34" charset="0"/>
                            </a:rPr>
                            <m:t>  </m:t>
                          </m:r>
                        </m:e>
                      </m:d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  <a:ea typeface="Calibri" panose="020F0502020204030204" pitchFamily="34" charset="0"/>
                  <a:cs typeface="Shruti" panose="020B0502040204020203" pitchFamily="34" charset="0"/>
                </a:endParaRPr>
              </a:p>
            </p:txBody>
          </p:sp>
        </mc:Choice>
        <mc:Fallback xmlns="">
          <p:sp>
            <p:nvSpPr>
              <p:cNvPr id="13" name="Content Placeholder 4">
                <a:extLst>
                  <a:ext uri="{FF2B5EF4-FFF2-40B4-BE49-F238E27FC236}">
                    <a16:creationId xmlns:a16="http://schemas.microsoft.com/office/drawing/2014/main" id="{78E599B3-D0CA-9F39-C9A6-16ADF44E645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17141" y="1204206"/>
                <a:ext cx="5613644" cy="1990113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  <a:ln w="12700" cap="flat" cmpd="sng" algn="ctr">
                <a:noFill/>
                <a:prstDash val="solid"/>
                <a:miter lim="800000"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Content Placeholder 4">
                <a:extLst>
                  <a:ext uri="{FF2B5EF4-FFF2-40B4-BE49-F238E27FC236}">
                    <a16:creationId xmlns:a16="http://schemas.microsoft.com/office/drawing/2014/main" id="{A9D82EB2-5FE7-2CCE-C446-0778CC441152}"/>
                  </a:ext>
                </a:extLst>
              </p:cNvPr>
              <p:cNvSpPr txBox="1">
                <a:spLocks/>
              </p:cNvSpPr>
              <p:nvPr/>
            </p:nvSpPr>
            <p:spPr>
              <a:xfrm flipH="1">
                <a:off x="6458446" y="3357246"/>
                <a:ext cx="5054600" cy="543600"/>
              </a:xfrm>
              <a:prstGeom prst="rect">
                <a:avLst/>
              </a:prstGeom>
              <a:noFill/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vert="horz" lIns="91440" tIns="45720" rIns="91440" bIns="45720" rtlCol="0" anchor="ctr">
                <a:noAutofit/>
              </a:bodyPr>
              <a:lstStyle>
                <a:defPPr>
                  <a:defRPr lang="en-US"/>
                </a:defPPr>
                <a:lvl1pPr marL="118745" algn="just">
                  <a:lnSpc>
                    <a:spcPct val="115000"/>
                  </a:lnSpc>
                  <a:spcBef>
                    <a:spcPts val="1000"/>
                  </a:spcBef>
                  <a:spcAft>
                    <a:spcPts val="800"/>
                  </a:spcAft>
                  <a:buClr>
                    <a:schemeClr val="accent6"/>
                  </a:buClr>
                  <a:buFont typeface="Wingdings 3" panose="05040102010807070707" pitchFamily="18" charset="2"/>
                  <a:buNone/>
                  <a:defRPr sz="2800">
                    <a:solidFill>
                      <a:srgbClr val="3A4A6A"/>
                    </a:solidFill>
                  </a:defRPr>
                </a:lvl1pPr>
              </a:lstStyle>
              <a:p>
                <a:pPr>
                  <a:lnSpc>
                    <a:spcPct val="90000"/>
                  </a:lnSpc>
                </a:pPr>
                <a:r>
                  <a:rPr lang="en-US" dirty="0">
                    <a:solidFill>
                      <a:srgbClr val="002060"/>
                    </a:solidFill>
                  </a:rPr>
                  <a:t>Here</a:t>
                </a:r>
                <a:r>
                  <a:rPr lang="en-GB" dirty="0">
                    <a:solidFill>
                      <a:srgbClr val="002060"/>
                    </a:solidFill>
                  </a:rPr>
                  <a:t>, There are </a:t>
                </a:r>
                <a14:m>
                  <m:oMath xmlns:m="http://schemas.openxmlformats.org/officeDocument/2006/math">
                    <m:r>
                      <a:rPr lang="en-GB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𝟑</m:t>
                    </m:r>
                  </m:oMath>
                </a14:m>
                <a:r>
                  <a:rPr lang="en-GB" dirty="0">
                    <a:solidFill>
                      <a:srgbClr val="002060"/>
                    </a:solidFill>
                  </a:rPr>
                  <a:t> non-zero rows.</a:t>
                </a:r>
                <a:endParaRPr lang="en-US" dirty="0">
                  <a:solidFill>
                    <a:srgbClr val="002060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4" name="Content Placeholder 4">
                <a:extLst>
                  <a:ext uri="{FF2B5EF4-FFF2-40B4-BE49-F238E27FC236}">
                    <a16:creationId xmlns:a16="http://schemas.microsoft.com/office/drawing/2014/main" id="{A9D82EB2-5FE7-2CCE-C446-0778CC44115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6458446" y="3357246"/>
                <a:ext cx="5054600" cy="543600"/>
              </a:xfrm>
              <a:prstGeom prst="rect">
                <a:avLst/>
              </a:prstGeom>
              <a:blipFill>
                <a:blip r:embed="rId14"/>
                <a:stretch>
                  <a:fillRect l="-120" t="-12360" b="-25843"/>
                </a:stretch>
              </a:blipFill>
              <a:ln w="12700" cap="flat" cmpd="sng" algn="ctr">
                <a:noFill/>
                <a:prstDash val="solid"/>
                <a:miter lim="800000"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Rounded Rectangle 56">
            <a:extLst>
              <a:ext uri="{FF2B5EF4-FFF2-40B4-BE49-F238E27FC236}">
                <a16:creationId xmlns:a16="http://schemas.microsoft.com/office/drawing/2014/main" id="{D13F663C-E47B-D171-6C31-9F0C4479F9C7}"/>
              </a:ext>
            </a:extLst>
          </p:cNvPr>
          <p:cNvSpPr/>
          <p:nvPr/>
        </p:nvSpPr>
        <p:spPr>
          <a:xfrm>
            <a:off x="7253245" y="1476644"/>
            <a:ext cx="4444550" cy="1230327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Content Placeholder 4">
                <a:extLst>
                  <a:ext uri="{FF2B5EF4-FFF2-40B4-BE49-F238E27FC236}">
                    <a16:creationId xmlns:a16="http://schemas.microsoft.com/office/drawing/2014/main" id="{90FCE7A8-0013-2702-6C73-B8485D21CA81}"/>
                  </a:ext>
                </a:extLst>
              </p:cNvPr>
              <p:cNvSpPr txBox="1">
                <a:spLocks/>
              </p:cNvSpPr>
              <p:nvPr/>
            </p:nvSpPr>
            <p:spPr>
              <a:xfrm flipH="1">
                <a:off x="6458446" y="3979483"/>
                <a:ext cx="5054600" cy="543600"/>
              </a:xfrm>
              <a:prstGeom prst="rect">
                <a:avLst/>
              </a:prstGeom>
              <a:noFill/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vert="horz" lIns="91440" tIns="45720" rIns="91440" bIns="45720" rtlCol="0" anchor="ctr">
                <a:noAutofit/>
              </a:bodyPr>
              <a:lstStyle>
                <a:defPPr>
                  <a:defRPr lang="en-US"/>
                </a:defPPr>
                <a:lvl1pPr marL="118745" algn="just">
                  <a:lnSpc>
                    <a:spcPct val="115000"/>
                  </a:lnSpc>
                  <a:spcBef>
                    <a:spcPts val="1000"/>
                  </a:spcBef>
                  <a:spcAft>
                    <a:spcPts val="800"/>
                  </a:spcAft>
                  <a:buClr>
                    <a:schemeClr val="accent6"/>
                  </a:buClr>
                  <a:buFont typeface="Wingdings 3" panose="05040102010807070707" pitchFamily="18" charset="2"/>
                  <a:buNone/>
                  <a:defRPr sz="2800">
                    <a:solidFill>
                      <a:srgbClr val="3A4A6A"/>
                    </a:solidFill>
                  </a:defRPr>
                </a:lvl1pPr>
              </a:lstStyle>
              <a:p>
                <a:pPr>
                  <a:lnSpc>
                    <a:spcPct val="90000"/>
                  </a:lnSpc>
                </a:pPr>
                <a:r>
                  <a:rPr lang="en-US" b="1" i="0" dirty="0">
                    <a:solidFill>
                      <a:srgbClr val="FF0000"/>
                    </a:solidFill>
                    <a:latin typeface="+mj-lt"/>
                  </a:rPr>
                  <a:t>dim(Row Space) </a:t>
                </a:r>
                <a14:m>
                  <m:oMath xmlns:m="http://schemas.openxmlformats.org/officeDocument/2006/math">
                    <m:r>
                      <a:rPr lang="en-US" b="1" i="0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b="0" i="0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lang="en-GB" dirty="0">
                    <a:solidFill>
                      <a:srgbClr val="002060"/>
                    </a:solidFill>
                  </a:rPr>
                  <a:t>.</a:t>
                </a:r>
                <a:endParaRPr lang="en-US" dirty="0">
                  <a:solidFill>
                    <a:srgbClr val="002060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6" name="Content Placeholder 4">
                <a:extLst>
                  <a:ext uri="{FF2B5EF4-FFF2-40B4-BE49-F238E27FC236}">
                    <a16:creationId xmlns:a16="http://schemas.microsoft.com/office/drawing/2014/main" id="{90FCE7A8-0013-2702-6C73-B8485D21CA8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6458446" y="3979483"/>
                <a:ext cx="5054600" cy="543600"/>
              </a:xfrm>
              <a:prstGeom prst="rect">
                <a:avLst/>
              </a:prstGeom>
              <a:blipFill>
                <a:blip r:embed="rId15"/>
                <a:stretch>
                  <a:fillRect l="-120" t="-12360" b="-25843"/>
                </a:stretch>
              </a:blipFill>
              <a:ln w="12700" cap="flat" cmpd="sng" algn="ctr">
                <a:noFill/>
                <a:prstDash val="solid"/>
                <a:miter lim="800000"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Content Placeholder 4">
            <a:extLst>
              <a:ext uri="{FF2B5EF4-FFF2-40B4-BE49-F238E27FC236}">
                <a16:creationId xmlns:a16="http://schemas.microsoft.com/office/drawing/2014/main" id="{FDA08795-A33D-CAFD-3F1F-67621578320C}"/>
              </a:ext>
            </a:extLst>
          </p:cNvPr>
          <p:cNvSpPr txBox="1">
            <a:spLocks/>
          </p:cNvSpPr>
          <p:nvPr/>
        </p:nvSpPr>
        <p:spPr>
          <a:xfrm flipH="1">
            <a:off x="6324174" y="4990148"/>
            <a:ext cx="1490726" cy="7112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defPPr>
              <a:defRPr lang="en-US"/>
            </a:defPPr>
            <a:lvl1pPr marL="118745" algn="just">
              <a:lnSpc>
                <a:spcPct val="115000"/>
              </a:lnSpc>
              <a:spcBef>
                <a:spcPts val="1000"/>
              </a:spcBef>
              <a:spcAft>
                <a:spcPts val="800"/>
              </a:spcAft>
              <a:buClr>
                <a:schemeClr val="accent6"/>
              </a:buClr>
              <a:buFont typeface="Wingdings 3" panose="05040102010807070707" pitchFamily="18" charset="2"/>
              <a:buNone/>
              <a:defRPr sz="2800">
                <a:solidFill>
                  <a:srgbClr val="3A4A6A"/>
                </a:solidFill>
              </a:defRPr>
            </a:lvl1pPr>
          </a:lstStyle>
          <a:p>
            <a:pPr>
              <a:lnSpc>
                <a:spcPct val="90000"/>
              </a:lnSpc>
            </a:pPr>
            <a:r>
              <a:rPr lang="en-US" b="1" dirty="0">
                <a:solidFill>
                  <a:srgbClr val="FF0000"/>
                </a:solidFill>
              </a:rPr>
              <a:t>Basis</a:t>
            </a:r>
            <a:endParaRPr lang="en-US" dirty="0">
              <a:solidFill>
                <a:srgbClr val="002060"/>
              </a:solidFill>
              <a:latin typeface="Cambria Math" panose="02040503050406030204" pitchFamily="18" charset="0"/>
            </a:endParaRPr>
          </a:p>
        </p:txBody>
      </p:sp>
      <p:sp>
        <p:nvSpPr>
          <p:cNvPr id="19" name="Rounded Rectangle 56">
            <a:extLst>
              <a:ext uri="{FF2B5EF4-FFF2-40B4-BE49-F238E27FC236}">
                <a16:creationId xmlns:a16="http://schemas.microsoft.com/office/drawing/2014/main" id="{53D4C1BC-90B1-21E6-ADA1-616ED6497B3E}"/>
              </a:ext>
            </a:extLst>
          </p:cNvPr>
          <p:cNvSpPr/>
          <p:nvPr/>
        </p:nvSpPr>
        <p:spPr>
          <a:xfrm>
            <a:off x="7256485" y="1517284"/>
            <a:ext cx="4444550" cy="360000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2" name="Rounded Rectangle 56">
            <a:extLst>
              <a:ext uri="{FF2B5EF4-FFF2-40B4-BE49-F238E27FC236}">
                <a16:creationId xmlns:a16="http://schemas.microsoft.com/office/drawing/2014/main" id="{82A6EAFE-EF00-B97C-2840-7C5C6BE0471B}"/>
              </a:ext>
            </a:extLst>
          </p:cNvPr>
          <p:cNvSpPr/>
          <p:nvPr/>
        </p:nvSpPr>
        <p:spPr>
          <a:xfrm>
            <a:off x="7253245" y="1938059"/>
            <a:ext cx="4444550" cy="360000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4" name="Rounded Rectangle 56">
            <a:extLst>
              <a:ext uri="{FF2B5EF4-FFF2-40B4-BE49-F238E27FC236}">
                <a16:creationId xmlns:a16="http://schemas.microsoft.com/office/drawing/2014/main" id="{C38C52A0-4F3C-E72E-6E23-9CA6DFED1FAB}"/>
              </a:ext>
            </a:extLst>
          </p:cNvPr>
          <p:cNvSpPr/>
          <p:nvPr/>
        </p:nvSpPr>
        <p:spPr>
          <a:xfrm>
            <a:off x="7258325" y="2308899"/>
            <a:ext cx="4444550" cy="360000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975386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20" grpId="0"/>
      <p:bldP spid="21" grpId="0"/>
      <p:bldP spid="5" grpId="0"/>
      <p:bldP spid="6" grpId="0"/>
      <p:bldP spid="7" grpId="0"/>
      <p:bldP spid="9" grpId="0"/>
      <p:bldP spid="11" grpId="0" animBg="1"/>
      <p:bldP spid="12" grpId="0"/>
      <p:bldP spid="13" grpId="0"/>
      <p:bldP spid="14" grpId="0"/>
      <p:bldP spid="15" grpId="0" animBg="1"/>
      <p:bldP spid="15" grpId="1" animBg="1"/>
      <p:bldP spid="16" grpId="0"/>
      <p:bldP spid="18" grpId="0"/>
      <p:bldP spid="19" grpId="0" animBg="1"/>
      <p:bldP spid="19" grpId="1" animBg="1"/>
      <p:bldP spid="22" grpId="0" animBg="1"/>
      <p:bldP spid="22" grpId="1" animBg="1"/>
      <p:bldP spid="24" grpId="0" animBg="1"/>
      <p:bldP spid="24" grpId="1" animBg="1"/>
    </p:bldLst>
  </p:timing>
</p:sld>
</file>

<file path=ppt/slides/slide1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C03F0F-26FA-E93C-736D-02E50B599E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5" name="Content Placeholder 4">
                <a:extLst>
                  <a:ext uri="{FF2B5EF4-FFF2-40B4-BE49-F238E27FC236}">
                    <a16:creationId xmlns:a16="http://schemas.microsoft.com/office/drawing/2014/main" id="{0A999581-F126-AD7C-8AC0-1E098A72EA2D}"/>
                  </a:ext>
                </a:extLst>
              </p:cNvPr>
              <p:cNvSpPr txBox="1">
                <a:spLocks/>
              </p:cNvSpPr>
              <p:nvPr/>
            </p:nvSpPr>
            <p:spPr>
              <a:xfrm flipH="1">
                <a:off x="7068521" y="4672989"/>
                <a:ext cx="4585530" cy="1759413"/>
              </a:xfrm>
              <a:prstGeom prst="rect">
                <a:avLst/>
              </a:prstGeom>
              <a:noFill/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vert="horz" lIns="91440" tIns="45720" rIns="91440" bIns="45720" rtlCol="0" anchor="ctr">
                <a:noAutofit/>
              </a:bodyPr>
              <a:lstStyle>
                <a:defPPr>
                  <a:defRPr lang="en-US"/>
                </a:defPPr>
                <a:lvl1pPr marL="118745" algn="just">
                  <a:lnSpc>
                    <a:spcPct val="115000"/>
                  </a:lnSpc>
                  <a:spcBef>
                    <a:spcPts val="1000"/>
                  </a:spcBef>
                  <a:spcAft>
                    <a:spcPts val="800"/>
                  </a:spcAft>
                  <a:buClr>
                    <a:schemeClr val="accent6"/>
                  </a:buClr>
                  <a:buFont typeface="Wingdings 3" panose="05040102010807070707" pitchFamily="18" charset="2"/>
                  <a:buNone/>
                  <a:defRPr sz="2800">
                    <a:solidFill>
                      <a:srgbClr val="3A4A6A"/>
                    </a:solidFill>
                  </a:defRPr>
                </a:lvl1pPr>
              </a:lstStyle>
              <a:p>
                <a:pPr>
                  <a:lnSpc>
                    <a:spcPct val="9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dirty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}"/>
                          <m:ctrlPr>
                            <a:rPr lang="en-US" b="0" i="1" dirty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dirty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en-US" b="0" i="1" dirty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dirty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eqArr>
                                <m:eqArrPr>
                                  <m:ctrlPr>
                                    <a:rPr lang="en-US" i="1" dirty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eqArrPr>
                                <m:e>
                                  <m:r>
                                    <a:rPr lang="en-US" b="0" dirty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   </m:t>
                                  </m:r>
                                  <m:r>
                                    <a:rPr lang="en-US" b="0" i="1" dirty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e>
                                <m:e>
                                  <m:r>
                                    <a:rPr lang="en-US" b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   </m:t>
                                  </m:r>
                                  <m:r>
                                    <a:rPr lang="en-US" b="0" i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e>
                                <m:e>
                                  <m:r>
                                    <a:rPr lang="en-US" b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   </m:t>
                                  </m:r>
                                  <m:r>
                                    <a:rPr lang="en-US" b="0" i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e>
                                <m:e>
                                  <m:r>
                                    <a:rPr lang="en-US" b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b="0" i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e>
                              </m:eqArr>
                              <m:r>
                                <a:rPr lang="en-US" b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e>
                          </m:d>
                          <m:r>
                            <a:rPr lang="en-US" b="0" dirty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,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en-US" b="0" i="1" dirty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dirty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eqArr>
                                <m:eqArrPr>
                                  <m:ctrlPr>
                                    <a:rPr lang="en-US" i="1" dirty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eqArrPr>
                                <m:e>
                                  <m:r>
                                    <a:rPr lang="en-US" b="0" dirty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   </m:t>
                                  </m:r>
                                  <m:r>
                                    <a:rPr lang="en-GB" b="0" i="0" dirty="0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4</m:t>
                                  </m:r>
                                </m:e>
                                <m:e>
                                  <m:r>
                                    <a:rPr lang="en-US" b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   </m:t>
                                  </m:r>
                                  <m:r>
                                    <a:rPr lang="en-GB" b="0" i="0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9</m:t>
                                  </m:r>
                                </m:e>
                                <m:e>
                                  <m:r>
                                    <a:rPr lang="en-US" b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   </m:t>
                                  </m:r>
                                  <m:r>
                                    <a:rPr lang="en-GB" b="0" i="0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9</m:t>
                                  </m:r>
                                </m:e>
                                <m:e>
                                  <m:r>
                                    <a:rPr lang="en-US" b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GB" b="0" i="0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4</m:t>
                                  </m:r>
                                </m:e>
                              </m:eqArr>
                              <m:r>
                                <a:rPr lang="en-US" b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e>
                          </m:d>
                          <m:r>
                            <a:rPr lang="en-US" b="0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en-US" b="0" i="1" dirty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dirty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eqArr>
                                <m:eqArrPr>
                                  <m:ctrlPr>
                                    <a:rPr lang="en-US" i="1" dirty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eqArrPr>
                                <m:e>
                                  <m:r>
                                    <a:rPr lang="en-US" b="0" dirty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   </m:t>
                                  </m:r>
                                  <m:r>
                                    <a:rPr lang="en-US" b="0" i="1" dirty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e>
                                <m:e>
                                  <m:r>
                                    <a:rPr lang="en-US" b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   </m:t>
                                  </m:r>
                                  <m:r>
                                    <a:rPr lang="en-US" b="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e>
                                <m:e>
                                  <m:r>
                                    <a:rPr lang="en-US" b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   </m:t>
                                  </m:r>
                                  <m:r>
                                    <a:rPr lang="en-US" b="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e>
                                <m:e>
                                  <m:r>
                                    <a:rPr lang="en-US" b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b="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e>
                              </m:eqArr>
                              <m:r>
                                <a:rPr lang="en-US" b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e>
                          </m:d>
                          <m:r>
                            <a:rPr lang="en-US" b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d>
                      <m:r>
                        <a:rPr lang="en-US" b="0" dirty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dirty="0">
                  <a:solidFill>
                    <a:srgbClr val="002060"/>
                  </a:solidFill>
                  <a:latin typeface="+mj-lt"/>
                </a:endParaRPr>
              </a:p>
            </p:txBody>
          </p:sp>
        </mc:Choice>
        <mc:Fallback xmlns="">
          <p:sp>
            <p:nvSpPr>
              <p:cNvPr id="25" name="Content Placeholder 4">
                <a:extLst>
                  <a:ext uri="{FF2B5EF4-FFF2-40B4-BE49-F238E27FC236}">
                    <a16:creationId xmlns:a16="http://schemas.microsoft.com/office/drawing/2014/main" id="{0A999581-F126-AD7C-8AC0-1E098A72EA2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7068521" y="4672989"/>
                <a:ext cx="4585530" cy="1759413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 w="12700" cap="flat" cmpd="sng" algn="ctr">
                <a:noFill/>
                <a:prstDash val="solid"/>
                <a:miter lim="800000"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Content Placeholder 4">
                <a:extLst>
                  <a:ext uri="{FF2B5EF4-FFF2-40B4-BE49-F238E27FC236}">
                    <a16:creationId xmlns:a16="http://schemas.microsoft.com/office/drawing/2014/main" id="{39475517-C3A5-9A90-F0D3-C98A8A68ED50}"/>
                  </a:ext>
                </a:extLst>
              </p:cNvPr>
              <p:cNvSpPr txBox="1">
                <a:spLocks/>
              </p:cNvSpPr>
              <p:nvPr/>
            </p:nvSpPr>
            <p:spPr>
              <a:xfrm flipH="1">
                <a:off x="7068521" y="4670441"/>
                <a:ext cx="4660900" cy="1759413"/>
              </a:xfrm>
              <a:prstGeom prst="rect">
                <a:avLst/>
              </a:prstGeom>
              <a:noFill/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vert="horz" lIns="91440" tIns="45720" rIns="91440" bIns="45720" rtlCol="0" anchor="ctr">
                <a:noAutofit/>
              </a:bodyPr>
              <a:lstStyle>
                <a:defPPr>
                  <a:defRPr lang="en-US"/>
                </a:defPPr>
                <a:lvl1pPr marL="118745" algn="just">
                  <a:lnSpc>
                    <a:spcPct val="115000"/>
                  </a:lnSpc>
                  <a:spcBef>
                    <a:spcPts val="1000"/>
                  </a:spcBef>
                  <a:spcAft>
                    <a:spcPts val="800"/>
                  </a:spcAft>
                  <a:buClr>
                    <a:schemeClr val="accent6"/>
                  </a:buClr>
                  <a:buFont typeface="Wingdings 3" panose="05040102010807070707" pitchFamily="18" charset="2"/>
                  <a:buNone/>
                  <a:defRPr sz="2800">
                    <a:solidFill>
                      <a:srgbClr val="3A4A6A"/>
                    </a:solidFill>
                  </a:defRPr>
                </a:lvl1pPr>
              </a:lstStyle>
              <a:p>
                <a:pPr>
                  <a:lnSpc>
                    <a:spcPct val="9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dirty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}"/>
                          <m:ctrlPr>
                            <a:rPr lang="en-US" b="0" i="1" dirty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dirty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en-US" b="0" i="1" dirty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dirty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eqArr>
                                <m:eqArrPr>
                                  <m:ctrlPr>
                                    <a:rPr lang="en-US" i="1" dirty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eqArrPr>
                                <m:e>
                                  <m:r>
                                    <a:rPr lang="en-US" b="0" i="1" dirty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   1</m:t>
                                  </m:r>
                                </m:e>
                                <m:e>
                                  <m:r>
                                    <a:rPr lang="en-US" b="0" i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   2</m:t>
                                  </m:r>
                                </m:e>
                                <m:e>
                                  <m:r>
                                    <a:rPr lang="en-US" b="0" i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   2</m:t>
                                  </m:r>
                                </m:e>
                                <m:e>
                                  <m:r>
                                    <a:rPr lang="en-US" b="0" i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−1</m:t>
                                  </m:r>
                                </m:e>
                              </m:eqArr>
                              <m:r>
                                <a:rPr lang="en-US" b="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e>
                          </m:d>
                          <m:r>
                            <a:rPr lang="en-US" b="0" i="1" dirty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,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en-US" b="0" i="1" dirty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dirty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eqArr>
                                <m:eqArrPr>
                                  <m:ctrlPr>
                                    <a:rPr lang="en-US" i="1" dirty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eqArrPr>
                                <m:e>
                                  <m:r>
                                    <a:rPr lang="en-US" b="0" i="1" dirty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   </m:t>
                                  </m:r>
                                  <m:r>
                                    <a:rPr lang="en-GB" b="0" i="1" dirty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4</m:t>
                                  </m:r>
                                </m:e>
                                <m:e>
                                  <m:r>
                                    <a:rPr lang="en-US" b="0" i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   </m:t>
                                  </m:r>
                                  <m:r>
                                    <a:rPr lang="en-GB" b="0" i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9</m:t>
                                  </m:r>
                                </m:e>
                                <m:e>
                                  <m:r>
                                    <a:rPr lang="en-US" b="0" i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   </m:t>
                                  </m:r>
                                  <m:r>
                                    <a:rPr lang="en-GB" b="0" i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9</m:t>
                                  </m:r>
                                </m:e>
                                <m:e>
                                  <m:r>
                                    <a:rPr lang="en-US" b="0" i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GB" b="0" i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4</m:t>
                                  </m:r>
                                </m:e>
                              </m:eqArr>
                              <m:r>
                                <a:rPr lang="en-US" b="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e>
                          </m:d>
                          <m:r>
                            <a:rPr lang="en-US" b="0" i="1" dirty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en-US" b="0" i="1" dirty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dirty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eqArr>
                                <m:eqArrPr>
                                  <m:ctrlPr>
                                    <a:rPr lang="en-US" i="1" dirty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eqArrPr>
                                <m:e>
                                  <m:r>
                                    <a:rPr lang="en-US" b="0" i="1" dirty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   </m:t>
                                  </m:r>
                                  <m:r>
                                    <a:rPr lang="en-GB" b="0" i="1" dirty="0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5</m:t>
                                  </m:r>
                                </m:e>
                                <m:e>
                                  <m:r>
                                    <a:rPr lang="en-GB" b="0" i="1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   8</m:t>
                                  </m:r>
                                </m:e>
                                <m:e>
                                  <m:r>
                                    <a:rPr lang="en-US" b="0" i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   </m:t>
                                  </m:r>
                                  <m:r>
                                    <a:rPr lang="en-GB" b="0" i="1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9</m:t>
                                  </m:r>
                                </m:e>
                                <m:e>
                                  <m:r>
                                    <a:rPr lang="en-US" b="0" i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GB" b="0" i="1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5</m:t>
                                  </m:r>
                                </m:e>
                              </m:eqArr>
                              <m:r>
                                <a:rPr lang="en-US" b="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e>
                          </m:d>
                          <m:r>
                            <a:rPr lang="en-US" b="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d>
                    </m:oMath>
                  </m:oMathPara>
                </a14:m>
                <a:endParaRPr lang="en-US" i="1" dirty="0">
                  <a:solidFill>
                    <a:srgbClr val="002060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21" name="Content Placeholder 4">
                <a:extLst>
                  <a:ext uri="{FF2B5EF4-FFF2-40B4-BE49-F238E27FC236}">
                    <a16:creationId xmlns:a16="http://schemas.microsoft.com/office/drawing/2014/main" id="{39475517-C3A5-9A90-F0D3-C98A8A68ED5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7068521" y="4670441"/>
                <a:ext cx="4660900" cy="1759413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 w="12700" cap="flat" cmpd="sng" algn="ctr">
                <a:noFill/>
                <a:prstDash val="solid"/>
                <a:miter lim="800000"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D16D646C-65EE-15AE-6923-F6D197116AAB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>
              <a:xfrm>
                <a:off x="0" y="0"/>
                <a:ext cx="12192000" cy="711200"/>
              </a:xfrm>
            </p:spPr>
            <p:txBody>
              <a:bodyPr/>
              <a:lstStyle/>
              <a:p>
                <a:r>
                  <a:rPr lang="en-IN" dirty="0"/>
                  <a:t>Method:6 </a:t>
                </a:r>
                <a14:m>
                  <m:oMath xmlns:m="http://schemas.openxmlformats.org/officeDocument/2006/math">
                    <m:r>
                      <a:rPr lang="en-I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⇝</m:t>
                    </m:r>
                  </m:oMath>
                </a14:m>
                <a:r>
                  <a:rPr lang="en-IN" dirty="0"/>
                  <a:t> Example:1</a:t>
                </a:r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D16D646C-65EE-15AE-6923-F6D197116AA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0" y="0"/>
                <a:ext cx="12192000" cy="711200"/>
              </a:xfrm>
              <a:blipFill>
                <a:blip r:embed="rId5"/>
                <a:stretch>
                  <a:fillRect l="-400" t="-8547" b="-1965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Content Placeholder 4">
            <a:extLst>
              <a:ext uri="{FF2B5EF4-FFF2-40B4-BE49-F238E27FC236}">
                <a16:creationId xmlns:a16="http://schemas.microsoft.com/office/drawing/2014/main" id="{177BF14B-1273-E143-B428-A7D12FC2BC2C}"/>
              </a:ext>
            </a:extLst>
          </p:cNvPr>
          <p:cNvSpPr txBox="1">
            <a:spLocks/>
          </p:cNvSpPr>
          <p:nvPr/>
        </p:nvSpPr>
        <p:spPr>
          <a:xfrm>
            <a:off x="-90172" y="1204206"/>
            <a:ext cx="1558214" cy="522081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marL="265113" indent="-265113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Wingdings 3" panose="05040102010807070707" pitchFamily="18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9625" indent="-352425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 3" panose="05040102010807070707" pitchFamily="18" charset="2"/>
              <a:buChar char="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endParaRPr lang="en-IN" sz="2800" b="1" dirty="0">
              <a:solidFill>
                <a:schemeClr val="tx2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4" name="Content Placeholder 4">
                <a:extLst>
                  <a:ext uri="{FF2B5EF4-FFF2-40B4-BE49-F238E27FC236}">
                    <a16:creationId xmlns:a16="http://schemas.microsoft.com/office/drawing/2014/main" id="{CDC04C51-69DA-4399-D27E-3CBA0E44A200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54883" y="1204206"/>
                <a:ext cx="5613644" cy="1990113"/>
              </a:xfrm>
              <a:prstGeom prst="rect">
                <a:avLst/>
              </a:prstGeom>
              <a:noFill/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vert="horz" lIns="91440" tIns="45720" rIns="91440" bIns="45720" rtlCol="0" anchor="ctr">
                <a:noAutofit/>
              </a:bodyPr>
              <a:lstStyle>
                <a:lvl1pPr marL="265113" indent="-265113" algn="just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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809625" indent="-352425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lnSpc>
                    <a:spcPct val="11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IN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Shruti" panose="020B0502040204020203" pitchFamily="34" charset="0"/>
                            </a:rPr>
                          </m:ctrlPr>
                        </m:dPr>
                        <m:e>
                          <m:r>
                            <a:rPr lang="en-IN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Shruti" panose="020B0502040204020203" pitchFamily="34" charset="0"/>
                            </a:rPr>
                            <m:t>  </m:t>
                          </m:r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n-IN" sz="2800" b="0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Shruti" panose="020B0502040204020203" pitchFamily="34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IN" sz="2800" b="0" i="1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Shruti" panose="020B0502040204020203" pitchFamily="34" charset="0"/>
                                  </a:rPr>
                                  <m:t> </m:t>
                                </m:r>
                                <m:r>
                                  <a:rPr lang="en-IN" sz="2800" b="0" i="1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Shruti" panose="020B0502040204020203" pitchFamily="34" charset="0"/>
                                  </a:rPr>
                                  <m:t>  1</m:t>
                                </m:r>
                              </m:e>
                              <m:e>
                                <m:r>
                                  <a:rPr lang="en-IN" sz="2800" b="0" i="1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Shruti" panose="020B0502040204020203" pitchFamily="34" charset="0"/>
                                  </a:rPr>
                                  <m:t>−3</m:t>
                                </m:r>
                              </m:e>
                              <m:e>
                                <m:r>
                                  <a:rPr lang="en-IN" sz="2800" b="0" i="1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Shruti" panose="020B0502040204020203" pitchFamily="34" charset="0"/>
                                  </a:rPr>
                                  <m:t>   4</m:t>
                                </m:r>
                              </m:e>
                            </m:mr>
                            <m:mr>
                              <m:e>
                                <m:r>
                                  <a:rPr lang="en-IN" sz="2800" b="0" i="1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Shruti" panose="020B0502040204020203" pitchFamily="34" charset="0"/>
                                  </a:rPr>
                                  <m:t>   2</m:t>
                                </m:r>
                              </m:e>
                              <m:e>
                                <m:r>
                                  <a:rPr lang="en-IN" sz="2800" b="0" i="1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Shruti" panose="020B0502040204020203" pitchFamily="34" charset="0"/>
                                  </a:rPr>
                                  <m:t>−6</m:t>
                                </m:r>
                              </m:e>
                              <m:e>
                                <m:r>
                                  <a:rPr lang="en-IN" sz="2800" b="0" i="1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Shruti" panose="020B0502040204020203" pitchFamily="34" charset="0"/>
                                  </a:rPr>
                                  <m:t>   9</m:t>
                                </m:r>
                              </m:e>
                            </m:mr>
                            <m:m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IN" sz="2800" b="0" i="1" smtClean="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Shruti" panose="020B0502040204020203" pitchFamily="34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n-IN" sz="2800" b="0" i="1" smtClean="0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  <a:ea typeface="Calibri" panose="020F0502020204030204" pitchFamily="34" charset="0"/>
                                          <a:cs typeface="Shruti" panose="020B0502040204020203" pitchFamily="34" charset="0"/>
                                        </a:rPr>
                                        <m:t> </m:t>
                                      </m:r>
                                      <m:r>
                                        <a:rPr lang="en-IN" sz="2800" b="0" i="1" smtClean="0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  <a:ea typeface="Calibri" panose="020F0502020204030204" pitchFamily="34" charset="0"/>
                                          <a:cs typeface="Shruti" panose="020B0502040204020203" pitchFamily="34" charset="0"/>
                                        </a:rPr>
                                        <m:t>  2</m:t>
                                      </m:r>
                                    </m:e>
                                  </m:mr>
                                  <m:mr>
                                    <m:e>
                                      <m:r>
                                        <a:rPr lang="en-IN" sz="2800" b="0" i="1" smtClean="0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  <a:ea typeface="Calibri" panose="020F0502020204030204" pitchFamily="34" charset="0"/>
                                          <a:cs typeface="Shruti" panose="020B0502040204020203" pitchFamily="34" charset="0"/>
                                        </a:rPr>
                                        <m:t>−1</m:t>
                                      </m:r>
                                    </m:e>
                                  </m:mr>
                                </m:m>
                              </m:e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IN" sz="2800" b="0" i="1" smtClean="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Shruti" panose="020B0502040204020203" pitchFamily="34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n-IN" sz="2800" b="0" i="1" smtClean="0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  <a:ea typeface="Calibri" panose="020F0502020204030204" pitchFamily="34" charset="0"/>
                                          <a:cs typeface="Shruti" panose="020B0502040204020203" pitchFamily="34" charset="0"/>
                                        </a:rPr>
                                        <m:t>−</m:t>
                                      </m:r>
                                      <m:r>
                                        <a:rPr lang="en-IN" sz="2800" b="0" i="1" smtClean="0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  <a:ea typeface="Calibri" panose="020F0502020204030204" pitchFamily="34" charset="0"/>
                                          <a:cs typeface="Shruti" panose="020B0502040204020203" pitchFamily="34" charset="0"/>
                                        </a:rPr>
                                        <m:t>6</m:t>
                                      </m:r>
                                    </m:e>
                                  </m:mr>
                                  <m:mr>
                                    <m:e>
                                      <m:r>
                                        <a:rPr lang="en-IN" sz="2800" b="0" i="1" smtClean="0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  <a:ea typeface="Calibri" panose="020F0502020204030204" pitchFamily="34" charset="0"/>
                                          <a:cs typeface="Shruti" panose="020B0502040204020203" pitchFamily="34" charset="0"/>
                                        </a:rPr>
                                        <m:t>   3</m:t>
                                      </m:r>
                                    </m:e>
                                  </m:mr>
                                </m:m>
                              </m:e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IN" sz="2800" b="0" i="1" smtClean="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Shruti" panose="020B0502040204020203" pitchFamily="34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n-IN" sz="2800" b="0" i="1" smtClean="0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  <a:ea typeface="Calibri" panose="020F0502020204030204" pitchFamily="34" charset="0"/>
                                          <a:cs typeface="Shruti" panose="020B0502040204020203" pitchFamily="34" charset="0"/>
                                        </a:rPr>
                                        <m:t> </m:t>
                                      </m:r>
                                      <m:r>
                                        <a:rPr lang="en-IN" sz="2800" b="0" i="1" smtClean="0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  <a:ea typeface="Calibri" panose="020F0502020204030204" pitchFamily="34" charset="0"/>
                                          <a:cs typeface="Shruti" panose="020B0502040204020203" pitchFamily="34" charset="0"/>
                                        </a:rPr>
                                        <m:t>  9</m:t>
                                      </m:r>
                                    </m:e>
                                  </m:mr>
                                  <m:mr>
                                    <m:e>
                                      <m:r>
                                        <a:rPr lang="en-IN" sz="2800" b="0" i="1" smtClean="0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  <a:ea typeface="Calibri" panose="020F0502020204030204" pitchFamily="34" charset="0"/>
                                          <a:cs typeface="Shruti" panose="020B0502040204020203" pitchFamily="34" charset="0"/>
                                        </a:rPr>
                                        <m:t>−4</m:t>
                                      </m:r>
                                    </m:e>
                                  </m:mr>
                                </m:m>
                              </m:e>
                            </m:mr>
                          </m:m>
                          <m:r>
                            <a:rPr lang="en-IN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Shruti" panose="020B0502040204020203" pitchFamily="34" charset="0"/>
                            </a:rPr>
                            <m:t>    </m:t>
                          </m:r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n-IN" sz="2800" b="0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Shruti" panose="020B0502040204020203" pitchFamily="34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IN" sz="2800" b="0" i="1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Shruti" panose="020B0502040204020203" pitchFamily="34" charset="0"/>
                                  </a:rPr>
                                  <m:t>−</m:t>
                                </m:r>
                                <m:r>
                                  <a:rPr lang="en-IN" sz="2800" b="0" i="1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Shruti" panose="020B0502040204020203" pitchFamily="34" charset="0"/>
                                  </a:rPr>
                                  <m:t>2</m:t>
                                </m:r>
                              </m:e>
                              <m:e>
                                <m:r>
                                  <a:rPr lang="en-IN" sz="2800" b="0" i="1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Shruti" panose="020B0502040204020203" pitchFamily="34" charset="0"/>
                                  </a:rPr>
                                  <m:t>   5</m:t>
                                </m:r>
                              </m:e>
                              <m:e>
                                <m:r>
                                  <a:rPr lang="en-IN" sz="2800" b="0" i="1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Shruti" panose="020B0502040204020203" pitchFamily="34" charset="0"/>
                                  </a:rPr>
                                  <m:t>    4</m:t>
                                </m:r>
                              </m:e>
                            </m:mr>
                            <m:mr>
                              <m:e>
                                <m:r>
                                  <a:rPr lang="en-IN" sz="2800" b="0" i="1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Shruti" panose="020B0502040204020203" pitchFamily="34" charset="0"/>
                                  </a:rPr>
                                  <m:t>−1</m:t>
                                </m:r>
                              </m:e>
                              <m:e>
                                <m:r>
                                  <a:rPr lang="en-IN" sz="2800" b="0" i="1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Shruti" panose="020B0502040204020203" pitchFamily="34" charset="0"/>
                                  </a:rPr>
                                  <m:t>   8</m:t>
                                </m:r>
                              </m:e>
                              <m:e>
                                <m:r>
                                  <a:rPr lang="en-IN" sz="2800" b="0" i="1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Shruti" panose="020B0502040204020203" pitchFamily="34" charset="0"/>
                                  </a:rPr>
                                  <m:t>    2</m:t>
                                </m:r>
                              </m:e>
                            </m:mr>
                            <m:m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IN" sz="2800" b="0" i="1" smtClean="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Shruti" panose="020B0502040204020203" pitchFamily="34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n-IN" sz="2800" b="0" i="1" smtClean="0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  <a:ea typeface="Calibri" panose="020F0502020204030204" pitchFamily="34" charset="0"/>
                                          <a:cs typeface="Shruti" panose="020B0502040204020203" pitchFamily="34" charset="0"/>
                                        </a:rPr>
                                        <m:t>−</m:t>
                                      </m:r>
                                      <m:r>
                                        <a:rPr lang="en-IN" sz="2800" b="0" i="1" smtClean="0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  <a:ea typeface="Calibri" panose="020F0502020204030204" pitchFamily="34" charset="0"/>
                                          <a:cs typeface="Shruti" panose="020B0502040204020203" pitchFamily="34" charset="0"/>
                                        </a:rPr>
                                        <m:t>1</m:t>
                                      </m:r>
                                    </m:e>
                                  </m:mr>
                                  <m:mr>
                                    <m:e>
                                      <m:r>
                                        <a:rPr lang="en-IN" sz="2800" b="0" i="1" smtClean="0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  <a:ea typeface="Calibri" panose="020F0502020204030204" pitchFamily="34" charset="0"/>
                                          <a:cs typeface="Shruti" panose="020B0502040204020203" pitchFamily="34" charset="0"/>
                                        </a:rPr>
                                        <m:t>   2</m:t>
                                      </m:r>
                                    </m:e>
                                  </m:mr>
                                </m:m>
                              </m:e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IN" sz="2800" b="0" i="1" smtClean="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Shruti" panose="020B0502040204020203" pitchFamily="34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n-IN" sz="2800" b="0" i="1" smtClean="0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  <a:ea typeface="Calibri" panose="020F0502020204030204" pitchFamily="34" charset="0"/>
                                          <a:cs typeface="Shruti" panose="020B0502040204020203" pitchFamily="34" charset="0"/>
                                        </a:rPr>
                                        <m:t> </m:t>
                                      </m:r>
                                      <m:r>
                                        <a:rPr lang="en-IN" sz="2800" b="0" i="1" smtClean="0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  <a:ea typeface="Calibri" panose="020F0502020204030204" pitchFamily="34" charset="0"/>
                                          <a:cs typeface="Shruti" panose="020B0502040204020203" pitchFamily="34" charset="0"/>
                                        </a:rPr>
                                        <m:t>  9</m:t>
                                      </m:r>
                                    </m:e>
                                  </m:mr>
                                  <m:mr>
                                    <m:e>
                                      <m:r>
                                        <a:rPr lang="en-IN" sz="2800" b="0" i="1" smtClean="0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  <a:ea typeface="Calibri" panose="020F0502020204030204" pitchFamily="34" charset="0"/>
                                          <a:cs typeface="Shruti" panose="020B0502040204020203" pitchFamily="34" charset="0"/>
                                        </a:rPr>
                                        <m:t>−5</m:t>
                                      </m:r>
                                    </m:e>
                                  </m:mr>
                                </m:m>
                              </m:e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IN" sz="2800" b="0" i="1" smtClean="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Shruti" panose="020B0502040204020203" pitchFamily="34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n-IN" sz="2800" b="0" i="1" smtClean="0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  <a:ea typeface="Calibri" panose="020F0502020204030204" pitchFamily="34" charset="0"/>
                                          <a:cs typeface="Shruti" panose="020B0502040204020203" pitchFamily="34" charset="0"/>
                                        </a:rPr>
                                        <m:t> </m:t>
                                      </m:r>
                                      <m:r>
                                        <a:rPr lang="en-IN" sz="2800" b="0" i="1" smtClean="0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  <a:ea typeface="Calibri" panose="020F0502020204030204" pitchFamily="34" charset="0"/>
                                          <a:cs typeface="Shruti" panose="020B0502040204020203" pitchFamily="34" charset="0"/>
                                        </a:rPr>
                                        <m:t>   7</m:t>
                                      </m:r>
                                    </m:e>
                                  </m:mr>
                                  <m:mr>
                                    <m:e>
                                      <m:r>
                                        <a:rPr lang="en-IN" sz="2800" b="0" i="1" smtClean="0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  <a:ea typeface="Calibri" panose="020F0502020204030204" pitchFamily="34" charset="0"/>
                                          <a:cs typeface="Shruti" panose="020B0502040204020203" pitchFamily="34" charset="0"/>
                                        </a:rPr>
                                        <m:t>−4</m:t>
                                      </m:r>
                                    </m:e>
                                  </m:mr>
                                </m:m>
                              </m:e>
                            </m:mr>
                          </m:m>
                          <m:r>
                            <a:rPr lang="en-IN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Shruti" panose="020B0502040204020203" pitchFamily="34" charset="0"/>
                            </a:rPr>
                            <m:t>  </m:t>
                          </m:r>
                        </m:e>
                      </m:d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  <a:ea typeface="Calibri" panose="020F0502020204030204" pitchFamily="34" charset="0"/>
                  <a:cs typeface="Shruti" panose="020B0502040204020203" pitchFamily="34" charset="0"/>
                </a:endParaRPr>
              </a:p>
            </p:txBody>
          </p:sp>
        </mc:Choice>
        <mc:Fallback xmlns="">
          <p:sp>
            <p:nvSpPr>
              <p:cNvPr id="34" name="Content Placeholder 4">
                <a:extLst>
                  <a:ext uri="{FF2B5EF4-FFF2-40B4-BE49-F238E27FC236}">
                    <a16:creationId xmlns:a16="http://schemas.microsoft.com/office/drawing/2014/main" id="{CDC04C51-69DA-4399-D27E-3CBA0E44A20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883" y="1204206"/>
                <a:ext cx="5613644" cy="1990113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ln w="12700" cap="flat" cmpd="sng" algn="ctr">
                <a:noFill/>
                <a:prstDash val="solid"/>
                <a:miter lim="800000"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" name="Content Placeholder 4">
            <a:extLst>
              <a:ext uri="{FF2B5EF4-FFF2-40B4-BE49-F238E27FC236}">
                <a16:creationId xmlns:a16="http://schemas.microsoft.com/office/drawing/2014/main" id="{D16773FD-7402-36A3-0B9E-1AB1F2B3E5EF}"/>
              </a:ext>
            </a:extLst>
          </p:cNvPr>
          <p:cNvSpPr txBox="1">
            <a:spLocks/>
          </p:cNvSpPr>
          <p:nvPr/>
        </p:nvSpPr>
        <p:spPr>
          <a:xfrm flipH="1">
            <a:off x="6958939" y="107357"/>
            <a:ext cx="4571801" cy="5400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marL="265113" indent="-265113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Wingdings 3" panose="05040102010807070707" pitchFamily="18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9625" indent="-352425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 3" panose="05040102010807070707" pitchFamily="18" charset="2"/>
              <a:buChar char="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18745" indent="0" algn="l">
              <a:lnSpc>
                <a:spcPct val="115000"/>
              </a:lnSpc>
              <a:spcAft>
                <a:spcPts val="800"/>
              </a:spcAft>
              <a:buNone/>
            </a:pPr>
            <a:endParaRPr lang="en-US" sz="3600" b="1" dirty="0">
              <a:solidFill>
                <a:srgbClr val="3D0FE7"/>
              </a:solidFill>
              <a:latin typeface="Cambria Math" panose="020405030504060302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713817B7-A065-4F72-29AA-D91900DF1366}"/>
                  </a:ext>
                </a:extLst>
              </p:cNvPr>
              <p:cNvSpPr/>
              <p:nvPr/>
            </p:nvSpPr>
            <p:spPr>
              <a:xfrm>
                <a:off x="598512" y="3359558"/>
                <a:ext cx="1701076" cy="543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28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2800" b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𝐑</m:t>
                          </m:r>
                        </m:e>
                        <m:sub>
                          <m:r>
                            <a:rPr lang="en-GB" sz="2800" b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  <m:r>
                            <a:rPr lang="en-GB" sz="2800" b="1" i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  <m:d>
                        <m:dPr>
                          <m:ctrlPr>
                            <a:rPr lang="en-IN" sz="28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sz="28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GB" sz="28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e>
                      </m:d>
                    </m:oMath>
                  </m:oMathPara>
                </a14:m>
                <a:endParaRPr lang="en-IN" sz="28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713817B7-A065-4F72-29AA-D91900DF136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8512" y="3359558"/>
                <a:ext cx="1701076" cy="54360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9F2B2E11-7D92-6FED-AAFB-FEBC74A16A00}"/>
                  </a:ext>
                </a:extLst>
              </p:cNvPr>
              <p:cNvSpPr/>
              <p:nvPr/>
            </p:nvSpPr>
            <p:spPr>
              <a:xfrm>
                <a:off x="2078061" y="3359558"/>
                <a:ext cx="1849244" cy="543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r>
                  <a:rPr lang="en-IN" sz="2800" b="1" dirty="0">
                    <a:solidFill>
                      <a:srgbClr val="FF0000"/>
                    </a:solidFill>
                  </a:rPr>
                  <a:t>,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sz="28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2800" b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𝐑</m:t>
                        </m:r>
                      </m:e>
                      <m:sub>
                        <m:r>
                          <a:rPr lang="en-GB" sz="2800" b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  <m:r>
                          <a:rPr lang="en-IN" sz="2800" b="1" i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𝟑</m:t>
                        </m:r>
                      </m:sub>
                    </m:sSub>
                    <m:d>
                      <m:dPr>
                        <m:ctrlPr>
                          <a:rPr lang="en-IN" sz="28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8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8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e>
                    </m:d>
                  </m:oMath>
                </a14:m>
                <a:endParaRPr lang="en-IN" sz="28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9F2B2E11-7D92-6FED-AAFB-FEBC74A16A0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78061" y="3359558"/>
                <a:ext cx="1849244" cy="543600"/>
              </a:xfrm>
              <a:prstGeom prst="rect">
                <a:avLst/>
              </a:prstGeom>
              <a:blipFill>
                <a:blip r:embed="rId8"/>
                <a:stretch>
                  <a:fillRect l="-6931" t="-11236" b="-26966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B6227663-B022-6112-D81E-69257EA5B395}"/>
                  </a:ext>
                </a:extLst>
              </p:cNvPr>
              <p:cNvSpPr/>
              <p:nvPr/>
            </p:nvSpPr>
            <p:spPr>
              <a:xfrm>
                <a:off x="3691465" y="3357246"/>
                <a:ext cx="1849244" cy="543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r>
                  <a:rPr lang="en-IN" sz="2800" b="1" dirty="0">
                    <a:solidFill>
                      <a:srgbClr val="FF0000"/>
                    </a:solidFill>
                  </a:rPr>
                  <a:t>,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sz="28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2800" b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𝐑</m:t>
                        </m:r>
                      </m:e>
                      <m:sub>
                        <m:r>
                          <a:rPr lang="en-GB" sz="2800" b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  <m:r>
                          <a:rPr lang="en-IN" sz="2800" b="1" i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𝟒</m:t>
                        </m:r>
                      </m:sub>
                    </m:sSub>
                    <m:d>
                      <m:dPr>
                        <m:ctrlPr>
                          <a:rPr lang="en-IN" sz="28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8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e>
                    </m:d>
                  </m:oMath>
                </a14:m>
                <a:endParaRPr lang="en-IN" sz="28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B6227663-B022-6112-D81E-69257EA5B39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91465" y="3357246"/>
                <a:ext cx="1849244" cy="543600"/>
              </a:xfrm>
              <a:prstGeom prst="rect">
                <a:avLst/>
              </a:prstGeom>
              <a:blipFill>
                <a:blip r:embed="rId9"/>
                <a:stretch>
                  <a:fillRect l="-6931" t="-12360" b="-26966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Content Placeholder 4">
                <a:extLst>
                  <a:ext uri="{FF2B5EF4-FFF2-40B4-BE49-F238E27FC236}">
                    <a16:creationId xmlns:a16="http://schemas.microsoft.com/office/drawing/2014/main" id="{3FA3A1E2-1DEB-699F-3849-4613CD85F047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-90172" y="3954943"/>
                <a:ext cx="5613644" cy="1990113"/>
              </a:xfrm>
              <a:prstGeom prst="rect">
                <a:avLst/>
              </a:prstGeom>
              <a:noFill/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vert="horz" lIns="91440" tIns="45720" rIns="91440" bIns="45720" rtlCol="0" anchor="ctr">
                <a:noAutofit/>
              </a:bodyPr>
              <a:lstStyle>
                <a:lvl1pPr marL="265113" indent="-265113" algn="just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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809625" indent="-352425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lnSpc>
                    <a:spcPct val="11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80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~</m:t>
                      </m:r>
                      <m:d>
                        <m:dPr>
                          <m:begChr m:val="["/>
                          <m:endChr m:val="]"/>
                          <m:ctrlPr>
                            <a:rPr lang="en-IN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Shruti" panose="020B0502040204020203" pitchFamily="34" charset="0"/>
                            </a:rPr>
                          </m:ctrlPr>
                        </m:dPr>
                        <m:e>
                          <m:r>
                            <a:rPr lang="en-IN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Shruti" panose="020B0502040204020203" pitchFamily="34" charset="0"/>
                            </a:rPr>
                            <m:t>  </m:t>
                          </m:r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n-IN" sz="2800" b="0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Shruti" panose="020B0502040204020203" pitchFamily="34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IN" sz="2800" b="0" i="1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Shruti" panose="020B0502040204020203" pitchFamily="34" charset="0"/>
                                  </a:rPr>
                                  <m:t> </m:t>
                                </m:r>
                                <m:r>
                                  <a:rPr lang="en-IN" sz="2800" b="0" i="1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Shruti" panose="020B0502040204020203" pitchFamily="34" charset="0"/>
                                  </a:rPr>
                                  <m:t>  1</m:t>
                                </m:r>
                              </m:e>
                              <m:e>
                                <m:r>
                                  <a:rPr lang="en-IN" sz="2800" b="0" i="1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Shruti" panose="020B0502040204020203" pitchFamily="34" charset="0"/>
                                  </a:rPr>
                                  <m:t>−3</m:t>
                                </m:r>
                              </m:e>
                              <m:e>
                                <m:r>
                                  <a:rPr lang="en-IN" sz="2800" b="0" i="1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Shruti" panose="020B0502040204020203" pitchFamily="34" charset="0"/>
                                  </a:rPr>
                                  <m:t>   4</m:t>
                                </m:r>
                              </m:e>
                            </m:mr>
                            <m:mr>
                              <m:e>
                                <m:r>
                                  <a:rPr lang="en-IN" sz="2800" b="0" i="1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Shruti" panose="020B0502040204020203" pitchFamily="34" charset="0"/>
                                  </a:rPr>
                                  <m:t>   </m:t>
                                </m:r>
                                <m:r>
                                  <a:rPr lang="gu-IN" sz="2800" b="0" i="1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Shruti" panose="020B0502040204020203" pitchFamily="34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gu-IN" sz="2800" b="0" i="1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Shruti" panose="020B0502040204020203" pitchFamily="34" charset="0"/>
                                  </a:rPr>
                                  <m:t>   0</m:t>
                                </m:r>
                              </m:e>
                              <m:e>
                                <m:r>
                                  <a:rPr lang="en-IN" sz="2800" b="0" i="1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Shruti" panose="020B0502040204020203" pitchFamily="34" charset="0"/>
                                  </a:rPr>
                                  <m:t>   </m:t>
                                </m:r>
                                <m:r>
                                  <a:rPr lang="gu-IN" sz="2800" b="0" i="1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Shruti" panose="020B0502040204020203" pitchFamily="34" charset="0"/>
                                  </a:rPr>
                                  <m:t>1</m:t>
                                </m:r>
                              </m:e>
                            </m:mr>
                            <m:m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IN" sz="2800" b="0" i="1" smtClean="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Shruti" panose="020B0502040204020203" pitchFamily="34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n-IN" sz="2800" b="0" i="1" smtClean="0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  <a:ea typeface="Calibri" panose="020F0502020204030204" pitchFamily="34" charset="0"/>
                                          <a:cs typeface="Shruti" panose="020B0502040204020203" pitchFamily="34" charset="0"/>
                                        </a:rPr>
                                        <m:t> </m:t>
                                      </m:r>
                                      <m:r>
                                        <a:rPr lang="en-IN" sz="2800" b="0" i="1" smtClean="0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  <a:ea typeface="Calibri" panose="020F0502020204030204" pitchFamily="34" charset="0"/>
                                          <a:cs typeface="Shruti" panose="020B0502040204020203" pitchFamily="34" charset="0"/>
                                        </a:rPr>
                                        <m:t>  </m:t>
                                      </m:r>
                                      <m:r>
                                        <a:rPr lang="gu-IN" sz="2800" b="0" i="1" smtClean="0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  <a:ea typeface="Calibri" panose="020F0502020204030204" pitchFamily="34" charset="0"/>
                                          <a:cs typeface="Shruti" panose="020B0502040204020203" pitchFamily="34" charset="0"/>
                                        </a:rPr>
                                        <m:t>0</m:t>
                                      </m:r>
                                    </m:e>
                                  </m:mr>
                                  <m:mr>
                                    <m:e>
                                      <m:r>
                                        <a:rPr lang="gu-IN" sz="2800" b="0" i="1" smtClean="0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  <a:ea typeface="Calibri" panose="020F0502020204030204" pitchFamily="34" charset="0"/>
                                          <a:cs typeface="Shruti" panose="020B0502040204020203" pitchFamily="34" charset="0"/>
                                        </a:rPr>
                                        <m:t>   0</m:t>
                                      </m:r>
                                    </m:e>
                                  </m:mr>
                                </m:m>
                              </m:e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IN" sz="2800" b="0" i="1" smtClean="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Shruti" panose="020B0502040204020203" pitchFamily="34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gu-IN" sz="2800" b="0" i="1" smtClean="0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  <a:ea typeface="Calibri" panose="020F0502020204030204" pitchFamily="34" charset="0"/>
                                          <a:cs typeface="Shruti" panose="020B0502040204020203" pitchFamily="34" charset="0"/>
                                        </a:rPr>
                                        <m:t> </m:t>
                                      </m:r>
                                      <m:r>
                                        <a:rPr lang="gu-IN" sz="2800" b="0" i="1" smtClean="0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  <a:ea typeface="Calibri" panose="020F0502020204030204" pitchFamily="34" charset="0"/>
                                          <a:cs typeface="Shruti" panose="020B0502040204020203" pitchFamily="34" charset="0"/>
                                        </a:rPr>
                                        <m:t>  0</m:t>
                                      </m:r>
                                    </m:e>
                                  </m:mr>
                                  <m:mr>
                                    <m:e>
                                      <m:r>
                                        <a:rPr lang="en-IN" sz="2800" b="0" i="1" smtClean="0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  <a:ea typeface="Calibri" panose="020F0502020204030204" pitchFamily="34" charset="0"/>
                                          <a:cs typeface="Shruti" panose="020B0502040204020203" pitchFamily="34" charset="0"/>
                                        </a:rPr>
                                        <m:t>   </m:t>
                                      </m:r>
                                      <m:r>
                                        <a:rPr lang="gu-IN" sz="2800" b="0" i="1" smtClean="0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  <a:ea typeface="Calibri" panose="020F0502020204030204" pitchFamily="34" charset="0"/>
                                          <a:cs typeface="Shruti" panose="020B0502040204020203" pitchFamily="34" charset="0"/>
                                        </a:rPr>
                                        <m:t>0</m:t>
                                      </m:r>
                                    </m:e>
                                  </m:mr>
                                </m:m>
                              </m:e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IN" sz="2800" b="0" i="1" smtClean="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Shruti" panose="020B0502040204020203" pitchFamily="34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n-IN" sz="2800" b="0" i="1" smtClean="0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  <a:ea typeface="Calibri" panose="020F0502020204030204" pitchFamily="34" charset="0"/>
                                          <a:cs typeface="Shruti" panose="020B0502040204020203" pitchFamily="34" charset="0"/>
                                        </a:rPr>
                                        <m:t> </m:t>
                                      </m:r>
                                      <m:r>
                                        <a:rPr lang="en-IN" sz="2800" b="0" i="1" smtClean="0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  <a:ea typeface="Calibri" panose="020F0502020204030204" pitchFamily="34" charset="0"/>
                                          <a:cs typeface="Shruti" panose="020B0502040204020203" pitchFamily="34" charset="0"/>
                                        </a:rPr>
                                        <m:t>  </m:t>
                                      </m:r>
                                      <m:r>
                                        <a:rPr lang="gu-IN" sz="2800" b="0" i="1" smtClean="0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  <a:ea typeface="Calibri" panose="020F0502020204030204" pitchFamily="34" charset="0"/>
                                          <a:cs typeface="Shruti" panose="020B0502040204020203" pitchFamily="34" charset="0"/>
                                        </a:rPr>
                                        <m:t>1</m:t>
                                      </m:r>
                                    </m:e>
                                  </m:mr>
                                  <m:mr>
                                    <m:e>
                                      <m:r>
                                        <a:rPr lang="gu-IN" sz="2800" b="0" i="1" smtClean="0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  <a:ea typeface="Calibri" panose="020F0502020204030204" pitchFamily="34" charset="0"/>
                                          <a:cs typeface="Shruti" panose="020B0502040204020203" pitchFamily="34" charset="0"/>
                                        </a:rPr>
                                        <m:t>   0</m:t>
                                      </m:r>
                                    </m:e>
                                  </m:mr>
                                </m:m>
                              </m:e>
                            </m:mr>
                          </m:m>
                          <m:r>
                            <a:rPr lang="en-IN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Shruti" panose="020B0502040204020203" pitchFamily="34" charset="0"/>
                            </a:rPr>
                            <m:t>    </m:t>
                          </m:r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n-IN" sz="2800" b="0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Shruti" panose="020B0502040204020203" pitchFamily="34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IN" sz="2800" b="0" i="1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Shruti" panose="020B0502040204020203" pitchFamily="34" charset="0"/>
                                  </a:rPr>
                                  <m:t>−</m:t>
                                </m:r>
                                <m:r>
                                  <a:rPr lang="en-IN" sz="2800" b="0" i="1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Shruti" panose="020B0502040204020203" pitchFamily="34" charset="0"/>
                                  </a:rPr>
                                  <m:t>2</m:t>
                                </m:r>
                              </m:e>
                              <m:e>
                                <m:r>
                                  <a:rPr lang="en-IN" sz="2800" b="0" i="1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Shruti" panose="020B0502040204020203" pitchFamily="34" charset="0"/>
                                  </a:rPr>
                                  <m:t>   5</m:t>
                                </m:r>
                              </m:e>
                              <m:e>
                                <m:r>
                                  <a:rPr lang="en-IN" sz="2800" b="0" i="1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Shruti" panose="020B0502040204020203" pitchFamily="34" charset="0"/>
                                  </a:rPr>
                                  <m:t>    4</m:t>
                                </m:r>
                              </m:e>
                            </m:mr>
                            <m:mr>
                              <m:e>
                                <m:r>
                                  <a:rPr lang="gu-IN" sz="2800" b="0" i="1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Shruti" panose="020B0502040204020203" pitchFamily="34" charset="0"/>
                                  </a:rPr>
                                  <m:t>   3</m:t>
                                </m:r>
                              </m:e>
                              <m:e>
                                <m:r>
                                  <a:rPr lang="gu-IN" sz="2800" b="0" i="1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Shruti" panose="020B0502040204020203" pitchFamily="34" charset="0"/>
                                  </a:rPr>
                                  <m:t>−2</m:t>
                                </m:r>
                              </m:e>
                              <m:e>
                                <m:r>
                                  <a:rPr lang="gu-IN" sz="2800" b="0" i="1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Shruti" panose="020B0502040204020203" pitchFamily="34" charset="0"/>
                                  </a:rPr>
                                  <m:t>−6</m:t>
                                </m:r>
                              </m:e>
                            </m:mr>
                            <m:m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IN" sz="2800" b="0" i="1" smtClean="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Shruti" panose="020B0502040204020203" pitchFamily="34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a:rPr lang="gu-IN" sz="2800" b="0" i="1" smtClean="0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  <a:ea typeface="Calibri" panose="020F0502020204030204" pitchFamily="34" charset="0"/>
                                          <a:cs typeface="Shruti" panose="020B0502040204020203" pitchFamily="34" charset="0"/>
                                        </a:rPr>
                                        <m:t>   3</m:t>
                                      </m:r>
                                    </m:e>
                                  </m:mr>
                                  <m:mr>
                                    <m:e>
                                      <m:r>
                                        <a:rPr lang="en-IN" sz="2800" b="0" i="1" smtClean="0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  <a:ea typeface="Calibri" panose="020F0502020204030204" pitchFamily="34" charset="0"/>
                                          <a:cs typeface="Shruti" panose="020B0502040204020203" pitchFamily="34" charset="0"/>
                                        </a:rPr>
                                        <m:t>   </m:t>
                                      </m:r>
                                      <m:r>
                                        <a:rPr lang="gu-IN" sz="2800" b="0" i="1" smtClean="0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  <a:ea typeface="Calibri" panose="020F0502020204030204" pitchFamily="34" charset="0"/>
                                          <a:cs typeface="Shruti" panose="020B0502040204020203" pitchFamily="34" charset="0"/>
                                        </a:rPr>
                                        <m:t>0</m:t>
                                      </m:r>
                                    </m:e>
                                  </m:mr>
                                </m:m>
                              </m:e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IN" sz="2800" b="0" i="1" smtClean="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Shruti" panose="020B0502040204020203" pitchFamily="34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gu-IN" sz="2800" b="0" i="1" smtClean="0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  <a:ea typeface="Calibri" panose="020F0502020204030204" pitchFamily="34" charset="0"/>
                                          <a:cs typeface="Shruti" panose="020B0502040204020203" pitchFamily="34" charset="0"/>
                                        </a:rPr>
                                        <m:t>−</m:t>
                                      </m:r>
                                      <m:r>
                                        <a:rPr lang="gu-IN" sz="2800" b="0" i="1" smtClean="0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  <a:ea typeface="Calibri" panose="020F0502020204030204" pitchFamily="34" charset="0"/>
                                          <a:cs typeface="Shruti" panose="020B0502040204020203" pitchFamily="34" charset="0"/>
                                        </a:rPr>
                                        <m:t>1</m:t>
                                      </m:r>
                                    </m:e>
                                  </m:mr>
                                  <m:mr>
                                    <m:e>
                                      <m:r>
                                        <a:rPr lang="gu-IN" sz="2800" b="0" i="1" smtClean="0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  <a:ea typeface="Calibri" panose="020F0502020204030204" pitchFamily="34" charset="0"/>
                                          <a:cs typeface="Shruti" panose="020B0502040204020203" pitchFamily="34" charset="0"/>
                                        </a:rPr>
                                        <m:t>   0</m:t>
                                      </m:r>
                                    </m:e>
                                  </m:mr>
                                </m:m>
                              </m:e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IN" sz="2800" b="0" i="1" smtClean="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Shruti" panose="020B0502040204020203" pitchFamily="34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gu-IN" sz="2800" b="0" i="1" smtClean="0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  <a:ea typeface="Calibri" panose="020F0502020204030204" pitchFamily="34" charset="0"/>
                                          <a:cs typeface="Shruti" panose="020B0502040204020203" pitchFamily="34" charset="0"/>
                                        </a:rPr>
                                        <m:t>−</m:t>
                                      </m:r>
                                      <m:r>
                                        <a:rPr lang="gu-IN" sz="2800" b="0" i="1" smtClean="0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  <a:ea typeface="Calibri" panose="020F0502020204030204" pitchFamily="34" charset="0"/>
                                          <a:cs typeface="Shruti" panose="020B0502040204020203" pitchFamily="34" charset="0"/>
                                        </a:rPr>
                                        <m:t>1</m:t>
                                      </m:r>
                                    </m:e>
                                  </m:mr>
                                  <m:mr>
                                    <m:e>
                                      <m:r>
                                        <a:rPr lang="gu-IN" sz="2800" b="0" i="1" smtClean="0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  <a:ea typeface="Calibri" panose="020F0502020204030204" pitchFamily="34" charset="0"/>
                                          <a:cs typeface="Shruti" panose="020B0502040204020203" pitchFamily="34" charset="0"/>
                                        </a:rPr>
                                        <m:t>   0</m:t>
                                      </m:r>
                                    </m:e>
                                  </m:mr>
                                </m:m>
                              </m:e>
                            </m:mr>
                          </m:m>
                          <m:r>
                            <a:rPr lang="en-IN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Shruti" panose="020B0502040204020203" pitchFamily="34" charset="0"/>
                            </a:rPr>
                            <m:t>  </m:t>
                          </m:r>
                        </m:e>
                      </m:d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  <a:ea typeface="Calibri" panose="020F0502020204030204" pitchFamily="34" charset="0"/>
                  <a:cs typeface="Shruti" panose="020B0502040204020203" pitchFamily="34" charset="0"/>
                </a:endParaRPr>
              </a:p>
            </p:txBody>
          </p:sp>
        </mc:Choice>
        <mc:Fallback xmlns="">
          <p:sp>
            <p:nvSpPr>
              <p:cNvPr id="9" name="Content Placeholder 4">
                <a:extLst>
                  <a:ext uri="{FF2B5EF4-FFF2-40B4-BE49-F238E27FC236}">
                    <a16:creationId xmlns:a16="http://schemas.microsoft.com/office/drawing/2014/main" id="{3FA3A1E2-1DEB-699F-3849-4613CD85F04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90172" y="3954943"/>
                <a:ext cx="5613644" cy="1990113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  <a:ln w="12700" cap="flat" cmpd="sng" algn="ctr">
                <a:noFill/>
                <a:prstDash val="solid"/>
                <a:miter lim="800000"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Rectangle: Rounded Corners 37">
            <a:extLst>
              <a:ext uri="{FF2B5EF4-FFF2-40B4-BE49-F238E27FC236}">
                <a16:creationId xmlns:a16="http://schemas.microsoft.com/office/drawing/2014/main" id="{CB3A4E4B-7CD1-C4ED-F287-64FC7CD02626}"/>
              </a:ext>
            </a:extLst>
          </p:cNvPr>
          <p:cNvSpPr/>
          <p:nvPr/>
        </p:nvSpPr>
        <p:spPr>
          <a:xfrm>
            <a:off x="5991219" y="1008179"/>
            <a:ext cx="36000" cy="5270760"/>
          </a:xfrm>
          <a:prstGeom prst="roundRect">
            <a:avLst/>
          </a:prstGeom>
          <a:gradFill>
            <a:gsLst>
              <a:gs pos="10000">
                <a:srgbClr val="0E47A1"/>
              </a:gs>
              <a:gs pos="100000">
                <a:srgbClr val="03A9F5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algn="ctr"/>
            <a:r>
              <a:rPr lang="en-IN" sz="2800" b="1" dirty="0">
                <a:solidFill>
                  <a:schemeClr val="bg1"/>
                </a:solidFill>
              </a:rPr>
              <a:t>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Content Placeholder 4">
                <a:extLst>
                  <a:ext uri="{FF2B5EF4-FFF2-40B4-BE49-F238E27FC236}">
                    <a16:creationId xmlns:a16="http://schemas.microsoft.com/office/drawing/2014/main" id="{4AD85ED1-F960-EBE9-9FAA-BD2FFA93B96D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164226" y="1204206"/>
                <a:ext cx="5613644" cy="1990113"/>
              </a:xfrm>
              <a:prstGeom prst="rect">
                <a:avLst/>
              </a:prstGeom>
              <a:noFill/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vert="horz" lIns="91440" tIns="45720" rIns="91440" bIns="45720" rtlCol="0" anchor="ctr">
                <a:noAutofit/>
              </a:bodyPr>
              <a:lstStyle>
                <a:lvl1pPr marL="265113" indent="-265113" algn="just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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809625" indent="-352425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lnSpc>
                    <a:spcPct val="11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80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~</m:t>
                      </m:r>
                      <m:d>
                        <m:dPr>
                          <m:begChr m:val="["/>
                          <m:endChr m:val="]"/>
                          <m:ctrlPr>
                            <a:rPr lang="en-IN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Shruti" panose="020B0502040204020203" pitchFamily="34" charset="0"/>
                            </a:rPr>
                          </m:ctrlPr>
                        </m:dPr>
                        <m:e>
                          <m:r>
                            <a:rPr lang="en-IN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Shruti" panose="020B0502040204020203" pitchFamily="34" charset="0"/>
                            </a:rPr>
                            <m:t>  </m:t>
                          </m:r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n-IN" sz="2800" b="0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Shruti" panose="020B0502040204020203" pitchFamily="34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IN" sz="2800" b="0" i="1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Shruti" panose="020B0502040204020203" pitchFamily="34" charset="0"/>
                                  </a:rPr>
                                  <m:t> </m:t>
                                </m:r>
                                <m:r>
                                  <a:rPr lang="en-IN" sz="2800" b="0" i="1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Shruti" panose="020B0502040204020203" pitchFamily="34" charset="0"/>
                                  </a:rPr>
                                  <m:t>  1</m:t>
                                </m:r>
                              </m:e>
                              <m:e>
                                <m:r>
                                  <a:rPr lang="en-IN" sz="2800" b="0" i="1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Shruti" panose="020B0502040204020203" pitchFamily="34" charset="0"/>
                                  </a:rPr>
                                  <m:t>−3</m:t>
                                </m:r>
                              </m:e>
                              <m:e>
                                <m:r>
                                  <a:rPr lang="en-IN" sz="2800" b="0" i="1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Shruti" panose="020B0502040204020203" pitchFamily="34" charset="0"/>
                                  </a:rPr>
                                  <m:t>   4</m:t>
                                </m:r>
                              </m:e>
                            </m:mr>
                            <m:mr>
                              <m:e>
                                <m:r>
                                  <a:rPr lang="en-IN" sz="2800" b="0" i="1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Shruti" panose="020B0502040204020203" pitchFamily="34" charset="0"/>
                                  </a:rPr>
                                  <m:t>   </m:t>
                                </m:r>
                                <m:r>
                                  <a:rPr lang="gu-IN" sz="2800" b="0" i="1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Shruti" panose="020B0502040204020203" pitchFamily="34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gu-IN" sz="2800" b="0" i="1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Shruti" panose="020B0502040204020203" pitchFamily="34" charset="0"/>
                                  </a:rPr>
                                  <m:t>   0</m:t>
                                </m:r>
                              </m:e>
                              <m:e>
                                <m:r>
                                  <a:rPr lang="en-IN" sz="2800" b="0" i="1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Shruti" panose="020B0502040204020203" pitchFamily="34" charset="0"/>
                                  </a:rPr>
                                  <m:t>   </m:t>
                                </m:r>
                                <m:r>
                                  <a:rPr lang="gu-IN" sz="2800" b="0" i="1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Shruti" panose="020B0502040204020203" pitchFamily="34" charset="0"/>
                                  </a:rPr>
                                  <m:t>1</m:t>
                                </m:r>
                              </m:e>
                            </m:mr>
                            <m:m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IN" sz="2800" b="0" i="1" smtClean="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Shruti" panose="020B0502040204020203" pitchFamily="34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n-IN" sz="2800" b="0" i="1" smtClean="0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  <a:ea typeface="Calibri" panose="020F0502020204030204" pitchFamily="34" charset="0"/>
                                          <a:cs typeface="Shruti" panose="020B0502040204020203" pitchFamily="34" charset="0"/>
                                        </a:rPr>
                                        <m:t> </m:t>
                                      </m:r>
                                      <m:r>
                                        <a:rPr lang="en-IN" sz="2800" b="0" i="1" smtClean="0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  <a:ea typeface="Calibri" panose="020F0502020204030204" pitchFamily="34" charset="0"/>
                                          <a:cs typeface="Shruti" panose="020B0502040204020203" pitchFamily="34" charset="0"/>
                                        </a:rPr>
                                        <m:t>  </m:t>
                                      </m:r>
                                      <m:r>
                                        <a:rPr lang="gu-IN" sz="2800" b="0" i="1" smtClean="0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  <a:ea typeface="Calibri" panose="020F0502020204030204" pitchFamily="34" charset="0"/>
                                          <a:cs typeface="Shruti" panose="020B0502040204020203" pitchFamily="34" charset="0"/>
                                        </a:rPr>
                                        <m:t>0</m:t>
                                      </m:r>
                                    </m:e>
                                  </m:mr>
                                  <m:mr>
                                    <m:e>
                                      <m:r>
                                        <a:rPr lang="gu-IN" sz="2800" b="0" i="1" smtClean="0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  <a:ea typeface="Calibri" panose="020F0502020204030204" pitchFamily="34" charset="0"/>
                                          <a:cs typeface="Shruti" panose="020B0502040204020203" pitchFamily="34" charset="0"/>
                                        </a:rPr>
                                        <m:t>   0</m:t>
                                      </m:r>
                                    </m:e>
                                  </m:mr>
                                </m:m>
                              </m:e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IN" sz="2800" b="0" i="1" smtClean="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Shruti" panose="020B0502040204020203" pitchFamily="34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gu-IN" sz="2800" b="0" i="1" smtClean="0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  <a:ea typeface="Calibri" panose="020F0502020204030204" pitchFamily="34" charset="0"/>
                                          <a:cs typeface="Shruti" panose="020B0502040204020203" pitchFamily="34" charset="0"/>
                                        </a:rPr>
                                        <m:t> </m:t>
                                      </m:r>
                                      <m:r>
                                        <a:rPr lang="gu-IN" sz="2800" b="0" i="1" smtClean="0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  <a:ea typeface="Calibri" panose="020F0502020204030204" pitchFamily="34" charset="0"/>
                                          <a:cs typeface="Shruti" panose="020B0502040204020203" pitchFamily="34" charset="0"/>
                                        </a:rPr>
                                        <m:t>  0</m:t>
                                      </m:r>
                                    </m:e>
                                  </m:mr>
                                  <m:mr>
                                    <m:e>
                                      <m:r>
                                        <a:rPr lang="en-IN" sz="2800" b="0" i="1" smtClean="0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  <a:ea typeface="Calibri" panose="020F0502020204030204" pitchFamily="34" charset="0"/>
                                          <a:cs typeface="Shruti" panose="020B0502040204020203" pitchFamily="34" charset="0"/>
                                        </a:rPr>
                                        <m:t>   </m:t>
                                      </m:r>
                                      <m:r>
                                        <a:rPr lang="gu-IN" sz="2800" b="0" i="1" smtClean="0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  <a:ea typeface="Calibri" panose="020F0502020204030204" pitchFamily="34" charset="0"/>
                                          <a:cs typeface="Shruti" panose="020B0502040204020203" pitchFamily="34" charset="0"/>
                                        </a:rPr>
                                        <m:t>0</m:t>
                                      </m:r>
                                    </m:e>
                                  </m:mr>
                                </m:m>
                              </m:e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IN" sz="2800" b="0" i="1" smtClean="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Shruti" panose="020B0502040204020203" pitchFamily="34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n-IN" sz="2800" b="0" i="1" smtClean="0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  <a:ea typeface="Calibri" panose="020F0502020204030204" pitchFamily="34" charset="0"/>
                                          <a:cs typeface="Shruti" panose="020B0502040204020203" pitchFamily="34" charset="0"/>
                                        </a:rPr>
                                        <m:t> </m:t>
                                      </m:r>
                                      <m:r>
                                        <a:rPr lang="en-IN" sz="2800" b="0" i="1" smtClean="0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  <a:ea typeface="Calibri" panose="020F0502020204030204" pitchFamily="34" charset="0"/>
                                          <a:cs typeface="Shruti" panose="020B0502040204020203" pitchFamily="34" charset="0"/>
                                        </a:rPr>
                                        <m:t>  </m:t>
                                      </m:r>
                                      <m:r>
                                        <a:rPr lang="gu-IN" sz="2800" b="0" i="1" smtClean="0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  <a:ea typeface="Calibri" panose="020F0502020204030204" pitchFamily="34" charset="0"/>
                                          <a:cs typeface="Shruti" panose="020B0502040204020203" pitchFamily="34" charset="0"/>
                                        </a:rPr>
                                        <m:t>0</m:t>
                                      </m:r>
                                    </m:e>
                                  </m:mr>
                                  <m:mr>
                                    <m:e>
                                      <m:r>
                                        <a:rPr lang="gu-IN" sz="2800" b="0" i="1" smtClean="0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  <a:ea typeface="Calibri" panose="020F0502020204030204" pitchFamily="34" charset="0"/>
                                          <a:cs typeface="Shruti" panose="020B0502040204020203" pitchFamily="34" charset="0"/>
                                        </a:rPr>
                                        <m:t>   0</m:t>
                                      </m:r>
                                    </m:e>
                                  </m:mr>
                                </m:m>
                              </m:e>
                            </m:mr>
                          </m:m>
                          <m:r>
                            <a:rPr lang="en-IN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Shruti" panose="020B0502040204020203" pitchFamily="34" charset="0"/>
                            </a:rPr>
                            <m:t>    </m:t>
                          </m:r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n-IN" sz="2800" b="0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Shruti" panose="020B0502040204020203" pitchFamily="34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IN" sz="2800" b="0" i="1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Shruti" panose="020B0502040204020203" pitchFamily="34" charset="0"/>
                                  </a:rPr>
                                  <m:t>−</m:t>
                                </m:r>
                                <m:r>
                                  <a:rPr lang="en-IN" sz="2800" b="0" i="1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Shruti" panose="020B0502040204020203" pitchFamily="34" charset="0"/>
                                  </a:rPr>
                                  <m:t>2</m:t>
                                </m:r>
                              </m:e>
                              <m:e>
                                <m:r>
                                  <a:rPr lang="en-IN" sz="2800" b="0" i="1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Shruti" panose="020B0502040204020203" pitchFamily="34" charset="0"/>
                                  </a:rPr>
                                  <m:t>   5</m:t>
                                </m:r>
                              </m:e>
                              <m:e>
                                <m:r>
                                  <a:rPr lang="en-IN" sz="2800" b="0" i="1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Shruti" panose="020B0502040204020203" pitchFamily="34" charset="0"/>
                                  </a:rPr>
                                  <m:t>    4</m:t>
                                </m:r>
                              </m:e>
                            </m:mr>
                            <m:mr>
                              <m:e>
                                <m:r>
                                  <a:rPr lang="gu-IN" sz="2800" b="0" i="1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Shruti" panose="020B0502040204020203" pitchFamily="34" charset="0"/>
                                  </a:rPr>
                                  <m:t>   3</m:t>
                                </m:r>
                              </m:e>
                              <m:e>
                                <m:r>
                                  <a:rPr lang="gu-IN" sz="2800" b="0" i="1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Shruti" panose="020B0502040204020203" pitchFamily="34" charset="0"/>
                                  </a:rPr>
                                  <m:t>−2</m:t>
                                </m:r>
                              </m:e>
                              <m:e>
                                <m:r>
                                  <a:rPr lang="gu-IN" sz="2800" b="0" i="1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Shruti" panose="020B0502040204020203" pitchFamily="34" charset="0"/>
                                  </a:rPr>
                                  <m:t>−6</m:t>
                                </m:r>
                              </m:e>
                            </m:mr>
                            <m:m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IN" sz="2800" b="0" i="1" smtClean="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Shruti" panose="020B0502040204020203" pitchFamily="34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a:rPr lang="gu-IN" sz="2800" b="0" i="1" smtClean="0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  <a:ea typeface="Calibri" panose="020F0502020204030204" pitchFamily="34" charset="0"/>
                                          <a:cs typeface="Shruti" panose="020B0502040204020203" pitchFamily="34" charset="0"/>
                                        </a:rPr>
                                        <m:t>   0</m:t>
                                      </m:r>
                                    </m:e>
                                  </m:mr>
                                  <m:mr>
                                    <m:e>
                                      <m:r>
                                        <a:rPr lang="en-IN" sz="2800" b="0" i="1" smtClean="0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  <a:ea typeface="Calibri" panose="020F0502020204030204" pitchFamily="34" charset="0"/>
                                          <a:cs typeface="Shruti" panose="020B0502040204020203" pitchFamily="34" charset="0"/>
                                        </a:rPr>
                                        <m:t>   </m:t>
                                      </m:r>
                                      <m:r>
                                        <a:rPr lang="gu-IN" sz="2800" b="0" i="1" smtClean="0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  <a:ea typeface="Calibri" panose="020F0502020204030204" pitchFamily="34" charset="0"/>
                                          <a:cs typeface="Shruti" panose="020B0502040204020203" pitchFamily="34" charset="0"/>
                                        </a:rPr>
                                        <m:t>0</m:t>
                                      </m:r>
                                    </m:e>
                                  </m:mr>
                                </m:m>
                              </m:e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IN" sz="2800" b="0" i="1" smtClean="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Shruti" panose="020B0502040204020203" pitchFamily="34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a:rPr lang="gu-IN" sz="2800" b="0" i="1" smtClean="0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  <a:ea typeface="Calibri" panose="020F0502020204030204" pitchFamily="34" charset="0"/>
                                          <a:cs typeface="Shruti" panose="020B0502040204020203" pitchFamily="34" charset="0"/>
                                        </a:rPr>
                                        <m:t>   1</m:t>
                                      </m:r>
                                    </m:e>
                                  </m:mr>
                                  <m:mr>
                                    <m:e>
                                      <m:r>
                                        <a:rPr lang="gu-IN" sz="2800" b="0" i="1" smtClean="0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  <a:ea typeface="Calibri" panose="020F0502020204030204" pitchFamily="34" charset="0"/>
                                          <a:cs typeface="Shruti" panose="020B0502040204020203" pitchFamily="34" charset="0"/>
                                        </a:rPr>
                                        <m:t>   0</m:t>
                                      </m:r>
                                    </m:e>
                                  </m:mr>
                                </m:m>
                              </m:e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IN" sz="2800" b="0" i="1" smtClean="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Shruti" panose="020B0502040204020203" pitchFamily="34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a:rPr lang="gu-IN" sz="2800" b="0" i="1" smtClean="0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  <a:ea typeface="Calibri" panose="020F0502020204030204" pitchFamily="34" charset="0"/>
                                          <a:cs typeface="Shruti" panose="020B0502040204020203" pitchFamily="34" charset="0"/>
                                        </a:rPr>
                                        <m:t>   5</m:t>
                                      </m:r>
                                    </m:e>
                                  </m:mr>
                                  <m:mr>
                                    <m:e>
                                      <m:r>
                                        <a:rPr lang="gu-IN" sz="2800" b="0" i="1" smtClean="0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  <a:ea typeface="Calibri" panose="020F0502020204030204" pitchFamily="34" charset="0"/>
                                          <a:cs typeface="Shruti" panose="020B0502040204020203" pitchFamily="34" charset="0"/>
                                        </a:rPr>
                                        <m:t>   0</m:t>
                                      </m:r>
                                    </m:e>
                                  </m:mr>
                                </m:m>
                              </m:e>
                            </m:mr>
                          </m:m>
                          <m:r>
                            <a:rPr lang="en-IN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Shruti" panose="020B0502040204020203" pitchFamily="34" charset="0"/>
                            </a:rPr>
                            <m:t>  </m:t>
                          </m:r>
                        </m:e>
                      </m:d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  <a:ea typeface="Calibri" panose="020F0502020204030204" pitchFamily="34" charset="0"/>
                  <a:cs typeface="Shruti" panose="020B0502040204020203" pitchFamily="34" charset="0"/>
                </a:endParaRPr>
              </a:p>
            </p:txBody>
          </p:sp>
        </mc:Choice>
        <mc:Fallback xmlns="">
          <p:sp>
            <p:nvSpPr>
              <p:cNvPr id="13" name="Content Placeholder 4">
                <a:extLst>
                  <a:ext uri="{FF2B5EF4-FFF2-40B4-BE49-F238E27FC236}">
                    <a16:creationId xmlns:a16="http://schemas.microsoft.com/office/drawing/2014/main" id="{4AD85ED1-F960-EBE9-9FAA-BD2FFA93B96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64226" y="1204206"/>
                <a:ext cx="5613644" cy="1990113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  <a:ln w="12700" cap="flat" cmpd="sng" algn="ctr">
                <a:noFill/>
                <a:prstDash val="solid"/>
                <a:miter lim="800000"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Content Placeholder 4">
                <a:extLst>
                  <a:ext uri="{FF2B5EF4-FFF2-40B4-BE49-F238E27FC236}">
                    <a16:creationId xmlns:a16="http://schemas.microsoft.com/office/drawing/2014/main" id="{5A326293-0D93-F77E-69DD-F865C66AA69F}"/>
                  </a:ext>
                </a:extLst>
              </p:cNvPr>
              <p:cNvSpPr txBox="1">
                <a:spLocks/>
              </p:cNvSpPr>
              <p:nvPr/>
            </p:nvSpPr>
            <p:spPr>
              <a:xfrm flipH="1">
                <a:off x="6205530" y="3357246"/>
                <a:ext cx="5364959" cy="543600"/>
              </a:xfrm>
              <a:prstGeom prst="rect">
                <a:avLst/>
              </a:prstGeom>
              <a:noFill/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vert="horz" lIns="91440" tIns="45720" rIns="91440" bIns="45720" rtlCol="0" anchor="ctr">
                <a:noAutofit/>
              </a:bodyPr>
              <a:lstStyle>
                <a:defPPr>
                  <a:defRPr lang="en-US"/>
                </a:defPPr>
                <a:lvl1pPr marL="118745" algn="just">
                  <a:lnSpc>
                    <a:spcPct val="115000"/>
                  </a:lnSpc>
                  <a:spcBef>
                    <a:spcPts val="1000"/>
                  </a:spcBef>
                  <a:spcAft>
                    <a:spcPts val="800"/>
                  </a:spcAft>
                  <a:buClr>
                    <a:schemeClr val="accent6"/>
                  </a:buClr>
                  <a:buFont typeface="Wingdings 3" panose="05040102010807070707" pitchFamily="18" charset="2"/>
                  <a:buNone/>
                  <a:defRPr sz="2800">
                    <a:solidFill>
                      <a:srgbClr val="3A4A6A"/>
                    </a:solidFill>
                  </a:defRPr>
                </a:lvl1pPr>
              </a:lstStyle>
              <a:p>
                <a:pPr>
                  <a:lnSpc>
                    <a:spcPct val="90000"/>
                  </a:lnSpc>
                </a:pPr>
                <a:r>
                  <a:rPr lang="en-US" dirty="0">
                    <a:solidFill>
                      <a:srgbClr val="002060"/>
                    </a:solidFill>
                  </a:rPr>
                  <a:t>Here</a:t>
                </a:r>
                <a:r>
                  <a:rPr lang="en-GB" dirty="0">
                    <a:solidFill>
                      <a:srgbClr val="002060"/>
                    </a:solidFill>
                  </a:rPr>
                  <a:t>, There are </a:t>
                </a:r>
                <a14:m>
                  <m:oMath xmlns:m="http://schemas.openxmlformats.org/officeDocument/2006/math">
                    <m:r>
                      <a:rPr lang="en-GB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𝟑</m:t>
                    </m:r>
                  </m:oMath>
                </a14:m>
                <a:r>
                  <a:rPr lang="en-GB" dirty="0">
                    <a:solidFill>
                      <a:srgbClr val="002060"/>
                    </a:solidFill>
                  </a:rPr>
                  <a:t> leading elements.</a:t>
                </a:r>
                <a:endParaRPr lang="en-US" dirty="0">
                  <a:solidFill>
                    <a:srgbClr val="002060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4" name="Content Placeholder 4">
                <a:extLst>
                  <a:ext uri="{FF2B5EF4-FFF2-40B4-BE49-F238E27FC236}">
                    <a16:creationId xmlns:a16="http://schemas.microsoft.com/office/drawing/2014/main" id="{5A326293-0D93-F77E-69DD-F865C66AA69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6205530" y="3357246"/>
                <a:ext cx="5364959" cy="543600"/>
              </a:xfrm>
              <a:prstGeom prst="rect">
                <a:avLst/>
              </a:prstGeom>
              <a:blipFill>
                <a:blip r:embed="rId12"/>
                <a:stretch>
                  <a:fillRect l="-227" t="-12360" r="-682" b="-25843"/>
                </a:stretch>
              </a:blipFill>
              <a:ln w="12700" cap="flat" cmpd="sng" algn="ctr">
                <a:noFill/>
                <a:prstDash val="solid"/>
                <a:miter lim="800000"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Rounded Rectangle 56">
            <a:extLst>
              <a:ext uri="{FF2B5EF4-FFF2-40B4-BE49-F238E27FC236}">
                <a16:creationId xmlns:a16="http://schemas.microsoft.com/office/drawing/2014/main" id="{DB88FE5E-D4D1-8845-2914-BA427D967FB4}"/>
              </a:ext>
            </a:extLst>
          </p:cNvPr>
          <p:cNvSpPr/>
          <p:nvPr/>
        </p:nvSpPr>
        <p:spPr>
          <a:xfrm>
            <a:off x="7035320" y="1543417"/>
            <a:ext cx="360000" cy="360000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Content Placeholder 4">
                <a:extLst>
                  <a:ext uri="{FF2B5EF4-FFF2-40B4-BE49-F238E27FC236}">
                    <a16:creationId xmlns:a16="http://schemas.microsoft.com/office/drawing/2014/main" id="{44ADC324-E3B6-B2D4-AF77-08312E717D48}"/>
                  </a:ext>
                </a:extLst>
              </p:cNvPr>
              <p:cNvSpPr txBox="1">
                <a:spLocks/>
              </p:cNvSpPr>
              <p:nvPr/>
            </p:nvSpPr>
            <p:spPr>
              <a:xfrm flipH="1">
                <a:off x="6205531" y="3979483"/>
                <a:ext cx="5054600" cy="543600"/>
              </a:xfrm>
              <a:prstGeom prst="rect">
                <a:avLst/>
              </a:prstGeom>
              <a:noFill/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vert="horz" lIns="91440" tIns="45720" rIns="91440" bIns="45720" rtlCol="0" anchor="ctr">
                <a:noAutofit/>
              </a:bodyPr>
              <a:lstStyle>
                <a:defPPr>
                  <a:defRPr lang="en-US"/>
                </a:defPPr>
                <a:lvl1pPr marL="118745" algn="just">
                  <a:lnSpc>
                    <a:spcPct val="115000"/>
                  </a:lnSpc>
                  <a:spcBef>
                    <a:spcPts val="1000"/>
                  </a:spcBef>
                  <a:spcAft>
                    <a:spcPts val="800"/>
                  </a:spcAft>
                  <a:buClr>
                    <a:schemeClr val="accent6"/>
                  </a:buClr>
                  <a:buFont typeface="Wingdings 3" panose="05040102010807070707" pitchFamily="18" charset="2"/>
                  <a:buNone/>
                  <a:defRPr sz="2800">
                    <a:solidFill>
                      <a:srgbClr val="3A4A6A"/>
                    </a:solidFill>
                  </a:defRPr>
                </a:lvl1pPr>
              </a:lstStyle>
              <a:p>
                <a:pPr>
                  <a:lnSpc>
                    <a:spcPct val="90000"/>
                  </a:lnSpc>
                </a:pPr>
                <a:r>
                  <a:rPr lang="en-US" b="1" i="0" dirty="0">
                    <a:solidFill>
                      <a:srgbClr val="FF0000"/>
                    </a:solidFill>
                    <a:latin typeface="+mj-lt"/>
                  </a:rPr>
                  <a:t>dim(Column Space) </a:t>
                </a:r>
                <a14:m>
                  <m:oMath xmlns:m="http://schemas.openxmlformats.org/officeDocument/2006/math">
                    <m:r>
                      <a:rPr lang="en-US" b="0" i="0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b="0" i="0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lang="en-GB" dirty="0">
                    <a:solidFill>
                      <a:srgbClr val="002060"/>
                    </a:solidFill>
                  </a:rPr>
                  <a:t>.</a:t>
                </a:r>
                <a:endParaRPr lang="en-US" dirty="0">
                  <a:solidFill>
                    <a:srgbClr val="002060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6" name="Content Placeholder 4">
                <a:extLst>
                  <a:ext uri="{FF2B5EF4-FFF2-40B4-BE49-F238E27FC236}">
                    <a16:creationId xmlns:a16="http://schemas.microsoft.com/office/drawing/2014/main" id="{44ADC324-E3B6-B2D4-AF77-08312E717D4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6205531" y="3979483"/>
                <a:ext cx="5054600" cy="543600"/>
              </a:xfrm>
              <a:prstGeom prst="rect">
                <a:avLst/>
              </a:prstGeom>
              <a:blipFill>
                <a:blip r:embed="rId13"/>
                <a:stretch>
                  <a:fillRect l="-241" t="-12360" b="-25843"/>
                </a:stretch>
              </a:blipFill>
              <a:ln w="12700" cap="flat" cmpd="sng" algn="ctr">
                <a:noFill/>
                <a:prstDash val="solid"/>
                <a:miter lim="800000"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Content Placeholder 4">
                <a:extLst>
                  <a:ext uri="{FF2B5EF4-FFF2-40B4-BE49-F238E27FC236}">
                    <a16:creationId xmlns:a16="http://schemas.microsoft.com/office/drawing/2014/main" id="{6039BE2F-A690-1312-D62A-9272405930B9}"/>
                  </a:ext>
                </a:extLst>
              </p:cNvPr>
              <p:cNvSpPr txBox="1">
                <a:spLocks/>
              </p:cNvSpPr>
              <p:nvPr/>
            </p:nvSpPr>
            <p:spPr>
              <a:xfrm flipH="1">
                <a:off x="7074034" y="4661177"/>
                <a:ext cx="3788786" cy="1759413"/>
              </a:xfrm>
              <a:prstGeom prst="rect">
                <a:avLst/>
              </a:prstGeom>
              <a:noFill/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vert="horz" lIns="91440" tIns="45720" rIns="91440" bIns="45720" rtlCol="0" anchor="ctr">
                <a:noAutofit/>
              </a:bodyPr>
              <a:lstStyle>
                <a:defPPr>
                  <a:defRPr lang="en-US"/>
                </a:defPPr>
                <a:lvl1pPr marL="118745" algn="just">
                  <a:lnSpc>
                    <a:spcPct val="115000"/>
                  </a:lnSpc>
                  <a:spcBef>
                    <a:spcPts val="1000"/>
                  </a:spcBef>
                  <a:spcAft>
                    <a:spcPts val="800"/>
                  </a:spcAft>
                  <a:buClr>
                    <a:schemeClr val="accent6"/>
                  </a:buClr>
                  <a:buFont typeface="Wingdings 3" panose="05040102010807070707" pitchFamily="18" charset="2"/>
                  <a:buNone/>
                  <a:defRPr sz="2800">
                    <a:solidFill>
                      <a:srgbClr val="3A4A6A"/>
                    </a:solidFill>
                  </a:defRPr>
                </a:lvl1pPr>
              </a:lstStyle>
              <a:p>
                <a:pPr>
                  <a:lnSpc>
                    <a:spcPct val="9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dirty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}"/>
                          <m:ctrlPr>
                            <a:rPr lang="en-US" b="0" i="1" dirty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dirty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en-US" b="0" i="1" dirty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dirty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eqArr>
                                <m:eqArrPr>
                                  <m:ctrlPr>
                                    <a:rPr lang="en-US" i="1" dirty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eqArrPr>
                                <m:e>
                                  <m:r>
                                    <a:rPr lang="en-US" b="0" dirty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   </m:t>
                                  </m:r>
                                  <m:r>
                                    <a:rPr lang="en-US" b="0" i="1" dirty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e>
                                <m:e>
                                  <m:r>
                                    <a:rPr lang="en-US" b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   </m:t>
                                  </m:r>
                                  <m:r>
                                    <a:rPr lang="en-US" b="0" i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e>
                                <m:e>
                                  <m:r>
                                    <a:rPr lang="en-US" b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   </m:t>
                                  </m:r>
                                  <m:r>
                                    <a:rPr lang="en-US" b="0" i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e>
                                <m:e>
                                  <m:r>
                                    <a:rPr lang="en-US" b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b="0" i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e>
                              </m:eqArr>
                              <m:r>
                                <a:rPr lang="en-US" b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e>
                          </m:d>
                          <m:r>
                            <a:rPr lang="en-US" b="0" dirty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b="0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en-US" b="0" i="1" dirty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dirty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eqArr>
                                <m:eqArrPr>
                                  <m:ctrlPr>
                                    <a:rPr lang="en-US" i="1" dirty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eqArrPr>
                                <m:e>
                                  <m:r>
                                    <a:rPr lang="en-US" b="0" dirty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   </m:t>
                                  </m:r>
                                  <m:r>
                                    <a:rPr lang="en-US" b="0" i="1" dirty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e>
                                <m:e>
                                  <m:r>
                                    <a:rPr lang="en-US" b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   </m:t>
                                  </m:r>
                                  <m:r>
                                    <a:rPr lang="en-US" b="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e>
                                <m:e>
                                  <m:r>
                                    <a:rPr lang="en-US" b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   </m:t>
                                  </m:r>
                                  <m:r>
                                    <a:rPr lang="en-US" b="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e>
                                <m:e>
                                  <m:r>
                                    <a:rPr lang="en-US" b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b="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e>
                              </m:eqArr>
                              <m:r>
                                <a:rPr lang="en-US" b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e>
                          </m:d>
                          <m:r>
                            <a:rPr lang="en-US" b="0" dirty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en-US" b="0" i="1" dirty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dirty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eqArr>
                                <m:eqArrPr>
                                  <m:ctrlPr>
                                    <a:rPr lang="en-US" i="1" dirty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eqArrPr>
                                <m:e>
                                  <m:r>
                                    <a:rPr lang="en-US" b="0" dirty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   </m:t>
                                  </m:r>
                                  <m:r>
                                    <a:rPr lang="en-US" b="0" i="1" dirty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e>
                                <m:e>
                                  <m:r>
                                    <a:rPr lang="en-US" b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   </m:t>
                                  </m:r>
                                  <m:r>
                                    <a:rPr lang="en-US" b="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e>
                                <m:e>
                                  <m:r>
                                    <a:rPr lang="en-US" b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   </m:t>
                                  </m:r>
                                  <m:r>
                                    <a:rPr lang="en-US" b="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e>
                                <m:e>
                                  <m:r>
                                    <a:rPr lang="en-US" b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b="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e>
                              </m:eqArr>
                              <m:r>
                                <a:rPr lang="en-US" b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e>
                          </m:d>
                          <m:r>
                            <a:rPr lang="en-US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d>
                      <m:r>
                        <a:rPr lang="en-US" b="0" dirty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dirty="0">
                  <a:solidFill>
                    <a:srgbClr val="002060"/>
                  </a:solidFill>
                  <a:latin typeface="+mj-lt"/>
                </a:endParaRPr>
              </a:p>
            </p:txBody>
          </p:sp>
        </mc:Choice>
        <mc:Fallback xmlns="">
          <p:sp>
            <p:nvSpPr>
              <p:cNvPr id="17" name="Content Placeholder 4">
                <a:extLst>
                  <a:ext uri="{FF2B5EF4-FFF2-40B4-BE49-F238E27FC236}">
                    <a16:creationId xmlns:a16="http://schemas.microsoft.com/office/drawing/2014/main" id="{6039BE2F-A690-1312-D62A-9272405930B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7074034" y="4661177"/>
                <a:ext cx="3788786" cy="1759413"/>
              </a:xfrm>
              <a:prstGeom prst="rect">
                <a:avLst/>
              </a:prstGeom>
              <a:blipFill>
                <a:blip r:embed="rId14"/>
                <a:stretch>
                  <a:fillRect r="-15756"/>
                </a:stretch>
              </a:blipFill>
              <a:ln w="12700" cap="flat" cmpd="sng" algn="ctr">
                <a:noFill/>
                <a:prstDash val="solid"/>
                <a:miter lim="800000"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Rounded Rectangle 56">
            <a:extLst>
              <a:ext uri="{FF2B5EF4-FFF2-40B4-BE49-F238E27FC236}">
                <a16:creationId xmlns:a16="http://schemas.microsoft.com/office/drawing/2014/main" id="{EB32B703-4798-2514-90FF-33ED450C693B}"/>
              </a:ext>
            </a:extLst>
          </p:cNvPr>
          <p:cNvSpPr/>
          <p:nvPr/>
        </p:nvSpPr>
        <p:spPr>
          <a:xfrm>
            <a:off x="8643987" y="1958285"/>
            <a:ext cx="360000" cy="360000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Rounded Rectangle 56">
            <a:extLst>
              <a:ext uri="{FF2B5EF4-FFF2-40B4-BE49-F238E27FC236}">
                <a16:creationId xmlns:a16="http://schemas.microsoft.com/office/drawing/2014/main" id="{D5757647-E885-9462-42E1-0811974683AD}"/>
              </a:ext>
            </a:extLst>
          </p:cNvPr>
          <p:cNvSpPr/>
          <p:nvPr/>
        </p:nvSpPr>
        <p:spPr>
          <a:xfrm>
            <a:off x="10210321" y="2313885"/>
            <a:ext cx="360000" cy="360000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8" name="Right Arrow 3">
            <a:extLst>
              <a:ext uri="{FF2B5EF4-FFF2-40B4-BE49-F238E27FC236}">
                <a16:creationId xmlns:a16="http://schemas.microsoft.com/office/drawing/2014/main" id="{2A23C778-20E0-DF6C-1370-AE391A44C808}"/>
              </a:ext>
            </a:extLst>
          </p:cNvPr>
          <p:cNvSpPr/>
          <p:nvPr/>
        </p:nvSpPr>
        <p:spPr>
          <a:xfrm rot="5400000" flipV="1">
            <a:off x="6932857" y="880333"/>
            <a:ext cx="576777" cy="394349"/>
          </a:xfrm>
          <a:prstGeom prst="rightArrow">
            <a:avLst/>
          </a:prstGeom>
          <a:gradFill>
            <a:gsLst>
              <a:gs pos="10000">
                <a:srgbClr val="0E47A1"/>
              </a:gs>
              <a:gs pos="100000">
                <a:srgbClr val="03A9F5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Wingdings 3" panose="05040102010807070707" pitchFamily="18" charset="2"/>
              <a:buNone/>
            </a:pPr>
            <a:endParaRPr lang="en-IN" sz="2800" dirty="0">
              <a:solidFill>
                <a:schemeClr val="bg1"/>
              </a:solidFill>
            </a:endParaRPr>
          </a:p>
        </p:txBody>
      </p:sp>
      <p:sp>
        <p:nvSpPr>
          <p:cNvPr id="19" name="Right Arrow 3">
            <a:extLst>
              <a:ext uri="{FF2B5EF4-FFF2-40B4-BE49-F238E27FC236}">
                <a16:creationId xmlns:a16="http://schemas.microsoft.com/office/drawing/2014/main" id="{F62149BF-3291-9B91-49C2-198BA0140573}"/>
              </a:ext>
            </a:extLst>
          </p:cNvPr>
          <p:cNvSpPr/>
          <p:nvPr/>
        </p:nvSpPr>
        <p:spPr>
          <a:xfrm rot="5400000" flipV="1">
            <a:off x="668924" y="880333"/>
            <a:ext cx="576777" cy="394349"/>
          </a:xfrm>
          <a:prstGeom prst="rightArrow">
            <a:avLst/>
          </a:prstGeom>
          <a:gradFill>
            <a:gsLst>
              <a:gs pos="10000">
                <a:srgbClr val="0E47A1"/>
              </a:gs>
              <a:gs pos="100000">
                <a:srgbClr val="03A9F5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Wingdings 3" panose="05040102010807070707" pitchFamily="18" charset="2"/>
              <a:buNone/>
            </a:pPr>
            <a:endParaRPr lang="en-IN" sz="2800" dirty="0">
              <a:solidFill>
                <a:schemeClr val="bg1"/>
              </a:solidFill>
            </a:endParaRPr>
          </a:p>
        </p:txBody>
      </p:sp>
      <p:sp>
        <p:nvSpPr>
          <p:cNvPr id="22" name="Right Arrow 3">
            <a:extLst>
              <a:ext uri="{FF2B5EF4-FFF2-40B4-BE49-F238E27FC236}">
                <a16:creationId xmlns:a16="http://schemas.microsoft.com/office/drawing/2014/main" id="{1F0992C9-4502-AF1E-D6C2-4AB042D0DEFD}"/>
              </a:ext>
            </a:extLst>
          </p:cNvPr>
          <p:cNvSpPr/>
          <p:nvPr/>
        </p:nvSpPr>
        <p:spPr>
          <a:xfrm rot="5400000" flipV="1">
            <a:off x="8541524" y="880333"/>
            <a:ext cx="576777" cy="394349"/>
          </a:xfrm>
          <a:prstGeom prst="rightArrow">
            <a:avLst/>
          </a:prstGeom>
          <a:gradFill>
            <a:gsLst>
              <a:gs pos="10000">
                <a:srgbClr val="0E47A1"/>
              </a:gs>
              <a:gs pos="100000">
                <a:srgbClr val="03A9F5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Wingdings 3" panose="05040102010807070707" pitchFamily="18" charset="2"/>
              <a:buNone/>
            </a:pPr>
            <a:endParaRPr lang="en-IN" sz="2800" dirty="0">
              <a:solidFill>
                <a:schemeClr val="bg1"/>
              </a:solidFill>
            </a:endParaRPr>
          </a:p>
        </p:txBody>
      </p:sp>
      <p:sp>
        <p:nvSpPr>
          <p:cNvPr id="24" name="Right Arrow 3">
            <a:extLst>
              <a:ext uri="{FF2B5EF4-FFF2-40B4-BE49-F238E27FC236}">
                <a16:creationId xmlns:a16="http://schemas.microsoft.com/office/drawing/2014/main" id="{56258054-F1DB-765F-815A-C43D7064E5AC}"/>
              </a:ext>
            </a:extLst>
          </p:cNvPr>
          <p:cNvSpPr/>
          <p:nvPr/>
        </p:nvSpPr>
        <p:spPr>
          <a:xfrm rot="5400000" flipV="1">
            <a:off x="2277591" y="880333"/>
            <a:ext cx="576777" cy="394349"/>
          </a:xfrm>
          <a:prstGeom prst="rightArrow">
            <a:avLst/>
          </a:prstGeom>
          <a:gradFill>
            <a:gsLst>
              <a:gs pos="10000">
                <a:srgbClr val="0E47A1"/>
              </a:gs>
              <a:gs pos="100000">
                <a:srgbClr val="03A9F5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Wingdings 3" panose="05040102010807070707" pitchFamily="18" charset="2"/>
              <a:buNone/>
            </a:pPr>
            <a:endParaRPr lang="en-IN" sz="2800" dirty="0">
              <a:solidFill>
                <a:schemeClr val="bg1"/>
              </a:solidFill>
            </a:endParaRPr>
          </a:p>
        </p:txBody>
      </p:sp>
      <p:sp>
        <p:nvSpPr>
          <p:cNvPr id="26" name="Right Arrow 3">
            <a:extLst>
              <a:ext uri="{FF2B5EF4-FFF2-40B4-BE49-F238E27FC236}">
                <a16:creationId xmlns:a16="http://schemas.microsoft.com/office/drawing/2014/main" id="{02BD9AB4-52C3-E329-7491-4D6789D9B74F}"/>
              </a:ext>
            </a:extLst>
          </p:cNvPr>
          <p:cNvSpPr/>
          <p:nvPr/>
        </p:nvSpPr>
        <p:spPr>
          <a:xfrm rot="5400000" flipV="1">
            <a:off x="10107858" y="867981"/>
            <a:ext cx="576777" cy="394349"/>
          </a:xfrm>
          <a:prstGeom prst="rightArrow">
            <a:avLst/>
          </a:prstGeom>
          <a:gradFill>
            <a:gsLst>
              <a:gs pos="10000">
                <a:srgbClr val="0E47A1"/>
              </a:gs>
              <a:gs pos="100000">
                <a:srgbClr val="03A9F5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Wingdings 3" panose="05040102010807070707" pitchFamily="18" charset="2"/>
              <a:buNone/>
            </a:pPr>
            <a:endParaRPr lang="en-IN" sz="2800" dirty="0">
              <a:solidFill>
                <a:schemeClr val="bg1"/>
              </a:solidFill>
            </a:endParaRPr>
          </a:p>
        </p:txBody>
      </p:sp>
      <p:sp>
        <p:nvSpPr>
          <p:cNvPr id="27" name="Right Arrow 3">
            <a:extLst>
              <a:ext uri="{FF2B5EF4-FFF2-40B4-BE49-F238E27FC236}">
                <a16:creationId xmlns:a16="http://schemas.microsoft.com/office/drawing/2014/main" id="{2BBE4E2D-826C-BF76-F352-0DFD102AC427}"/>
              </a:ext>
            </a:extLst>
          </p:cNvPr>
          <p:cNvSpPr/>
          <p:nvPr/>
        </p:nvSpPr>
        <p:spPr>
          <a:xfrm rot="5400000" flipV="1">
            <a:off x="3843925" y="867981"/>
            <a:ext cx="576777" cy="394349"/>
          </a:xfrm>
          <a:prstGeom prst="rightArrow">
            <a:avLst/>
          </a:prstGeom>
          <a:gradFill>
            <a:gsLst>
              <a:gs pos="10000">
                <a:srgbClr val="0E47A1"/>
              </a:gs>
              <a:gs pos="100000">
                <a:srgbClr val="03A9F5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Wingdings 3" panose="05040102010807070707" pitchFamily="18" charset="2"/>
              <a:buNone/>
            </a:pPr>
            <a:endParaRPr lang="en-IN" sz="2800" dirty="0">
              <a:solidFill>
                <a:schemeClr val="bg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8" name="Rectangle 27">
                <a:extLst>
                  <a:ext uri="{FF2B5EF4-FFF2-40B4-BE49-F238E27FC236}">
                    <a16:creationId xmlns:a16="http://schemas.microsoft.com/office/drawing/2014/main" id="{240FE460-31AB-6181-184C-932A6DBBB8EB}"/>
                  </a:ext>
                </a:extLst>
              </p:cNvPr>
              <p:cNvSpPr/>
              <p:nvPr/>
            </p:nvSpPr>
            <p:spPr>
              <a:xfrm>
                <a:off x="2078061" y="5945056"/>
                <a:ext cx="1701076" cy="543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28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2800" b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𝐑</m:t>
                          </m:r>
                        </m:e>
                        <m:sub>
                          <m:r>
                            <a:rPr lang="gu-IN" sz="28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𝟐𝟑</m:t>
                          </m:r>
                        </m:sub>
                      </m:sSub>
                      <m:d>
                        <m:dPr>
                          <m:ctrlPr>
                            <a:rPr lang="en-IN" sz="28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sz="28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gu-IN" sz="28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e>
                      </m:d>
                    </m:oMath>
                  </m:oMathPara>
                </a14:m>
                <a:endParaRPr lang="en-IN" sz="28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8" name="Rectangle 27">
                <a:extLst>
                  <a:ext uri="{FF2B5EF4-FFF2-40B4-BE49-F238E27FC236}">
                    <a16:creationId xmlns:a16="http://schemas.microsoft.com/office/drawing/2014/main" id="{240FE460-31AB-6181-184C-932A6DBBB8E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78061" y="5945056"/>
                <a:ext cx="1701076" cy="543600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9" name="Content Placeholder 4">
            <a:extLst>
              <a:ext uri="{FF2B5EF4-FFF2-40B4-BE49-F238E27FC236}">
                <a16:creationId xmlns:a16="http://schemas.microsoft.com/office/drawing/2014/main" id="{EF0E55F4-7358-5ED7-ED68-6ACB0B95B205}"/>
              </a:ext>
            </a:extLst>
          </p:cNvPr>
          <p:cNvSpPr txBox="1">
            <a:spLocks/>
          </p:cNvSpPr>
          <p:nvPr/>
        </p:nvSpPr>
        <p:spPr>
          <a:xfrm flipH="1">
            <a:off x="6198259" y="5117148"/>
            <a:ext cx="1490726" cy="7112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defPPr>
              <a:defRPr lang="en-US"/>
            </a:defPPr>
            <a:lvl1pPr marL="118745" algn="just">
              <a:lnSpc>
                <a:spcPct val="115000"/>
              </a:lnSpc>
              <a:spcBef>
                <a:spcPts val="1000"/>
              </a:spcBef>
              <a:spcAft>
                <a:spcPts val="800"/>
              </a:spcAft>
              <a:buClr>
                <a:schemeClr val="accent6"/>
              </a:buClr>
              <a:buFont typeface="Wingdings 3" panose="05040102010807070707" pitchFamily="18" charset="2"/>
              <a:buNone/>
              <a:defRPr sz="2800">
                <a:solidFill>
                  <a:srgbClr val="3A4A6A"/>
                </a:solidFill>
              </a:defRPr>
            </a:lvl1pPr>
          </a:lstStyle>
          <a:p>
            <a:pPr>
              <a:lnSpc>
                <a:spcPct val="90000"/>
              </a:lnSpc>
            </a:pPr>
            <a:r>
              <a:rPr lang="en-US" b="1" dirty="0">
                <a:solidFill>
                  <a:srgbClr val="FF0000"/>
                </a:solidFill>
              </a:rPr>
              <a:t>Basis</a:t>
            </a:r>
            <a:endParaRPr lang="en-US" dirty="0">
              <a:solidFill>
                <a:srgbClr val="002060"/>
              </a:solidFill>
              <a:latin typeface="Cambria Math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403989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9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4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/>
      <p:bldP spid="25" grpId="1"/>
      <p:bldP spid="21" grpId="0"/>
      <p:bldP spid="14" grpId="0"/>
      <p:bldP spid="15" grpId="0" animBg="1"/>
      <p:bldP spid="16" grpId="0"/>
      <p:bldP spid="17" grpId="0"/>
      <p:bldP spid="17" grpId="1"/>
      <p:bldP spid="3" grpId="0" animBg="1"/>
      <p:bldP spid="8" grpId="0" animBg="1"/>
      <p:bldP spid="18" grpId="0" animBg="1"/>
      <p:bldP spid="18" grpId="1" animBg="1"/>
      <p:bldP spid="19" grpId="0" animBg="1"/>
      <p:bldP spid="19" grpId="1" animBg="1"/>
      <p:bldP spid="22" grpId="0" animBg="1"/>
      <p:bldP spid="22" grpId="1" animBg="1"/>
      <p:bldP spid="24" grpId="0" animBg="1"/>
      <p:bldP spid="24" grpId="1" animBg="1"/>
      <p:bldP spid="26" grpId="0" animBg="1"/>
      <p:bldP spid="26" grpId="1" animBg="1"/>
      <p:bldP spid="27" grpId="0" animBg="1"/>
      <p:bldP spid="27" grpId="1" animBg="1"/>
      <p:bldP spid="29" grpId="0"/>
    </p:bldLst>
  </p:timing>
</p:sld>
</file>

<file path=ppt/slides/slide1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Procedure to find the Null Space and its Basis</a:t>
            </a:r>
            <a:endParaRPr lang="en-I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Content Placeholder 3"/>
              <p:cNvSpPr txBox="1">
                <a:spLocks/>
              </p:cNvSpPr>
              <p:nvPr/>
            </p:nvSpPr>
            <p:spPr>
              <a:xfrm>
                <a:off x="131180" y="855159"/>
                <a:ext cx="11929641" cy="5590565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Autofit/>
              </a:bodyPr>
              <a:lstStyle>
                <a:lvl1pPr marL="265113" indent="-265113" algn="just" defTabSz="914400" rtl="0" eaLnBrk="1" latinLnBrk="0" hangingPunct="1">
                  <a:lnSpc>
                    <a:spcPct val="130000"/>
                  </a:lnSpc>
                  <a:spcBef>
                    <a:spcPts val="10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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1pPr>
                <a:lvl2pPr marL="809625" indent="-352425" algn="just" defTabSz="914400" rtl="0" eaLnBrk="1" latinLnBrk="0" hangingPunct="1">
                  <a:lnSpc>
                    <a:spcPct val="13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just" defTabSz="914400" rtl="0" eaLnBrk="1" latinLnBrk="0" hangingPunct="1">
                  <a:lnSpc>
                    <a:spcPct val="13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just" defTabSz="914400" rtl="0" eaLnBrk="1" latinLnBrk="0" hangingPunct="1">
                  <a:lnSpc>
                    <a:spcPct val="13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just" defTabSz="914400" rtl="0" eaLnBrk="1" latinLnBrk="0" hangingPunct="1">
                  <a:lnSpc>
                    <a:spcPct val="13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lvl="0"/>
                <a:r>
                  <a:rPr lang="en-US" dirty="0"/>
                  <a:t>Consider the homogeneous system of simultaneous linear equation.</a:t>
                </a:r>
                <a:endParaRPr lang="en-IN" dirty="0"/>
              </a:p>
              <a:p>
                <a:pPr marL="971550" lvl="1" indent="-514350" fontAlgn="base">
                  <a:buFont typeface="+mj-lt"/>
                  <a:buAutoNum type="arabicPeriod"/>
                </a:pPr>
                <a:r>
                  <a:rPr lang="en-US" dirty="0"/>
                  <a:t>Write the given system in matrix form </a:t>
                </a:r>
                <a14:m>
                  <m:oMath xmlns:m="http://schemas.openxmlformats.org/officeDocument/2006/math">
                    <m:r>
                      <a:rPr lang="en-US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𝐀𝐗</m:t>
                    </m:r>
                    <m:r>
                      <a:rPr lang="en-US" b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𝟎</m:t>
                    </m:r>
                    <m:r>
                      <a:rPr lang="en-US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en-IN" dirty="0"/>
              </a:p>
              <a:p>
                <a:pPr marL="971550" lvl="1" indent="-514350" fontAlgn="base">
                  <a:buFont typeface="+mj-lt"/>
                  <a:buAutoNum type="arabicPeriod"/>
                </a:pPr>
                <a:r>
                  <a:rPr lang="en-US" dirty="0"/>
                  <a:t>Solve the system and obtain the </a:t>
                </a:r>
                <a:r>
                  <a:rPr lang="en-US" b="1" dirty="0">
                    <a:solidFill>
                      <a:srgbClr val="FF0000"/>
                    </a:solidFill>
                  </a:rPr>
                  <a:t>solution vector </a:t>
                </a:r>
                <a14:m>
                  <m:oMath xmlns:m="http://schemas.openxmlformats.org/officeDocument/2006/math">
                    <m:r>
                      <a:rPr lang="en-US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𝐗</m:t>
                    </m:r>
                  </m:oMath>
                </a14:m>
                <a:r>
                  <a:rPr lang="en-US" dirty="0"/>
                  <a:t>.</a:t>
                </a:r>
                <a:endParaRPr lang="en-IN" dirty="0"/>
              </a:p>
              <a:p>
                <a:pPr marL="971550" lvl="1" indent="-514350" fontAlgn="base">
                  <a:buFont typeface="+mj-lt"/>
                  <a:buAutoNum type="arabicPeriod"/>
                </a:pPr>
                <a:r>
                  <a:rPr lang="en-US" dirty="0"/>
                  <a:t>Express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X</m:t>
                    </m:r>
                  </m:oMath>
                </a14:m>
                <a:r>
                  <a:rPr lang="en-US" dirty="0"/>
                  <a:t> in the form </a:t>
                </a:r>
                <a14:m>
                  <m:oMath xmlns:m="http://schemas.openxmlformats.org/officeDocument/2006/math">
                    <m:r>
                      <a:rPr lang="en-US" b="1" i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𝐗</m:t>
                    </m:r>
                    <m:r>
                      <a:rPr lang="en-US" b="1" i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𝐜</m:t>
                        </m:r>
                      </m:e>
                      <m:sub>
                        <m:r>
                          <a:rPr lang="en-US" b="1" i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  <m:sSub>
                      <m:sSubPr>
                        <m:ctrlPr>
                          <a:rPr lang="en-US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𝐗</m:t>
                        </m:r>
                      </m:e>
                      <m:sub>
                        <m:r>
                          <a:rPr lang="en-US" b="1" i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  <m:r>
                      <a:rPr lang="en-US" b="1" i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𝐜</m:t>
                        </m:r>
                      </m:e>
                      <m:sub>
                        <m:r>
                          <a:rPr lang="en-US" b="1" i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sub>
                    </m:sSub>
                    <m:sSub>
                      <m:sSubPr>
                        <m:ctrlPr>
                          <a:rPr lang="en-US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𝐗</m:t>
                        </m:r>
                      </m:e>
                      <m:sub>
                        <m:r>
                          <a:rPr lang="en-US" b="1" i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sub>
                    </m:sSub>
                    <m:r>
                      <a:rPr lang="en-US" b="1" i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+…+</m:t>
                    </m:r>
                    <m:sSub>
                      <m:sSubPr>
                        <m:ctrlPr>
                          <a:rPr lang="en-US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𝐜</m:t>
                        </m:r>
                      </m:e>
                      <m:sub>
                        <m:r>
                          <a:rPr lang="en-US" b="1" i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𝐩</m:t>
                        </m:r>
                      </m:sub>
                    </m:sSub>
                    <m:sSub>
                      <m:sSubPr>
                        <m:ctrlPr>
                          <a:rPr lang="en-US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𝐗</m:t>
                        </m:r>
                      </m:e>
                      <m:sub>
                        <m:r>
                          <a:rPr lang="en-US" b="1" i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𝐩</m:t>
                        </m:r>
                      </m:sub>
                    </m:sSub>
                    <m:r>
                      <a:rPr lang="en-US" b="0" i="0">
                        <a:latin typeface="Cambria Math" panose="02040503050406030204" pitchFamily="18" charset="0"/>
                      </a:rPr>
                      <m:t>, </m:t>
                    </m:r>
                  </m:oMath>
                </a14:m>
                <a:r>
                  <a:rPr lang="en-US" dirty="0">
                    <a:latin typeface="+mj-lt"/>
                  </a:rPr>
                  <a:t>where</a:t>
                </a:r>
                <a14:m>
                  <m:oMath xmlns:m="http://schemas.openxmlformats.org/officeDocument/2006/math">
                    <m:r>
                      <a:rPr lang="en-US" b="0" i="0"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US" b="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b="0" i="0">
                            <a:latin typeface="Cambria Math" panose="02040503050406030204" pitchFamily="18" charset="0"/>
                          </a:rPr>
                          <m:t>c</m:t>
                        </m:r>
                      </m:e>
                      <m:sub>
                        <m:r>
                          <a:rPr lang="en-US" b="0" i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0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b="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b="0" i="0">
                            <a:latin typeface="Cambria Math" panose="02040503050406030204" pitchFamily="18" charset="0"/>
                          </a:rPr>
                          <m:t>c</m:t>
                        </m:r>
                      </m:e>
                      <m:sub>
                        <m:r>
                          <a:rPr lang="en-US" b="0" i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b="0" i="0">
                        <a:latin typeface="Cambria Math" panose="02040503050406030204" pitchFamily="18" charset="0"/>
                      </a:rPr>
                      <m:t>, … ,</m:t>
                    </m:r>
                    <m:sSub>
                      <m:sSubPr>
                        <m:ctrlPr>
                          <a:rPr lang="en-US" b="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b="0" i="0">
                            <a:latin typeface="Cambria Math" panose="02040503050406030204" pitchFamily="18" charset="0"/>
                          </a:rPr>
                          <m:t>c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b="0" i="0">
                            <a:latin typeface="Cambria Math" panose="02040503050406030204" pitchFamily="18" charset="0"/>
                          </a:rPr>
                          <m:t>p</m:t>
                        </m:r>
                      </m:sub>
                    </m:sSub>
                  </m:oMath>
                </a14:m>
                <a:r>
                  <a:rPr lang="en-US" dirty="0">
                    <a:latin typeface="+mj-lt"/>
                  </a:rPr>
                  <a:t> are arbitrary constants </a:t>
                </a:r>
                <a:r>
                  <a:rPr lang="en-US" i="0" dirty="0">
                    <a:latin typeface="+mj-lt"/>
                  </a:rPr>
                  <a:t>and</a:t>
                </a:r>
                <a14:m>
                  <m:oMath xmlns:m="http://schemas.openxmlformats.org/officeDocument/2006/math">
                    <m:r>
                      <a:rPr lang="en-US"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X</m:t>
                        </m:r>
                      </m:e>
                      <m:sub>
                        <m:r>
                          <a:rPr lang="en-US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X</m:t>
                        </m:r>
                      </m:e>
                      <m:sub>
                        <m:r>
                          <a:rPr lang="en-US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>
                        <a:latin typeface="Cambria Math" panose="02040503050406030204" pitchFamily="18" charset="0"/>
                      </a:rPr>
                      <m:t>,… ,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X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p</m:t>
                        </m:r>
                      </m:sub>
                    </m:sSub>
                  </m:oMath>
                </a14:m>
                <a:r>
                  <a:rPr lang="en-US" dirty="0"/>
                  <a:t> are fixed vectors. </a:t>
                </a:r>
              </a:p>
              <a:p>
                <a:pPr marL="457200" lvl="1" indent="0" fontAlgn="base">
                  <a:buNone/>
                </a:pPr>
                <a:r>
                  <a:rPr lang="en-US" dirty="0"/>
                  <a:t>	The set </a:t>
                </a:r>
                <a14:m>
                  <m:oMath xmlns:m="http://schemas.openxmlformats.org/officeDocument/2006/math">
                    <m:r>
                      <a:rPr lang="en-US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𝐁</m:t>
                    </m:r>
                    <m:r>
                      <a:rPr lang="en-US" b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US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sSub>
                          <m:sSubPr>
                            <m:ctrlPr>
                              <a:rPr lang="en-US" b="1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𝐗</m:t>
                            </m:r>
                          </m:e>
                          <m:sub>
                            <m:r>
                              <a:rPr lang="en-US" b="1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  <m:r>
                          <a:rPr lang="en-US" b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, </m:t>
                        </m:r>
                        <m:sSub>
                          <m:sSubPr>
                            <m:ctrlPr>
                              <a:rPr lang="en-US" b="1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𝐗</m:t>
                            </m:r>
                          </m:e>
                          <m:sub>
                            <m:r>
                              <a:rPr lang="en-US" b="1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b>
                        </m:sSub>
                        <m:r>
                          <a:rPr lang="en-US" b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, …, </m:t>
                        </m:r>
                        <m:sSub>
                          <m:sSubPr>
                            <m:ctrlPr>
                              <a:rPr lang="en-US" b="1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𝐗</m:t>
                            </m:r>
                          </m:e>
                          <m:sub>
                            <m:r>
                              <a:rPr lang="en-US" b="1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𝐩</m:t>
                            </m:r>
                          </m:sub>
                        </m:sSub>
                        <m:r>
                          <a:rPr lang="en-US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</m:e>
                    </m:d>
                  </m:oMath>
                </a14:m>
                <a:r>
                  <a:rPr lang="en-US" dirty="0"/>
                  <a:t> forms a </a:t>
                </a:r>
                <a:r>
                  <a:rPr lang="en-US" b="1" dirty="0">
                    <a:solidFill>
                      <a:srgbClr val="FF0000"/>
                    </a:solidFill>
                  </a:rPr>
                  <a:t>basis for the null space</a:t>
                </a:r>
                <a:r>
                  <a:rPr lang="en-US" dirty="0"/>
                  <a:t> of the given 	system.</a:t>
                </a:r>
                <a:endParaRPr lang="en-IN" dirty="0"/>
              </a:p>
            </p:txBody>
          </p:sp>
        </mc:Choice>
        <mc:Fallback xmlns="">
          <p:sp>
            <p:nvSpPr>
              <p:cNvPr id="6" name="Content Placeholder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1180" y="855159"/>
                <a:ext cx="11929641" cy="5590565"/>
              </a:xfrm>
              <a:prstGeom prst="rect">
                <a:avLst/>
              </a:prstGeom>
              <a:blipFill>
                <a:blip r:embed="rId2"/>
                <a:stretch>
                  <a:fillRect l="-971" r="-107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4">
                <a:extLst>
                  <a:ext uri="{FF2B5EF4-FFF2-40B4-BE49-F238E27FC236}">
                    <a16:creationId xmlns:a16="http://schemas.microsoft.com/office/drawing/2014/main" id="{CBB94991-635A-4506-9B86-D97AB426B515}"/>
                  </a:ext>
                </a:extLst>
              </p:cNvPr>
              <p:cNvSpPr txBox="1">
                <a:spLocks/>
              </p:cNvSpPr>
              <p:nvPr/>
            </p:nvSpPr>
            <p:spPr>
              <a:xfrm flipH="1">
                <a:off x="131179" y="5435600"/>
                <a:ext cx="11929641" cy="925399"/>
              </a:xfrm>
              <a:prstGeom prst="rect">
                <a:avLst/>
              </a:prstGeom>
              <a:noFill/>
              <a:ln w="12700" cap="flat" cmpd="sng" algn="ctr">
                <a:solidFill>
                  <a:srgbClr val="FF0000"/>
                </a:solidFill>
                <a:prstDash val="lgDash"/>
                <a:miter lim="800000"/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vert="horz" lIns="91440" tIns="45720" rIns="91440" bIns="45720" rtlCol="0" anchor="ctr">
                <a:noAutofit/>
              </a:bodyPr>
              <a:lstStyle>
                <a:defPPr>
                  <a:defRPr lang="en-US"/>
                </a:defPPr>
                <a:lvl1pPr indent="0" algn="just">
                  <a:lnSpc>
                    <a:spcPct val="90000"/>
                  </a:lnSpc>
                  <a:spcBef>
                    <a:spcPts val="1000"/>
                  </a:spcBef>
                  <a:buClr>
                    <a:schemeClr val="accent6"/>
                  </a:buClr>
                  <a:buFont typeface="Wingdings 3" panose="05040102010807070707" pitchFamily="18" charset="2"/>
                  <a:buNone/>
                  <a:defRPr sz="2800">
                    <a:solidFill>
                      <a:srgbClr val="002060"/>
                    </a:solidFill>
                    <a:ea typeface="Calibri" panose="020F0502020204030204" pitchFamily="34" charset="0"/>
                    <a:cs typeface="Shruti" panose="020B0502040204020203" pitchFamily="34" charset="0"/>
                  </a:defRPr>
                </a:lvl1pPr>
                <a:lvl2pPr marL="809625" indent="-352425" algn="just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000">
                    <a:solidFill>
                      <a:schemeClr val="tx1"/>
                    </a:solidFill>
                  </a:defRPr>
                </a:lvl2pPr>
                <a:lvl3pPr marL="1143000" indent="-228600" algn="just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</a:defRPr>
                </a:lvl3pPr>
                <a:lvl4pPr marL="1600200" indent="-228600" algn="just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>
                    <a:solidFill>
                      <a:schemeClr val="tx1"/>
                    </a:solidFill>
                  </a:defRPr>
                </a:lvl4pPr>
                <a:lvl5pPr marL="2057400" indent="-228600" algn="just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>
                    <a:solidFill>
                      <a:schemeClr val="tx1"/>
                    </a:solidFill>
                  </a:defRPr>
                </a:lvl5pPr>
                <a:lvl6pPr marL="25146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</a:lvl6pPr>
                <a:lvl7pPr marL="29718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</a:lvl7pPr>
                <a:lvl8pPr marL="34290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</a:lvl8pPr>
                <a:lvl9pPr marL="38862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</a:lvl9pPr>
              </a:lstStyle>
              <a:p>
                <a:pPr>
                  <a:lnSpc>
                    <a:spcPct val="100000"/>
                  </a:lnSpc>
                </a:pPr>
                <a:r>
                  <a:rPr lang="en-US" b="1" dirty="0"/>
                  <a:t>Note: </a:t>
                </a:r>
                <a:r>
                  <a:rPr lang="en-US" dirty="0"/>
                  <a:t>The number of vectors in basis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B</m:t>
                    </m:r>
                  </m:oMath>
                </a14:m>
                <a:r>
                  <a:rPr lang="en-US" dirty="0"/>
                  <a:t> is called the dimension of the null space OR nullity of A. i.e.,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a:rPr lang="en-US" b="1" i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𝐝𝐢𝐦</m:t>
                        </m:r>
                      </m:fName>
                      <m:e>
                        <m:d>
                          <m:dPr>
                            <m:ctrlPr>
                              <a:rPr lang="en-US" b="1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1" i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𝐍</m:t>
                            </m:r>
                            <m:d>
                              <m:dPr>
                                <m:ctrlPr>
                                  <a:rPr lang="en-US" b="1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b="1" i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𝐀</m:t>
                                </m:r>
                              </m:e>
                            </m:d>
                          </m:e>
                        </m:d>
                        <m:r>
                          <a:rPr lang="en-US" b="1" i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b="1" i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𝐧𝐮𝐥𝐥𝐢𝐭𝐲</m:t>
                        </m:r>
                        <m:r>
                          <a:rPr lang="en-US" b="1" i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b="1" i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𝐨𝐟</m:t>
                        </m:r>
                        <m:r>
                          <a:rPr lang="en-US" b="1" i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b="1" i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𝐀</m:t>
                        </m:r>
                        <m:r>
                          <a:rPr lang="en-US" b="1" i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b="1" i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𝛈</m:t>
                        </m:r>
                        <m:d>
                          <m:dPr>
                            <m:ctrlPr>
                              <a:rPr lang="en-US" b="1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1" i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𝐀</m:t>
                            </m:r>
                          </m:e>
                        </m:d>
                        <m:r>
                          <a:rPr lang="en-US" b="1" i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d>
                          <m:dPr>
                            <m:begChr m:val="|"/>
                            <m:endChr m:val="|"/>
                            <m:ctrlPr>
                              <a:rPr lang="en-US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1" i="0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US" b="1" i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𝐁</m:t>
                            </m:r>
                            <m:r>
                              <a:rPr lang="en-US" b="1" i="0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 </m:t>
                            </m:r>
                          </m:e>
                        </m:d>
                        <m:r>
                          <a:rPr lang="en-US" b="1" i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b="1" i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𝐩</m:t>
                        </m:r>
                      </m:e>
                    </m:func>
                  </m:oMath>
                </a14:m>
                <a:r>
                  <a:rPr lang="en-IN" dirty="0"/>
                  <a:t>.</a:t>
                </a:r>
              </a:p>
            </p:txBody>
          </p:sp>
        </mc:Choice>
        <mc:Fallback xmlns="">
          <p:sp>
            <p:nvSpPr>
              <p:cNvPr id="4" name="Content Placeholder 4">
                <a:extLst>
                  <a:ext uri="{FF2B5EF4-FFF2-40B4-BE49-F238E27FC236}">
                    <a16:creationId xmlns:a16="http://schemas.microsoft.com/office/drawing/2014/main" id="{CBB94991-635A-4506-9B86-D97AB426B51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131179" y="5435600"/>
                <a:ext cx="11929641" cy="925399"/>
              </a:xfrm>
              <a:prstGeom prst="rect">
                <a:avLst/>
              </a:prstGeom>
              <a:blipFill>
                <a:blip r:embed="rId3"/>
                <a:stretch>
                  <a:fillRect l="-1021" t="-10458" r="-1021" b="-19608"/>
                </a:stretch>
              </a:blipFill>
              <a:ln w="12700" cap="flat" cmpd="sng" algn="ctr">
                <a:solidFill>
                  <a:srgbClr val="FF0000"/>
                </a:solidFill>
                <a:prstDash val="lgDash"/>
                <a:miter lim="800000"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405905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uiExpand="1" build="p"/>
      <p:bldP spid="4" grpId="0" animBg="1"/>
    </p:bldLst>
  </p:timing>
</p:sld>
</file>

<file path=ppt/slides/slide1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Remarks</a:t>
            </a:r>
            <a:endParaRPr lang="en-I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/>
                <a:r>
                  <a:rPr lang="en-US" dirty="0"/>
                  <a:t>The null space is the span of the vectors of a basis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mtClean="0">
                        <a:latin typeface="Cambria Math" panose="02040503050406030204" pitchFamily="18" charset="0"/>
                      </a:rPr>
                      <m:t>B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r>
                  <a:rPr lang="en-US" dirty="0"/>
                  <a:t>.</a:t>
                </a:r>
              </a:p>
              <a:p>
                <a:pPr marL="0" lvl="0" indent="0">
                  <a:buNone/>
                </a:pPr>
                <a:r>
                  <a:rPr lang="en-US" dirty="0"/>
                  <a:t>    i.e., </a:t>
                </a:r>
                <a14:m>
                  <m:oMath xmlns:m="http://schemas.openxmlformats.org/officeDocument/2006/math">
                    <m:r>
                      <a:rPr lang="en-US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𝐍</m:t>
                    </m:r>
                    <m:d>
                      <m:dPr>
                        <m:ctrlPr>
                          <a:rPr lang="en-US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𝐀</m:t>
                        </m:r>
                      </m:e>
                    </m:d>
                    <m:r>
                      <a:rPr lang="en-US" b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𝐒𝐩𝐚𝐧</m:t>
                    </m:r>
                    <m:r>
                      <a:rPr lang="en-US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</m:t>
                    </m:r>
                    <m:d>
                      <m:dPr>
                        <m:begChr m:val="{"/>
                        <m:endChr m:val="}"/>
                        <m:ctrlPr>
                          <a:rPr lang="en-US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sSub>
                          <m:sSubPr>
                            <m:ctrlPr>
                              <a:rPr lang="en-US" b="1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𝐗</m:t>
                            </m:r>
                          </m:e>
                          <m:sub>
                            <m:r>
                              <a:rPr lang="en-US" b="1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  <m:r>
                          <a:rPr lang="en-US" b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, </m:t>
                        </m:r>
                        <m:sSub>
                          <m:sSubPr>
                            <m:ctrlPr>
                              <a:rPr lang="en-US" b="1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𝐗</m:t>
                            </m:r>
                          </m:e>
                          <m:sub>
                            <m:r>
                              <a:rPr lang="en-US" b="1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b>
                        </m:sSub>
                        <m:r>
                          <a:rPr lang="en-US" b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, …, </m:t>
                        </m:r>
                        <m:sSub>
                          <m:sSubPr>
                            <m:ctrlPr>
                              <a:rPr lang="en-US" b="1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𝐗</m:t>
                            </m:r>
                          </m:e>
                          <m:sub>
                            <m:r>
                              <a:rPr lang="en-US" b="1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𝐩</m:t>
                            </m:r>
                          </m:sub>
                        </m:sSub>
                        <m:r>
                          <a:rPr lang="en-US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</m:e>
                    </m:d>
                  </m:oMath>
                </a14:m>
                <a:r>
                  <a:rPr lang="en-US" dirty="0"/>
                  <a:t>.</a:t>
                </a:r>
                <a:endParaRPr lang="en-IN" dirty="0"/>
              </a:p>
              <a:p>
                <a:pPr lvl="0"/>
                <a:r>
                  <a:rPr lang="en-US" dirty="0"/>
                  <a:t>For any matrix</a:t>
                </a:r>
                <a14:m>
                  <m:oMath xmlns:m="http://schemas.openxmlformats.org/officeDocument/2006/math">
                    <m:r>
                      <a:rPr lang="en-US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A</m:t>
                    </m:r>
                  </m:oMath>
                </a14:m>
                <a:r>
                  <a:rPr lang="en-US" i="0" dirty="0">
                    <a:latin typeface="+mj-lt"/>
                  </a:rPr>
                  <a:t>, </a:t>
                </a:r>
                <a:r>
                  <a:rPr lang="en-US" dirty="0">
                    <a:latin typeface="+mj-lt"/>
                  </a:rPr>
                  <a:t>	   </a:t>
                </a:r>
                <a:r>
                  <a:rPr lang="en-US" b="1" i="0" dirty="0">
                    <a:solidFill>
                      <a:srgbClr val="FF0000"/>
                    </a:solidFill>
                    <a:latin typeface="+mj-lt"/>
                  </a:rPr>
                  <a:t>Rank of</a:t>
                </a:r>
                <a14:m>
                  <m:oMath xmlns:m="http://schemas.openxmlformats.org/officeDocument/2006/math">
                    <m:r>
                      <a:rPr lang="en-US" b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𝐀</m:t>
                    </m:r>
                    <m:r>
                      <a:rPr lang="en-US" b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1" i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b="1" i="0" dirty="0">
                    <a:solidFill>
                      <a:srgbClr val="FF0000"/>
                    </a:solidFill>
                    <a:latin typeface="+mj-lt"/>
                  </a:rPr>
                  <a:t>Nullity of</a:t>
                </a:r>
                <a14:m>
                  <m:oMath xmlns:m="http://schemas.openxmlformats.org/officeDocument/2006/math">
                    <m:r>
                      <a:rPr lang="en-US" b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𝐀</m:t>
                    </m:r>
                    <m:r>
                      <a:rPr lang="en-US" b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1" i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𝐍</m:t>
                    </m:r>
                  </m:oMath>
                </a14:m>
                <a:r>
                  <a:rPr lang="en-US" b="1" i="0" dirty="0">
                    <a:solidFill>
                      <a:srgbClr val="FF0000"/>
                    </a:solidFill>
                    <a:latin typeface="+mj-lt"/>
                  </a:rPr>
                  <a:t>umber of columns of</a:t>
                </a:r>
                <a14:m>
                  <m:oMath xmlns:m="http://schemas.openxmlformats.org/officeDocument/2006/math">
                    <m:r>
                      <a:rPr lang="en-US" b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𝐀</m:t>
                    </m:r>
                  </m:oMath>
                </a14:m>
                <a:r>
                  <a:rPr lang="en-IN" dirty="0"/>
                  <a:t>.</a:t>
                </a:r>
              </a:p>
              <a:p>
                <a:pPr lvl="0"/>
                <a:r>
                  <a:rPr lang="en-US" dirty="0"/>
                  <a:t>If the coefficient matrix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A</m:t>
                    </m:r>
                  </m:oMath>
                </a14:m>
                <a:r>
                  <a:rPr lang="en-US" dirty="0"/>
                  <a:t> is given directly, then find the null space by solving </a:t>
                </a:r>
                <a14:m>
                  <m:oMath xmlns:m="http://schemas.openxmlformats.org/officeDocument/2006/math">
                    <m:r>
                      <a:rPr lang="en-US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𝐀𝐗</m:t>
                    </m:r>
                    <m:r>
                      <a:rPr lang="en-US" b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𝟎</m:t>
                    </m:r>
                  </m:oMath>
                </a14:m>
                <a:r>
                  <a:rPr lang="en-US" dirty="0"/>
                  <a:t>. </a:t>
                </a:r>
              </a:p>
              <a:p>
                <a:pPr lvl="0"/>
                <a:r>
                  <a:rPr lang="en-US" dirty="0"/>
                  <a:t>Whenever a question asks to find the solution set, solution space, or general solution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1">
                        <a:latin typeface="Cambria Math" panose="02040503050406030204" pitchFamily="18" charset="0"/>
                      </a:rPr>
                      <m:t>AX</m:t>
                    </m:r>
                    <m:r>
                      <a:rPr lang="en-US" b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>
                        <a:latin typeface="Cambria Math" panose="02040503050406030204" pitchFamily="18" charset="0"/>
                      </a:rPr>
                      <m:t>0</m:t>
                    </m:r>
                    <m:r>
                      <a:rPr lang="en-US"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lang="en-US" b="1" dirty="0"/>
                  <a:t> </a:t>
                </a:r>
                <a:r>
                  <a:rPr lang="en-US" dirty="0"/>
                  <a:t>it is </a:t>
                </a:r>
                <a:r>
                  <a:rPr lang="en-US" b="1" dirty="0">
                    <a:solidFill>
                      <a:srgbClr val="FF0000"/>
                    </a:solidFill>
                  </a:rPr>
                  <a:t>equivalent</a:t>
                </a:r>
                <a:r>
                  <a:rPr lang="en-US" dirty="0"/>
                  <a:t> </a:t>
                </a:r>
                <a:r>
                  <a:rPr lang="en-US" b="1" dirty="0">
                    <a:solidFill>
                      <a:srgbClr val="FF0000"/>
                    </a:solidFill>
                  </a:rPr>
                  <a:t>to find </a:t>
                </a:r>
                <a:r>
                  <a:rPr lang="en-US" dirty="0"/>
                  <a:t>the null space </a:t>
                </a:r>
                <a14:m>
                  <m:oMath xmlns:m="http://schemas.openxmlformats.org/officeDocument/2006/math">
                    <m:r>
                      <a:rPr lang="en-US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𝐍</m:t>
                    </m:r>
                    <m:d>
                      <m:dPr>
                        <m:ctrlPr>
                          <a:rPr lang="en-US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𝐀</m:t>
                        </m:r>
                      </m:e>
                    </m:d>
                    <m:r>
                      <a:rPr lang="en-US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en-IN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71" r="-107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49440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0C4B95-DC6D-755F-1565-D7D5D2B225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3FE58F23-1EF8-9C9A-4F27-7AD64DDA6BA2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IN" dirty="0"/>
                  <a:t>Method:6 </a:t>
                </a:r>
                <a14:m>
                  <m:oMath xmlns:m="http://schemas.openxmlformats.org/officeDocument/2006/math">
                    <m:r>
                      <a:rPr lang="en-I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⇝</m:t>
                    </m:r>
                  </m:oMath>
                </a14:m>
                <a:r>
                  <a:rPr lang="en-IN" dirty="0"/>
                  <a:t> Example:6</a:t>
                </a:r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3FE58F23-1EF8-9C9A-4F27-7AD64DDA6BA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3"/>
                <a:stretch>
                  <a:fillRect l="-400" t="-8547" b="-1965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" name="Content Placeholder 4">
                <a:extLst>
                  <a:ext uri="{FF2B5EF4-FFF2-40B4-BE49-F238E27FC236}">
                    <a16:creationId xmlns:a16="http://schemas.microsoft.com/office/drawing/2014/main" id="{6C36952D-5797-8FDB-3304-9A99EDFA4591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650756" y="598345"/>
                <a:ext cx="10041132" cy="1496271"/>
              </a:xfrm>
              <a:prstGeom prst="rect">
                <a:avLst/>
              </a:prstGeom>
              <a:noFill/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vert="horz" lIns="91440" tIns="45720" rIns="91440" bIns="45720" rtlCol="0" anchor="ctr">
                <a:noAutofit/>
              </a:bodyPr>
              <a:lstStyle>
                <a:lvl1pPr marL="265113" indent="-265113" algn="just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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809625" indent="-352425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lnSpc>
                    <a:spcPct val="110000"/>
                  </a:lnSpc>
                  <a:buNone/>
                </a:pPr>
                <a:r>
                  <a:rPr lang="en-US" sz="2800" dirty="0">
                    <a:solidFill>
                      <a:srgbClr val="002060"/>
                    </a:solidFill>
                    <a:ea typeface="Calibri" panose="020F0502020204030204" pitchFamily="34" charset="0"/>
                    <a:cs typeface="Shruti" panose="020B0502040204020203" pitchFamily="34" charset="0"/>
                  </a:rPr>
                  <a:t>Find a basis for the null space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Shruti" panose="020B0502040204020203" pitchFamily="34" charset="0"/>
                      </a:rPr>
                      <m:t>A</m:t>
                    </m:r>
                    <m:r>
                      <a:rPr lang="en-IN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Shruti" panose="020B0502040204020203" pitchFamily="34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GB" sz="28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Shruti" panose="020B0502040204020203" pitchFamily="34" charset="0"/>
                          </a:rPr>
                        </m:ctrlPr>
                      </m:dPr>
                      <m:e>
                        <m:r>
                          <a:rPr lang="en-GB" sz="2800" b="0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Shruti" panose="020B0502040204020203" pitchFamily="34" charset="0"/>
                          </a:rPr>
                          <m:t> </m:t>
                        </m:r>
                        <m:m>
                          <m:mPr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>
                              <a:rPr lang="en-IN" sz="280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Shruti" panose="020B0502040204020203" pitchFamily="34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GB" sz="2800" b="0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Shruti" panose="020B0502040204020203" pitchFamily="34" charset="0"/>
                                </a:rPr>
                                <m:t> </m:t>
                              </m:r>
                              <m:r>
                                <a:rPr lang="en-GB" sz="2800" b="0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Shruti" panose="020B0502040204020203" pitchFamily="34" charset="0"/>
                                </a:rPr>
                                <m:t>  </m:t>
                              </m:r>
                              <m:r>
                                <a:rPr lang="en-IN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Shruti" panose="020B0502040204020203" pitchFamily="34" charset="0"/>
                                </a:rPr>
                                <m:t>2</m:t>
                              </m:r>
                            </m:e>
                            <m:e>
                              <m:r>
                                <a:rPr lang="en-IN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Shruti" panose="020B0502040204020203" pitchFamily="34" charset="0"/>
                                </a:rPr>
                                <m:t>−1</m:t>
                              </m:r>
                            </m:e>
                            <m:e>
                              <m:r>
                                <a:rPr lang="en-IN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Shruti" panose="020B0502040204020203" pitchFamily="34" charset="0"/>
                                </a:rPr>
                                <m:t>−2</m:t>
                              </m:r>
                            </m:e>
                          </m:mr>
                          <m:mr>
                            <m:e>
                              <m:r>
                                <a:rPr lang="en-IN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Shruti" panose="020B0502040204020203" pitchFamily="34" charset="0"/>
                                </a:rPr>
                                <m:t>−4</m:t>
                              </m:r>
                            </m:e>
                            <m:e>
                              <m:r>
                                <a:rPr lang="en-GB" sz="2800" b="0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Shruti" panose="020B0502040204020203" pitchFamily="34" charset="0"/>
                                </a:rPr>
                                <m:t>   </m:t>
                              </m:r>
                              <m:r>
                                <a:rPr lang="en-IN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Shruti" panose="020B0502040204020203" pitchFamily="34" charset="0"/>
                                </a:rPr>
                                <m:t>2</m:t>
                              </m:r>
                            </m:e>
                            <m:e>
                              <m:r>
                                <a:rPr lang="en-GB" sz="2800" b="0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Shruti" panose="020B0502040204020203" pitchFamily="34" charset="0"/>
                                </a:rPr>
                                <m:t>   </m:t>
                              </m:r>
                              <m:r>
                                <a:rPr lang="en-IN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Shruti" panose="020B0502040204020203" pitchFamily="34" charset="0"/>
                                </a:rPr>
                                <m:t>4</m:t>
                              </m:r>
                            </m:e>
                          </m:mr>
                          <m:mr>
                            <m:e>
                              <m:r>
                                <a:rPr lang="en-IN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Shruti" panose="020B0502040204020203" pitchFamily="34" charset="0"/>
                                </a:rPr>
                                <m:t>−8</m:t>
                              </m:r>
                            </m:e>
                            <m:e>
                              <m:r>
                                <a:rPr lang="en-GB" sz="2800" b="0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Shruti" panose="020B0502040204020203" pitchFamily="34" charset="0"/>
                                </a:rPr>
                                <m:t>   </m:t>
                              </m:r>
                              <m:r>
                                <a:rPr lang="en-IN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Shruti" panose="020B0502040204020203" pitchFamily="34" charset="0"/>
                                </a:rPr>
                                <m:t>4</m:t>
                              </m:r>
                            </m:e>
                            <m:e>
                              <m:r>
                                <a:rPr lang="en-GB" sz="2800" b="0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Shruti" panose="020B0502040204020203" pitchFamily="34" charset="0"/>
                                </a:rPr>
                                <m:t>   </m:t>
                              </m:r>
                              <m:r>
                                <a:rPr lang="en-IN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Shruti" panose="020B0502040204020203" pitchFamily="34" charset="0"/>
                                </a:rPr>
                                <m:t>8</m:t>
                              </m:r>
                            </m:e>
                          </m:mr>
                        </m:m>
                        <m:r>
                          <a:rPr lang="en-GB" sz="2800" b="0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Shruti" panose="020B0502040204020203" pitchFamily="34" charset="0"/>
                          </a:rPr>
                          <m:t> </m:t>
                        </m:r>
                      </m:e>
                    </m:d>
                  </m:oMath>
                </a14:m>
                <a:r>
                  <a:rPr lang="en-US" sz="2800" dirty="0">
                    <a:solidFill>
                      <a:srgbClr val="002060"/>
                    </a:solidFill>
                    <a:ea typeface="Calibri" panose="020F0502020204030204" pitchFamily="34" charset="0"/>
                    <a:cs typeface="Shruti" panose="020B0502040204020203" pitchFamily="34" charset="0"/>
                  </a:rPr>
                  <a:t>.</a:t>
                </a:r>
                <a:endParaRPr lang="en-IN" sz="2800" dirty="0">
                  <a:solidFill>
                    <a:srgbClr val="002060"/>
                  </a:solidFill>
                  <a:ea typeface="Calibri" panose="020F0502020204030204" pitchFamily="34" charset="0"/>
                  <a:cs typeface="Shruti" panose="020B0502040204020203" pitchFamily="34" charset="0"/>
                </a:endParaRPr>
              </a:p>
            </p:txBody>
          </p:sp>
        </mc:Choice>
        <mc:Fallback xmlns="">
          <p:sp>
            <p:nvSpPr>
              <p:cNvPr id="34" name="Content Placeholder 4">
                <a:extLst>
                  <a:ext uri="{FF2B5EF4-FFF2-40B4-BE49-F238E27FC236}">
                    <a16:creationId xmlns:a16="http://schemas.microsoft.com/office/drawing/2014/main" id="{6C36952D-5797-8FDB-3304-9A99EDFA459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50756" y="598345"/>
                <a:ext cx="10041132" cy="1496271"/>
              </a:xfrm>
              <a:prstGeom prst="rect">
                <a:avLst/>
              </a:prstGeom>
              <a:blipFill>
                <a:blip r:embed="rId4"/>
                <a:stretch>
                  <a:fillRect l="-1275"/>
                </a:stretch>
              </a:blipFill>
              <a:ln w="12700" cap="flat" cmpd="sng" algn="ctr">
                <a:noFill/>
                <a:prstDash val="solid"/>
                <a:miter lim="800000"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5" name="Rectangle: Rounded Corners 34">
            <a:extLst>
              <a:ext uri="{FF2B5EF4-FFF2-40B4-BE49-F238E27FC236}">
                <a16:creationId xmlns:a16="http://schemas.microsoft.com/office/drawing/2014/main" id="{3FD620A5-881F-CCC1-704B-4965C5D0599E}"/>
              </a:ext>
            </a:extLst>
          </p:cNvPr>
          <p:cNvSpPr/>
          <p:nvPr/>
        </p:nvSpPr>
        <p:spPr>
          <a:xfrm>
            <a:off x="122277" y="1161788"/>
            <a:ext cx="1450657" cy="468000"/>
          </a:xfrm>
          <a:prstGeom prst="roundRect">
            <a:avLst/>
          </a:prstGeom>
          <a:gradFill>
            <a:gsLst>
              <a:gs pos="10000">
                <a:srgbClr val="0E47A1"/>
              </a:gs>
              <a:gs pos="100000">
                <a:srgbClr val="03A9F5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r>
              <a:rPr lang="en-IN" sz="2800" dirty="0">
                <a:solidFill>
                  <a:schemeClr val="bg1"/>
                </a:solidFill>
              </a:rPr>
              <a:t>Example</a:t>
            </a:r>
          </a:p>
        </p:txBody>
      </p:sp>
      <p:sp>
        <p:nvSpPr>
          <p:cNvPr id="23" name="Content Placeholder 4">
            <a:extLst>
              <a:ext uri="{FF2B5EF4-FFF2-40B4-BE49-F238E27FC236}">
                <a16:creationId xmlns:a16="http://schemas.microsoft.com/office/drawing/2014/main" id="{26CCD9A0-F410-9DF5-A5C4-7AD21A9550FA}"/>
              </a:ext>
            </a:extLst>
          </p:cNvPr>
          <p:cNvSpPr txBox="1">
            <a:spLocks/>
          </p:cNvSpPr>
          <p:nvPr/>
        </p:nvSpPr>
        <p:spPr>
          <a:xfrm flipH="1">
            <a:off x="6958939" y="107357"/>
            <a:ext cx="4571801" cy="5400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marL="265113" indent="-265113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Wingdings 3" panose="05040102010807070707" pitchFamily="18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9625" indent="-352425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 3" panose="05040102010807070707" pitchFamily="18" charset="2"/>
              <a:buChar char="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18745" indent="0" algn="l">
              <a:lnSpc>
                <a:spcPct val="115000"/>
              </a:lnSpc>
              <a:spcAft>
                <a:spcPts val="800"/>
              </a:spcAft>
              <a:buNone/>
            </a:pPr>
            <a:endParaRPr lang="en-US" sz="3600" b="1" dirty="0">
              <a:solidFill>
                <a:srgbClr val="3D0FE7"/>
              </a:solidFill>
              <a:latin typeface="Cambria Math" panose="02040503050406030204" pitchFamily="18" charset="0"/>
            </a:endParaRPr>
          </a:p>
        </p:txBody>
      </p:sp>
      <p:sp>
        <p:nvSpPr>
          <p:cNvPr id="47" name="Rectangle: Rounded Corners 12">
            <a:extLst>
              <a:ext uri="{FF2B5EF4-FFF2-40B4-BE49-F238E27FC236}">
                <a16:creationId xmlns:a16="http://schemas.microsoft.com/office/drawing/2014/main" id="{86729943-06C3-98DE-8DC6-35CFB2902DB2}"/>
              </a:ext>
            </a:extLst>
          </p:cNvPr>
          <p:cNvSpPr/>
          <p:nvPr/>
        </p:nvSpPr>
        <p:spPr>
          <a:xfrm>
            <a:off x="122278" y="2236476"/>
            <a:ext cx="1450657" cy="468000"/>
          </a:xfrm>
          <a:prstGeom prst="roundRect">
            <a:avLst/>
          </a:prstGeom>
          <a:gradFill>
            <a:gsLst>
              <a:gs pos="10000">
                <a:srgbClr val="0E47A1"/>
              </a:gs>
              <a:gs pos="100000">
                <a:srgbClr val="03A9F5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en-IN" sz="2800" dirty="0">
                <a:solidFill>
                  <a:schemeClr val="bg1"/>
                </a:solidFill>
              </a:rPr>
              <a:t>Solution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4">
                <a:extLst>
                  <a:ext uri="{FF2B5EF4-FFF2-40B4-BE49-F238E27FC236}">
                    <a16:creationId xmlns:a16="http://schemas.microsoft.com/office/drawing/2014/main" id="{7E2BFA21-E5F4-AF93-B60F-EC06C24F0B9A}"/>
                  </a:ext>
                </a:extLst>
              </p:cNvPr>
              <p:cNvSpPr txBox="1">
                <a:spLocks/>
              </p:cNvSpPr>
              <p:nvPr/>
            </p:nvSpPr>
            <p:spPr>
              <a:xfrm flipH="1">
                <a:off x="1663456" y="2221299"/>
                <a:ext cx="10198344" cy="966353"/>
              </a:xfrm>
              <a:prstGeom prst="rect">
                <a:avLst/>
              </a:prstGeom>
              <a:noFill/>
              <a:ln w="12700" cap="flat" cmpd="sng" algn="ctr">
                <a:solidFill>
                  <a:srgbClr val="FF0000"/>
                </a:solidFill>
                <a:prstDash val="lgDash"/>
                <a:miter lim="800000"/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vert="horz" lIns="91440" tIns="45720" rIns="91440" bIns="45720" rtlCol="0" anchor="ctr">
                <a:noAutofit/>
              </a:bodyPr>
              <a:lstStyle>
                <a:defPPr>
                  <a:defRPr lang="en-US"/>
                </a:defPPr>
                <a:lvl1pPr indent="0" algn="just">
                  <a:lnSpc>
                    <a:spcPct val="90000"/>
                  </a:lnSpc>
                  <a:spcBef>
                    <a:spcPts val="1000"/>
                  </a:spcBef>
                  <a:buClr>
                    <a:schemeClr val="accent6"/>
                  </a:buClr>
                  <a:buFont typeface="Wingdings 3" panose="05040102010807070707" pitchFamily="18" charset="2"/>
                  <a:buNone/>
                  <a:defRPr sz="2800">
                    <a:solidFill>
                      <a:srgbClr val="002060"/>
                    </a:solidFill>
                    <a:ea typeface="Calibri" panose="020F0502020204030204" pitchFamily="34" charset="0"/>
                    <a:cs typeface="Shruti" panose="020B0502040204020203" pitchFamily="34" charset="0"/>
                  </a:defRPr>
                </a:lvl1pPr>
                <a:lvl2pPr marL="809625" indent="-352425" algn="just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000">
                    <a:solidFill>
                      <a:schemeClr val="tx1"/>
                    </a:solidFill>
                  </a:defRPr>
                </a:lvl2pPr>
                <a:lvl3pPr marL="1143000" indent="-228600" algn="just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</a:defRPr>
                </a:lvl3pPr>
                <a:lvl4pPr marL="1600200" indent="-228600" algn="just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>
                    <a:solidFill>
                      <a:schemeClr val="tx1"/>
                    </a:solidFill>
                  </a:defRPr>
                </a:lvl4pPr>
                <a:lvl5pPr marL="2057400" indent="-228600" algn="just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>
                    <a:solidFill>
                      <a:schemeClr val="tx1"/>
                    </a:solidFill>
                  </a:defRPr>
                </a:lvl5pPr>
                <a:lvl6pPr marL="25146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</a:lvl6pPr>
                <a:lvl7pPr marL="29718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</a:lvl7pPr>
                <a:lvl8pPr marL="34290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</a:lvl8pPr>
                <a:lvl9pPr marL="38862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</a:lvl9pPr>
              </a:lstStyle>
              <a:p>
                <a:r>
                  <a:rPr lang="en-IN" dirty="0"/>
                  <a:t>Let us solve system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i="0" dirty="0" smtClean="0">
                        <a:latin typeface="Cambria Math" panose="02040503050406030204" pitchFamily="18" charset="0"/>
                      </a:rPr>
                      <m:t>AX</m:t>
                    </m:r>
                    <m:r>
                      <a:rPr lang="en-IN" i="0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GB" b="0" i="0" dirty="0" smtClean="0">
                        <a:latin typeface="Cambria Math" panose="02040503050406030204" pitchFamily="18" charset="0"/>
                      </a:rPr>
                      <m:t>O</m:t>
                    </m:r>
                  </m:oMath>
                </a14:m>
                <a:r>
                  <a:rPr lang="en-IN" dirty="0"/>
                  <a:t> to find null space.</a:t>
                </a:r>
              </a:p>
              <a:p>
                <a:r>
                  <a:rPr lang="en-IN" dirty="0"/>
                  <a:t>The LI vectors of X will be basis for Null Space for Matrix A.</a:t>
                </a:r>
                <a:endParaRPr lang="en-US" dirty="0"/>
              </a:p>
            </p:txBody>
          </p:sp>
        </mc:Choice>
        <mc:Fallback xmlns="">
          <p:sp>
            <p:nvSpPr>
              <p:cNvPr id="3" name="Content Placeholder 4">
                <a:extLst>
                  <a:ext uri="{FF2B5EF4-FFF2-40B4-BE49-F238E27FC236}">
                    <a16:creationId xmlns:a16="http://schemas.microsoft.com/office/drawing/2014/main" id="{7E2BFA21-E5F4-AF93-B60F-EC06C24F0B9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1663456" y="2221299"/>
                <a:ext cx="10198344" cy="966353"/>
              </a:xfrm>
              <a:prstGeom prst="rect">
                <a:avLst/>
              </a:prstGeom>
              <a:blipFill>
                <a:blip r:embed="rId5"/>
                <a:stretch>
                  <a:fillRect l="-1194" t="-11180" b="-18012"/>
                </a:stretch>
              </a:blipFill>
              <a:ln w="12700" cap="flat" cmpd="sng" algn="ctr">
                <a:solidFill>
                  <a:srgbClr val="FF0000"/>
                </a:solidFill>
                <a:prstDash val="lgDash"/>
                <a:miter lim="800000"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97CC2AF3-893B-841E-B862-85EE7C67FA63}"/>
                  </a:ext>
                </a:extLst>
              </p:cNvPr>
              <p:cNvSpPr txBox="1">
                <a:spLocks/>
              </p:cNvSpPr>
              <p:nvPr/>
            </p:nvSpPr>
            <p:spPr>
              <a:xfrm flipH="1">
                <a:off x="22575" y="3375445"/>
                <a:ext cx="9335387" cy="1281617"/>
              </a:xfrm>
              <a:prstGeom prst="rect">
                <a:avLst/>
              </a:prstGeom>
              <a:noFill/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vert="horz" lIns="91440" tIns="45720" rIns="91440" bIns="45720" rtlCol="0" anchor="ctr">
                <a:noAutofit/>
              </a:bodyPr>
              <a:lstStyle>
                <a:defPPr>
                  <a:defRPr lang="en-US"/>
                </a:defPPr>
                <a:lvl1pPr marL="118745" algn="just">
                  <a:lnSpc>
                    <a:spcPct val="115000"/>
                  </a:lnSpc>
                  <a:spcBef>
                    <a:spcPts val="1000"/>
                  </a:spcBef>
                  <a:spcAft>
                    <a:spcPts val="800"/>
                  </a:spcAft>
                  <a:buClr>
                    <a:schemeClr val="accent6"/>
                  </a:buClr>
                  <a:buFont typeface="Wingdings 3" panose="05040102010807070707" pitchFamily="18" charset="2"/>
                  <a:buNone/>
                  <a:defRPr sz="2800">
                    <a:solidFill>
                      <a:srgbClr val="3A4A6A"/>
                    </a:solidFill>
                  </a:defRPr>
                </a:lvl1pPr>
              </a:lstStyle>
              <a:p>
                <a:pPr>
                  <a:lnSpc>
                    <a:spcPct val="90000"/>
                  </a:lnSpc>
                </a:pPr>
                <a:r>
                  <a:rPr lang="en-US" dirty="0">
                    <a:solidFill>
                      <a:srgbClr val="002060"/>
                    </a:solidFill>
                  </a:rPr>
                  <a:t>Let</a:t>
                </a:r>
                <a:r>
                  <a:rPr lang="en-GB" dirty="0">
                    <a:solidFill>
                      <a:srgbClr val="002060"/>
                    </a:solidFill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i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Shruti" panose="020B0502040204020203" pitchFamily="34" charset="0"/>
                      </a:rPr>
                      <m:t>A</m:t>
                    </m:r>
                    <m:r>
                      <a:rPr lang="en-IN" i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Shruti" panose="020B0502040204020203" pitchFamily="34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GB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Shruti" panose="020B0502040204020203" pitchFamily="34" charset="0"/>
                          </a:rPr>
                        </m:ctrlPr>
                      </m:dPr>
                      <m:e>
                        <m:r>
                          <a:rPr lang="en-GB" i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Shruti" panose="020B0502040204020203" pitchFamily="34" charset="0"/>
                          </a:rPr>
                          <m:t> </m:t>
                        </m:r>
                        <m:m>
                          <m:mPr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>
                              <a:rPr lang="en-IN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Shruti" panose="020B0502040204020203" pitchFamily="34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GB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Shruti" panose="020B0502040204020203" pitchFamily="34" charset="0"/>
                                </a:rPr>
                                <m:t> </m:t>
                              </m:r>
                              <m:r>
                                <a:rPr lang="en-GB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Shruti" panose="020B0502040204020203" pitchFamily="34" charset="0"/>
                                </a:rPr>
                                <m:t>  </m:t>
                              </m:r>
                              <m:r>
                                <a:rPr lang="en-IN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Shruti" panose="020B0502040204020203" pitchFamily="34" charset="0"/>
                                </a:rPr>
                                <m:t>2</m:t>
                              </m:r>
                            </m:e>
                            <m:e>
                              <m:r>
                                <a:rPr lang="en-IN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Shruti" panose="020B0502040204020203" pitchFamily="34" charset="0"/>
                                </a:rPr>
                                <m:t>−1</m:t>
                              </m:r>
                            </m:e>
                            <m:e>
                              <m:r>
                                <a:rPr lang="en-IN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Shruti" panose="020B0502040204020203" pitchFamily="34" charset="0"/>
                                </a:rPr>
                                <m:t>−2</m:t>
                              </m:r>
                            </m:e>
                          </m:mr>
                          <m:mr>
                            <m:e>
                              <m:r>
                                <a:rPr lang="en-IN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Shruti" panose="020B0502040204020203" pitchFamily="34" charset="0"/>
                                </a:rPr>
                                <m:t>−4</m:t>
                              </m:r>
                            </m:e>
                            <m:e>
                              <m:r>
                                <a:rPr lang="en-GB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Shruti" panose="020B0502040204020203" pitchFamily="34" charset="0"/>
                                </a:rPr>
                                <m:t>   </m:t>
                              </m:r>
                              <m:r>
                                <a:rPr lang="en-IN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Shruti" panose="020B0502040204020203" pitchFamily="34" charset="0"/>
                                </a:rPr>
                                <m:t>2</m:t>
                              </m:r>
                            </m:e>
                            <m:e>
                              <m:r>
                                <a:rPr lang="en-GB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Shruti" panose="020B0502040204020203" pitchFamily="34" charset="0"/>
                                </a:rPr>
                                <m:t>   </m:t>
                              </m:r>
                              <m:r>
                                <a:rPr lang="en-IN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Shruti" panose="020B0502040204020203" pitchFamily="34" charset="0"/>
                                </a:rPr>
                                <m:t>4</m:t>
                              </m:r>
                            </m:e>
                          </m:mr>
                          <m:mr>
                            <m:e>
                              <m:r>
                                <a:rPr lang="en-IN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Shruti" panose="020B0502040204020203" pitchFamily="34" charset="0"/>
                                </a:rPr>
                                <m:t>−8</m:t>
                              </m:r>
                            </m:e>
                            <m:e>
                              <m:r>
                                <a:rPr lang="en-GB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Shruti" panose="020B0502040204020203" pitchFamily="34" charset="0"/>
                                </a:rPr>
                                <m:t>   </m:t>
                              </m:r>
                              <m:r>
                                <a:rPr lang="en-IN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Shruti" panose="020B0502040204020203" pitchFamily="34" charset="0"/>
                                </a:rPr>
                                <m:t>4</m:t>
                              </m:r>
                            </m:e>
                            <m:e>
                              <m:r>
                                <a:rPr lang="en-GB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Shruti" panose="020B0502040204020203" pitchFamily="34" charset="0"/>
                                </a:rPr>
                                <m:t>   </m:t>
                              </m:r>
                              <m:r>
                                <a:rPr lang="en-IN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Shruti" panose="020B0502040204020203" pitchFamily="34" charset="0"/>
                                </a:rPr>
                                <m:t>8</m:t>
                              </m:r>
                            </m:e>
                          </m:mr>
                        </m:m>
                        <m:r>
                          <a:rPr lang="en-GB" i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Shruti" panose="020B0502040204020203" pitchFamily="34" charset="0"/>
                          </a:rPr>
                          <m:t> </m:t>
                        </m:r>
                      </m:e>
                    </m:d>
                    <m:r>
                      <a:rPr lang="en-GB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Shruti" panose="020B0502040204020203" pitchFamily="34" charset="0"/>
                      </a:rPr>
                      <m:t>   ;   </m:t>
                    </m:r>
                    <m:r>
                      <m:rPr>
                        <m:sty m:val="p"/>
                      </m:rPr>
                      <a:rPr lang="en-GB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Shruti" panose="020B0502040204020203" pitchFamily="34" charset="0"/>
                      </a:rPr>
                      <m:t>X</m:t>
                    </m:r>
                    <m:r>
                      <a:rPr lang="en-GB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Shruti" panose="020B0502040204020203" pitchFamily="34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GB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Shruti" panose="020B0502040204020203" pitchFamily="34" charset="0"/>
                          </a:rPr>
                        </m:ctrlPr>
                      </m:dPr>
                      <m:e>
                        <m:r>
                          <a:rPr lang="en-GB" b="0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Shruti" panose="020B0502040204020203" pitchFamily="34" charset="0"/>
                          </a:rPr>
                          <m:t> </m:t>
                        </m:r>
                        <m:eqArr>
                          <m:eqArrPr>
                            <m:ctrlPr>
                              <a:rPr lang="en-GB" b="0" i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Shruti" panose="020B0502040204020203" pitchFamily="34" charset="0"/>
                              </a:rPr>
                            </m:ctrlPr>
                          </m:eqArrPr>
                          <m:e>
                            <m:r>
                              <m:rPr>
                                <m:sty m:val="p"/>
                              </m:rPr>
                              <a:rPr lang="en-GB" b="0" i="0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Shruti" panose="020B0502040204020203" pitchFamily="34" charset="0"/>
                              </a:rPr>
                              <m:t>x</m:t>
                            </m:r>
                          </m:e>
                          <m:e>
                            <m:r>
                              <m:rPr>
                                <m:sty m:val="p"/>
                              </m:rPr>
                              <a:rPr lang="en-GB" b="0" i="0" smtClean="0">
                                <a:latin typeface="Cambria Math" panose="02040503050406030204" pitchFamily="18" charset="0"/>
                              </a:rPr>
                              <m:t>y</m:t>
                            </m:r>
                          </m:e>
                          <m:e>
                            <m:r>
                              <m:rPr>
                                <m:sty m:val="p"/>
                              </m:rPr>
                              <a:rPr lang="en-GB" b="0" i="0" smtClean="0">
                                <a:latin typeface="Cambria Math" panose="02040503050406030204" pitchFamily="18" charset="0"/>
                              </a:rPr>
                              <m:t>z</m:t>
                            </m:r>
                          </m:e>
                        </m:eqArr>
                        <m:r>
                          <a:rPr lang="en-GB" b="0" i="0" smtClean="0">
                            <a:latin typeface="Cambria Math" panose="02040503050406030204" pitchFamily="18" charset="0"/>
                          </a:rPr>
                          <m:t> </m:t>
                        </m:r>
                      </m:e>
                    </m:d>
                    <m:r>
                      <a:rPr lang="en-GB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Shruti" panose="020B0502040204020203" pitchFamily="34" charset="0"/>
                      </a:rPr>
                      <m:t>   ;   </m:t>
                    </m:r>
                    <m:r>
                      <m:rPr>
                        <m:sty m:val="p"/>
                      </m:rPr>
                      <a:rPr lang="en-GB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Shruti" panose="020B0502040204020203" pitchFamily="34" charset="0"/>
                      </a:rPr>
                      <m:t>O</m:t>
                    </m:r>
                    <m:r>
                      <a:rPr lang="en-GB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Shruti" panose="020B0502040204020203" pitchFamily="34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GB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Shruti" panose="020B0502040204020203" pitchFamily="34" charset="0"/>
                          </a:rPr>
                        </m:ctrlPr>
                      </m:dPr>
                      <m:e>
                        <m:r>
                          <a:rPr lang="en-GB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Shruti" panose="020B0502040204020203" pitchFamily="34" charset="0"/>
                          </a:rPr>
                          <m:t> </m:t>
                        </m:r>
                        <m:eqArr>
                          <m:eqArrPr>
                            <m:ctrlPr>
                              <a:rPr lang="en-GB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Shruti" panose="020B0502040204020203" pitchFamily="34" charset="0"/>
                              </a:rPr>
                            </m:ctrlPr>
                          </m:eqArrPr>
                          <m:e>
                            <m:r>
                              <a:rPr lang="en-GB" b="0" i="0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Shruti" panose="020B0502040204020203" pitchFamily="34" charset="0"/>
                              </a:rPr>
                              <m:t>0</m:t>
                            </m:r>
                          </m:e>
                          <m:e>
                            <m:r>
                              <a:rPr lang="en-GB" b="0" i="0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e>
                          <m:e>
                            <m:r>
                              <a:rPr lang="en-GB" b="0" i="0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e>
                        </m:eqArr>
                        <m:r>
                          <a:rPr lang="en-GB">
                            <a:latin typeface="Cambria Math" panose="02040503050406030204" pitchFamily="18" charset="0"/>
                          </a:rPr>
                          <m:t> </m:t>
                        </m:r>
                      </m:e>
                    </m:d>
                  </m:oMath>
                </a14:m>
                <a:endParaRPr lang="en-US" dirty="0">
                  <a:solidFill>
                    <a:srgbClr val="002060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97CC2AF3-893B-841E-B862-85EE7C67FA6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22575" y="3375445"/>
                <a:ext cx="9335387" cy="1281617"/>
              </a:xfrm>
              <a:prstGeom prst="rect">
                <a:avLst/>
              </a:prstGeom>
              <a:blipFill>
                <a:blip r:embed="rId6"/>
                <a:stretch>
                  <a:fillRect l="-131"/>
                </a:stretch>
              </a:blipFill>
              <a:ln w="12700" cap="flat" cmpd="sng" algn="ctr">
                <a:noFill/>
                <a:prstDash val="solid"/>
                <a:miter lim="800000"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Rectangle 5">
            <a:extLst>
              <a:ext uri="{FF2B5EF4-FFF2-40B4-BE49-F238E27FC236}">
                <a16:creationId xmlns:a16="http://schemas.microsoft.com/office/drawing/2014/main" id="{316BD089-9E92-D28A-398C-0FCA0FB07D3B}"/>
              </a:ext>
            </a:extLst>
          </p:cNvPr>
          <p:cNvSpPr/>
          <p:nvPr/>
        </p:nvSpPr>
        <p:spPr>
          <a:xfrm>
            <a:off x="122277" y="5229157"/>
            <a:ext cx="6020992" cy="54360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r>
              <a:rPr lang="en-IN" sz="2800" dirty="0">
                <a:solidFill>
                  <a:srgbClr val="002060"/>
                </a:solidFill>
              </a:rPr>
              <a:t>The Augmented matrix of the </a:t>
            </a:r>
            <a:r>
              <a:rPr lang="en-US" sz="2800" dirty="0">
                <a:solidFill>
                  <a:srgbClr val="002060"/>
                </a:solidFill>
              </a:rPr>
              <a:t>system is,</a:t>
            </a:r>
            <a:endParaRPr lang="en-IN" sz="2800" b="1" dirty="0">
              <a:solidFill>
                <a:srgbClr val="00206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7101A603-07C1-E26B-A382-9E915635FC81}"/>
                  </a:ext>
                </a:extLst>
              </p:cNvPr>
              <p:cNvSpPr/>
              <p:nvPr/>
            </p:nvSpPr>
            <p:spPr>
              <a:xfrm>
                <a:off x="5807126" y="5229157"/>
                <a:ext cx="1728392" cy="543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IN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d>
                            <m:dPr>
                              <m:begChr m:val=""/>
                              <m:endChr m:val="|"/>
                              <m:ctrlPr>
                                <a:rPr lang="en-IN" sz="2800" b="0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m:rPr>
                                  <m:sty m:val="p"/>
                                </m:rPr>
                                <a:rPr lang="en-IN" sz="2800" b="0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A</m:t>
                              </m:r>
                              <m:r>
                                <a:rPr lang="en-IN" sz="2800" b="0" i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e>
                          </m:d>
                          <m: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B</m:t>
                          </m:r>
                          <m: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d>
                      <m:r>
                        <a:rPr lang="en-IN" sz="2800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7101A603-07C1-E26B-A382-9E915635FC8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07126" y="5229157"/>
                <a:ext cx="1728392" cy="54360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8" name="Group 7">
            <a:extLst>
              <a:ext uri="{FF2B5EF4-FFF2-40B4-BE49-F238E27FC236}">
                <a16:creationId xmlns:a16="http://schemas.microsoft.com/office/drawing/2014/main" id="{D10C020B-6AEE-1BB8-DD65-DBEA21099C80}"/>
              </a:ext>
            </a:extLst>
          </p:cNvPr>
          <p:cNvGrpSpPr/>
          <p:nvPr/>
        </p:nvGrpSpPr>
        <p:grpSpPr>
          <a:xfrm>
            <a:off x="7401698" y="4850759"/>
            <a:ext cx="3219548" cy="1370924"/>
            <a:chOff x="6686773" y="3163314"/>
            <a:chExt cx="4047775" cy="1370924"/>
          </a:xfrm>
        </p:grpSpPr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105DD87E-73D2-B917-ECD6-C9B907A0D2FC}"/>
                </a:ext>
              </a:extLst>
            </p:cNvPr>
            <p:cNvGrpSpPr/>
            <p:nvPr/>
          </p:nvGrpSpPr>
          <p:grpSpPr>
            <a:xfrm>
              <a:off x="6686773" y="3163314"/>
              <a:ext cx="3571656" cy="1370924"/>
              <a:chOff x="1833958" y="3480476"/>
              <a:chExt cx="3055783" cy="1485224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1" name="Rectangle 10">
                    <a:extLst>
                      <a:ext uri="{FF2B5EF4-FFF2-40B4-BE49-F238E27FC236}">
                        <a16:creationId xmlns:a16="http://schemas.microsoft.com/office/drawing/2014/main" id="{E1D8C178-1392-FC71-8C44-E16E0E7D5ECC}"/>
                      </a:ext>
                    </a:extLst>
                  </p:cNvPr>
                  <p:cNvSpPr/>
                  <p:nvPr/>
                </p:nvSpPr>
                <p:spPr>
                  <a:xfrm>
                    <a:off x="1833958" y="3480476"/>
                    <a:ext cx="3055783" cy="1485224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d>
                            <m:dPr>
                              <m:begChr m:val="["/>
                              <m:endChr m:val="]"/>
                              <m:ctrlPr>
                                <a:rPr lang="en-IN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Shruti" panose="020B0502040204020203" pitchFamily="34" charset="0"/>
                                </a:rPr>
                              </m:ctrlPr>
                            </m:dP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3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IN" sz="2800" i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Shruti" panose="020B0502040204020203" pitchFamily="34" charset="0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GB" sz="280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Shruti" panose="020B0502040204020203" pitchFamily="34" charset="0"/>
                                      </a:rPr>
                                      <m:t> </m:t>
                                    </m:r>
                                    <m:r>
                                      <a:rPr lang="en-GB" sz="280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Shruti" panose="020B0502040204020203" pitchFamily="34" charset="0"/>
                                      </a:rPr>
                                      <m:t>  </m:t>
                                    </m:r>
                                    <m:r>
                                      <a:rPr lang="en-IN" sz="280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Shruti" panose="020B0502040204020203" pitchFamily="34" charset="0"/>
                                      </a:rPr>
                                      <m:t>2</m:t>
                                    </m:r>
                                  </m:e>
                                  <m:e>
                                    <m:r>
                                      <a:rPr lang="en-IN" sz="280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Shruti" panose="020B0502040204020203" pitchFamily="34" charset="0"/>
                                      </a:rPr>
                                      <m:t>−1</m:t>
                                    </m:r>
                                  </m:e>
                                  <m:e>
                                    <m:r>
                                      <a:rPr lang="en-IN" sz="280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Shruti" panose="020B0502040204020203" pitchFamily="34" charset="0"/>
                                      </a:rPr>
                                      <m:t>−2</m:t>
                                    </m:r>
                                  </m:e>
                                </m:mr>
                                <m:mr>
                                  <m:e>
                                    <m:r>
                                      <a:rPr lang="en-IN" sz="280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Shruti" panose="020B0502040204020203" pitchFamily="34" charset="0"/>
                                      </a:rPr>
                                      <m:t>−4</m:t>
                                    </m:r>
                                  </m:e>
                                  <m:e>
                                    <m:r>
                                      <a:rPr lang="en-GB" sz="280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Shruti" panose="020B0502040204020203" pitchFamily="34" charset="0"/>
                                      </a:rPr>
                                      <m:t>   </m:t>
                                    </m:r>
                                    <m:r>
                                      <a:rPr lang="en-IN" sz="280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Shruti" panose="020B0502040204020203" pitchFamily="34" charset="0"/>
                                      </a:rPr>
                                      <m:t>2</m:t>
                                    </m:r>
                                  </m:e>
                                  <m:e>
                                    <m:r>
                                      <a:rPr lang="en-GB" sz="280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Shruti" panose="020B0502040204020203" pitchFamily="34" charset="0"/>
                                      </a:rPr>
                                      <m:t>   </m:t>
                                    </m:r>
                                    <m:r>
                                      <a:rPr lang="en-IN" sz="280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Shruti" panose="020B0502040204020203" pitchFamily="34" charset="0"/>
                                      </a:rPr>
                                      <m:t>4</m:t>
                                    </m:r>
                                  </m:e>
                                </m:mr>
                                <m:mr>
                                  <m:e>
                                    <m:r>
                                      <a:rPr lang="en-IN" sz="280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Shruti" panose="020B0502040204020203" pitchFamily="34" charset="0"/>
                                      </a:rPr>
                                      <m:t>−8</m:t>
                                    </m:r>
                                  </m:e>
                                  <m:e>
                                    <m:r>
                                      <a:rPr lang="en-GB" sz="280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Shruti" panose="020B0502040204020203" pitchFamily="34" charset="0"/>
                                      </a:rPr>
                                      <m:t>   </m:t>
                                    </m:r>
                                    <m:r>
                                      <a:rPr lang="en-IN" sz="280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Shruti" panose="020B0502040204020203" pitchFamily="34" charset="0"/>
                                      </a:rPr>
                                      <m:t>4</m:t>
                                    </m:r>
                                  </m:e>
                                  <m:e>
                                    <m:r>
                                      <a:rPr lang="en-GB" sz="280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Shruti" panose="020B0502040204020203" pitchFamily="34" charset="0"/>
                                      </a:rPr>
                                      <m:t>   </m:t>
                                    </m:r>
                                    <m:r>
                                      <a:rPr lang="en-IN" sz="280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Shruti" panose="020B0502040204020203" pitchFamily="34" charset="0"/>
                                      </a:rPr>
                                      <m:t>8</m:t>
                                    </m:r>
                                  </m:e>
                                </m:mr>
                              </m:m>
                              <m:r>
                                <a:rPr lang="en-GB" sz="2800" b="0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Shruti" panose="020B0502040204020203" pitchFamily="34" charset="0"/>
                                </a:rPr>
                                <m:t>           </m:t>
                              </m:r>
                            </m:e>
                          </m:d>
                        </m:oMath>
                      </m:oMathPara>
                    </a14:m>
                    <a:endParaRPr lang="en-IN" sz="2800" dirty="0">
                      <a:solidFill>
                        <a:srgbClr val="002060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11" name="Rectangle 10">
                    <a:extLst>
                      <a:ext uri="{FF2B5EF4-FFF2-40B4-BE49-F238E27FC236}">
                        <a16:creationId xmlns:a16="http://schemas.microsoft.com/office/drawing/2014/main" id="{E1D8C178-1392-FC71-8C44-E16E0E7D5ECC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833958" y="3480476"/>
                    <a:ext cx="3055783" cy="1485224"/>
                  </a:xfrm>
                  <a:prstGeom prst="rect">
                    <a:avLst/>
                  </a:prstGeom>
                  <a:blipFill>
                    <a:blip r:embed="rId8"/>
                    <a:stretch>
                      <a:fillRect r="-16094"/>
                    </a:stretch>
                  </a:blipFill>
                  <a:ln>
                    <a:noFill/>
                  </a:ln>
                </p:spPr>
                <p:txBody>
                  <a:bodyPr/>
                  <a:lstStyle/>
                  <a:p>
                    <a:r>
                      <a:rPr lang="en-IN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12" name="Straight Connector 11">
                <a:extLst>
                  <a:ext uri="{FF2B5EF4-FFF2-40B4-BE49-F238E27FC236}">
                    <a16:creationId xmlns:a16="http://schemas.microsoft.com/office/drawing/2014/main" id="{32782717-DA39-438A-3F72-2D1DB4BAB2E0}"/>
                  </a:ext>
                </a:extLst>
              </p:cNvPr>
              <p:cNvCxnSpPr/>
              <p:nvPr/>
            </p:nvCxnSpPr>
            <p:spPr>
              <a:xfrm>
                <a:off x="4578493" y="3514747"/>
                <a:ext cx="0" cy="1326050"/>
              </a:xfrm>
              <a:prstGeom prst="line">
                <a:avLst/>
              </a:prstGeom>
              <a:ln w="3810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" name="Rectangle 9">
                  <a:extLst>
                    <a:ext uri="{FF2B5EF4-FFF2-40B4-BE49-F238E27FC236}">
                      <a16:creationId xmlns:a16="http://schemas.microsoft.com/office/drawing/2014/main" id="{F916FD64-4ADF-1A0D-EBE9-61050A704944}"/>
                    </a:ext>
                  </a:extLst>
                </p:cNvPr>
                <p:cNvSpPr/>
                <p:nvPr/>
              </p:nvSpPr>
              <p:spPr>
                <a:xfrm>
                  <a:off x="9948347" y="3163314"/>
                  <a:ext cx="786201" cy="126647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800" i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GB" sz="2800" b="0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GB" sz="2800" b="0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GB" sz="2800" b="0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</m:m>
                      </m:oMath>
                    </m:oMathPara>
                  </a14:m>
                  <a:endParaRPr lang="en-IN" sz="2800" dirty="0">
                    <a:solidFill>
                      <a:srgbClr val="002060"/>
                    </a:solidFill>
                  </a:endParaRPr>
                </a:p>
              </p:txBody>
            </p:sp>
          </mc:Choice>
          <mc:Fallback xmlns="">
            <p:sp>
              <p:nvSpPr>
                <p:cNvPr id="10" name="Rectangle 9">
                  <a:extLst>
                    <a:ext uri="{FF2B5EF4-FFF2-40B4-BE49-F238E27FC236}">
                      <a16:creationId xmlns:a16="http://schemas.microsoft.com/office/drawing/2014/main" id="{F916FD64-4ADF-1A0D-EBE9-61050A704944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948347" y="3163314"/>
                  <a:ext cx="786201" cy="1266470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20643760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5" grpId="0"/>
      <p:bldP spid="6" grpId="0"/>
      <p:bldP spid="7" grpId="0"/>
    </p:bldLst>
  </p:timing>
</p:sld>
</file>

<file path=ppt/slides/slide1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87AE21-254D-1D51-81B8-E2ED8CBD76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A8199FAA-0DE0-3994-3AAE-491E69DD4A48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IN" dirty="0"/>
                  <a:t>Method:6 </a:t>
                </a:r>
                <a14:m>
                  <m:oMath xmlns:m="http://schemas.openxmlformats.org/officeDocument/2006/math">
                    <m:r>
                      <a:rPr lang="en-I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⇝</m:t>
                    </m:r>
                  </m:oMath>
                </a14:m>
                <a:r>
                  <a:rPr lang="en-IN" dirty="0"/>
                  <a:t> Example:6</a:t>
                </a:r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DE22096F-BDF8-91D8-0181-0CE442BD7D3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3"/>
                <a:stretch>
                  <a:fillRect l="-400" t="-8547" b="-1965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" name="Content Placeholder 4">
            <a:extLst>
              <a:ext uri="{FF2B5EF4-FFF2-40B4-BE49-F238E27FC236}">
                <a16:creationId xmlns:a16="http://schemas.microsoft.com/office/drawing/2014/main" id="{945B551E-8090-78D4-8743-F3A1653DD0DF}"/>
              </a:ext>
            </a:extLst>
          </p:cNvPr>
          <p:cNvSpPr txBox="1">
            <a:spLocks/>
          </p:cNvSpPr>
          <p:nvPr/>
        </p:nvSpPr>
        <p:spPr>
          <a:xfrm flipH="1">
            <a:off x="6958939" y="107357"/>
            <a:ext cx="4571801" cy="5400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marL="265113" indent="-265113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Wingdings 3" panose="05040102010807070707" pitchFamily="18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9625" indent="-352425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 3" panose="05040102010807070707" pitchFamily="18" charset="2"/>
              <a:buChar char="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18745" indent="0" algn="l">
              <a:lnSpc>
                <a:spcPct val="115000"/>
              </a:lnSpc>
              <a:spcAft>
                <a:spcPts val="800"/>
              </a:spcAft>
              <a:buNone/>
            </a:pPr>
            <a:endParaRPr lang="en-US" sz="3600" b="1" dirty="0">
              <a:solidFill>
                <a:srgbClr val="3D0FE7"/>
              </a:solidFill>
              <a:latin typeface="Cambria Math" panose="02040503050406030204" pitchFamily="18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D11EB73-5273-630E-EADD-B964562F720D}"/>
              </a:ext>
            </a:extLst>
          </p:cNvPr>
          <p:cNvSpPr/>
          <p:nvPr/>
        </p:nvSpPr>
        <p:spPr>
          <a:xfrm>
            <a:off x="122277" y="927373"/>
            <a:ext cx="6020992" cy="54360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r>
              <a:rPr lang="en-IN" sz="2800" dirty="0">
                <a:solidFill>
                  <a:srgbClr val="002060"/>
                </a:solidFill>
              </a:rPr>
              <a:t>The Augmented matrix of the </a:t>
            </a:r>
            <a:r>
              <a:rPr lang="en-US" sz="2800" dirty="0">
                <a:solidFill>
                  <a:srgbClr val="002060"/>
                </a:solidFill>
              </a:rPr>
              <a:t>system is,</a:t>
            </a:r>
            <a:endParaRPr lang="en-IN" sz="2800" b="1" dirty="0">
              <a:solidFill>
                <a:srgbClr val="00206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B104CE11-B337-CC7A-8B00-0A1786F8B6F1}"/>
                  </a:ext>
                </a:extLst>
              </p:cNvPr>
              <p:cNvSpPr/>
              <p:nvPr/>
            </p:nvSpPr>
            <p:spPr>
              <a:xfrm>
                <a:off x="122277" y="2044973"/>
                <a:ext cx="1728392" cy="543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IN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d>
                            <m:dPr>
                              <m:begChr m:val=""/>
                              <m:endChr m:val="|"/>
                              <m:ctrlPr>
                                <a:rPr lang="en-IN" sz="2800" b="0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m:rPr>
                                  <m:sty m:val="p"/>
                                </m:rPr>
                                <a:rPr lang="en-IN" sz="2800" b="0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A</m:t>
                              </m:r>
                              <m:r>
                                <a:rPr lang="en-IN" sz="2800" b="0" i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e>
                          </m:d>
                          <m: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B</m:t>
                          </m:r>
                          <m: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d>
                      <m:r>
                        <a:rPr lang="en-IN" sz="2800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142E77D1-6FEE-35FF-5355-1274F19B196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2277" y="2044973"/>
                <a:ext cx="1728392" cy="54360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8" name="Group 7">
            <a:extLst>
              <a:ext uri="{FF2B5EF4-FFF2-40B4-BE49-F238E27FC236}">
                <a16:creationId xmlns:a16="http://schemas.microsoft.com/office/drawing/2014/main" id="{8E9C677E-8754-81D5-50CB-F97F03122204}"/>
              </a:ext>
            </a:extLst>
          </p:cNvPr>
          <p:cNvGrpSpPr/>
          <p:nvPr/>
        </p:nvGrpSpPr>
        <p:grpSpPr>
          <a:xfrm>
            <a:off x="1716849" y="1666575"/>
            <a:ext cx="3219548" cy="1370924"/>
            <a:chOff x="6686773" y="3163314"/>
            <a:chExt cx="4047775" cy="1370924"/>
          </a:xfrm>
        </p:grpSpPr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1CD8E997-2DA3-843B-AFEB-F606F3B3887C}"/>
                </a:ext>
              </a:extLst>
            </p:cNvPr>
            <p:cNvGrpSpPr/>
            <p:nvPr/>
          </p:nvGrpSpPr>
          <p:grpSpPr>
            <a:xfrm>
              <a:off x="6686773" y="3163314"/>
              <a:ext cx="3571656" cy="1370924"/>
              <a:chOff x="1833958" y="3480476"/>
              <a:chExt cx="3055783" cy="1485224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1" name="Rectangle 10">
                    <a:extLst>
                      <a:ext uri="{FF2B5EF4-FFF2-40B4-BE49-F238E27FC236}">
                        <a16:creationId xmlns:a16="http://schemas.microsoft.com/office/drawing/2014/main" id="{472220F8-9C48-5EE4-DC33-AC940FDC0253}"/>
                      </a:ext>
                    </a:extLst>
                  </p:cNvPr>
                  <p:cNvSpPr/>
                  <p:nvPr/>
                </p:nvSpPr>
                <p:spPr>
                  <a:xfrm>
                    <a:off x="1833958" y="3480476"/>
                    <a:ext cx="3055783" cy="1485224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d>
                            <m:dPr>
                              <m:begChr m:val="["/>
                              <m:endChr m:val="]"/>
                              <m:ctrlPr>
                                <a:rPr lang="en-IN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Shruti" panose="020B0502040204020203" pitchFamily="34" charset="0"/>
                                </a:rPr>
                              </m:ctrlPr>
                            </m:dP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3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IN" sz="2800" i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Shruti" panose="020B0502040204020203" pitchFamily="34" charset="0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GB" sz="280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Shruti" panose="020B0502040204020203" pitchFamily="34" charset="0"/>
                                      </a:rPr>
                                      <m:t> </m:t>
                                    </m:r>
                                    <m:r>
                                      <a:rPr lang="en-GB" sz="280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Shruti" panose="020B0502040204020203" pitchFamily="34" charset="0"/>
                                      </a:rPr>
                                      <m:t>  </m:t>
                                    </m:r>
                                    <m:r>
                                      <a:rPr lang="en-IN" sz="280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Shruti" panose="020B0502040204020203" pitchFamily="34" charset="0"/>
                                      </a:rPr>
                                      <m:t>2</m:t>
                                    </m:r>
                                  </m:e>
                                  <m:e>
                                    <m:r>
                                      <a:rPr lang="en-IN" sz="280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Shruti" panose="020B0502040204020203" pitchFamily="34" charset="0"/>
                                      </a:rPr>
                                      <m:t>−1</m:t>
                                    </m:r>
                                  </m:e>
                                  <m:e>
                                    <m:r>
                                      <a:rPr lang="en-IN" sz="280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Shruti" panose="020B0502040204020203" pitchFamily="34" charset="0"/>
                                      </a:rPr>
                                      <m:t>−2</m:t>
                                    </m:r>
                                  </m:e>
                                </m:mr>
                                <m:mr>
                                  <m:e>
                                    <m:r>
                                      <a:rPr lang="en-IN" sz="280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Shruti" panose="020B0502040204020203" pitchFamily="34" charset="0"/>
                                      </a:rPr>
                                      <m:t>−4</m:t>
                                    </m:r>
                                  </m:e>
                                  <m:e>
                                    <m:r>
                                      <a:rPr lang="en-GB" sz="280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Shruti" panose="020B0502040204020203" pitchFamily="34" charset="0"/>
                                      </a:rPr>
                                      <m:t>   </m:t>
                                    </m:r>
                                    <m:r>
                                      <a:rPr lang="en-IN" sz="280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Shruti" panose="020B0502040204020203" pitchFamily="34" charset="0"/>
                                      </a:rPr>
                                      <m:t>2</m:t>
                                    </m:r>
                                  </m:e>
                                  <m:e>
                                    <m:r>
                                      <a:rPr lang="en-GB" sz="280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Shruti" panose="020B0502040204020203" pitchFamily="34" charset="0"/>
                                      </a:rPr>
                                      <m:t>   </m:t>
                                    </m:r>
                                    <m:r>
                                      <a:rPr lang="en-IN" sz="280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Shruti" panose="020B0502040204020203" pitchFamily="34" charset="0"/>
                                      </a:rPr>
                                      <m:t>4</m:t>
                                    </m:r>
                                  </m:e>
                                </m:mr>
                                <m:mr>
                                  <m:e>
                                    <m:r>
                                      <a:rPr lang="en-IN" sz="280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Shruti" panose="020B0502040204020203" pitchFamily="34" charset="0"/>
                                      </a:rPr>
                                      <m:t>−8</m:t>
                                    </m:r>
                                  </m:e>
                                  <m:e>
                                    <m:r>
                                      <a:rPr lang="en-GB" sz="280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Shruti" panose="020B0502040204020203" pitchFamily="34" charset="0"/>
                                      </a:rPr>
                                      <m:t>   </m:t>
                                    </m:r>
                                    <m:r>
                                      <a:rPr lang="en-IN" sz="280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Shruti" panose="020B0502040204020203" pitchFamily="34" charset="0"/>
                                      </a:rPr>
                                      <m:t>4</m:t>
                                    </m:r>
                                  </m:e>
                                  <m:e>
                                    <m:r>
                                      <a:rPr lang="en-GB" sz="280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Shruti" panose="020B0502040204020203" pitchFamily="34" charset="0"/>
                                      </a:rPr>
                                      <m:t>   </m:t>
                                    </m:r>
                                    <m:r>
                                      <a:rPr lang="en-IN" sz="280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Shruti" panose="020B0502040204020203" pitchFamily="34" charset="0"/>
                                      </a:rPr>
                                      <m:t>8</m:t>
                                    </m:r>
                                  </m:e>
                                </m:mr>
                              </m:m>
                              <m:r>
                                <a:rPr lang="en-GB" sz="2800" b="0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Shruti" panose="020B0502040204020203" pitchFamily="34" charset="0"/>
                                </a:rPr>
                                <m:t>           </m:t>
                              </m:r>
                            </m:e>
                          </m:d>
                        </m:oMath>
                      </m:oMathPara>
                    </a14:m>
                    <a:endParaRPr lang="en-IN" sz="2800" dirty="0">
                      <a:solidFill>
                        <a:srgbClr val="002060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11" name="Rectangle 10">
                    <a:extLst>
                      <a:ext uri="{FF2B5EF4-FFF2-40B4-BE49-F238E27FC236}">
                        <a16:creationId xmlns:a16="http://schemas.microsoft.com/office/drawing/2014/main" id="{9ACAA5D9-8AB7-8399-2D30-3289B33E1B65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833958" y="3480476"/>
                    <a:ext cx="3055783" cy="1485224"/>
                  </a:xfrm>
                  <a:prstGeom prst="rect">
                    <a:avLst/>
                  </a:prstGeom>
                  <a:blipFill>
                    <a:blip r:embed="rId5"/>
                    <a:stretch>
                      <a:fillRect r="-16094"/>
                    </a:stretch>
                  </a:blipFill>
                  <a:ln>
                    <a:noFill/>
                  </a:ln>
                </p:spPr>
                <p:txBody>
                  <a:bodyPr/>
                  <a:lstStyle/>
                  <a:p>
                    <a:r>
                      <a:rPr lang="en-IN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12" name="Straight Connector 11">
                <a:extLst>
                  <a:ext uri="{FF2B5EF4-FFF2-40B4-BE49-F238E27FC236}">
                    <a16:creationId xmlns:a16="http://schemas.microsoft.com/office/drawing/2014/main" id="{4192EC8C-E270-EBA9-FFFB-81730120D7CF}"/>
                  </a:ext>
                </a:extLst>
              </p:cNvPr>
              <p:cNvCxnSpPr/>
              <p:nvPr/>
            </p:nvCxnSpPr>
            <p:spPr>
              <a:xfrm>
                <a:off x="4578493" y="3514747"/>
                <a:ext cx="0" cy="1326050"/>
              </a:xfrm>
              <a:prstGeom prst="line">
                <a:avLst/>
              </a:prstGeom>
              <a:ln w="3810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" name="Rectangle 9">
                  <a:extLst>
                    <a:ext uri="{FF2B5EF4-FFF2-40B4-BE49-F238E27FC236}">
                      <a16:creationId xmlns:a16="http://schemas.microsoft.com/office/drawing/2014/main" id="{DA7779AA-BAFD-E746-ADEC-4F1592B3AA28}"/>
                    </a:ext>
                  </a:extLst>
                </p:cNvPr>
                <p:cNvSpPr/>
                <p:nvPr/>
              </p:nvSpPr>
              <p:spPr>
                <a:xfrm>
                  <a:off x="9948347" y="3163314"/>
                  <a:ext cx="786201" cy="126647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800" i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GB" sz="2800" b="0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GB" sz="2800" b="0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GB" sz="2800" b="0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</m:m>
                      </m:oMath>
                    </m:oMathPara>
                  </a14:m>
                  <a:endParaRPr lang="en-IN" sz="2800" dirty="0">
                    <a:solidFill>
                      <a:srgbClr val="002060"/>
                    </a:solidFill>
                  </a:endParaRPr>
                </a:p>
              </p:txBody>
            </p:sp>
          </mc:Choice>
          <mc:Fallback xmlns="">
            <p:sp>
              <p:nvSpPr>
                <p:cNvPr id="10" name="Rectangle 9">
                  <a:extLst>
                    <a:ext uri="{FF2B5EF4-FFF2-40B4-BE49-F238E27FC236}">
                      <a16:creationId xmlns:a16="http://schemas.microsoft.com/office/drawing/2014/main" id="{564F453E-B3F8-F009-88D2-0AF0080FEBD5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948347" y="3163314"/>
                  <a:ext cx="786201" cy="1266470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id="{49B9BB82-0938-441E-1A7E-0A64AF172BED}"/>
                  </a:ext>
                </a:extLst>
              </p:cNvPr>
              <p:cNvSpPr/>
              <p:nvPr/>
            </p:nvSpPr>
            <p:spPr>
              <a:xfrm>
                <a:off x="1984821" y="3065060"/>
                <a:ext cx="1398130" cy="543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28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2800" b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𝐑</m:t>
                          </m:r>
                        </m:e>
                        <m:sub>
                          <m:r>
                            <a:rPr lang="en-GB" sz="2800" b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  <m:r>
                            <a:rPr lang="en-GB" sz="2800" b="1" i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  <m:d>
                        <m:dPr>
                          <m:ctrlPr>
                            <a:rPr lang="en-GB" sz="28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28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e>
                      </m:d>
                    </m:oMath>
                  </m:oMathPara>
                </a14:m>
                <a:endParaRPr lang="en-IN" sz="28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id="{03BA81C1-C863-0017-F138-DB61E76E09D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84821" y="3065060"/>
                <a:ext cx="1398130" cy="54360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Rectangle 19">
                <a:extLst>
                  <a:ext uri="{FF2B5EF4-FFF2-40B4-BE49-F238E27FC236}">
                    <a16:creationId xmlns:a16="http://schemas.microsoft.com/office/drawing/2014/main" id="{158C7FAD-FE66-1A40-D202-C37CBF5A83E8}"/>
                  </a:ext>
                </a:extLst>
              </p:cNvPr>
              <p:cNvSpPr/>
              <p:nvPr/>
            </p:nvSpPr>
            <p:spPr>
              <a:xfrm>
                <a:off x="3229420" y="3065060"/>
                <a:ext cx="1643477" cy="543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r>
                  <a:rPr lang="en-IN" sz="2800" b="1" dirty="0">
                    <a:solidFill>
                      <a:srgbClr val="FF0000"/>
                    </a:solidFill>
                  </a:rPr>
                  <a:t>,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sz="28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2800" b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𝐑</m:t>
                        </m:r>
                      </m:e>
                      <m:sub>
                        <m:r>
                          <a:rPr lang="en-GB" sz="2800" b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  <m:r>
                          <a:rPr lang="en-IN" sz="2800" b="1" i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𝟑</m:t>
                        </m:r>
                      </m:sub>
                    </m:sSub>
                    <m:d>
                      <m:dPr>
                        <m:ctrlPr>
                          <a:rPr lang="en-GB" sz="28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sz="28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𝟒</m:t>
                        </m:r>
                      </m:e>
                    </m:d>
                  </m:oMath>
                </a14:m>
                <a:endParaRPr lang="en-IN" sz="28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0" name="Rectangle 19">
                <a:extLst>
                  <a:ext uri="{FF2B5EF4-FFF2-40B4-BE49-F238E27FC236}">
                    <a16:creationId xmlns:a16="http://schemas.microsoft.com/office/drawing/2014/main" id="{91B249EE-982A-B487-6BAA-75AD1A7BE08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29420" y="3065060"/>
                <a:ext cx="1643477" cy="543600"/>
              </a:xfrm>
              <a:prstGeom prst="rect">
                <a:avLst/>
              </a:prstGeom>
              <a:blipFill>
                <a:blip r:embed="rId8"/>
                <a:stretch>
                  <a:fillRect l="-7807" t="-12360" b="-26966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1" name="Group 20">
            <a:extLst>
              <a:ext uri="{FF2B5EF4-FFF2-40B4-BE49-F238E27FC236}">
                <a16:creationId xmlns:a16="http://schemas.microsoft.com/office/drawing/2014/main" id="{041E5416-5777-E8D4-F8FF-9607CAE715CF}"/>
              </a:ext>
            </a:extLst>
          </p:cNvPr>
          <p:cNvGrpSpPr/>
          <p:nvPr/>
        </p:nvGrpSpPr>
        <p:grpSpPr>
          <a:xfrm>
            <a:off x="1450149" y="3822635"/>
            <a:ext cx="3473548" cy="1370924"/>
            <a:chOff x="6686773" y="3163314"/>
            <a:chExt cx="4367115" cy="1370924"/>
          </a:xfrm>
        </p:grpSpPr>
        <p:grpSp>
          <p:nvGrpSpPr>
            <p:cNvPr id="22" name="Group 21">
              <a:extLst>
                <a:ext uri="{FF2B5EF4-FFF2-40B4-BE49-F238E27FC236}">
                  <a16:creationId xmlns:a16="http://schemas.microsoft.com/office/drawing/2014/main" id="{AA79D973-D9E8-D102-65E0-8119FBB6F65D}"/>
                </a:ext>
              </a:extLst>
            </p:cNvPr>
            <p:cNvGrpSpPr/>
            <p:nvPr/>
          </p:nvGrpSpPr>
          <p:grpSpPr>
            <a:xfrm>
              <a:off x="6686773" y="3163314"/>
              <a:ext cx="3571658" cy="1370924"/>
              <a:chOff x="1833958" y="3480476"/>
              <a:chExt cx="3055783" cy="1485224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5" name="Rectangle 24">
                    <a:extLst>
                      <a:ext uri="{FF2B5EF4-FFF2-40B4-BE49-F238E27FC236}">
                        <a16:creationId xmlns:a16="http://schemas.microsoft.com/office/drawing/2014/main" id="{F7A9C324-0985-9E33-A752-2A0B47A84743}"/>
                      </a:ext>
                    </a:extLst>
                  </p:cNvPr>
                  <p:cNvSpPr/>
                  <p:nvPr/>
                </p:nvSpPr>
                <p:spPr>
                  <a:xfrm>
                    <a:off x="1833958" y="3480476"/>
                    <a:ext cx="3055783" cy="1485224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m:rPr>
                              <m:nor/>
                            </m:rPr>
                            <a:rPr lang="en-IN" sz="2800" i="0" dirty="0" smtClean="0">
                              <a:solidFill>
                                <a:srgbClr val="002060"/>
                              </a:solidFill>
                            </a:rPr>
                            <m:t>~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en-IN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Shruti" panose="020B0502040204020203" pitchFamily="34" charset="0"/>
                                </a:rPr>
                              </m:ctrlPr>
                            </m:dP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3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IN" sz="2800" i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Shruti" panose="020B0502040204020203" pitchFamily="34" charset="0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GB" sz="280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Shruti" panose="020B0502040204020203" pitchFamily="34" charset="0"/>
                                      </a:rPr>
                                      <m:t> </m:t>
                                    </m:r>
                                    <m:r>
                                      <a:rPr lang="en-GB" sz="280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Shruti" panose="020B0502040204020203" pitchFamily="34" charset="0"/>
                                      </a:rPr>
                                      <m:t>  </m:t>
                                    </m:r>
                                    <m:r>
                                      <a:rPr lang="en-IN" sz="280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Shruti" panose="020B0502040204020203" pitchFamily="34" charset="0"/>
                                      </a:rPr>
                                      <m:t>2</m:t>
                                    </m:r>
                                  </m:e>
                                  <m:e>
                                    <m:r>
                                      <a:rPr lang="en-IN" sz="280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Shruti" panose="020B0502040204020203" pitchFamily="34" charset="0"/>
                                      </a:rPr>
                                      <m:t>−1</m:t>
                                    </m:r>
                                  </m:e>
                                  <m:e>
                                    <m:r>
                                      <a:rPr lang="en-IN" sz="280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Shruti" panose="020B0502040204020203" pitchFamily="34" charset="0"/>
                                      </a:rPr>
                                      <m:t>−2</m:t>
                                    </m:r>
                                  </m:e>
                                </m:mr>
                                <m:mr>
                                  <m:e>
                                    <m:r>
                                      <a:rPr lang="en-GB" sz="2800" b="0" i="0" smtClean="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Shruti" panose="020B0502040204020203" pitchFamily="34" charset="0"/>
                                      </a:rPr>
                                      <m:t>   0</m:t>
                                    </m:r>
                                  </m:e>
                                  <m:e>
                                    <m:r>
                                      <a:rPr lang="en-GB" sz="280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Shruti" panose="020B0502040204020203" pitchFamily="34" charset="0"/>
                                      </a:rPr>
                                      <m:t>   </m:t>
                                    </m:r>
                                    <m:r>
                                      <a:rPr lang="en-GB" sz="2800" b="0" i="0" smtClean="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Shruti" panose="020B0502040204020203" pitchFamily="34" charset="0"/>
                                      </a:rPr>
                                      <m:t>0</m:t>
                                    </m:r>
                                  </m:e>
                                  <m:e>
                                    <m:r>
                                      <a:rPr lang="en-GB" sz="280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Shruti" panose="020B0502040204020203" pitchFamily="34" charset="0"/>
                                      </a:rPr>
                                      <m:t>   </m:t>
                                    </m:r>
                                    <m:r>
                                      <a:rPr lang="en-GB" sz="2800" b="0" i="0" smtClean="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Shruti" panose="020B0502040204020203" pitchFamily="34" charset="0"/>
                                      </a:rPr>
                                      <m:t>0</m:t>
                                    </m:r>
                                  </m:e>
                                </m:mr>
                                <m:mr>
                                  <m:e>
                                    <m:r>
                                      <a:rPr lang="en-GB" sz="2800" b="0" i="0" smtClean="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Shruti" panose="020B0502040204020203" pitchFamily="34" charset="0"/>
                                      </a:rPr>
                                      <m:t>   0</m:t>
                                    </m:r>
                                  </m:e>
                                  <m:e>
                                    <m:r>
                                      <a:rPr lang="en-GB" sz="280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Shruti" panose="020B0502040204020203" pitchFamily="34" charset="0"/>
                                      </a:rPr>
                                      <m:t>   </m:t>
                                    </m:r>
                                    <m:r>
                                      <a:rPr lang="en-GB" sz="2800" b="0" i="0" smtClean="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Shruti" panose="020B0502040204020203" pitchFamily="34" charset="0"/>
                                      </a:rPr>
                                      <m:t>0</m:t>
                                    </m:r>
                                  </m:e>
                                  <m:e>
                                    <m:r>
                                      <a:rPr lang="en-GB" sz="280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Shruti" panose="020B0502040204020203" pitchFamily="34" charset="0"/>
                                      </a:rPr>
                                      <m:t>   </m:t>
                                    </m:r>
                                    <m:r>
                                      <a:rPr lang="en-GB" sz="2800" b="0" i="0" smtClean="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Shruti" panose="020B0502040204020203" pitchFamily="34" charset="0"/>
                                      </a:rPr>
                                      <m:t>0</m:t>
                                    </m:r>
                                  </m:e>
                                </m:mr>
                              </m:m>
                              <m:r>
                                <a:rPr lang="en-GB" sz="2800" b="0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Shruti" panose="020B0502040204020203" pitchFamily="34" charset="0"/>
                                </a:rPr>
                                <m:t>           </m:t>
                              </m:r>
                            </m:e>
                          </m:d>
                        </m:oMath>
                      </m:oMathPara>
                    </a14:m>
                    <a:endParaRPr lang="en-IN" sz="2800" dirty="0">
                      <a:solidFill>
                        <a:srgbClr val="002060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25" name="Rectangle 24">
                    <a:extLst>
                      <a:ext uri="{FF2B5EF4-FFF2-40B4-BE49-F238E27FC236}">
                        <a16:creationId xmlns:a16="http://schemas.microsoft.com/office/drawing/2014/main" id="{C4A40DD7-7771-F148-A302-FD7DFE24B88B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833958" y="3480476"/>
                    <a:ext cx="3055783" cy="1485224"/>
                  </a:xfrm>
                  <a:prstGeom prst="rect">
                    <a:avLst/>
                  </a:prstGeom>
                  <a:blipFill>
                    <a:blip r:embed="rId9"/>
                    <a:stretch>
                      <a:fillRect r="-24464"/>
                    </a:stretch>
                  </a:blipFill>
                  <a:ln>
                    <a:noFill/>
                  </a:ln>
                </p:spPr>
                <p:txBody>
                  <a:bodyPr/>
                  <a:lstStyle/>
                  <a:p>
                    <a:r>
                      <a:rPr lang="en-IN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26" name="Straight Connector 25">
                <a:extLst>
                  <a:ext uri="{FF2B5EF4-FFF2-40B4-BE49-F238E27FC236}">
                    <a16:creationId xmlns:a16="http://schemas.microsoft.com/office/drawing/2014/main" id="{E34B5332-E372-DF62-676D-135ACA60F720}"/>
                  </a:ext>
                </a:extLst>
              </p:cNvPr>
              <p:cNvCxnSpPr/>
              <p:nvPr/>
            </p:nvCxnSpPr>
            <p:spPr>
              <a:xfrm>
                <a:off x="4851707" y="3514747"/>
                <a:ext cx="0" cy="1326050"/>
              </a:xfrm>
              <a:prstGeom prst="line">
                <a:avLst/>
              </a:prstGeom>
              <a:ln w="3810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4" name="Rectangle 23">
                  <a:extLst>
                    <a:ext uri="{FF2B5EF4-FFF2-40B4-BE49-F238E27FC236}">
                      <a16:creationId xmlns:a16="http://schemas.microsoft.com/office/drawing/2014/main" id="{721DCE75-F364-88BF-0519-DF5DDA250ED6}"/>
                    </a:ext>
                  </a:extLst>
                </p:cNvPr>
                <p:cNvSpPr/>
                <p:nvPr/>
              </p:nvSpPr>
              <p:spPr>
                <a:xfrm>
                  <a:off x="10267687" y="3163314"/>
                  <a:ext cx="786201" cy="126647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800" i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GB" sz="2800" b="0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GB" sz="2800" b="0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GB" sz="2800" b="0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</m:m>
                      </m:oMath>
                    </m:oMathPara>
                  </a14:m>
                  <a:endParaRPr lang="en-IN" sz="2800" dirty="0">
                    <a:solidFill>
                      <a:srgbClr val="002060"/>
                    </a:solidFill>
                  </a:endParaRPr>
                </a:p>
              </p:txBody>
            </p:sp>
          </mc:Choice>
          <mc:Fallback xmlns="">
            <p:sp>
              <p:nvSpPr>
                <p:cNvPr id="24" name="Rectangle 23">
                  <a:extLst>
                    <a:ext uri="{FF2B5EF4-FFF2-40B4-BE49-F238E27FC236}">
                      <a16:creationId xmlns:a16="http://schemas.microsoft.com/office/drawing/2014/main" id="{C283CDC0-90EF-65A8-F963-DF44AFE8083B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267687" y="3163314"/>
                  <a:ext cx="786201" cy="1266470"/>
                </a:xfrm>
                <a:prstGeom prst="rect">
                  <a:avLst/>
                </a:prstGeom>
                <a:blipFill>
                  <a:blip r:embed="rId10"/>
                  <a:stretch>
                    <a:fillRect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8" name="Rectangle 27">
                <a:extLst>
                  <a:ext uri="{FF2B5EF4-FFF2-40B4-BE49-F238E27FC236}">
                    <a16:creationId xmlns:a16="http://schemas.microsoft.com/office/drawing/2014/main" id="{33A1C828-EA33-1145-916C-96D77D483055}"/>
                  </a:ext>
                </a:extLst>
              </p:cNvPr>
              <p:cNvSpPr/>
              <p:nvPr/>
            </p:nvSpPr>
            <p:spPr>
              <a:xfrm>
                <a:off x="122277" y="5380243"/>
                <a:ext cx="7120383" cy="543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r>
                  <a:rPr lang="en-IN" sz="2800" dirty="0">
                    <a:solidFill>
                      <a:srgbClr val="002060"/>
                    </a:solidFill>
                  </a:rPr>
                  <a:t>Let  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GB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y</m:t>
                    </m:r>
                    <m:r>
                      <a:rPr lang="en-IN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IN" sz="28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IN" sz="2800" b="0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t</m:t>
                        </m:r>
                      </m:e>
                      <m:sub>
                        <m:r>
                          <a:rPr lang="en-GB" sz="2800" b="0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GB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,    </m:t>
                    </m:r>
                    <m:r>
                      <m:rPr>
                        <m:sty m:val="p"/>
                      </m:rPr>
                      <a:rPr lang="en-GB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z</m:t>
                    </m:r>
                    <m:r>
                      <a:rPr lang="en-IN" sz="2800" i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IN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IN" sz="2800" i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t</m:t>
                        </m:r>
                      </m:e>
                      <m:sub>
                        <m:r>
                          <a:rPr lang="en-GB" sz="2800" b="0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GB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   </m:t>
                    </m:r>
                    <m:r>
                      <a:rPr lang="en-IN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;</m:t>
                    </m:r>
                    <m:r>
                      <a:rPr lang="en-GB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   </m:t>
                    </m:r>
                    <m:sSub>
                      <m:sSubPr>
                        <m:ctrlPr>
                          <a:rPr lang="en-IN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IN" sz="2800" i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t</m:t>
                        </m:r>
                      </m:e>
                      <m:sub>
                        <m:r>
                          <a:rPr lang="en-GB" sz="2800" i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GB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IN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IN" sz="2800" i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t</m:t>
                        </m:r>
                      </m:e>
                      <m:sub>
                        <m:r>
                          <a:rPr lang="en-GB" sz="2800" b="0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IN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a:rPr lang="en-IN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ℝ</m:t>
                    </m:r>
                  </m:oMath>
                </a14:m>
                <a:endParaRPr lang="en-IN" sz="2800" b="1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28" name="Rectangle 27">
                <a:extLst>
                  <a:ext uri="{FF2B5EF4-FFF2-40B4-BE49-F238E27FC236}">
                    <a16:creationId xmlns:a16="http://schemas.microsoft.com/office/drawing/2014/main" id="{4BEE09C7-C2CB-9046-C0EB-9BD3A8C9B71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2277" y="5380243"/>
                <a:ext cx="7120383" cy="543600"/>
              </a:xfrm>
              <a:prstGeom prst="rect">
                <a:avLst/>
              </a:prstGeom>
              <a:blipFill>
                <a:blip r:embed="rId11"/>
                <a:stretch>
                  <a:fillRect l="-1712" t="-12360" b="-26966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0" name="Right Arrow 3">
            <a:extLst>
              <a:ext uri="{FF2B5EF4-FFF2-40B4-BE49-F238E27FC236}">
                <a16:creationId xmlns:a16="http://schemas.microsoft.com/office/drawing/2014/main" id="{07ACE686-3F29-A734-6308-29EEB0814E29}"/>
              </a:ext>
            </a:extLst>
          </p:cNvPr>
          <p:cNvSpPr/>
          <p:nvPr/>
        </p:nvSpPr>
        <p:spPr>
          <a:xfrm flipV="1">
            <a:off x="6686016" y="1026463"/>
            <a:ext cx="576777" cy="394349"/>
          </a:xfrm>
          <a:prstGeom prst="rightArrow">
            <a:avLst/>
          </a:prstGeom>
          <a:gradFill>
            <a:gsLst>
              <a:gs pos="10000">
                <a:srgbClr val="0E47A1"/>
              </a:gs>
              <a:gs pos="100000">
                <a:srgbClr val="03A9F5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Wingdings 3" panose="05040102010807070707" pitchFamily="18" charset="2"/>
              <a:buNone/>
            </a:pPr>
            <a:endParaRPr lang="en-IN" sz="2800" dirty="0">
              <a:solidFill>
                <a:schemeClr val="bg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2" name="Rectangle 31">
                <a:extLst>
                  <a:ext uri="{FF2B5EF4-FFF2-40B4-BE49-F238E27FC236}">
                    <a16:creationId xmlns:a16="http://schemas.microsoft.com/office/drawing/2014/main" id="{5522A5C7-67A6-C9E3-8040-F2F4E2191D83}"/>
                  </a:ext>
                </a:extLst>
              </p:cNvPr>
              <p:cNvSpPr/>
              <p:nvPr/>
            </p:nvSpPr>
            <p:spPr>
              <a:xfrm>
                <a:off x="7311542" y="951837"/>
                <a:ext cx="2862658" cy="543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  <m:r>
                        <m:rPr>
                          <m:sty m:val="p"/>
                        </m:rPr>
                        <a:rPr lang="en-GB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x</m:t>
                      </m:r>
                      <m:r>
                        <a:rPr lang="en-GB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m:rPr>
                          <m:sty m:val="p"/>
                        </m:rPr>
                        <a:rPr lang="en-GB" sz="280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y</m:t>
                      </m:r>
                      <m:r>
                        <a:rPr lang="en-GB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−2</m:t>
                      </m:r>
                      <m:r>
                        <m:rPr>
                          <m:sty m:val="p"/>
                        </m:rPr>
                        <a:rPr lang="en-GB" sz="280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z</m:t>
                      </m:r>
                      <m: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32" name="Rectangle 31">
                <a:extLst>
                  <a:ext uri="{FF2B5EF4-FFF2-40B4-BE49-F238E27FC236}">
                    <a16:creationId xmlns:a16="http://schemas.microsoft.com/office/drawing/2014/main" id="{5522A5C7-67A6-C9E3-8040-F2F4E2191D8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11542" y="951837"/>
                <a:ext cx="2862658" cy="543600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6" name="Rectangle 35">
                <a:extLst>
                  <a:ext uri="{FF2B5EF4-FFF2-40B4-BE49-F238E27FC236}">
                    <a16:creationId xmlns:a16="http://schemas.microsoft.com/office/drawing/2014/main" id="{AD07DBDB-1E53-0A7A-8D0D-B86E5835AF02}"/>
                  </a:ext>
                </a:extLst>
              </p:cNvPr>
              <p:cNvSpPr/>
              <p:nvPr/>
            </p:nvSpPr>
            <p:spPr>
              <a:xfrm>
                <a:off x="7063012" y="1613352"/>
                <a:ext cx="2862658" cy="93339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⇒</m:t>
                      </m:r>
                      <m:r>
                        <m:rPr>
                          <m:sty m:val="p"/>
                        </m:rPr>
                        <a:rPr lang="en-GB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x</m:t>
                      </m:r>
                      <m: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IN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sSub>
                            <m:sSubPr>
                              <m:ctrlPr>
                                <a:rPr lang="en-IN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IN" sz="280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t</m:t>
                              </m:r>
                            </m:e>
                            <m:sub>
                              <m:r>
                                <a:rPr lang="en-GB" sz="2800" b="0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GB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GB" sz="280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sSub>
                            <m:sSubPr>
                              <m:ctrlPr>
                                <a:rPr lang="en-GB" sz="2800" b="0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GB" sz="2800" b="0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t</m:t>
                              </m:r>
                            </m:e>
                            <m:sub>
                              <m:r>
                                <a:rPr lang="en-GB" sz="2800" b="0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num>
                        <m:den>
                          <m: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36" name="Rectangle 35">
                <a:extLst>
                  <a:ext uri="{FF2B5EF4-FFF2-40B4-BE49-F238E27FC236}">
                    <a16:creationId xmlns:a16="http://schemas.microsoft.com/office/drawing/2014/main" id="{AD07DBDB-1E53-0A7A-8D0D-B86E5835AF0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63012" y="1613352"/>
                <a:ext cx="2862658" cy="933399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4" name="Rectangle: Rounded Corners 37">
            <a:extLst>
              <a:ext uri="{FF2B5EF4-FFF2-40B4-BE49-F238E27FC236}">
                <a16:creationId xmlns:a16="http://schemas.microsoft.com/office/drawing/2014/main" id="{C767350B-468B-E6EE-DD13-4D7DBC2C1086}"/>
              </a:ext>
            </a:extLst>
          </p:cNvPr>
          <p:cNvSpPr/>
          <p:nvPr/>
        </p:nvSpPr>
        <p:spPr>
          <a:xfrm>
            <a:off x="6244134" y="1008179"/>
            <a:ext cx="36000" cy="5270760"/>
          </a:xfrm>
          <a:prstGeom prst="roundRect">
            <a:avLst/>
          </a:prstGeom>
          <a:gradFill>
            <a:gsLst>
              <a:gs pos="10000">
                <a:srgbClr val="0E47A1"/>
              </a:gs>
              <a:gs pos="100000">
                <a:srgbClr val="03A9F5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algn="ctr"/>
            <a:r>
              <a:rPr lang="en-IN" sz="2800" b="1" dirty="0">
                <a:solidFill>
                  <a:schemeClr val="bg1"/>
                </a:solidFill>
              </a:rPr>
              <a:t> 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D33C4B07-1352-AAA1-641E-C7D53B591538}"/>
              </a:ext>
            </a:extLst>
          </p:cNvPr>
          <p:cNvSpPr/>
          <p:nvPr/>
        </p:nvSpPr>
        <p:spPr>
          <a:xfrm>
            <a:off x="6510831" y="2664666"/>
            <a:ext cx="2154198" cy="561037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r>
              <a:rPr lang="en-US" sz="2800" dirty="0">
                <a:solidFill>
                  <a:srgbClr val="002060"/>
                </a:solidFill>
              </a:rPr>
              <a:t>Solution Set:</a:t>
            </a:r>
            <a:endParaRPr lang="en-IN" sz="2800" dirty="0">
              <a:solidFill>
                <a:srgbClr val="00206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9" name="Rectangle 28">
                <a:extLst>
                  <a:ext uri="{FF2B5EF4-FFF2-40B4-BE49-F238E27FC236}">
                    <a16:creationId xmlns:a16="http://schemas.microsoft.com/office/drawing/2014/main" id="{2F9D3F98-E28D-54AF-D243-A3E32563909F}"/>
                  </a:ext>
                </a:extLst>
              </p:cNvPr>
              <p:cNvSpPr/>
              <p:nvPr/>
            </p:nvSpPr>
            <p:spPr>
              <a:xfrm>
                <a:off x="6510771" y="3244697"/>
                <a:ext cx="1882115" cy="21560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GB" sz="280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Shruti" panose="020B0502040204020203" pitchFamily="34" charset="0"/>
                        </a:rPr>
                        <m:t>X</m:t>
                      </m:r>
                      <m:r>
                        <a:rPr lang="en-GB" sz="280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Shruti" panose="020B0502040204020203" pitchFamily="34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GB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Shruti" panose="020B0502040204020203" pitchFamily="34" charset="0"/>
                            </a:rPr>
                          </m:ctrlPr>
                        </m:dPr>
                        <m:e>
                          <m:r>
                            <a:rPr lang="en-GB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Shruti" panose="020B0502040204020203" pitchFamily="34" charset="0"/>
                            </a:rPr>
                            <m:t> </m:t>
                          </m:r>
                          <m:eqArr>
                            <m:eqArrPr>
                              <m:ctrlPr>
                                <a:rPr lang="en-GB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Shruti" panose="020B0502040204020203" pitchFamily="34" charset="0"/>
                                </a:rPr>
                              </m:ctrlPr>
                            </m:eqArrPr>
                            <m:e>
                              <m:r>
                                <m:rPr>
                                  <m:sty m:val="p"/>
                                </m:rPr>
                                <a:rPr lang="en-GB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Shruti" panose="020B0502040204020203" pitchFamily="34" charset="0"/>
                                </a:rPr>
                                <m:t>x</m:t>
                              </m:r>
                            </m:e>
                            <m:e/>
                            <m:e>
                              <m:r>
                                <m:rPr>
                                  <m:sty m:val="p"/>
                                </m:rPr>
                                <a:rPr lang="en-GB" sz="2800">
                                  <a:latin typeface="Cambria Math" panose="02040503050406030204" pitchFamily="18" charset="0"/>
                                </a:rPr>
                                <m:t>y</m:t>
                              </m:r>
                            </m:e>
                            <m:e/>
                            <m:e>
                              <m:r>
                                <m:rPr>
                                  <m:sty m:val="p"/>
                                </m:rPr>
                                <a:rPr lang="en-GB" sz="2800">
                                  <a:latin typeface="Cambria Math" panose="02040503050406030204" pitchFamily="18" charset="0"/>
                                </a:rPr>
                                <m:t>z</m:t>
                              </m:r>
                            </m:e>
                          </m:eqArr>
                          <m:r>
                            <a:rPr lang="en-GB" sz="2800"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d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29" name="Rectangle 28">
                <a:extLst>
                  <a:ext uri="{FF2B5EF4-FFF2-40B4-BE49-F238E27FC236}">
                    <a16:creationId xmlns:a16="http://schemas.microsoft.com/office/drawing/2014/main" id="{2F9D3F98-E28D-54AF-D243-A3E32563909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10771" y="3244697"/>
                <a:ext cx="1882115" cy="2156060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Rectangle 30">
                <a:extLst>
                  <a:ext uri="{FF2B5EF4-FFF2-40B4-BE49-F238E27FC236}">
                    <a16:creationId xmlns:a16="http://schemas.microsoft.com/office/drawing/2014/main" id="{7DC01DBA-0A88-49BB-FD3B-D61F1AA60856}"/>
                  </a:ext>
                </a:extLst>
              </p:cNvPr>
              <p:cNvSpPr/>
              <p:nvPr/>
            </p:nvSpPr>
            <p:spPr>
              <a:xfrm>
                <a:off x="8149816" y="2945183"/>
                <a:ext cx="2204832" cy="268652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Shruti" panose="020B0502040204020203" pitchFamily="34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GB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Shruti" panose="020B0502040204020203" pitchFamily="34" charset="0"/>
                            </a:rPr>
                          </m:ctrlPr>
                        </m:dPr>
                        <m:e>
                          <m:r>
                            <a:rPr lang="en-GB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Shruti" panose="020B0502040204020203" pitchFamily="34" charset="0"/>
                            </a:rPr>
                            <m:t> </m:t>
                          </m:r>
                          <m:eqArr>
                            <m:eqArrPr>
                              <m:ctrlPr>
                                <a:rPr lang="en-GB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Shruti" panose="020B0502040204020203" pitchFamily="34" charset="0"/>
                                </a:rPr>
                              </m:ctrlPr>
                            </m:eqArrPr>
                            <m:e>
                              <m:f>
                                <m:fPr>
                                  <m:ctrlPr>
                                    <a:rPr lang="en-IN" sz="2800" i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IN" sz="280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  <m:sSub>
                                    <m:sSubPr>
                                      <m:ctrlPr>
                                        <a:rPr lang="en-IN" sz="2800" i="1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n-IN" sz="2800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t</m:t>
                                      </m:r>
                                    </m:e>
                                    <m:sub>
                                      <m:r>
                                        <a:rPr lang="en-GB" sz="2800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</m:num>
                                <m:den>
                                  <m:r>
                                    <a:rPr lang="en-IN" sz="280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  <m:r>
                                <a:rPr lang="en-US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GB" sz="2800" i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GB" sz="280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t</m:t>
                                  </m:r>
                                </m:e>
                                <m:sub>
                                  <m:r>
                                    <a:rPr lang="en-GB" sz="280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  <m:e/>
                            <m:e>
                              <m:sSub>
                                <m:sSubPr>
                                  <m:ctrlPr>
                                    <a:rPr lang="en-IN" sz="2800" i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IN" sz="280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t</m:t>
                                  </m:r>
                                </m:e>
                                <m:sub>
                                  <m:r>
                                    <a:rPr lang="en-GB" sz="280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  <m:e/>
                            <m:e>
                              <m:sSub>
                                <m:sSubPr>
                                  <m:ctrlPr>
                                    <a:rPr lang="en-IN" sz="2800" i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IN" sz="280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t</m:t>
                                  </m:r>
                                </m:e>
                                <m:sub>
                                  <m:r>
                                    <a:rPr lang="en-GB" sz="280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eqArr>
                          <m:r>
                            <a:rPr lang="en-GB" sz="2800"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d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31" name="Rectangle 30">
                <a:extLst>
                  <a:ext uri="{FF2B5EF4-FFF2-40B4-BE49-F238E27FC236}">
                    <a16:creationId xmlns:a16="http://schemas.microsoft.com/office/drawing/2014/main" id="{7DC01DBA-0A88-49BB-FD3B-D61F1AA6085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49816" y="2945183"/>
                <a:ext cx="2204832" cy="2686521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" name="Rectangle 32">
                <a:extLst>
                  <a:ext uri="{FF2B5EF4-FFF2-40B4-BE49-F238E27FC236}">
                    <a16:creationId xmlns:a16="http://schemas.microsoft.com/office/drawing/2014/main" id="{580B6ED7-2B9A-D3DE-626A-E1F3E09A3365}"/>
                  </a:ext>
                </a:extLst>
              </p:cNvPr>
              <p:cNvSpPr/>
              <p:nvPr/>
            </p:nvSpPr>
            <p:spPr>
              <a:xfrm>
                <a:off x="9622278" y="1645427"/>
                <a:ext cx="1827393" cy="93339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IN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sSub>
                            <m:sSubPr>
                              <m:ctrlPr>
                                <a:rPr lang="en-IN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IN" sz="280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t</m:t>
                              </m:r>
                            </m:e>
                            <m:sub>
                              <m:r>
                                <a:rPr lang="en-GB" sz="2800" b="0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num>
                        <m:den>
                          <m: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n-US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GB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GB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t</m:t>
                          </m:r>
                        </m:e>
                        <m:sub>
                          <m:r>
                            <a:rPr lang="en-GB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IN" sz="2800" b="1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33" name="Rectangle 32">
                <a:extLst>
                  <a:ext uri="{FF2B5EF4-FFF2-40B4-BE49-F238E27FC236}">
                    <a16:creationId xmlns:a16="http://schemas.microsoft.com/office/drawing/2014/main" id="{580B6ED7-2B9A-D3DE-626A-E1F3E09A336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22278" y="1645427"/>
                <a:ext cx="1827393" cy="933399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94976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  <p:bldP spid="18" grpId="0"/>
      <p:bldP spid="20" grpId="0"/>
      <p:bldP spid="28" grpId="0"/>
      <p:bldP spid="30" grpId="0" animBg="1"/>
      <p:bldP spid="32" grpId="0"/>
      <p:bldP spid="36" grpId="0"/>
      <p:bldP spid="44" grpId="0" animBg="1"/>
      <p:bldP spid="27" grpId="0"/>
      <p:bldP spid="29" grpId="0"/>
      <p:bldP spid="31" grpId="0"/>
      <p:bldP spid="33" grpId="0"/>
    </p:bldLst>
  </p:timing>
</p:sld>
</file>

<file path=ppt/slides/slide1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F63059-76BD-68DB-A54E-DE78F93372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DE22096F-BDF8-91D8-0181-0CE442BD7D3E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IN" dirty="0"/>
                  <a:t>Method:6 </a:t>
                </a:r>
                <a14:m>
                  <m:oMath xmlns:m="http://schemas.openxmlformats.org/officeDocument/2006/math">
                    <m:r>
                      <a:rPr lang="en-I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⇝</m:t>
                    </m:r>
                  </m:oMath>
                </a14:m>
                <a:r>
                  <a:rPr lang="en-IN" dirty="0"/>
                  <a:t> Example:6</a:t>
                </a:r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DE22096F-BDF8-91D8-0181-0CE442BD7D3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3"/>
                <a:stretch>
                  <a:fillRect l="-400" t="-8547" b="-1965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" name="Content Placeholder 4">
            <a:extLst>
              <a:ext uri="{FF2B5EF4-FFF2-40B4-BE49-F238E27FC236}">
                <a16:creationId xmlns:a16="http://schemas.microsoft.com/office/drawing/2014/main" id="{C44347B8-3437-8026-9553-86A1A0BFE176}"/>
              </a:ext>
            </a:extLst>
          </p:cNvPr>
          <p:cNvSpPr txBox="1">
            <a:spLocks/>
          </p:cNvSpPr>
          <p:nvPr/>
        </p:nvSpPr>
        <p:spPr>
          <a:xfrm flipH="1">
            <a:off x="6958939" y="107357"/>
            <a:ext cx="4571801" cy="5400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marL="265113" indent="-265113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Wingdings 3" panose="05040102010807070707" pitchFamily="18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9625" indent="-352425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 3" panose="05040102010807070707" pitchFamily="18" charset="2"/>
              <a:buChar char="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18745" indent="0" algn="l">
              <a:lnSpc>
                <a:spcPct val="115000"/>
              </a:lnSpc>
              <a:spcAft>
                <a:spcPts val="800"/>
              </a:spcAft>
              <a:buNone/>
            </a:pPr>
            <a:endParaRPr lang="en-US" sz="3600" b="1" dirty="0">
              <a:solidFill>
                <a:srgbClr val="3D0FE7"/>
              </a:solidFill>
              <a:latin typeface="Cambria Math" panose="02040503050406030204" pitchFamily="18" charset="0"/>
            </a:endParaRPr>
          </a:p>
        </p:txBody>
      </p:sp>
      <p:sp>
        <p:nvSpPr>
          <p:cNvPr id="30" name="Right Arrow 3">
            <a:extLst>
              <a:ext uri="{FF2B5EF4-FFF2-40B4-BE49-F238E27FC236}">
                <a16:creationId xmlns:a16="http://schemas.microsoft.com/office/drawing/2014/main" id="{BA523A83-A422-E8ED-7866-6E30CA5BD895}"/>
              </a:ext>
            </a:extLst>
          </p:cNvPr>
          <p:cNvSpPr/>
          <p:nvPr/>
        </p:nvSpPr>
        <p:spPr>
          <a:xfrm flipV="1">
            <a:off x="306471" y="1029640"/>
            <a:ext cx="576777" cy="394349"/>
          </a:xfrm>
          <a:prstGeom prst="rightArrow">
            <a:avLst/>
          </a:prstGeom>
          <a:gradFill>
            <a:gsLst>
              <a:gs pos="10000">
                <a:srgbClr val="0E47A1"/>
              </a:gs>
              <a:gs pos="100000">
                <a:srgbClr val="03A9F5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Wingdings 3" panose="05040102010807070707" pitchFamily="18" charset="2"/>
              <a:buNone/>
            </a:pPr>
            <a:endParaRPr lang="en-IN" sz="2800" dirty="0">
              <a:solidFill>
                <a:schemeClr val="bg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2" name="Rectangle 31">
                <a:extLst>
                  <a:ext uri="{FF2B5EF4-FFF2-40B4-BE49-F238E27FC236}">
                    <a16:creationId xmlns:a16="http://schemas.microsoft.com/office/drawing/2014/main" id="{4342901D-E117-DC09-3583-43E28E83231A}"/>
                  </a:ext>
                </a:extLst>
              </p:cNvPr>
              <p:cNvSpPr/>
              <p:nvPr/>
            </p:nvSpPr>
            <p:spPr>
              <a:xfrm>
                <a:off x="931997" y="955014"/>
                <a:ext cx="2862658" cy="543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  <m:r>
                        <m:rPr>
                          <m:sty m:val="p"/>
                        </m:rPr>
                        <a:rPr lang="en-GB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x</m:t>
                      </m:r>
                      <m:r>
                        <a:rPr lang="en-GB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m:rPr>
                          <m:sty m:val="p"/>
                        </m:rPr>
                        <a:rPr lang="en-GB" sz="280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y</m:t>
                      </m:r>
                      <m:r>
                        <a:rPr lang="en-GB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−2</m:t>
                      </m:r>
                      <m:r>
                        <m:rPr>
                          <m:sty m:val="p"/>
                        </m:rPr>
                        <a:rPr lang="en-GB" sz="280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z</m:t>
                      </m:r>
                      <m: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32" name="Rectangle 31">
                <a:extLst>
                  <a:ext uri="{FF2B5EF4-FFF2-40B4-BE49-F238E27FC236}">
                    <a16:creationId xmlns:a16="http://schemas.microsoft.com/office/drawing/2014/main" id="{4342901D-E117-DC09-3583-43E28E83231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1997" y="955014"/>
                <a:ext cx="2862658" cy="54360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6" name="Rectangle 35">
                <a:extLst>
                  <a:ext uri="{FF2B5EF4-FFF2-40B4-BE49-F238E27FC236}">
                    <a16:creationId xmlns:a16="http://schemas.microsoft.com/office/drawing/2014/main" id="{3F796EF7-E683-7A3E-619C-813E831C129D}"/>
                  </a:ext>
                </a:extLst>
              </p:cNvPr>
              <p:cNvSpPr/>
              <p:nvPr/>
            </p:nvSpPr>
            <p:spPr>
              <a:xfrm>
                <a:off x="683467" y="1616529"/>
                <a:ext cx="2862658" cy="93339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⇒</m:t>
                      </m:r>
                      <m:r>
                        <m:rPr>
                          <m:sty m:val="p"/>
                        </m:rPr>
                        <a:rPr lang="en-GB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x</m:t>
                      </m:r>
                      <m: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IN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sSub>
                            <m:sSubPr>
                              <m:ctrlPr>
                                <a:rPr lang="en-IN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IN" sz="280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t</m:t>
                              </m:r>
                            </m:e>
                            <m:sub>
                              <m:r>
                                <a:rPr lang="en-GB" sz="2800" b="0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GB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GB" sz="280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sSub>
                            <m:sSubPr>
                              <m:ctrlPr>
                                <a:rPr lang="en-GB" sz="2800" b="0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GB" sz="2800" b="0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t</m:t>
                              </m:r>
                            </m:e>
                            <m:sub>
                              <m:r>
                                <a:rPr lang="en-GB" sz="2800" b="0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num>
                        <m:den>
                          <m: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36" name="Rectangle 35">
                <a:extLst>
                  <a:ext uri="{FF2B5EF4-FFF2-40B4-BE49-F238E27FC236}">
                    <a16:creationId xmlns:a16="http://schemas.microsoft.com/office/drawing/2014/main" id="{3F796EF7-E683-7A3E-619C-813E831C129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3467" y="1616529"/>
                <a:ext cx="2862658" cy="933399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7" name="Rectangle 26">
            <a:extLst>
              <a:ext uri="{FF2B5EF4-FFF2-40B4-BE49-F238E27FC236}">
                <a16:creationId xmlns:a16="http://schemas.microsoft.com/office/drawing/2014/main" id="{3F796EF7-E683-7A3E-619C-813E831C129D}"/>
              </a:ext>
            </a:extLst>
          </p:cNvPr>
          <p:cNvSpPr/>
          <p:nvPr/>
        </p:nvSpPr>
        <p:spPr>
          <a:xfrm>
            <a:off x="131286" y="2667843"/>
            <a:ext cx="2154198" cy="561037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r>
              <a:rPr lang="en-US" sz="2800" dirty="0">
                <a:solidFill>
                  <a:srgbClr val="002060"/>
                </a:solidFill>
              </a:rPr>
              <a:t>Solution Set:</a:t>
            </a:r>
            <a:endParaRPr lang="en-IN" sz="2800" dirty="0">
              <a:solidFill>
                <a:srgbClr val="00206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9" name="Rectangle 28">
                <a:extLst>
                  <a:ext uri="{FF2B5EF4-FFF2-40B4-BE49-F238E27FC236}">
                    <a16:creationId xmlns:a16="http://schemas.microsoft.com/office/drawing/2014/main" id="{3F796EF7-E683-7A3E-619C-813E831C129D}"/>
                  </a:ext>
                </a:extLst>
              </p:cNvPr>
              <p:cNvSpPr/>
              <p:nvPr/>
            </p:nvSpPr>
            <p:spPr>
              <a:xfrm>
                <a:off x="131226" y="3247874"/>
                <a:ext cx="1882115" cy="21560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GB" sz="280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Shruti" panose="020B0502040204020203" pitchFamily="34" charset="0"/>
                        </a:rPr>
                        <m:t>X</m:t>
                      </m:r>
                      <m:r>
                        <a:rPr lang="en-GB" sz="280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Shruti" panose="020B0502040204020203" pitchFamily="34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GB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Shruti" panose="020B0502040204020203" pitchFamily="34" charset="0"/>
                            </a:rPr>
                          </m:ctrlPr>
                        </m:dPr>
                        <m:e>
                          <m:r>
                            <a:rPr lang="en-GB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Shruti" panose="020B0502040204020203" pitchFamily="34" charset="0"/>
                            </a:rPr>
                            <m:t> </m:t>
                          </m:r>
                          <m:eqArr>
                            <m:eqArrPr>
                              <m:ctrlPr>
                                <a:rPr lang="en-GB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Shruti" panose="020B0502040204020203" pitchFamily="34" charset="0"/>
                                </a:rPr>
                              </m:ctrlPr>
                            </m:eqArrPr>
                            <m:e>
                              <m:r>
                                <m:rPr>
                                  <m:sty m:val="p"/>
                                </m:rPr>
                                <a:rPr lang="en-GB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Shruti" panose="020B0502040204020203" pitchFamily="34" charset="0"/>
                                </a:rPr>
                                <m:t>x</m:t>
                              </m:r>
                            </m:e>
                            <m:e/>
                            <m:e>
                              <m:r>
                                <m:rPr>
                                  <m:sty m:val="p"/>
                                </m:rPr>
                                <a:rPr lang="en-GB" sz="2800">
                                  <a:latin typeface="Cambria Math" panose="02040503050406030204" pitchFamily="18" charset="0"/>
                                </a:rPr>
                                <m:t>y</m:t>
                              </m:r>
                            </m:e>
                            <m:e/>
                            <m:e>
                              <m:r>
                                <m:rPr>
                                  <m:sty m:val="p"/>
                                </m:rPr>
                                <a:rPr lang="en-GB" sz="2800">
                                  <a:latin typeface="Cambria Math" panose="02040503050406030204" pitchFamily="18" charset="0"/>
                                </a:rPr>
                                <m:t>z</m:t>
                              </m:r>
                            </m:e>
                          </m:eqArr>
                          <m:r>
                            <a:rPr lang="en-GB" sz="2800"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d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29" name="Rectangle 28">
                <a:extLst>
                  <a:ext uri="{FF2B5EF4-FFF2-40B4-BE49-F238E27FC236}">
                    <a16:creationId xmlns:a16="http://schemas.microsoft.com/office/drawing/2014/main" id="{3F796EF7-E683-7A3E-619C-813E831C129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1226" y="3247874"/>
                <a:ext cx="1882115" cy="215606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Rectangle 30">
                <a:extLst>
                  <a:ext uri="{FF2B5EF4-FFF2-40B4-BE49-F238E27FC236}">
                    <a16:creationId xmlns:a16="http://schemas.microsoft.com/office/drawing/2014/main" id="{3F796EF7-E683-7A3E-619C-813E831C129D}"/>
                  </a:ext>
                </a:extLst>
              </p:cNvPr>
              <p:cNvSpPr/>
              <p:nvPr/>
            </p:nvSpPr>
            <p:spPr>
              <a:xfrm>
                <a:off x="1770271" y="2948360"/>
                <a:ext cx="2204832" cy="268652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Shruti" panose="020B0502040204020203" pitchFamily="34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GB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Shruti" panose="020B0502040204020203" pitchFamily="34" charset="0"/>
                            </a:rPr>
                          </m:ctrlPr>
                        </m:dPr>
                        <m:e>
                          <m:r>
                            <a:rPr lang="en-GB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Shruti" panose="020B0502040204020203" pitchFamily="34" charset="0"/>
                            </a:rPr>
                            <m:t> </m:t>
                          </m:r>
                          <m:eqArr>
                            <m:eqArrPr>
                              <m:ctrlPr>
                                <a:rPr lang="en-GB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Shruti" panose="020B0502040204020203" pitchFamily="34" charset="0"/>
                                </a:rPr>
                              </m:ctrlPr>
                            </m:eqArrPr>
                            <m:e>
                              <m:f>
                                <m:fPr>
                                  <m:ctrlPr>
                                    <a:rPr lang="en-IN" sz="2800" i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IN" sz="280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  <m:sSub>
                                    <m:sSubPr>
                                      <m:ctrlPr>
                                        <a:rPr lang="en-IN" sz="2800" i="1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n-IN" sz="2800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t</m:t>
                                      </m:r>
                                    </m:e>
                                    <m:sub>
                                      <m:r>
                                        <a:rPr lang="en-GB" sz="2800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</m:num>
                                <m:den>
                                  <m:r>
                                    <a:rPr lang="en-IN" sz="280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  <m:r>
                                <a:rPr lang="en-US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GB" sz="2800" i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GB" sz="280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t</m:t>
                                  </m:r>
                                </m:e>
                                <m:sub>
                                  <m:r>
                                    <a:rPr lang="en-GB" sz="280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  <m:e/>
                            <m:e>
                              <m:sSub>
                                <m:sSubPr>
                                  <m:ctrlPr>
                                    <a:rPr lang="en-IN" sz="2800" i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IN" sz="280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t</m:t>
                                  </m:r>
                                </m:e>
                                <m:sub>
                                  <m:r>
                                    <a:rPr lang="en-GB" sz="280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  <m:e/>
                            <m:e>
                              <m:sSub>
                                <m:sSubPr>
                                  <m:ctrlPr>
                                    <a:rPr lang="en-IN" sz="2800" i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IN" sz="280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t</m:t>
                                  </m:r>
                                </m:e>
                                <m:sub>
                                  <m:r>
                                    <a:rPr lang="en-GB" sz="280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eqArr>
                          <m:r>
                            <a:rPr lang="en-GB" sz="2800"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d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31" name="Rectangle 30">
                <a:extLst>
                  <a:ext uri="{FF2B5EF4-FFF2-40B4-BE49-F238E27FC236}">
                    <a16:creationId xmlns:a16="http://schemas.microsoft.com/office/drawing/2014/main" id="{3F796EF7-E683-7A3E-619C-813E831C129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70271" y="2948360"/>
                <a:ext cx="2204832" cy="2686521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" name="Rectangle 32">
                <a:extLst>
                  <a:ext uri="{FF2B5EF4-FFF2-40B4-BE49-F238E27FC236}">
                    <a16:creationId xmlns:a16="http://schemas.microsoft.com/office/drawing/2014/main" id="{3F796EF7-E683-7A3E-619C-813E831C129D}"/>
                  </a:ext>
                </a:extLst>
              </p:cNvPr>
              <p:cNvSpPr/>
              <p:nvPr/>
            </p:nvSpPr>
            <p:spPr>
              <a:xfrm>
                <a:off x="3242733" y="1701769"/>
                <a:ext cx="1827393" cy="93339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IN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sSub>
                            <m:sSubPr>
                              <m:ctrlPr>
                                <a:rPr lang="en-IN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IN" sz="280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t</m:t>
                              </m:r>
                            </m:e>
                            <m:sub>
                              <m:r>
                                <a:rPr lang="en-GB" sz="2800" b="0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num>
                        <m:den>
                          <m: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n-US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GB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GB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t</m:t>
                          </m:r>
                        </m:e>
                        <m:sub>
                          <m:r>
                            <a:rPr lang="en-GB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IN" sz="2800" b="1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33" name="Rectangle 32">
                <a:extLst>
                  <a:ext uri="{FF2B5EF4-FFF2-40B4-BE49-F238E27FC236}">
                    <a16:creationId xmlns:a16="http://schemas.microsoft.com/office/drawing/2014/main" id="{3F796EF7-E683-7A3E-619C-813E831C129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42733" y="1701769"/>
                <a:ext cx="1827393" cy="933399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65BB68DF-8880-B083-2F5C-C71FEC5FE033}"/>
                  </a:ext>
                </a:extLst>
              </p:cNvPr>
              <p:cNvSpPr/>
              <p:nvPr/>
            </p:nvSpPr>
            <p:spPr>
              <a:xfrm>
                <a:off x="3837268" y="2993276"/>
                <a:ext cx="3233377" cy="268652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Shruti" panose="020B0502040204020203" pitchFamily="34" charset="0"/>
                        </a:rPr>
                        <m:t>=</m:t>
                      </m:r>
                      <m:sSub>
                        <m:sSub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IN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t</m:t>
                          </m:r>
                        </m:e>
                        <m:sub>
                          <m:r>
                            <a:rPr lang="en-GB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d>
                        <m:dPr>
                          <m:begChr m:val="["/>
                          <m:endChr m:val="]"/>
                          <m:ctrlPr>
                            <a:rPr lang="en-GB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Shruti" panose="020B0502040204020203" pitchFamily="34" charset="0"/>
                            </a:rPr>
                          </m:ctrlPr>
                        </m:dPr>
                        <m:e>
                          <m:r>
                            <a:rPr lang="en-GB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Shruti" panose="020B0502040204020203" pitchFamily="34" charset="0"/>
                            </a:rPr>
                            <m:t> </m:t>
                          </m:r>
                          <m:eqArr>
                            <m:eqArrPr>
                              <m:ctrlPr>
                                <a:rPr lang="en-GB" sz="280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Shruti" panose="020B0502040204020203" pitchFamily="34" charset="0"/>
                                </a:rPr>
                              </m:ctrlPr>
                            </m:eqArrPr>
                            <m:e>
                              <m:f>
                                <m:fPr>
                                  <m:ctrlPr>
                                    <a:rPr lang="en-IN" sz="28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IN" sz="280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  <m:r>
                                    <a:rPr lang="en-GB" sz="28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1 </m:t>
                                  </m:r>
                                </m:num>
                                <m:den>
                                  <m:r>
                                    <a:rPr lang="en-IN" sz="280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</m:e>
                            <m:e/>
                            <m:e>
                              <m:r>
                                <a:rPr lang="en-GB" sz="28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/>
                            <m:e>
                              <m:r>
                                <a:rPr lang="en-GB" sz="28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eqArr>
                          <m:r>
                            <a:rPr lang="en-GB" sz="2800"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d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IN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t</m:t>
                          </m:r>
                        </m:e>
                        <m:sub>
                          <m:r>
                            <a:rPr lang="en-GB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d>
                        <m:dPr>
                          <m:begChr m:val="["/>
                          <m:endChr m:val="]"/>
                          <m:ctrlPr>
                            <a:rPr lang="en-GB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Shruti" panose="020B0502040204020203" pitchFamily="34" charset="0"/>
                            </a:rPr>
                          </m:ctrlPr>
                        </m:dPr>
                        <m:e>
                          <m:r>
                            <a:rPr lang="en-GB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Shruti" panose="020B0502040204020203" pitchFamily="34" charset="0"/>
                            </a:rPr>
                            <m:t> </m:t>
                          </m:r>
                          <m:eqArr>
                            <m:eqArrPr>
                              <m:ctrlPr>
                                <a:rPr lang="en-GB" sz="280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Shruti" panose="020B0502040204020203" pitchFamily="34" charset="0"/>
                                </a:rPr>
                              </m:ctrlPr>
                            </m:eqArrPr>
                            <m:e>
                              <m:r>
                                <a:rPr lang="en-GB" sz="28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/>
                            <m:e>
                              <m:r>
                                <a:rPr lang="en-GB" sz="28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/>
                            <m:e>
                              <m:r>
                                <a:rPr lang="en-GB" sz="28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eqArr>
                          <m:r>
                            <a:rPr lang="en-GB" sz="2800"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d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65BB68DF-8880-B083-2F5C-C71FEC5FE03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37268" y="2993276"/>
                <a:ext cx="3233377" cy="2686521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Rectangle: Rounded Corners 37">
            <a:extLst>
              <a:ext uri="{FF2B5EF4-FFF2-40B4-BE49-F238E27FC236}">
                <a16:creationId xmlns:a16="http://schemas.microsoft.com/office/drawing/2014/main" id="{3EE29206-1819-C69A-9BA4-73B7FDC497E1}"/>
              </a:ext>
            </a:extLst>
          </p:cNvPr>
          <p:cNvSpPr/>
          <p:nvPr/>
        </p:nvSpPr>
        <p:spPr>
          <a:xfrm>
            <a:off x="7551937" y="1008179"/>
            <a:ext cx="36000" cy="5270760"/>
          </a:xfrm>
          <a:prstGeom prst="roundRect">
            <a:avLst/>
          </a:prstGeom>
          <a:gradFill>
            <a:gsLst>
              <a:gs pos="10000">
                <a:srgbClr val="0E47A1"/>
              </a:gs>
              <a:gs pos="100000">
                <a:srgbClr val="03A9F5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algn="ctr"/>
            <a:r>
              <a:rPr lang="en-IN" sz="2800" b="1" dirty="0">
                <a:solidFill>
                  <a:schemeClr val="bg1"/>
                </a:solidFill>
              </a:rPr>
              <a:t>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DFB87FE4-5ED7-16E4-6B2C-E2498DB3B60A}"/>
                  </a:ext>
                </a:extLst>
              </p:cNvPr>
              <p:cNvSpPr/>
              <p:nvPr/>
            </p:nvSpPr>
            <p:spPr>
              <a:xfrm>
                <a:off x="4486859" y="2982643"/>
                <a:ext cx="1127229" cy="268652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GB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Shruti" panose="020B0502040204020203" pitchFamily="34" charset="0"/>
                            </a:rPr>
                          </m:ctrlPr>
                        </m:dPr>
                        <m:e>
                          <m:r>
                            <a:rPr lang="en-GB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Shruti" panose="020B0502040204020203" pitchFamily="34" charset="0"/>
                            </a:rPr>
                            <m:t> </m:t>
                          </m:r>
                          <m:eqArr>
                            <m:eqArrPr>
                              <m:ctrlPr>
                                <a:rPr lang="en-GB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Shruti" panose="020B0502040204020203" pitchFamily="34" charset="0"/>
                                </a:rPr>
                              </m:ctrlPr>
                            </m:eqArrPr>
                            <m:e>
                              <m:f>
                                <m:fPr>
                                  <m:ctrlPr>
                                    <a:rPr lang="en-IN" sz="2800" i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IN" sz="280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  <m:r>
                                    <a:rPr lang="en-GB" sz="2800" b="0" i="1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1 </m:t>
                                  </m:r>
                                </m:num>
                                <m:den>
                                  <m:r>
                                    <a:rPr lang="en-IN" sz="280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</m:e>
                            <m:e/>
                            <m:e>
                              <m:r>
                                <a:rPr lang="en-GB" sz="2800" b="0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/>
                            <m:e>
                              <m:r>
                                <a:rPr lang="en-GB" sz="2800" b="0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eqArr>
                          <m:r>
                            <a:rPr lang="en-GB" sz="2800"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d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DFB87FE4-5ED7-16E4-6B2C-E2498DB3B60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86859" y="2982643"/>
                <a:ext cx="1127229" cy="2686521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" name="Rectangle 33">
                <a:extLst>
                  <a:ext uri="{FF2B5EF4-FFF2-40B4-BE49-F238E27FC236}">
                    <a16:creationId xmlns:a16="http://schemas.microsoft.com/office/drawing/2014/main" id="{25EE822F-F92C-4D0B-21D8-A3B21A33D273}"/>
                  </a:ext>
                </a:extLst>
              </p:cNvPr>
              <p:cNvSpPr/>
              <p:nvPr/>
            </p:nvSpPr>
            <p:spPr>
              <a:xfrm>
                <a:off x="5983036" y="3237241"/>
                <a:ext cx="1189755" cy="211052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GB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Shruti" panose="020B0502040204020203" pitchFamily="34" charset="0"/>
                            </a:rPr>
                          </m:ctrlPr>
                        </m:dPr>
                        <m:e>
                          <m:r>
                            <a:rPr lang="en-GB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Shruti" panose="020B0502040204020203" pitchFamily="34" charset="0"/>
                            </a:rPr>
                            <m:t> </m:t>
                          </m:r>
                          <m:eqArr>
                            <m:eqArrPr>
                              <m:ctrlPr>
                                <a:rPr lang="en-GB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Shruti" panose="020B0502040204020203" pitchFamily="34" charset="0"/>
                                </a:rPr>
                              </m:ctrlPr>
                            </m:eqArrPr>
                            <m:e>
                              <m:r>
                                <a:rPr lang="en-GB" sz="2800" b="0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/>
                            <m:e>
                              <m:r>
                                <a:rPr lang="en-GB" sz="2800" b="0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/>
                            <m:e>
                              <m:r>
                                <a:rPr lang="en-GB" sz="2800" b="0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eqArr>
                          <m:r>
                            <a:rPr lang="en-GB" sz="2800"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d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34" name="Rectangle 33">
                <a:extLst>
                  <a:ext uri="{FF2B5EF4-FFF2-40B4-BE49-F238E27FC236}">
                    <a16:creationId xmlns:a16="http://schemas.microsoft.com/office/drawing/2014/main" id="{25EE822F-F92C-4D0B-21D8-A3B21A33D27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83036" y="3237241"/>
                <a:ext cx="1189755" cy="2110523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5" name="Rounded Rectangle 56">
            <a:extLst>
              <a:ext uri="{FF2B5EF4-FFF2-40B4-BE49-F238E27FC236}">
                <a16:creationId xmlns:a16="http://schemas.microsoft.com/office/drawing/2014/main" id="{A81FC5E7-5856-3463-8FBA-CD70E34A59BC}"/>
              </a:ext>
            </a:extLst>
          </p:cNvPr>
          <p:cNvSpPr/>
          <p:nvPr/>
        </p:nvSpPr>
        <p:spPr>
          <a:xfrm>
            <a:off x="4612385" y="3018344"/>
            <a:ext cx="869538" cy="2520000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7" name="Rounded Rectangle 56">
            <a:extLst>
              <a:ext uri="{FF2B5EF4-FFF2-40B4-BE49-F238E27FC236}">
                <a16:creationId xmlns:a16="http://schemas.microsoft.com/office/drawing/2014/main" id="{A4EA6D14-75A2-5915-97A7-1FA2FD0F67B1}"/>
              </a:ext>
            </a:extLst>
          </p:cNvPr>
          <p:cNvSpPr/>
          <p:nvPr/>
        </p:nvSpPr>
        <p:spPr>
          <a:xfrm>
            <a:off x="6143144" y="3231416"/>
            <a:ext cx="869538" cy="2082645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8" name="Content Placeholder 4">
                <a:extLst>
                  <a:ext uri="{FF2B5EF4-FFF2-40B4-BE49-F238E27FC236}">
                    <a16:creationId xmlns:a16="http://schemas.microsoft.com/office/drawing/2014/main" id="{B0EAA90C-0142-733B-BC2F-C6D49CD0423E}"/>
                  </a:ext>
                </a:extLst>
              </p:cNvPr>
              <p:cNvSpPr txBox="1">
                <a:spLocks/>
              </p:cNvSpPr>
              <p:nvPr/>
            </p:nvSpPr>
            <p:spPr>
              <a:xfrm flipH="1">
                <a:off x="7844676" y="1109861"/>
                <a:ext cx="3787876" cy="543600"/>
              </a:xfrm>
              <a:prstGeom prst="rect">
                <a:avLst/>
              </a:prstGeom>
              <a:noFill/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vert="horz" lIns="91440" tIns="45720" rIns="91440" bIns="45720" rtlCol="0" anchor="ctr">
                <a:noAutofit/>
              </a:bodyPr>
              <a:lstStyle>
                <a:defPPr>
                  <a:defRPr lang="en-US"/>
                </a:defPPr>
                <a:lvl1pPr marL="118745" algn="just">
                  <a:lnSpc>
                    <a:spcPct val="115000"/>
                  </a:lnSpc>
                  <a:spcBef>
                    <a:spcPts val="1000"/>
                  </a:spcBef>
                  <a:spcAft>
                    <a:spcPts val="800"/>
                  </a:spcAft>
                  <a:buClr>
                    <a:schemeClr val="accent6"/>
                  </a:buClr>
                  <a:buFont typeface="Wingdings 3" panose="05040102010807070707" pitchFamily="18" charset="2"/>
                  <a:buNone/>
                  <a:defRPr sz="2800">
                    <a:solidFill>
                      <a:srgbClr val="3A4A6A"/>
                    </a:solidFill>
                  </a:defRPr>
                </a:lvl1pPr>
              </a:lstStyle>
              <a:p>
                <a:pPr>
                  <a:lnSpc>
                    <a:spcPct val="90000"/>
                  </a:lnSpc>
                </a:pPr>
                <a:r>
                  <a:rPr lang="en-US" b="1" i="0" dirty="0">
                    <a:solidFill>
                      <a:srgbClr val="FF0000"/>
                    </a:solidFill>
                    <a:latin typeface="+mj-lt"/>
                  </a:rPr>
                  <a:t>dim(Null Space) </a:t>
                </a:r>
                <a14:m>
                  <m:oMath xmlns:m="http://schemas.openxmlformats.org/officeDocument/2006/math">
                    <m:r>
                      <a:rPr lang="en-US" b="0" i="0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b="0" i="0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endParaRPr lang="en-US" dirty="0">
                  <a:solidFill>
                    <a:srgbClr val="002060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38" name="Content Placeholder 4">
                <a:extLst>
                  <a:ext uri="{FF2B5EF4-FFF2-40B4-BE49-F238E27FC236}">
                    <a16:creationId xmlns:a16="http://schemas.microsoft.com/office/drawing/2014/main" id="{B0EAA90C-0142-733B-BC2F-C6D49CD0423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7844676" y="1109861"/>
                <a:ext cx="3787876" cy="543600"/>
              </a:xfrm>
              <a:prstGeom prst="rect">
                <a:avLst/>
              </a:prstGeom>
              <a:blipFill>
                <a:blip r:embed="rId12"/>
                <a:stretch>
                  <a:fillRect l="-322" t="-12360" b="-26966"/>
                </a:stretch>
              </a:blipFill>
              <a:ln w="12700" cap="flat" cmpd="sng" algn="ctr">
                <a:noFill/>
                <a:prstDash val="solid"/>
                <a:miter lim="800000"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9" name="Content Placeholder 4">
                <a:extLst>
                  <a:ext uri="{FF2B5EF4-FFF2-40B4-BE49-F238E27FC236}">
                    <a16:creationId xmlns:a16="http://schemas.microsoft.com/office/drawing/2014/main" id="{A0812B1D-2A8C-CE07-DB1B-496584999506}"/>
                  </a:ext>
                </a:extLst>
              </p:cNvPr>
              <p:cNvSpPr txBox="1">
                <a:spLocks/>
              </p:cNvSpPr>
              <p:nvPr/>
            </p:nvSpPr>
            <p:spPr>
              <a:xfrm flipH="1">
                <a:off x="7443413" y="1752709"/>
                <a:ext cx="4189139" cy="3423124"/>
              </a:xfrm>
              <a:prstGeom prst="rect">
                <a:avLst/>
              </a:prstGeom>
              <a:noFill/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vert="horz" lIns="91440" tIns="45720" rIns="91440" bIns="45720" rtlCol="0" anchor="ctr">
                <a:noAutofit/>
              </a:bodyPr>
              <a:lstStyle>
                <a:defPPr>
                  <a:defRPr lang="en-US"/>
                </a:defPPr>
                <a:lvl1pPr marL="118745" algn="just">
                  <a:lnSpc>
                    <a:spcPct val="115000"/>
                  </a:lnSpc>
                  <a:spcBef>
                    <a:spcPts val="1000"/>
                  </a:spcBef>
                  <a:spcAft>
                    <a:spcPts val="800"/>
                  </a:spcAft>
                  <a:buClr>
                    <a:schemeClr val="accent6"/>
                  </a:buClr>
                  <a:buFont typeface="Wingdings 3" panose="05040102010807070707" pitchFamily="18" charset="2"/>
                  <a:buNone/>
                  <a:defRPr sz="2800">
                    <a:solidFill>
                      <a:srgbClr val="3A4A6A"/>
                    </a:solidFill>
                  </a:defRPr>
                </a:lvl1pPr>
              </a:lstStyle>
              <a:p>
                <a:pPr>
                  <a:lnSpc>
                    <a:spcPct val="9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b="1" dirty="0" smtClean="0">
                          <a:solidFill>
                            <a:srgbClr val="FF0000"/>
                          </a:solidFill>
                        </a:rPr>
                        <m:t>Basis</m:t>
                      </m:r>
                      <m:r>
                        <m:rPr>
                          <m:nor/>
                        </m:rPr>
                        <a:rPr lang="en-GB" b="1" i="0" dirty="0" smtClean="0">
                          <a:solidFill>
                            <a:srgbClr val="FF0000"/>
                          </a:solidFill>
                        </a:rPr>
                        <m:t> </m:t>
                      </m:r>
                      <m:r>
                        <m:rPr>
                          <m:nor/>
                        </m:rPr>
                        <a:rPr lang="en-GB" b="1" i="0" dirty="0" smtClean="0">
                          <a:solidFill>
                            <a:srgbClr val="FF0000"/>
                          </a:solidFill>
                        </a:rPr>
                        <m:t>for</m:t>
                      </m:r>
                      <m:r>
                        <m:rPr>
                          <m:nor/>
                        </m:rPr>
                        <a:rPr lang="en-GB" b="1" i="0" dirty="0" smtClean="0">
                          <a:solidFill>
                            <a:srgbClr val="FF0000"/>
                          </a:solidFill>
                        </a:rPr>
                        <m:t> </m:t>
                      </m:r>
                      <m:r>
                        <m:rPr>
                          <m:nor/>
                        </m:rPr>
                        <a:rPr lang="en-GB" b="1" i="0" dirty="0" smtClean="0">
                          <a:solidFill>
                            <a:srgbClr val="FF0000"/>
                          </a:solidFill>
                        </a:rPr>
                        <m:t>Null</m:t>
                      </m:r>
                      <m:r>
                        <m:rPr>
                          <m:nor/>
                        </m:rPr>
                        <a:rPr lang="en-GB" b="1" i="0" dirty="0" smtClean="0">
                          <a:solidFill>
                            <a:srgbClr val="FF0000"/>
                          </a:solidFill>
                        </a:rPr>
                        <m:t> </m:t>
                      </m:r>
                      <m:r>
                        <m:rPr>
                          <m:nor/>
                        </m:rPr>
                        <a:rPr lang="en-GB" b="1" i="0" dirty="0" smtClean="0">
                          <a:solidFill>
                            <a:srgbClr val="FF0000"/>
                          </a:solidFill>
                        </a:rPr>
                        <m:t>Space</m:t>
                      </m:r>
                    </m:oMath>
                  </m:oMathPara>
                </a14:m>
                <a:endParaRPr lang="en-GB" b="1" i="0" dirty="0">
                  <a:solidFill>
                    <a:srgbClr val="FF0000"/>
                  </a:solidFill>
                </a:endParaRPr>
              </a:p>
              <a:p>
                <a:pPr>
                  <a:lnSpc>
                    <a:spcPct val="90000"/>
                  </a:lnSpc>
                </a:pPr>
                <a:endParaRPr lang="en-US" sz="800" b="1" i="1" dirty="0">
                  <a:solidFill>
                    <a:srgbClr val="FF0000"/>
                  </a:solidFill>
                  <a:latin typeface="Cambria Math" panose="02040503050406030204" pitchFamily="18" charset="0"/>
                </a:endParaRPr>
              </a:p>
              <a:p>
                <a:pPr>
                  <a:lnSpc>
                    <a:spcPct val="9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dirty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}"/>
                          <m:ctrlPr>
                            <a:rPr lang="en-GB" b="0" i="1" dirty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b="0" i="1" dirty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 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en-GB" b="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Shruti" panose="020B0502040204020203" pitchFamily="34" charset="0"/>
                                </a:rPr>
                              </m:ctrlPr>
                            </m:dPr>
                            <m:e>
                              <m:r>
                                <a:rPr lang="en-GB" b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Shruti" panose="020B0502040204020203" pitchFamily="34" charset="0"/>
                                </a:rPr>
                                <m:t> </m:t>
                              </m:r>
                              <m:eqArr>
                                <m:eqArrPr>
                                  <m:ctrlPr>
                                    <a:rPr lang="en-GB" i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Shruti" panose="020B0502040204020203" pitchFamily="34" charset="0"/>
                                    </a:rPr>
                                  </m:ctrlPr>
                                </m:eqArrPr>
                                <m:e>
                                  <m:f>
                                    <m:fPr>
                                      <m:ctrlPr>
                                        <a:rPr lang="en-IN" b="0" i="1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IN" b="0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 </m:t>
                                      </m:r>
                                      <m:r>
                                        <a:rPr lang="en-GB" b="0" i="1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1 </m:t>
                                      </m:r>
                                    </m:num>
                                    <m:den>
                                      <m:r>
                                        <a:rPr lang="en-IN" b="0" i="1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den>
                                  </m:f>
                                </m:e>
                                <m:e/>
                                <m:e>
                                  <m:r>
                                    <a:rPr lang="en-GB" b="0" i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e>
                                <m:e/>
                                <m:e>
                                  <m:r>
                                    <a:rPr lang="en-GB" b="0" i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</m:eqArr>
                              <m:r>
                                <a:rPr lang="en-GB" b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e>
                          </m:d>
                          <m:r>
                            <a:rPr lang="en-US" b="0" i="1" dirty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GB" b="0" i="1" dirty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en-GB" b="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Shruti" panose="020B0502040204020203" pitchFamily="34" charset="0"/>
                                </a:rPr>
                              </m:ctrlPr>
                            </m:dPr>
                            <m:e>
                              <m:r>
                                <a:rPr lang="en-GB" b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Shruti" panose="020B0502040204020203" pitchFamily="34" charset="0"/>
                                </a:rPr>
                                <m:t> </m:t>
                              </m:r>
                              <m:eqArr>
                                <m:eqArrPr>
                                  <m:ctrlPr>
                                    <a:rPr lang="en-GB" i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Shruti" panose="020B0502040204020203" pitchFamily="34" charset="0"/>
                                    </a:rPr>
                                  </m:ctrlPr>
                                </m:eqArrPr>
                                <m:e>
                                  <m:r>
                                    <a:rPr lang="en-GB" b="0" i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e>
                                <m:e/>
                                <m:e>
                                  <m:r>
                                    <a:rPr lang="en-GB" b="0" i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  <m:e/>
                                <m:e>
                                  <m:r>
                                    <a:rPr lang="en-GB" b="0" i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e>
                              </m:eqArr>
                              <m:r>
                                <a:rPr lang="en-GB" b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e>
                          </m:d>
                          <m:r>
                            <a:rPr lang="en-GB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en-IN" dirty="0">
                              <a:solidFill>
                                <a:srgbClr val="002060"/>
                              </a:solidFill>
                            </a:rPr>
                            <m:t> </m:t>
                          </m:r>
                        </m:e>
                      </m:d>
                    </m:oMath>
                  </m:oMathPara>
                </a14:m>
                <a:endParaRPr lang="en-US" i="1" dirty="0">
                  <a:solidFill>
                    <a:srgbClr val="002060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39" name="Content Placeholder 4">
                <a:extLst>
                  <a:ext uri="{FF2B5EF4-FFF2-40B4-BE49-F238E27FC236}">
                    <a16:creationId xmlns:a16="http://schemas.microsoft.com/office/drawing/2014/main" id="{A0812B1D-2A8C-CE07-DB1B-49658499950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7443413" y="1752709"/>
                <a:ext cx="4189139" cy="3423124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  <a:ln w="12700" cap="flat" cmpd="sng" algn="ctr">
                <a:noFill/>
                <a:prstDash val="solid"/>
                <a:miter lim="800000"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805907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5" grpId="0" animBg="1"/>
      <p:bldP spid="17" grpId="0"/>
      <p:bldP spid="34" grpId="0"/>
      <p:bldP spid="35" grpId="0" animBg="1"/>
      <p:bldP spid="37" grpId="0" animBg="1"/>
      <p:bldP spid="38" grpId="0"/>
      <p:bldP spid="39" grpId="0"/>
    </p:bldLst>
  </p:timing>
</p:sld>
</file>

<file path=ppt/slides/slide1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 Placeholder 19">
                <a:extLst>
                  <a:ext uri="{FF2B5EF4-FFF2-40B4-BE49-F238E27FC236}">
                    <a16:creationId xmlns:a16="http://schemas.microsoft.com/office/drawing/2014/main" id="{FF5B8673-7BA1-4EA7-991A-5F4DCD3054D0}"/>
                  </a:ext>
                </a:extLst>
              </p:cNvPr>
              <p:cNvSpPr>
                <a:spLocks noGrp="1"/>
              </p:cNvSpPr>
              <p:nvPr>
                <p:ph type="body" sz="quarter" idx="16"/>
              </p:nvPr>
            </p:nvSpPr>
            <p:spPr/>
            <p:txBody>
              <a:bodyPr/>
              <a:lstStyle/>
              <a:p>
                <a:pPr>
                  <a:lnSpc>
                    <a:spcPct val="100000"/>
                  </a:lnSpc>
                </a:pPr>
                <a:r>
                  <a:rPr lang="en-US" b="1" dirty="0"/>
                  <a:t>B.Tech. </a:t>
                </a:r>
                <a14:m>
                  <m:oMath xmlns:m="http://schemas.openxmlformats.org/officeDocument/2006/math">
                    <m:r>
                      <a:rPr lang="en-US" b="1" i="1" dirty="0">
                        <a:latin typeface="Cambria Math" panose="02040503050406030204" pitchFamily="18" charset="0"/>
                      </a:rPr>
                      <m:t>→ </m:t>
                    </m:r>
                  </m:oMath>
                </a14:m>
                <a:r>
                  <a:rPr lang="en-US" b="1" dirty="0"/>
                  <a:t>1</a:t>
                </a:r>
                <a:r>
                  <a:rPr lang="en-US" b="1" baseline="30000" dirty="0"/>
                  <a:t>st</a:t>
                </a:r>
                <a:r>
                  <a:rPr lang="en-US" b="1" dirty="0"/>
                  <a:t> Semester</a:t>
                </a:r>
              </a:p>
              <a:p>
                <a:pPr>
                  <a:lnSpc>
                    <a:spcPct val="125000"/>
                  </a:lnSpc>
                </a:pPr>
                <a:r>
                  <a:rPr lang="en-US" b="1" dirty="0"/>
                  <a:t>Mathematics – I (2601HS101)</a:t>
                </a:r>
              </a:p>
            </p:txBody>
          </p:sp>
        </mc:Choice>
        <mc:Fallback xmlns="">
          <p:sp>
            <p:nvSpPr>
              <p:cNvPr id="20" name="Text Placeholder 19">
                <a:extLst>
                  <a:ext uri="{FF2B5EF4-FFF2-40B4-BE49-F238E27FC236}">
                    <a16:creationId xmlns:a16="http://schemas.microsoft.com/office/drawing/2014/main" id="{FF5B8673-7BA1-4EA7-991A-5F4DCD3054D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6"/>
              </p:nvPr>
            </p:nvSpPr>
            <p:spPr>
              <a:blipFill>
                <a:blip r:embed="rId2"/>
                <a:stretch>
                  <a:fillRect b="-991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5" name="Group 14">
            <a:extLst>
              <a:ext uri="{FF2B5EF4-FFF2-40B4-BE49-F238E27FC236}">
                <a16:creationId xmlns:a16="http://schemas.microsoft.com/office/drawing/2014/main" id="{9677FDF1-46E9-47E1-A974-B878D8645D19}"/>
              </a:ext>
            </a:extLst>
          </p:cNvPr>
          <p:cNvGrpSpPr/>
          <p:nvPr/>
        </p:nvGrpSpPr>
        <p:grpSpPr>
          <a:xfrm>
            <a:off x="4670" y="1462475"/>
            <a:ext cx="8044476" cy="3103418"/>
            <a:chOff x="-12804" y="1537545"/>
            <a:chExt cx="8044476" cy="3103418"/>
          </a:xfrm>
        </p:grpSpPr>
        <p:sp>
          <p:nvSpPr>
            <p:cNvPr id="21" name="Title 1">
              <a:extLst>
                <a:ext uri="{FF2B5EF4-FFF2-40B4-BE49-F238E27FC236}">
                  <a16:creationId xmlns:a16="http://schemas.microsoft.com/office/drawing/2014/main" id="{CA4DBECA-252D-4599-A864-6399BFFEB65B}"/>
                </a:ext>
              </a:extLst>
            </p:cNvPr>
            <p:cNvSpPr txBox="1">
              <a:spLocks/>
            </p:cNvSpPr>
            <p:nvPr/>
          </p:nvSpPr>
          <p:spPr>
            <a:xfrm>
              <a:off x="-12804" y="2160999"/>
              <a:ext cx="2594560" cy="1856509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lvl="0"/>
            </a:lstStyle>
            <a:p>
              <a:r>
                <a:rPr lang="en-GB" dirty="0">
                  <a:solidFill>
                    <a:srgbClr val="ED524F"/>
                  </a:solidFill>
                </a:rPr>
                <a:t> </a:t>
              </a:r>
            </a:p>
          </p:txBody>
        </p:sp>
        <p:sp>
          <p:nvSpPr>
            <p:cNvPr id="22" name="Hexagon 21">
              <a:extLst>
                <a:ext uri="{FF2B5EF4-FFF2-40B4-BE49-F238E27FC236}">
                  <a16:creationId xmlns:a16="http://schemas.microsoft.com/office/drawing/2014/main" id="{FB21F4C4-30D4-4011-8510-CF20FEFC370B}"/>
                </a:ext>
              </a:extLst>
            </p:cNvPr>
            <p:cNvSpPr/>
            <p:nvPr/>
          </p:nvSpPr>
          <p:spPr>
            <a:xfrm rot="5400000">
              <a:off x="2457725" y="1742096"/>
              <a:ext cx="3103418" cy="2694316"/>
            </a:xfrm>
            <a:prstGeom prst="hexagon">
              <a:avLst/>
            </a:prstGeom>
            <a:noFill/>
            <a:ln w="57150">
              <a:solidFill>
                <a:schemeClr val="tx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rtlCol="0" anchor="ctr"/>
            <a:lstStyle/>
            <a:p>
              <a:pPr algn="ctr"/>
              <a:r>
                <a:rPr lang="en-GB" sz="4400" b="1" dirty="0">
                  <a:solidFill>
                    <a:srgbClr val="0690DF"/>
                  </a:solidFill>
                </a:rPr>
                <a:t>THANK YOU</a:t>
              </a:r>
            </a:p>
          </p:txBody>
        </p:sp>
        <p:sp>
          <p:nvSpPr>
            <p:cNvPr id="23" name="Title 1">
              <a:extLst>
                <a:ext uri="{FF2B5EF4-FFF2-40B4-BE49-F238E27FC236}">
                  <a16:creationId xmlns:a16="http://schemas.microsoft.com/office/drawing/2014/main" id="{96D0D2A0-7D7D-452B-9ADA-174886259D92}"/>
                </a:ext>
              </a:extLst>
            </p:cNvPr>
            <p:cNvSpPr txBox="1">
              <a:spLocks/>
            </p:cNvSpPr>
            <p:nvPr/>
          </p:nvSpPr>
          <p:spPr>
            <a:xfrm rot="10800000">
              <a:off x="5437112" y="2160998"/>
              <a:ext cx="2594560" cy="1856509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lvl="0"/>
            </a:lstStyle>
            <a:p>
              <a:r>
                <a:rPr lang="en-GB" dirty="0">
                  <a:solidFill>
                    <a:srgbClr val="ED524F"/>
                  </a:solidFill>
                </a:rPr>
                <a:t> </a:t>
              </a:r>
            </a:p>
          </p:txBody>
        </p:sp>
      </p:grpSp>
      <p:pic>
        <p:nvPicPr>
          <p:cNvPr id="6" name="Picture Placeholder 5">
            <a:extLst>
              <a:ext uri="{FF2B5EF4-FFF2-40B4-BE49-F238E27FC236}">
                <a16:creationId xmlns:a16="http://schemas.microsoft.com/office/drawing/2014/main" id="{F861150B-9D06-49DC-B69E-51B77FE5EF86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209363741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Jay">
      <a:dk1>
        <a:srgbClr val="212121"/>
      </a:dk1>
      <a:lt1>
        <a:sysClr val="window" lastClr="FFFFFF"/>
      </a:lt1>
      <a:dk2>
        <a:srgbClr val="1D6FA9"/>
      </a:dk2>
      <a:lt2>
        <a:srgbClr val="FFFFFF"/>
      </a:lt2>
      <a:accent1>
        <a:srgbClr val="909090"/>
      </a:accent1>
      <a:accent2>
        <a:srgbClr val="00BBD3"/>
      </a:accent2>
      <a:accent3>
        <a:srgbClr val="8BC145"/>
      </a:accent3>
      <a:accent4>
        <a:srgbClr val="1D9A78"/>
      </a:accent4>
      <a:accent5>
        <a:srgbClr val="F19D19"/>
      </a:accent5>
      <a:accent6>
        <a:srgbClr val="B84742"/>
      </a:accent6>
      <a:hlink>
        <a:srgbClr val="70AD47"/>
      </a:hlink>
      <a:folHlink>
        <a:srgbClr val="ED7D31"/>
      </a:folHlink>
    </a:clrScheme>
    <a:fontScheme name="Custom 1">
      <a:majorFont>
        <a:latin typeface="Roboto Condensed"/>
        <a:ea typeface=""/>
        <a:cs typeface=""/>
      </a:majorFont>
      <a:minorFont>
        <a:latin typeface="Roboto Condensed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29949</TotalTime>
  <Words>12846</Words>
  <Application>Microsoft Office PowerPoint</Application>
  <PresentationFormat>Widescreen</PresentationFormat>
  <Paragraphs>1611</Paragraphs>
  <Slides>166</Slides>
  <Notes>39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166</vt:i4>
      </vt:variant>
    </vt:vector>
  </HeadingPairs>
  <TitlesOfParts>
    <vt:vector size="175" baseType="lpstr">
      <vt:lpstr>Roboto Condensed</vt:lpstr>
      <vt:lpstr>Calibri</vt:lpstr>
      <vt:lpstr>Cambria</vt:lpstr>
      <vt:lpstr>Cambria Math</vt:lpstr>
      <vt:lpstr>Wingdings 3</vt:lpstr>
      <vt:lpstr>Arial</vt:lpstr>
      <vt:lpstr>Roboto Condensed Light</vt:lpstr>
      <vt:lpstr>Wingdings</vt:lpstr>
      <vt:lpstr>Office Theme</vt:lpstr>
      <vt:lpstr>Unit – 2 Vector Space</vt:lpstr>
      <vt:lpstr>PowerPoint Presentation</vt:lpstr>
      <vt:lpstr>PowerPoint Presentation</vt:lpstr>
      <vt:lpstr> Introduction</vt:lpstr>
      <vt:lpstr>Introduction</vt:lpstr>
      <vt:lpstr>Symbol, Name and Elements of Different Sets</vt:lpstr>
      <vt:lpstr>Symbol, Name and Elements of Different Sets</vt:lpstr>
      <vt:lpstr>Symbol, Name and Elements of Different Sets</vt:lpstr>
      <vt:lpstr>Symbol, Name and Elements of Different Sets</vt:lpstr>
      <vt:lpstr>Method-1 Vector Space</vt:lpstr>
      <vt:lpstr>Real Vector Space</vt:lpstr>
      <vt:lpstr>Real Vector Space</vt:lpstr>
      <vt:lpstr>Real Vector Space</vt:lpstr>
      <vt:lpstr>Remarks</vt:lpstr>
      <vt:lpstr>Remarks:</vt:lpstr>
      <vt:lpstr>Method:1 ⇝ Example:5</vt:lpstr>
      <vt:lpstr>Method:1 ⇝ Example:5(continue)</vt:lpstr>
      <vt:lpstr>Method:1 ⇝ Example:5(continue)</vt:lpstr>
      <vt:lpstr>Method:1 ⇝ Example:5(continue)</vt:lpstr>
      <vt:lpstr>Method:1 ⇝ Example:5(continue)</vt:lpstr>
      <vt:lpstr>Method:1 ⇝ Example:5(continue)</vt:lpstr>
      <vt:lpstr>Method:1 ⇝ Example:5(continue)</vt:lpstr>
      <vt:lpstr>Method:1 ⇝ Example:5(continue)</vt:lpstr>
      <vt:lpstr>Method:1 ⇝ Example:5(continue)</vt:lpstr>
      <vt:lpstr>Method:1 ⇝ Example:5(continue)</vt:lpstr>
      <vt:lpstr>Method:1 ⇝ Example:1</vt:lpstr>
      <vt:lpstr>Method:1 ⇝ Example:1(continue)</vt:lpstr>
      <vt:lpstr>Method:1 ⇝ Example:1(continue)</vt:lpstr>
      <vt:lpstr>Method:1 ⇝ Example:1(continue)</vt:lpstr>
      <vt:lpstr>Method:1 ⇝ Example:1(continue)</vt:lpstr>
      <vt:lpstr>Method:1 ⇝ Example:1(continue)</vt:lpstr>
      <vt:lpstr>Method:1 ⇝ Example:1(continue)</vt:lpstr>
      <vt:lpstr>Method:1 ⇝ Example:1(continue)</vt:lpstr>
      <vt:lpstr>Method:1 ⇝ Example:1(continue)</vt:lpstr>
      <vt:lpstr>Method:1 ⇝ Example:1(continue)</vt:lpstr>
      <vt:lpstr>Method:1 ⇝ Example:8</vt:lpstr>
      <vt:lpstr>Method:1 ⇝ Example:8(continue)</vt:lpstr>
      <vt:lpstr>Method:1 ⇝ Example:8(continue)</vt:lpstr>
      <vt:lpstr>Method:1 ⇝ Example:8(continue)</vt:lpstr>
      <vt:lpstr>Method:1 ⇝ Example:8(continue)</vt:lpstr>
      <vt:lpstr>Method:1 ⇝ Example:8(continue)</vt:lpstr>
      <vt:lpstr>Method:1 ⇝ Example:11</vt:lpstr>
      <vt:lpstr>Method:1 ⇝ Example:11(continue)</vt:lpstr>
      <vt:lpstr>Method:1 ⇝ Example:11(continue)</vt:lpstr>
      <vt:lpstr>Method:1 ⇝ Example:11(continue)</vt:lpstr>
      <vt:lpstr>Method:1 ⇝ Example:11(continue)</vt:lpstr>
      <vt:lpstr>Method:1 ⇝ Example:11(continue)</vt:lpstr>
      <vt:lpstr>Method:1 ⇝ Example:11(continue)</vt:lpstr>
      <vt:lpstr>Method:1 ⇝ Example:11(continue)</vt:lpstr>
      <vt:lpstr>Method:1 ⇝ Example:11(continue)</vt:lpstr>
      <vt:lpstr>Method:1 ⇝ Example:13</vt:lpstr>
      <vt:lpstr>Method:1 ⇝ Example:13(continue)</vt:lpstr>
      <vt:lpstr>Method:1 ⇝ Example:13(continue)</vt:lpstr>
      <vt:lpstr>Method:1 ⇝ Example:13(continue)</vt:lpstr>
      <vt:lpstr>Method:1 ⇝ Example:13(continue)</vt:lpstr>
      <vt:lpstr>Method:1 ⇝ Example:13(continue)</vt:lpstr>
      <vt:lpstr>Method:1 ⇝ Example:13(continue)</vt:lpstr>
      <vt:lpstr>Method:1 ⇝ Example:13(continue)</vt:lpstr>
      <vt:lpstr>Method:1 ⇝ Example:13(continue)</vt:lpstr>
      <vt:lpstr>Method:1 ⇝ Example:13(continue)</vt:lpstr>
      <vt:lpstr>Method:1 ⇝ Example:13(continue)</vt:lpstr>
      <vt:lpstr>Method:1 ⇝ Example:13(continue)</vt:lpstr>
      <vt:lpstr>Method:1 ⇝ Example:13(continue)</vt:lpstr>
      <vt:lpstr>Method:1 ⇝ Example:17</vt:lpstr>
      <vt:lpstr>Method:1 ⇝ Example:17(continue)</vt:lpstr>
      <vt:lpstr>Method:1 ⇝ Example:17(continue)</vt:lpstr>
      <vt:lpstr>Method:1 ⇝ Example:17(continue)</vt:lpstr>
      <vt:lpstr>Method:1 ⇝ Example:17(continue)</vt:lpstr>
      <vt:lpstr>Method:1 ⇝ Example:17(continue)</vt:lpstr>
      <vt:lpstr>Method:1 ⇝ Example:17(continue)</vt:lpstr>
      <vt:lpstr>Method:1 ⇝ Example:17(continue)</vt:lpstr>
      <vt:lpstr>Method:1 ⇝ Example:17(continue)</vt:lpstr>
      <vt:lpstr>Method:1 ⇝ Example:17(continue)</vt:lpstr>
      <vt:lpstr>Method:1 ⇝ Example:17(continue)</vt:lpstr>
      <vt:lpstr>Method:1 ⇝ Example:17(continue)</vt:lpstr>
      <vt:lpstr>Method:1 ⇝ Example:17(continue)</vt:lpstr>
      <vt:lpstr>Method-2 Subspaces</vt:lpstr>
      <vt:lpstr>Subspace of a Vector Space</vt:lpstr>
      <vt:lpstr>Remarks</vt:lpstr>
      <vt:lpstr>Method:2 ⇝ Example:1</vt:lpstr>
      <vt:lpstr>Method:2 ⇝ Example:1(continue)</vt:lpstr>
      <vt:lpstr>Method:2 ⇝ Example:1(continue) [ Alternate Method ]</vt:lpstr>
      <vt:lpstr>Method:2 ⇝ Example:3</vt:lpstr>
      <vt:lpstr>Method:2 ⇝ Example:3(continue)</vt:lpstr>
      <vt:lpstr>Method:2 ⇝ Example:3(continue) [ Alternate Method ]</vt:lpstr>
      <vt:lpstr>Method:2 ⇝ Example:6</vt:lpstr>
      <vt:lpstr>Method:2 ⇝ Example:6(continue)</vt:lpstr>
      <vt:lpstr>Method:2 ⇝ Example:11</vt:lpstr>
      <vt:lpstr>Method:2 ⇝ Example:11(continue)</vt:lpstr>
      <vt:lpstr>Method:2 ⇝ Example:19</vt:lpstr>
      <vt:lpstr>Method:2 ⇝ Example:19(continue)</vt:lpstr>
      <vt:lpstr>Method:2 ⇝ Example:19(continue) [ Alternate Method ]</vt:lpstr>
      <vt:lpstr>Method-3 Linear Combination and Span</vt:lpstr>
      <vt:lpstr>Linear Combination</vt:lpstr>
      <vt:lpstr>Procedure to check a vector v can be written as linear combination of u_1, u_2, …,u_n</vt:lpstr>
      <vt:lpstr>Procedure to check a vector v can be written as linear combination of u_1, u_2, …,u_n</vt:lpstr>
      <vt:lpstr>Remarks</vt:lpstr>
      <vt:lpstr>Method:3 ⇝ Example:1</vt:lpstr>
      <vt:lpstr>Method:3 ⇝ Example:1(continue)</vt:lpstr>
      <vt:lpstr>Method:3 ⇝ Example:1* [ For understanding ]</vt:lpstr>
      <vt:lpstr>Method:3 ⇝ Example:1 [ only for determine ]</vt:lpstr>
      <vt:lpstr>Method:3 ⇝ Example:2</vt:lpstr>
      <vt:lpstr>Method:3 ⇝ Example:2(continue)</vt:lpstr>
      <vt:lpstr>Method:3 ⇝ Example:2(continue)</vt:lpstr>
      <vt:lpstr>Method:3 ⇝ Example:7</vt:lpstr>
      <vt:lpstr>Method:3 ⇝ Example:7(continue)</vt:lpstr>
      <vt:lpstr>Method:3 ⇝ Example:7(continue)</vt:lpstr>
      <vt:lpstr>Method:3 ⇝ Example:7(continue)</vt:lpstr>
      <vt:lpstr>Span of a Set of Vectors</vt:lpstr>
      <vt:lpstr>Spanning Set</vt:lpstr>
      <vt:lpstr>Procedure to check whether S spans the vector space V</vt:lpstr>
      <vt:lpstr>Procedure to check whether S spans the vector space V</vt:lpstr>
      <vt:lpstr>Remarks</vt:lpstr>
      <vt:lpstr>Method:3 ⇝ Example:17</vt:lpstr>
      <vt:lpstr>Method:3 ⇝ Example:17(continue)</vt:lpstr>
      <vt:lpstr>Method:3 ⇝ Example:17(continue)</vt:lpstr>
      <vt:lpstr>Method:3 ⇝ Example:13</vt:lpstr>
      <vt:lpstr>Method:3 ⇝ Example:20</vt:lpstr>
      <vt:lpstr>Method:3 ⇝ Example:20(continue)</vt:lpstr>
      <vt:lpstr>Method:3 ⇝ Example:20(continue)</vt:lpstr>
      <vt:lpstr>Method-4 Linear Dependence and Independence</vt:lpstr>
      <vt:lpstr>Linearly Dependent Set and Linearly Independent Set</vt:lpstr>
      <vt:lpstr>Remarks</vt:lpstr>
      <vt:lpstr>Remarks</vt:lpstr>
      <vt:lpstr>Method:4 ⇝ Example:1</vt:lpstr>
      <vt:lpstr>Method:4 ⇝ Example:4</vt:lpstr>
      <vt:lpstr>Method:4 ⇝ Example:6</vt:lpstr>
      <vt:lpstr>Procedure to check whether a set is LD or LI</vt:lpstr>
      <vt:lpstr>Method:4 ⇝ Example:8</vt:lpstr>
      <vt:lpstr>Method:4 ⇝ Example:14</vt:lpstr>
      <vt:lpstr>Method:4 ⇝ Example:18</vt:lpstr>
      <vt:lpstr>Method:4 ⇝ Example:18</vt:lpstr>
      <vt:lpstr>Method-5 Basis and Dimension</vt:lpstr>
      <vt:lpstr>Basis</vt:lpstr>
      <vt:lpstr>Procedure to check whether set S is basis of V</vt:lpstr>
      <vt:lpstr>Remarks</vt:lpstr>
      <vt:lpstr>Dimension of a Vector Space</vt:lpstr>
      <vt:lpstr>Dimension of a Vector Space</vt:lpstr>
      <vt:lpstr>Dimension of a Vector Space</vt:lpstr>
      <vt:lpstr>Remarks</vt:lpstr>
      <vt:lpstr>Remarks</vt:lpstr>
      <vt:lpstr>Method:5 ⇝ Example:1</vt:lpstr>
      <vt:lpstr>Method:5 ⇝ Example:5</vt:lpstr>
      <vt:lpstr>Method:5 ⇝ Example:12</vt:lpstr>
      <vt:lpstr>Method:5 ⇝ Example:13</vt:lpstr>
      <vt:lpstr>Method:5 ⇝ Example:14</vt:lpstr>
      <vt:lpstr>Method:5 ⇝ Example:14</vt:lpstr>
      <vt:lpstr>Method:5 ⇝ Example:14</vt:lpstr>
      <vt:lpstr>Method:5 ⇝ Example:19</vt:lpstr>
      <vt:lpstr>Method:5 ⇝ Example:19</vt:lpstr>
      <vt:lpstr>Method:5 ⇝ Example:19</vt:lpstr>
      <vt:lpstr>Method:5 ⇝ Example:19</vt:lpstr>
      <vt:lpstr>Method-6 Row Space, Column Space, and Null Space</vt:lpstr>
      <vt:lpstr>Introduction</vt:lpstr>
      <vt:lpstr>Introduction</vt:lpstr>
      <vt:lpstr>Procedure to Find the Row Space and its Basis a Matrix A</vt:lpstr>
      <vt:lpstr>Procedure to Find the Column Space and its Basis a Matrix A</vt:lpstr>
      <vt:lpstr>Method:6 ⇝ Example:1</vt:lpstr>
      <vt:lpstr>Method:6 ⇝ Example:1</vt:lpstr>
      <vt:lpstr>Method:6 ⇝ Example:1</vt:lpstr>
      <vt:lpstr>Procedure to find the Null Space and its Basis</vt:lpstr>
      <vt:lpstr>Remarks</vt:lpstr>
      <vt:lpstr>Method:6 ⇝ Example:6</vt:lpstr>
      <vt:lpstr>Method:6 ⇝ Example:6</vt:lpstr>
      <vt:lpstr>Method:6 ⇝ Example:6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ADMIN</dc:creator>
  <cp:lastModifiedBy>Vasudev </cp:lastModifiedBy>
  <cp:revision>1767</cp:revision>
  <dcterms:created xsi:type="dcterms:W3CDTF">2020-05-01T05:09:15Z</dcterms:created>
  <dcterms:modified xsi:type="dcterms:W3CDTF">2026-08-18T08:06:51Z</dcterms:modified>
</cp:coreProperties>
</file>